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9" r:id="rId4"/>
    <p:sldId id="267" r:id="rId5"/>
    <p:sldId id="260" r:id="rId6"/>
    <p:sldId id="261" r:id="rId7"/>
    <p:sldId id="262" r:id="rId8"/>
    <p:sldId id="268" r:id="rId9"/>
    <p:sldId id="263" r:id="rId10"/>
    <p:sldId id="264" r:id="rId11"/>
    <p:sldId id="274" r:id="rId12"/>
    <p:sldId id="271" r:id="rId13"/>
    <p:sldId id="275" r:id="rId14"/>
    <p:sldId id="272" r:id="rId15"/>
    <p:sldId id="273" r:id="rId16"/>
    <p:sldId id="276" r:id="rId17"/>
    <p:sldId id="281" r:id="rId18"/>
    <p:sldId id="266" r:id="rId19"/>
    <p:sldId id="278" r:id="rId20"/>
    <p:sldId id="280" r:id="rId21"/>
    <p:sldId id="279" r:id="rId22"/>
    <p:sldId id="277" r:id="rId23"/>
    <p:sldId id="285" r:id="rId24"/>
    <p:sldId id="284" r:id="rId25"/>
    <p:sldId id="286" r:id="rId26"/>
    <p:sldId id="287" r:id="rId27"/>
    <p:sldId id="282" r:id="rId28"/>
    <p:sldId id="283" r:id="rId29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3" autoAdjust="0"/>
    <p:restoredTop sz="94660"/>
  </p:normalViewPr>
  <p:slideViewPr>
    <p:cSldViewPr>
      <p:cViewPr>
        <p:scale>
          <a:sx n="125" d="100"/>
          <a:sy n="125" d="100"/>
        </p:scale>
        <p:origin x="-180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interSettings" Target="printerSettings/printerSettings1.bin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30D841-20D6-4A7E-BFB1-BFFEC45A0D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2ED0862-4657-4E2B-ACBF-EADE88238B7A}">
      <dgm:prSet/>
      <dgm:spPr/>
      <dgm:t>
        <a:bodyPr/>
        <a:lstStyle/>
        <a:p>
          <a:pPr rtl="0"/>
          <a:r>
            <a:rPr lang="fi-FI" dirty="0" smtClean="0"/>
            <a:t>High latency, # users large</a:t>
          </a:r>
          <a:endParaRPr lang="en-CA" dirty="0"/>
        </a:p>
      </dgm:t>
    </dgm:pt>
    <dgm:pt modelId="{F980BE67-D322-49E0-BA2A-7BBF9864EF27}" type="parTrans" cxnId="{D4EEFFEC-2182-464A-9372-FA1B941D0F01}">
      <dgm:prSet/>
      <dgm:spPr/>
      <dgm:t>
        <a:bodyPr/>
        <a:lstStyle/>
        <a:p>
          <a:endParaRPr lang="en-CA"/>
        </a:p>
      </dgm:t>
    </dgm:pt>
    <dgm:pt modelId="{101B4AC5-AFCE-4061-9384-713B216B2A5B}" type="sibTrans" cxnId="{D4EEFFEC-2182-464A-9372-FA1B941D0F01}">
      <dgm:prSet/>
      <dgm:spPr/>
      <dgm:t>
        <a:bodyPr/>
        <a:lstStyle/>
        <a:p>
          <a:endParaRPr lang="en-CA"/>
        </a:p>
      </dgm:t>
    </dgm:pt>
    <dgm:pt modelId="{88BB3410-A903-4815-9E25-9E841C61529A}">
      <dgm:prSet/>
      <dgm:spPr/>
      <dgm:t>
        <a:bodyPr/>
        <a:lstStyle/>
        <a:p>
          <a:pPr rtl="0"/>
          <a:r>
            <a:rPr lang="fi-FI" dirty="0" smtClean="0"/>
            <a:t>In-effecient power usage</a:t>
          </a:r>
          <a:endParaRPr lang="en-CA" dirty="0"/>
        </a:p>
      </dgm:t>
    </dgm:pt>
    <dgm:pt modelId="{757AEC7B-453F-437B-A58F-34925430CBE1}" type="parTrans" cxnId="{D131B362-E937-4342-BC7E-037F24CFEE9F}">
      <dgm:prSet/>
      <dgm:spPr/>
      <dgm:t>
        <a:bodyPr/>
        <a:lstStyle/>
        <a:p>
          <a:endParaRPr lang="en-CA"/>
        </a:p>
      </dgm:t>
    </dgm:pt>
    <dgm:pt modelId="{E0B33A84-4DA7-417F-88BD-4ED561CF3B42}" type="sibTrans" cxnId="{D131B362-E937-4342-BC7E-037F24CFEE9F}">
      <dgm:prSet/>
      <dgm:spPr/>
      <dgm:t>
        <a:bodyPr/>
        <a:lstStyle/>
        <a:p>
          <a:endParaRPr lang="en-CA"/>
        </a:p>
      </dgm:t>
    </dgm:pt>
    <dgm:pt modelId="{B40BAC51-4867-4879-9065-7C82104D0E54}">
      <dgm:prSet/>
      <dgm:spPr/>
      <dgm:t>
        <a:bodyPr/>
        <a:lstStyle/>
        <a:p>
          <a:pPr rtl="0"/>
          <a:r>
            <a:rPr lang="fi-FI" dirty="0" smtClean="0"/>
            <a:t>In-effecient in frequency utilization</a:t>
          </a:r>
          <a:endParaRPr lang="en-CA" dirty="0"/>
        </a:p>
      </dgm:t>
    </dgm:pt>
    <dgm:pt modelId="{AEC579FB-79D3-4C0C-BF0F-50BB28AEE5A0}" type="parTrans" cxnId="{6D53634E-6285-4C44-B9A5-6D98791589DD}">
      <dgm:prSet/>
      <dgm:spPr/>
      <dgm:t>
        <a:bodyPr/>
        <a:lstStyle/>
        <a:p>
          <a:endParaRPr lang="en-CA"/>
        </a:p>
      </dgm:t>
    </dgm:pt>
    <dgm:pt modelId="{7C799A51-AD40-4D26-B572-D26B188A7643}" type="sibTrans" cxnId="{6D53634E-6285-4C44-B9A5-6D98791589DD}">
      <dgm:prSet/>
      <dgm:spPr/>
      <dgm:t>
        <a:bodyPr/>
        <a:lstStyle/>
        <a:p>
          <a:endParaRPr lang="en-CA"/>
        </a:p>
      </dgm:t>
    </dgm:pt>
    <dgm:pt modelId="{8F22985D-B986-44FC-877F-05831B747336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 dirty="0" smtClean="0"/>
            <a:t>Disadvantages</a:t>
          </a:r>
          <a:endParaRPr lang="en-CA" dirty="0"/>
        </a:p>
      </dgm:t>
    </dgm:pt>
    <dgm:pt modelId="{B18B999D-EC04-46D4-993D-1267BFD2102A}" type="parTrans" cxnId="{4C749095-E009-423A-A40E-0517CE6C2DCA}">
      <dgm:prSet/>
      <dgm:spPr/>
      <dgm:t>
        <a:bodyPr/>
        <a:lstStyle/>
        <a:p>
          <a:endParaRPr lang="en-CA"/>
        </a:p>
      </dgm:t>
    </dgm:pt>
    <dgm:pt modelId="{40B7BBF5-556D-4663-A3C5-BBE78773FD62}" type="sibTrans" cxnId="{4C749095-E009-423A-A40E-0517CE6C2DCA}">
      <dgm:prSet/>
      <dgm:spPr/>
      <dgm:t>
        <a:bodyPr/>
        <a:lstStyle/>
        <a:p>
          <a:endParaRPr lang="en-CA"/>
        </a:p>
      </dgm:t>
    </dgm:pt>
    <dgm:pt modelId="{D7CC272E-4F35-4273-94E1-48A6EC018392}" type="pres">
      <dgm:prSet presAssocID="{6A30D841-20D6-4A7E-BFB1-BFFEC45A0D1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CA"/>
        </a:p>
      </dgm:t>
    </dgm:pt>
    <dgm:pt modelId="{C9CB52BD-9CA7-40E9-AEC6-FBEB5D7F4E1D}" type="pres">
      <dgm:prSet presAssocID="{8F22985D-B986-44FC-877F-05831B74733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74FAE161-3850-42AD-B4E0-CDEFC55F4C5E}" type="pres">
      <dgm:prSet presAssocID="{40B7BBF5-556D-4663-A3C5-BBE78773FD62}" presName="spacer" presStyleCnt="0"/>
      <dgm:spPr/>
    </dgm:pt>
    <dgm:pt modelId="{91BA9E8C-6F2B-42AA-99F7-136B8AD55AB2}" type="pres">
      <dgm:prSet presAssocID="{52ED0862-4657-4E2B-ACBF-EADE88238B7A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E3ADA9D4-BE32-4195-861A-C87C68F3F2E7}" type="pres">
      <dgm:prSet presAssocID="{101B4AC5-AFCE-4061-9384-713B216B2A5B}" presName="spacer" presStyleCnt="0"/>
      <dgm:spPr/>
    </dgm:pt>
    <dgm:pt modelId="{000EF48C-1D72-43BD-9301-CDBE0438129D}" type="pres">
      <dgm:prSet presAssocID="{88BB3410-A903-4815-9E25-9E841C61529A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F7D9EA73-18AC-4D18-A1A1-9743B8660A74}" type="pres">
      <dgm:prSet presAssocID="{E0B33A84-4DA7-417F-88BD-4ED561CF3B42}" presName="spacer" presStyleCnt="0"/>
      <dgm:spPr/>
    </dgm:pt>
    <dgm:pt modelId="{1742811A-9E76-4DF9-BA13-85E1484C1379}" type="pres">
      <dgm:prSet presAssocID="{B40BAC51-4867-4879-9065-7C82104D0E5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</dgm:ptLst>
  <dgm:cxnLst>
    <dgm:cxn modelId="{11CAA6C6-01EE-4C14-994D-C014C271AA2E}" type="presOf" srcId="{88BB3410-A903-4815-9E25-9E841C61529A}" destId="{000EF48C-1D72-43BD-9301-CDBE0438129D}" srcOrd="0" destOrd="0" presId="urn:microsoft.com/office/officeart/2005/8/layout/vList2"/>
    <dgm:cxn modelId="{6D53634E-6285-4C44-B9A5-6D98791589DD}" srcId="{6A30D841-20D6-4A7E-BFB1-BFFEC45A0D1B}" destId="{B40BAC51-4867-4879-9065-7C82104D0E54}" srcOrd="3" destOrd="0" parTransId="{AEC579FB-79D3-4C0C-BF0F-50BB28AEE5A0}" sibTransId="{7C799A51-AD40-4D26-B572-D26B188A7643}"/>
    <dgm:cxn modelId="{A7CDA572-47B8-4BEF-BE2F-6E39CAD4BEE9}" type="presOf" srcId="{6A30D841-20D6-4A7E-BFB1-BFFEC45A0D1B}" destId="{D7CC272E-4F35-4273-94E1-48A6EC018392}" srcOrd="0" destOrd="0" presId="urn:microsoft.com/office/officeart/2005/8/layout/vList2"/>
    <dgm:cxn modelId="{CE0A3E48-F00B-494D-A53F-14ACA2D3507E}" type="presOf" srcId="{52ED0862-4657-4E2B-ACBF-EADE88238B7A}" destId="{91BA9E8C-6F2B-42AA-99F7-136B8AD55AB2}" srcOrd="0" destOrd="0" presId="urn:microsoft.com/office/officeart/2005/8/layout/vList2"/>
    <dgm:cxn modelId="{5ECDBC29-E524-47D6-8A0A-8C8B94042E63}" type="presOf" srcId="{B40BAC51-4867-4879-9065-7C82104D0E54}" destId="{1742811A-9E76-4DF9-BA13-85E1484C1379}" srcOrd="0" destOrd="0" presId="urn:microsoft.com/office/officeart/2005/8/layout/vList2"/>
    <dgm:cxn modelId="{D4EEFFEC-2182-464A-9372-FA1B941D0F01}" srcId="{6A30D841-20D6-4A7E-BFB1-BFFEC45A0D1B}" destId="{52ED0862-4657-4E2B-ACBF-EADE88238B7A}" srcOrd="1" destOrd="0" parTransId="{F980BE67-D322-49E0-BA2A-7BBF9864EF27}" sibTransId="{101B4AC5-AFCE-4061-9384-713B216B2A5B}"/>
    <dgm:cxn modelId="{7FFDF4E6-5571-4D2A-A719-CE595CCDA723}" type="presOf" srcId="{8F22985D-B986-44FC-877F-05831B747336}" destId="{C9CB52BD-9CA7-40E9-AEC6-FBEB5D7F4E1D}" srcOrd="0" destOrd="0" presId="urn:microsoft.com/office/officeart/2005/8/layout/vList2"/>
    <dgm:cxn modelId="{4C749095-E009-423A-A40E-0517CE6C2DCA}" srcId="{6A30D841-20D6-4A7E-BFB1-BFFEC45A0D1B}" destId="{8F22985D-B986-44FC-877F-05831B747336}" srcOrd="0" destOrd="0" parTransId="{B18B999D-EC04-46D4-993D-1267BFD2102A}" sibTransId="{40B7BBF5-556D-4663-A3C5-BBE78773FD62}"/>
    <dgm:cxn modelId="{D131B362-E937-4342-BC7E-037F24CFEE9F}" srcId="{6A30D841-20D6-4A7E-BFB1-BFFEC45A0D1B}" destId="{88BB3410-A903-4815-9E25-9E841C61529A}" srcOrd="2" destOrd="0" parTransId="{757AEC7B-453F-437B-A58F-34925430CBE1}" sibTransId="{E0B33A84-4DA7-417F-88BD-4ED561CF3B42}"/>
    <dgm:cxn modelId="{CC1B9787-C599-48FD-8AD6-CBB87CB995B3}" type="presParOf" srcId="{D7CC272E-4F35-4273-94E1-48A6EC018392}" destId="{C9CB52BD-9CA7-40E9-AEC6-FBEB5D7F4E1D}" srcOrd="0" destOrd="0" presId="urn:microsoft.com/office/officeart/2005/8/layout/vList2"/>
    <dgm:cxn modelId="{543E76EC-01F2-4C0B-9797-FA6C43CAD615}" type="presParOf" srcId="{D7CC272E-4F35-4273-94E1-48A6EC018392}" destId="{74FAE161-3850-42AD-B4E0-CDEFC55F4C5E}" srcOrd="1" destOrd="0" presId="urn:microsoft.com/office/officeart/2005/8/layout/vList2"/>
    <dgm:cxn modelId="{CA5A73A1-9B68-479E-BFB4-657E71C7EE14}" type="presParOf" srcId="{D7CC272E-4F35-4273-94E1-48A6EC018392}" destId="{91BA9E8C-6F2B-42AA-99F7-136B8AD55AB2}" srcOrd="2" destOrd="0" presId="urn:microsoft.com/office/officeart/2005/8/layout/vList2"/>
    <dgm:cxn modelId="{05EAD21E-D494-45D3-89D2-53A98419AD0B}" type="presParOf" srcId="{D7CC272E-4F35-4273-94E1-48A6EC018392}" destId="{E3ADA9D4-BE32-4195-861A-C87C68F3F2E7}" srcOrd="3" destOrd="0" presId="urn:microsoft.com/office/officeart/2005/8/layout/vList2"/>
    <dgm:cxn modelId="{1935E7F9-7DF0-4959-A78A-7CE0FE4CAFBF}" type="presParOf" srcId="{D7CC272E-4F35-4273-94E1-48A6EC018392}" destId="{000EF48C-1D72-43BD-9301-CDBE0438129D}" srcOrd="4" destOrd="0" presId="urn:microsoft.com/office/officeart/2005/8/layout/vList2"/>
    <dgm:cxn modelId="{5C6B7D70-03D5-42D8-B703-D77F5668E889}" type="presParOf" srcId="{D7CC272E-4F35-4273-94E1-48A6EC018392}" destId="{F7D9EA73-18AC-4D18-A1A1-9743B8660A74}" srcOrd="5" destOrd="0" presId="urn:microsoft.com/office/officeart/2005/8/layout/vList2"/>
    <dgm:cxn modelId="{E33F5708-8A1D-4E9F-897B-B4855F3BE34C}" type="presParOf" srcId="{D7CC272E-4F35-4273-94E1-48A6EC018392}" destId="{1742811A-9E76-4DF9-BA13-85E1484C13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82A674-BE29-49B9-95DF-6079659CFC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39BA98A3-600A-48DA-9FDE-F5028C6E71DF}">
      <dgm:prSet/>
      <dgm:spPr/>
      <dgm:t>
        <a:bodyPr/>
        <a:lstStyle/>
        <a:p>
          <a:pPr rtl="0"/>
          <a:r>
            <a:rPr lang="fi-FI" dirty="0" smtClean="0"/>
            <a:t>Easy implementation</a:t>
          </a:r>
          <a:endParaRPr lang="en-CA" dirty="0"/>
        </a:p>
      </dgm:t>
    </dgm:pt>
    <dgm:pt modelId="{621E5982-29F2-4B86-861B-9CD3D71DEDB4}" type="parTrans" cxnId="{EA8B16FE-6417-4DCA-9151-11A662476D6A}">
      <dgm:prSet/>
      <dgm:spPr/>
      <dgm:t>
        <a:bodyPr/>
        <a:lstStyle/>
        <a:p>
          <a:endParaRPr lang="en-CA"/>
        </a:p>
      </dgm:t>
    </dgm:pt>
    <dgm:pt modelId="{CC561FE8-574D-46ED-BE47-EECEFA2C5E09}" type="sibTrans" cxnId="{EA8B16FE-6417-4DCA-9151-11A662476D6A}">
      <dgm:prSet/>
      <dgm:spPr/>
      <dgm:t>
        <a:bodyPr/>
        <a:lstStyle/>
        <a:p>
          <a:endParaRPr lang="en-CA"/>
        </a:p>
      </dgm:t>
    </dgm:pt>
    <dgm:pt modelId="{70F70055-EAFD-4C7A-AE47-089256ACCD53}">
      <dgm:prSet/>
      <dgm:spPr/>
      <dgm:t>
        <a:bodyPr/>
        <a:lstStyle/>
        <a:p>
          <a:pPr rtl="0"/>
          <a:r>
            <a:rPr lang="fi-FI" dirty="0" smtClean="0"/>
            <a:t>Simple resource allocation</a:t>
          </a:r>
          <a:endParaRPr lang="en-CA" dirty="0"/>
        </a:p>
      </dgm:t>
    </dgm:pt>
    <dgm:pt modelId="{38730DAD-67E9-452B-BFBF-345FD8633469}" type="parTrans" cxnId="{2BC70ADB-FDBF-487C-8B0D-D353513F3FE0}">
      <dgm:prSet/>
      <dgm:spPr/>
      <dgm:t>
        <a:bodyPr/>
        <a:lstStyle/>
        <a:p>
          <a:endParaRPr lang="en-CA"/>
        </a:p>
      </dgm:t>
    </dgm:pt>
    <dgm:pt modelId="{3123F675-8C56-4A15-8484-2674F8D94520}" type="sibTrans" cxnId="{2BC70ADB-FDBF-487C-8B0D-D353513F3FE0}">
      <dgm:prSet/>
      <dgm:spPr/>
      <dgm:t>
        <a:bodyPr/>
        <a:lstStyle/>
        <a:p>
          <a:endParaRPr lang="en-CA"/>
        </a:p>
      </dgm:t>
    </dgm:pt>
    <dgm:pt modelId="{15B4DB6E-D983-4171-8845-316487D60B83}">
      <dgm:prSet/>
      <dgm:spPr/>
      <dgm:t>
        <a:bodyPr/>
        <a:lstStyle/>
        <a:p>
          <a:pPr rtl="0"/>
          <a:r>
            <a:rPr lang="fi-FI" dirty="0" smtClean="0"/>
            <a:t>Low processing requirement</a:t>
          </a:r>
          <a:endParaRPr lang="en-CA" dirty="0"/>
        </a:p>
      </dgm:t>
    </dgm:pt>
    <dgm:pt modelId="{BEC12041-E2B0-408D-8891-BF510CCA9E3F}" type="parTrans" cxnId="{18B03017-8321-4E9D-8A35-A4F00F86E5A1}">
      <dgm:prSet/>
      <dgm:spPr/>
      <dgm:t>
        <a:bodyPr/>
        <a:lstStyle/>
        <a:p>
          <a:endParaRPr lang="en-CA"/>
        </a:p>
      </dgm:t>
    </dgm:pt>
    <dgm:pt modelId="{B1984F99-D781-4CCC-9DD0-1AB5442EC3BF}" type="sibTrans" cxnId="{18B03017-8321-4E9D-8A35-A4F00F86E5A1}">
      <dgm:prSet/>
      <dgm:spPr/>
      <dgm:t>
        <a:bodyPr/>
        <a:lstStyle/>
        <a:p>
          <a:endParaRPr lang="en-CA"/>
        </a:p>
      </dgm:t>
    </dgm:pt>
    <dgm:pt modelId="{91976795-903A-4450-BEA2-2E535F123AC4}">
      <dgm:prSet/>
      <dgm:spPr/>
      <dgm:t>
        <a:bodyPr/>
        <a:lstStyle/>
        <a:p>
          <a:pPr rtl="0"/>
          <a:r>
            <a:rPr lang="fi-FI" dirty="0" smtClean="0"/>
            <a:t>Low signaling overhead  (channel gain)</a:t>
          </a:r>
          <a:endParaRPr lang="en-US" dirty="0"/>
        </a:p>
      </dgm:t>
    </dgm:pt>
    <dgm:pt modelId="{D38BCDE2-CE87-4A8A-B778-EB948B6AEE0B}" type="parTrans" cxnId="{0336EE4C-8082-40FA-A19C-A76C22940CEB}">
      <dgm:prSet/>
      <dgm:spPr/>
      <dgm:t>
        <a:bodyPr/>
        <a:lstStyle/>
        <a:p>
          <a:endParaRPr lang="en-CA"/>
        </a:p>
      </dgm:t>
    </dgm:pt>
    <dgm:pt modelId="{7B324674-3BFA-4386-B360-E7F380D82377}" type="sibTrans" cxnId="{0336EE4C-8082-40FA-A19C-A76C22940CEB}">
      <dgm:prSet/>
      <dgm:spPr/>
      <dgm:t>
        <a:bodyPr/>
        <a:lstStyle/>
        <a:p>
          <a:endParaRPr lang="en-CA"/>
        </a:p>
      </dgm:t>
    </dgm:pt>
    <dgm:pt modelId="{CE011508-F10F-4EAD-BDA1-60710E75B839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 dirty="0" smtClean="0"/>
            <a:t>Advantages</a:t>
          </a:r>
          <a:endParaRPr lang="en-CA" dirty="0"/>
        </a:p>
      </dgm:t>
    </dgm:pt>
    <dgm:pt modelId="{E2820FD2-5527-43F6-B49C-59217516A53F}" type="parTrans" cxnId="{8221CFB2-10EE-4DA3-B7D6-9BE71607C4A4}">
      <dgm:prSet/>
      <dgm:spPr/>
    </dgm:pt>
    <dgm:pt modelId="{AA4F7370-09B7-498D-9E5E-021537B29E4C}" type="sibTrans" cxnId="{8221CFB2-10EE-4DA3-B7D6-9BE71607C4A4}">
      <dgm:prSet/>
      <dgm:spPr/>
    </dgm:pt>
    <dgm:pt modelId="{872B9DF4-5FA3-4B45-A8A5-D6184997F371}" type="pres">
      <dgm:prSet presAssocID="{8282A674-BE29-49B9-95DF-6079659CFC2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CA"/>
        </a:p>
      </dgm:t>
    </dgm:pt>
    <dgm:pt modelId="{CF821972-242B-4462-9E12-792E8F0D3730}" type="pres">
      <dgm:prSet presAssocID="{CE011508-F10F-4EAD-BDA1-60710E75B83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D84107AD-C785-4185-AE7D-63E032766282}" type="pres">
      <dgm:prSet presAssocID="{AA4F7370-09B7-498D-9E5E-021537B29E4C}" presName="spacer" presStyleCnt="0"/>
      <dgm:spPr/>
    </dgm:pt>
    <dgm:pt modelId="{D4F7473F-0792-4AC2-AB80-E32D315FF235}" type="pres">
      <dgm:prSet presAssocID="{39BA98A3-600A-48DA-9FDE-F5028C6E71DF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88C919B2-019C-425A-9FAC-2B567AF01120}" type="pres">
      <dgm:prSet presAssocID="{CC561FE8-574D-46ED-BE47-EECEFA2C5E09}" presName="spacer" presStyleCnt="0"/>
      <dgm:spPr/>
    </dgm:pt>
    <dgm:pt modelId="{C6F8F5B3-6A66-45F1-9298-FD1F6AFF7339}" type="pres">
      <dgm:prSet presAssocID="{70F70055-EAFD-4C7A-AE47-089256ACCD5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F2C6213F-1A4C-482A-B62C-6475F3EE9AA5}" type="pres">
      <dgm:prSet presAssocID="{3123F675-8C56-4A15-8484-2674F8D94520}" presName="spacer" presStyleCnt="0"/>
      <dgm:spPr/>
    </dgm:pt>
    <dgm:pt modelId="{0AD209CD-78E3-4BCC-BF7E-D504FB85F911}" type="pres">
      <dgm:prSet presAssocID="{15B4DB6E-D983-4171-8845-316487D60B8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BE13461F-E499-4367-9FCF-D685038E0BBC}" type="pres">
      <dgm:prSet presAssocID="{B1984F99-D781-4CCC-9DD0-1AB5442EC3BF}" presName="spacer" presStyleCnt="0"/>
      <dgm:spPr/>
    </dgm:pt>
    <dgm:pt modelId="{3FFF7511-CE25-4A1C-8AC6-83CB28C39C04}" type="pres">
      <dgm:prSet presAssocID="{91976795-903A-4450-BEA2-2E535F123AC4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</dgm:ptLst>
  <dgm:cxnLst>
    <dgm:cxn modelId="{2BC70ADB-FDBF-487C-8B0D-D353513F3FE0}" srcId="{8282A674-BE29-49B9-95DF-6079659CFC26}" destId="{70F70055-EAFD-4C7A-AE47-089256ACCD53}" srcOrd="2" destOrd="0" parTransId="{38730DAD-67E9-452B-BFBF-345FD8633469}" sibTransId="{3123F675-8C56-4A15-8484-2674F8D94520}"/>
    <dgm:cxn modelId="{0336EE4C-8082-40FA-A19C-A76C22940CEB}" srcId="{8282A674-BE29-49B9-95DF-6079659CFC26}" destId="{91976795-903A-4450-BEA2-2E535F123AC4}" srcOrd="4" destOrd="0" parTransId="{D38BCDE2-CE87-4A8A-B778-EB948B6AEE0B}" sibTransId="{7B324674-3BFA-4386-B360-E7F380D82377}"/>
    <dgm:cxn modelId="{13775F2D-E234-4660-A9D7-199670DD506F}" type="presOf" srcId="{70F70055-EAFD-4C7A-AE47-089256ACCD53}" destId="{C6F8F5B3-6A66-45F1-9298-FD1F6AFF7339}" srcOrd="0" destOrd="0" presId="urn:microsoft.com/office/officeart/2005/8/layout/vList2"/>
    <dgm:cxn modelId="{3FBF6A2E-002C-4AEE-9781-0A9A498818B5}" type="presOf" srcId="{91976795-903A-4450-BEA2-2E535F123AC4}" destId="{3FFF7511-CE25-4A1C-8AC6-83CB28C39C04}" srcOrd="0" destOrd="0" presId="urn:microsoft.com/office/officeart/2005/8/layout/vList2"/>
    <dgm:cxn modelId="{18B03017-8321-4E9D-8A35-A4F00F86E5A1}" srcId="{8282A674-BE29-49B9-95DF-6079659CFC26}" destId="{15B4DB6E-D983-4171-8845-316487D60B83}" srcOrd="3" destOrd="0" parTransId="{BEC12041-E2B0-408D-8891-BF510CCA9E3F}" sibTransId="{B1984F99-D781-4CCC-9DD0-1AB5442EC3BF}"/>
    <dgm:cxn modelId="{EA8B16FE-6417-4DCA-9151-11A662476D6A}" srcId="{8282A674-BE29-49B9-95DF-6079659CFC26}" destId="{39BA98A3-600A-48DA-9FDE-F5028C6E71DF}" srcOrd="1" destOrd="0" parTransId="{621E5982-29F2-4B86-861B-9CD3D71DEDB4}" sibTransId="{CC561FE8-574D-46ED-BE47-EECEFA2C5E09}"/>
    <dgm:cxn modelId="{8221CFB2-10EE-4DA3-B7D6-9BE71607C4A4}" srcId="{8282A674-BE29-49B9-95DF-6079659CFC26}" destId="{CE011508-F10F-4EAD-BDA1-60710E75B839}" srcOrd="0" destOrd="0" parTransId="{E2820FD2-5527-43F6-B49C-59217516A53F}" sibTransId="{AA4F7370-09B7-498D-9E5E-021537B29E4C}"/>
    <dgm:cxn modelId="{D9BFEE3A-B488-44F9-8EDA-B2808BD4AF92}" type="presOf" srcId="{39BA98A3-600A-48DA-9FDE-F5028C6E71DF}" destId="{D4F7473F-0792-4AC2-AB80-E32D315FF235}" srcOrd="0" destOrd="0" presId="urn:microsoft.com/office/officeart/2005/8/layout/vList2"/>
    <dgm:cxn modelId="{5C44DF56-1711-4747-A369-DE67497BA305}" type="presOf" srcId="{8282A674-BE29-49B9-95DF-6079659CFC26}" destId="{872B9DF4-5FA3-4B45-A8A5-D6184997F371}" srcOrd="0" destOrd="0" presId="urn:microsoft.com/office/officeart/2005/8/layout/vList2"/>
    <dgm:cxn modelId="{83FC279D-0BBE-4F29-BEC4-4104FA58D322}" type="presOf" srcId="{CE011508-F10F-4EAD-BDA1-60710E75B839}" destId="{CF821972-242B-4462-9E12-792E8F0D3730}" srcOrd="0" destOrd="0" presId="urn:microsoft.com/office/officeart/2005/8/layout/vList2"/>
    <dgm:cxn modelId="{523A0CBB-8B73-4816-BFA5-CB97B921EC2E}" type="presOf" srcId="{15B4DB6E-D983-4171-8845-316487D60B83}" destId="{0AD209CD-78E3-4BCC-BF7E-D504FB85F911}" srcOrd="0" destOrd="0" presId="urn:microsoft.com/office/officeart/2005/8/layout/vList2"/>
    <dgm:cxn modelId="{6EF6CAA4-5D72-4E92-A023-594203ABD620}" type="presParOf" srcId="{872B9DF4-5FA3-4B45-A8A5-D6184997F371}" destId="{CF821972-242B-4462-9E12-792E8F0D3730}" srcOrd="0" destOrd="0" presId="urn:microsoft.com/office/officeart/2005/8/layout/vList2"/>
    <dgm:cxn modelId="{E7EBEB36-6AA6-47E6-A052-48E47D02591C}" type="presParOf" srcId="{872B9DF4-5FA3-4B45-A8A5-D6184997F371}" destId="{D84107AD-C785-4185-AE7D-63E032766282}" srcOrd="1" destOrd="0" presId="urn:microsoft.com/office/officeart/2005/8/layout/vList2"/>
    <dgm:cxn modelId="{EDD31F6E-E620-47BA-BCCF-6AC70415536D}" type="presParOf" srcId="{872B9DF4-5FA3-4B45-A8A5-D6184997F371}" destId="{D4F7473F-0792-4AC2-AB80-E32D315FF235}" srcOrd="2" destOrd="0" presId="urn:microsoft.com/office/officeart/2005/8/layout/vList2"/>
    <dgm:cxn modelId="{833B573A-5454-4061-9AD7-C18F8FF17613}" type="presParOf" srcId="{872B9DF4-5FA3-4B45-A8A5-D6184997F371}" destId="{88C919B2-019C-425A-9FAC-2B567AF01120}" srcOrd="3" destOrd="0" presId="urn:microsoft.com/office/officeart/2005/8/layout/vList2"/>
    <dgm:cxn modelId="{3F609091-425F-45B7-A0B6-68112BCCAA3B}" type="presParOf" srcId="{872B9DF4-5FA3-4B45-A8A5-D6184997F371}" destId="{C6F8F5B3-6A66-45F1-9298-FD1F6AFF7339}" srcOrd="4" destOrd="0" presId="urn:microsoft.com/office/officeart/2005/8/layout/vList2"/>
    <dgm:cxn modelId="{16FB18A5-6149-49FF-8248-9E645DFD006C}" type="presParOf" srcId="{872B9DF4-5FA3-4B45-A8A5-D6184997F371}" destId="{F2C6213F-1A4C-482A-B62C-6475F3EE9AA5}" srcOrd="5" destOrd="0" presId="urn:microsoft.com/office/officeart/2005/8/layout/vList2"/>
    <dgm:cxn modelId="{DE683965-683C-4EA0-B948-36F046C51486}" type="presParOf" srcId="{872B9DF4-5FA3-4B45-A8A5-D6184997F371}" destId="{0AD209CD-78E3-4BCC-BF7E-D504FB85F911}" srcOrd="6" destOrd="0" presId="urn:microsoft.com/office/officeart/2005/8/layout/vList2"/>
    <dgm:cxn modelId="{6F5D4DB9-65E5-4220-AF95-C223B65EF7EB}" type="presParOf" srcId="{872B9DF4-5FA3-4B45-A8A5-D6184997F371}" destId="{BE13461F-E499-4367-9FCF-D685038E0BBC}" srcOrd="7" destOrd="0" presId="urn:microsoft.com/office/officeart/2005/8/layout/vList2"/>
    <dgm:cxn modelId="{C913F3EF-1A93-4358-97A6-B9E343744780}" type="presParOf" srcId="{872B9DF4-5FA3-4B45-A8A5-D6184997F371}" destId="{3FFF7511-CE25-4A1C-8AC6-83CB28C39C0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30D841-20D6-4A7E-BFB1-BFFEC45A0D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2ED0862-4657-4E2B-ACBF-EADE88238B7A}">
      <dgm:prSet/>
      <dgm:spPr/>
      <dgm:t>
        <a:bodyPr/>
        <a:lstStyle/>
        <a:p>
          <a:pPr rtl="0"/>
          <a:r>
            <a:rPr lang="fi-FI" dirty="0" smtClean="0"/>
            <a:t>High latency, # users large</a:t>
          </a:r>
          <a:endParaRPr lang="en-CA" dirty="0"/>
        </a:p>
      </dgm:t>
    </dgm:pt>
    <dgm:pt modelId="{F980BE67-D322-49E0-BA2A-7BBF9864EF27}" type="parTrans" cxnId="{D4EEFFEC-2182-464A-9372-FA1B941D0F01}">
      <dgm:prSet/>
      <dgm:spPr/>
      <dgm:t>
        <a:bodyPr/>
        <a:lstStyle/>
        <a:p>
          <a:endParaRPr lang="en-CA"/>
        </a:p>
      </dgm:t>
    </dgm:pt>
    <dgm:pt modelId="{101B4AC5-AFCE-4061-9384-713B216B2A5B}" type="sibTrans" cxnId="{D4EEFFEC-2182-464A-9372-FA1B941D0F01}">
      <dgm:prSet/>
      <dgm:spPr/>
      <dgm:t>
        <a:bodyPr/>
        <a:lstStyle/>
        <a:p>
          <a:endParaRPr lang="en-CA"/>
        </a:p>
      </dgm:t>
    </dgm:pt>
    <dgm:pt modelId="{88BB3410-A903-4815-9E25-9E841C61529A}">
      <dgm:prSet/>
      <dgm:spPr/>
      <dgm:t>
        <a:bodyPr/>
        <a:lstStyle/>
        <a:p>
          <a:pPr rtl="0"/>
          <a:r>
            <a:rPr lang="fi-FI" dirty="0" smtClean="0"/>
            <a:t>In-effecient power usage</a:t>
          </a:r>
          <a:endParaRPr lang="en-CA" dirty="0"/>
        </a:p>
      </dgm:t>
    </dgm:pt>
    <dgm:pt modelId="{757AEC7B-453F-437B-A58F-34925430CBE1}" type="parTrans" cxnId="{D131B362-E937-4342-BC7E-037F24CFEE9F}">
      <dgm:prSet/>
      <dgm:spPr/>
      <dgm:t>
        <a:bodyPr/>
        <a:lstStyle/>
        <a:p>
          <a:endParaRPr lang="en-CA"/>
        </a:p>
      </dgm:t>
    </dgm:pt>
    <dgm:pt modelId="{E0B33A84-4DA7-417F-88BD-4ED561CF3B42}" type="sibTrans" cxnId="{D131B362-E937-4342-BC7E-037F24CFEE9F}">
      <dgm:prSet/>
      <dgm:spPr/>
      <dgm:t>
        <a:bodyPr/>
        <a:lstStyle/>
        <a:p>
          <a:endParaRPr lang="en-CA"/>
        </a:p>
      </dgm:t>
    </dgm:pt>
    <dgm:pt modelId="{B40BAC51-4867-4879-9065-7C82104D0E54}">
      <dgm:prSet/>
      <dgm:spPr/>
      <dgm:t>
        <a:bodyPr/>
        <a:lstStyle/>
        <a:p>
          <a:pPr rtl="0"/>
          <a:r>
            <a:rPr lang="fi-FI" dirty="0" smtClean="0"/>
            <a:t>In-effecient in frequency utilization</a:t>
          </a:r>
          <a:endParaRPr lang="en-CA" dirty="0"/>
        </a:p>
      </dgm:t>
    </dgm:pt>
    <dgm:pt modelId="{AEC579FB-79D3-4C0C-BF0F-50BB28AEE5A0}" type="parTrans" cxnId="{6D53634E-6285-4C44-B9A5-6D98791589DD}">
      <dgm:prSet/>
      <dgm:spPr/>
      <dgm:t>
        <a:bodyPr/>
        <a:lstStyle/>
        <a:p>
          <a:endParaRPr lang="en-CA"/>
        </a:p>
      </dgm:t>
    </dgm:pt>
    <dgm:pt modelId="{7C799A51-AD40-4D26-B572-D26B188A7643}" type="sibTrans" cxnId="{6D53634E-6285-4C44-B9A5-6D98791589DD}">
      <dgm:prSet/>
      <dgm:spPr/>
      <dgm:t>
        <a:bodyPr/>
        <a:lstStyle/>
        <a:p>
          <a:endParaRPr lang="en-CA"/>
        </a:p>
      </dgm:t>
    </dgm:pt>
    <dgm:pt modelId="{8F22985D-B986-44FC-877F-05831B747336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 dirty="0" smtClean="0"/>
            <a:t>Disadvantages of OFDM</a:t>
          </a:r>
          <a:endParaRPr lang="en-CA" dirty="0"/>
        </a:p>
      </dgm:t>
    </dgm:pt>
    <dgm:pt modelId="{B18B999D-EC04-46D4-993D-1267BFD2102A}" type="parTrans" cxnId="{4C749095-E009-423A-A40E-0517CE6C2DCA}">
      <dgm:prSet/>
      <dgm:spPr/>
      <dgm:t>
        <a:bodyPr/>
        <a:lstStyle/>
        <a:p>
          <a:endParaRPr lang="en-CA"/>
        </a:p>
      </dgm:t>
    </dgm:pt>
    <dgm:pt modelId="{40B7BBF5-556D-4663-A3C5-BBE78773FD62}" type="sibTrans" cxnId="{4C749095-E009-423A-A40E-0517CE6C2DCA}">
      <dgm:prSet/>
      <dgm:spPr/>
      <dgm:t>
        <a:bodyPr/>
        <a:lstStyle/>
        <a:p>
          <a:endParaRPr lang="en-CA"/>
        </a:p>
      </dgm:t>
    </dgm:pt>
    <dgm:pt modelId="{D7CC272E-4F35-4273-94E1-48A6EC018392}" type="pres">
      <dgm:prSet presAssocID="{6A30D841-20D6-4A7E-BFB1-BFFEC45A0D1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CA"/>
        </a:p>
      </dgm:t>
    </dgm:pt>
    <dgm:pt modelId="{C9CB52BD-9CA7-40E9-AEC6-FBEB5D7F4E1D}" type="pres">
      <dgm:prSet presAssocID="{8F22985D-B986-44FC-877F-05831B74733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74FAE161-3850-42AD-B4E0-CDEFC55F4C5E}" type="pres">
      <dgm:prSet presAssocID="{40B7BBF5-556D-4663-A3C5-BBE78773FD62}" presName="spacer" presStyleCnt="0"/>
      <dgm:spPr/>
    </dgm:pt>
    <dgm:pt modelId="{91BA9E8C-6F2B-42AA-99F7-136B8AD55AB2}" type="pres">
      <dgm:prSet presAssocID="{52ED0862-4657-4E2B-ACBF-EADE88238B7A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E3ADA9D4-BE32-4195-861A-C87C68F3F2E7}" type="pres">
      <dgm:prSet presAssocID="{101B4AC5-AFCE-4061-9384-713B216B2A5B}" presName="spacer" presStyleCnt="0"/>
      <dgm:spPr/>
    </dgm:pt>
    <dgm:pt modelId="{000EF48C-1D72-43BD-9301-CDBE0438129D}" type="pres">
      <dgm:prSet presAssocID="{88BB3410-A903-4815-9E25-9E841C61529A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F7D9EA73-18AC-4D18-A1A1-9743B8660A74}" type="pres">
      <dgm:prSet presAssocID="{E0B33A84-4DA7-417F-88BD-4ED561CF3B42}" presName="spacer" presStyleCnt="0"/>
      <dgm:spPr/>
    </dgm:pt>
    <dgm:pt modelId="{1742811A-9E76-4DF9-BA13-85E1484C1379}" type="pres">
      <dgm:prSet presAssocID="{B40BAC51-4867-4879-9065-7C82104D0E5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</dgm:ptLst>
  <dgm:cxnLst>
    <dgm:cxn modelId="{9A3E1C8E-2B40-4043-BC21-538ECDCFB0A2}" type="presOf" srcId="{B40BAC51-4867-4879-9065-7C82104D0E54}" destId="{1742811A-9E76-4DF9-BA13-85E1484C1379}" srcOrd="0" destOrd="0" presId="urn:microsoft.com/office/officeart/2005/8/layout/vList2"/>
    <dgm:cxn modelId="{44FDF84E-63C2-42A2-8198-33424FF64DF6}" type="presOf" srcId="{88BB3410-A903-4815-9E25-9E841C61529A}" destId="{000EF48C-1D72-43BD-9301-CDBE0438129D}" srcOrd="0" destOrd="0" presId="urn:microsoft.com/office/officeart/2005/8/layout/vList2"/>
    <dgm:cxn modelId="{6F777FCE-727C-4371-B674-C0F199B170BF}" type="presOf" srcId="{52ED0862-4657-4E2B-ACBF-EADE88238B7A}" destId="{91BA9E8C-6F2B-42AA-99F7-136B8AD55AB2}" srcOrd="0" destOrd="0" presId="urn:microsoft.com/office/officeart/2005/8/layout/vList2"/>
    <dgm:cxn modelId="{D4EEFFEC-2182-464A-9372-FA1B941D0F01}" srcId="{6A30D841-20D6-4A7E-BFB1-BFFEC45A0D1B}" destId="{52ED0862-4657-4E2B-ACBF-EADE88238B7A}" srcOrd="1" destOrd="0" parTransId="{F980BE67-D322-49E0-BA2A-7BBF9864EF27}" sibTransId="{101B4AC5-AFCE-4061-9384-713B216B2A5B}"/>
    <dgm:cxn modelId="{4C749095-E009-423A-A40E-0517CE6C2DCA}" srcId="{6A30D841-20D6-4A7E-BFB1-BFFEC45A0D1B}" destId="{8F22985D-B986-44FC-877F-05831B747336}" srcOrd="0" destOrd="0" parTransId="{B18B999D-EC04-46D4-993D-1267BFD2102A}" sibTransId="{40B7BBF5-556D-4663-A3C5-BBE78773FD62}"/>
    <dgm:cxn modelId="{86C8BA16-7B3D-4938-90B1-EE4CD1597F2D}" type="presOf" srcId="{6A30D841-20D6-4A7E-BFB1-BFFEC45A0D1B}" destId="{D7CC272E-4F35-4273-94E1-48A6EC018392}" srcOrd="0" destOrd="0" presId="urn:microsoft.com/office/officeart/2005/8/layout/vList2"/>
    <dgm:cxn modelId="{D131B362-E937-4342-BC7E-037F24CFEE9F}" srcId="{6A30D841-20D6-4A7E-BFB1-BFFEC45A0D1B}" destId="{88BB3410-A903-4815-9E25-9E841C61529A}" srcOrd="2" destOrd="0" parTransId="{757AEC7B-453F-437B-A58F-34925430CBE1}" sibTransId="{E0B33A84-4DA7-417F-88BD-4ED561CF3B42}"/>
    <dgm:cxn modelId="{6D53634E-6285-4C44-B9A5-6D98791589DD}" srcId="{6A30D841-20D6-4A7E-BFB1-BFFEC45A0D1B}" destId="{B40BAC51-4867-4879-9065-7C82104D0E54}" srcOrd="3" destOrd="0" parTransId="{AEC579FB-79D3-4C0C-BF0F-50BB28AEE5A0}" sibTransId="{7C799A51-AD40-4D26-B572-D26B188A7643}"/>
    <dgm:cxn modelId="{2528F291-56BE-4640-9E16-32103EBCB128}" type="presOf" srcId="{8F22985D-B986-44FC-877F-05831B747336}" destId="{C9CB52BD-9CA7-40E9-AEC6-FBEB5D7F4E1D}" srcOrd="0" destOrd="0" presId="urn:microsoft.com/office/officeart/2005/8/layout/vList2"/>
    <dgm:cxn modelId="{AC3B255D-3EB4-4492-8E5D-BD5787CAFB1E}" type="presParOf" srcId="{D7CC272E-4F35-4273-94E1-48A6EC018392}" destId="{C9CB52BD-9CA7-40E9-AEC6-FBEB5D7F4E1D}" srcOrd="0" destOrd="0" presId="urn:microsoft.com/office/officeart/2005/8/layout/vList2"/>
    <dgm:cxn modelId="{ACA39FCF-93D3-4E09-AE7A-FC81926F278C}" type="presParOf" srcId="{D7CC272E-4F35-4273-94E1-48A6EC018392}" destId="{74FAE161-3850-42AD-B4E0-CDEFC55F4C5E}" srcOrd="1" destOrd="0" presId="urn:microsoft.com/office/officeart/2005/8/layout/vList2"/>
    <dgm:cxn modelId="{508DCA60-083C-4D53-805D-C4EDDBA24F16}" type="presParOf" srcId="{D7CC272E-4F35-4273-94E1-48A6EC018392}" destId="{91BA9E8C-6F2B-42AA-99F7-136B8AD55AB2}" srcOrd="2" destOrd="0" presId="urn:microsoft.com/office/officeart/2005/8/layout/vList2"/>
    <dgm:cxn modelId="{833959AD-627D-4EB5-AB5E-D2BF4CF55158}" type="presParOf" srcId="{D7CC272E-4F35-4273-94E1-48A6EC018392}" destId="{E3ADA9D4-BE32-4195-861A-C87C68F3F2E7}" srcOrd="3" destOrd="0" presId="urn:microsoft.com/office/officeart/2005/8/layout/vList2"/>
    <dgm:cxn modelId="{95A44EFB-25A0-415F-B382-F77754DC5019}" type="presParOf" srcId="{D7CC272E-4F35-4273-94E1-48A6EC018392}" destId="{000EF48C-1D72-43BD-9301-CDBE0438129D}" srcOrd="4" destOrd="0" presId="urn:microsoft.com/office/officeart/2005/8/layout/vList2"/>
    <dgm:cxn modelId="{A5292F76-0026-478E-B39F-DFD6A519A68C}" type="presParOf" srcId="{D7CC272E-4F35-4273-94E1-48A6EC018392}" destId="{F7D9EA73-18AC-4D18-A1A1-9743B8660A74}" srcOrd="5" destOrd="0" presId="urn:microsoft.com/office/officeart/2005/8/layout/vList2"/>
    <dgm:cxn modelId="{A79EB84B-34BD-48DC-80D3-16A0664CE24C}" type="presParOf" srcId="{D7CC272E-4F35-4273-94E1-48A6EC018392}" destId="{1742811A-9E76-4DF9-BA13-85E1484C13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30D841-20D6-4A7E-BFB1-BFFEC45A0D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8F22985D-B986-44FC-877F-05831B747336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 smtClean="0">
              <a:solidFill>
                <a:schemeClr val="bg1"/>
              </a:solidFill>
            </a:rPr>
            <a:t>Disadvantages</a:t>
          </a:r>
          <a:endParaRPr lang="en-CA" dirty="0">
            <a:solidFill>
              <a:schemeClr val="bg1"/>
            </a:solidFill>
          </a:endParaRPr>
        </a:p>
      </dgm:t>
    </dgm:pt>
    <dgm:pt modelId="{B18B999D-EC04-46D4-993D-1267BFD2102A}" type="parTrans" cxnId="{4C749095-E009-423A-A40E-0517CE6C2DCA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40B7BBF5-556D-4663-A3C5-BBE78773FD62}" type="sibTrans" cxnId="{4C749095-E009-423A-A40E-0517CE6C2DCA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950AD7F2-C757-44FA-94FD-EE09DA5EF7FE}">
      <dgm:prSet/>
      <dgm:spPr/>
      <dgm:t>
        <a:bodyPr/>
        <a:lstStyle/>
        <a:p>
          <a:pPr rtl="0"/>
          <a:r>
            <a:rPr kumimoji="0" lang="fi-FI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Complicated Res. Alocation</a:t>
          </a:r>
        </a:p>
      </dgm:t>
    </dgm:pt>
    <dgm:pt modelId="{7E21AC71-C10D-4377-AEF8-6D1EACDE359C}" type="parTrans" cxnId="{F236FC44-5A07-40CF-945F-DF790B2D0A64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7D6C91CE-6085-40E4-A4B1-69B072722C28}" type="sibTrans" cxnId="{F236FC44-5A07-40CF-945F-DF790B2D0A64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1A8C677-E5F7-4772-949A-CA46CF4E180F}">
      <dgm:prSet/>
      <dgm:spPr/>
      <dgm:t>
        <a:bodyPr/>
        <a:lstStyle/>
        <a:p>
          <a:pPr rtl="0"/>
          <a:r>
            <a:rPr kumimoji="0" lang="fi-FI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Signaling overhead (adaptive scheme)</a:t>
          </a:r>
          <a:endParaRPr kumimoji="0" lang="en-US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gm:t>
    </dgm:pt>
    <dgm:pt modelId="{917F74F5-609B-4CAD-AE90-79D45F651C16}" type="parTrans" cxnId="{8B025D7A-757A-42DB-94F0-4702CA14255D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00F2763C-5D8C-4C05-8AA5-41D146764F0C}" type="sibTrans" cxnId="{8B025D7A-757A-42DB-94F0-4702CA14255D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7CC272E-4F35-4273-94E1-48A6EC018392}" type="pres">
      <dgm:prSet presAssocID="{6A30D841-20D6-4A7E-BFB1-BFFEC45A0D1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CA"/>
        </a:p>
      </dgm:t>
    </dgm:pt>
    <dgm:pt modelId="{C9CB52BD-9CA7-40E9-AEC6-FBEB5D7F4E1D}" type="pres">
      <dgm:prSet presAssocID="{8F22985D-B986-44FC-877F-05831B747336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74FAE161-3850-42AD-B4E0-CDEFC55F4C5E}" type="pres">
      <dgm:prSet presAssocID="{40B7BBF5-556D-4663-A3C5-BBE78773FD62}" presName="spacer" presStyleCnt="0"/>
      <dgm:spPr/>
    </dgm:pt>
    <dgm:pt modelId="{2E27B0AC-CC4E-4C8B-89BF-B9880947874C}" type="pres">
      <dgm:prSet presAssocID="{950AD7F2-C757-44FA-94FD-EE09DA5EF7FE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CD4FC9A9-90ED-4C86-B195-8DC8B252AEDE}" type="pres">
      <dgm:prSet presAssocID="{7D6C91CE-6085-40E4-A4B1-69B072722C28}" presName="spacer" presStyleCnt="0"/>
      <dgm:spPr/>
    </dgm:pt>
    <dgm:pt modelId="{8149AF52-BCEF-4E6C-990B-53DE0DFDC9F2}" type="pres">
      <dgm:prSet presAssocID="{D1A8C677-E5F7-4772-949A-CA46CF4E180F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</dgm:ptLst>
  <dgm:cxnLst>
    <dgm:cxn modelId="{EACC09D5-080F-40AE-ADFA-31A843E4CF39}" type="presOf" srcId="{6A30D841-20D6-4A7E-BFB1-BFFEC45A0D1B}" destId="{D7CC272E-4F35-4273-94E1-48A6EC018392}" srcOrd="0" destOrd="0" presId="urn:microsoft.com/office/officeart/2005/8/layout/vList2"/>
    <dgm:cxn modelId="{980BC87A-F4E0-42F6-84AB-E0F458060979}" type="presOf" srcId="{950AD7F2-C757-44FA-94FD-EE09DA5EF7FE}" destId="{2E27B0AC-CC4E-4C8B-89BF-B9880947874C}" srcOrd="0" destOrd="0" presId="urn:microsoft.com/office/officeart/2005/8/layout/vList2"/>
    <dgm:cxn modelId="{F236FC44-5A07-40CF-945F-DF790B2D0A64}" srcId="{6A30D841-20D6-4A7E-BFB1-BFFEC45A0D1B}" destId="{950AD7F2-C757-44FA-94FD-EE09DA5EF7FE}" srcOrd="1" destOrd="0" parTransId="{7E21AC71-C10D-4377-AEF8-6D1EACDE359C}" sibTransId="{7D6C91CE-6085-40E4-A4B1-69B072722C28}"/>
    <dgm:cxn modelId="{3143BE8A-BAD4-4F34-9153-454147518283}" type="presOf" srcId="{8F22985D-B986-44FC-877F-05831B747336}" destId="{C9CB52BD-9CA7-40E9-AEC6-FBEB5D7F4E1D}" srcOrd="0" destOrd="0" presId="urn:microsoft.com/office/officeart/2005/8/layout/vList2"/>
    <dgm:cxn modelId="{4C749095-E009-423A-A40E-0517CE6C2DCA}" srcId="{6A30D841-20D6-4A7E-BFB1-BFFEC45A0D1B}" destId="{8F22985D-B986-44FC-877F-05831B747336}" srcOrd="0" destOrd="0" parTransId="{B18B999D-EC04-46D4-993D-1267BFD2102A}" sibTransId="{40B7BBF5-556D-4663-A3C5-BBE78773FD62}"/>
    <dgm:cxn modelId="{8B025D7A-757A-42DB-94F0-4702CA14255D}" srcId="{6A30D841-20D6-4A7E-BFB1-BFFEC45A0D1B}" destId="{D1A8C677-E5F7-4772-949A-CA46CF4E180F}" srcOrd="2" destOrd="0" parTransId="{917F74F5-609B-4CAD-AE90-79D45F651C16}" sibTransId="{00F2763C-5D8C-4C05-8AA5-41D146764F0C}"/>
    <dgm:cxn modelId="{01AE89C5-07AB-44B6-BEE7-3D90CADFADEC}" type="presOf" srcId="{D1A8C677-E5F7-4772-949A-CA46CF4E180F}" destId="{8149AF52-BCEF-4E6C-990B-53DE0DFDC9F2}" srcOrd="0" destOrd="0" presId="urn:microsoft.com/office/officeart/2005/8/layout/vList2"/>
    <dgm:cxn modelId="{3677614E-0644-48F5-942E-73FFD4187BF5}" type="presParOf" srcId="{D7CC272E-4F35-4273-94E1-48A6EC018392}" destId="{C9CB52BD-9CA7-40E9-AEC6-FBEB5D7F4E1D}" srcOrd="0" destOrd="0" presId="urn:microsoft.com/office/officeart/2005/8/layout/vList2"/>
    <dgm:cxn modelId="{6B5040B8-05D8-499E-A742-A2CE488E577F}" type="presParOf" srcId="{D7CC272E-4F35-4273-94E1-48A6EC018392}" destId="{74FAE161-3850-42AD-B4E0-CDEFC55F4C5E}" srcOrd="1" destOrd="0" presId="urn:microsoft.com/office/officeart/2005/8/layout/vList2"/>
    <dgm:cxn modelId="{F39B008E-8AE3-442F-A822-9D379D599AAF}" type="presParOf" srcId="{D7CC272E-4F35-4273-94E1-48A6EC018392}" destId="{2E27B0AC-CC4E-4C8B-89BF-B9880947874C}" srcOrd="2" destOrd="0" presId="urn:microsoft.com/office/officeart/2005/8/layout/vList2"/>
    <dgm:cxn modelId="{48242CBA-E0BC-4B00-AB86-6DCADC8D6E89}" type="presParOf" srcId="{D7CC272E-4F35-4273-94E1-48A6EC018392}" destId="{CD4FC9A9-90ED-4C86-B195-8DC8B252AEDE}" srcOrd="3" destOrd="0" presId="urn:microsoft.com/office/officeart/2005/8/layout/vList2"/>
    <dgm:cxn modelId="{66B3D919-808E-4054-9A99-3DACCB88F0F0}" type="presParOf" srcId="{D7CC272E-4F35-4273-94E1-48A6EC018392}" destId="{8149AF52-BCEF-4E6C-990B-53DE0DFDC9F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82A674-BE29-49B9-95DF-6079659CFC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CE011508-F10F-4EAD-BDA1-60710E75B839}">
      <dgm:prSet/>
      <dgm:spPr>
        <a:solidFill>
          <a:srgbClr val="FFC000"/>
        </a:solidFill>
      </dgm:spPr>
      <dgm:t>
        <a:bodyPr/>
        <a:lstStyle/>
        <a:p>
          <a:pPr algn="ctr" rtl="0"/>
          <a:r>
            <a:rPr lang="en-US" smtClean="0">
              <a:solidFill>
                <a:schemeClr val="bg1"/>
              </a:solidFill>
            </a:rPr>
            <a:t>Advantages</a:t>
          </a:r>
          <a:endParaRPr lang="en-CA" dirty="0">
            <a:solidFill>
              <a:schemeClr val="bg1"/>
            </a:solidFill>
          </a:endParaRPr>
        </a:p>
      </dgm:t>
    </dgm:pt>
    <dgm:pt modelId="{E2820FD2-5527-43F6-B49C-59217516A53F}" type="parTrans" cxnId="{8221CFB2-10EE-4DA3-B7D6-9BE71607C4A4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AA4F7370-09B7-498D-9E5E-021537B29E4C}" type="sibTrans" cxnId="{8221CFB2-10EE-4DA3-B7D6-9BE71607C4A4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39BA98A3-600A-48DA-9FDE-F5028C6E71DF}">
      <dgm:prSet/>
      <dgm:spPr/>
      <dgm:t>
        <a:bodyPr/>
        <a:lstStyle/>
        <a:p>
          <a:pPr rtl="0"/>
          <a:r>
            <a:rPr kumimoji="0" lang="fi-FI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Simple implementation</a:t>
          </a:r>
          <a:endParaRPr lang="en-CA" dirty="0">
            <a:solidFill>
              <a:schemeClr val="bg1"/>
            </a:solidFill>
          </a:endParaRPr>
        </a:p>
      </dgm:t>
    </dgm:pt>
    <dgm:pt modelId="{CC561FE8-574D-46ED-BE47-EECEFA2C5E09}" type="sibTrans" cxnId="{EA8B16FE-6417-4DCA-9151-11A662476D6A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621E5982-29F2-4B86-861B-9CD3D71DEDB4}" type="parTrans" cxnId="{EA8B16FE-6417-4DCA-9151-11A662476D6A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852BA9FD-0E37-496C-AC48-5E2F28F51A37}">
      <dgm:prSet/>
      <dgm:spPr/>
      <dgm:t>
        <a:bodyPr/>
        <a:lstStyle/>
        <a:p>
          <a:pPr rtl="0"/>
          <a:r>
            <a:rPr kumimoji="0" lang="fi-FI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Resource allocation flexibility</a:t>
          </a:r>
          <a:endParaRPr kumimoji="0" lang="fi-FI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gm:t>
    </dgm:pt>
    <dgm:pt modelId="{14D3C0A7-5FF2-45EA-BEDB-15B99E3BE9F2}" type="parTrans" cxnId="{C05FE3D6-54F2-4DCF-93BC-B3B317A8C300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6639A8A-62BA-443A-96F0-9286484EC642}" type="sibTrans" cxnId="{C05FE3D6-54F2-4DCF-93BC-B3B317A8C300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19A216A3-5F67-4F92-B302-CAC3D3A45187}">
      <dgm:prSet/>
      <dgm:spPr/>
      <dgm:t>
        <a:bodyPr/>
        <a:lstStyle/>
        <a:p>
          <a:pPr rtl="0"/>
          <a:r>
            <a:rPr kumimoji="0" lang="fi-FI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Adaptation to channel characteristics (adaptive scheme)</a:t>
          </a:r>
          <a:endParaRPr kumimoji="0" lang="fi-FI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gm:t>
    </dgm:pt>
    <dgm:pt modelId="{2E62A2C0-C22B-483A-83AB-BD4EC920DF55}" type="parTrans" cxnId="{4913342D-B9EC-487A-9715-1166434D8EE3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09F0876D-40E8-47C6-8734-D58F88B3CF55}" type="sibTrans" cxnId="{4913342D-B9EC-487A-9715-1166434D8EE3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C0BFEDA8-FEC4-4740-A8A4-47C239409D25}">
      <dgm:prSet/>
      <dgm:spPr/>
      <dgm:t>
        <a:bodyPr/>
        <a:lstStyle/>
        <a:p>
          <a:pPr rtl="0"/>
          <a:r>
            <a:rPr kumimoji="0" lang="fi-FI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Better BER performance (adaptive scheme)</a:t>
          </a:r>
          <a:endParaRPr kumimoji="0" lang="en-US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gm:t>
    </dgm:pt>
    <dgm:pt modelId="{3E6D368F-68E6-4EF7-A2CA-8E1DB14C9FAD}" type="parTrans" cxnId="{FFA77BFD-6702-4366-AC5F-66B9C716D8AF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0D667B80-9796-433C-9AE9-899750F48463}" type="sibTrans" cxnId="{FFA77BFD-6702-4366-AC5F-66B9C716D8AF}">
      <dgm:prSet/>
      <dgm:spPr/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872B9DF4-5FA3-4B45-A8A5-D6184997F371}" type="pres">
      <dgm:prSet presAssocID="{8282A674-BE29-49B9-95DF-6079659CFC2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CA"/>
        </a:p>
      </dgm:t>
    </dgm:pt>
    <dgm:pt modelId="{CF821972-242B-4462-9E12-792E8F0D3730}" type="pres">
      <dgm:prSet presAssocID="{CE011508-F10F-4EAD-BDA1-60710E75B839}" presName="parentText" presStyleLbl="node1" presStyleIdx="0" presStyleCnt="5" custScaleY="133101" custLinFactNeighborY="-19326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D84107AD-C785-4185-AE7D-63E032766282}" type="pres">
      <dgm:prSet presAssocID="{AA4F7370-09B7-498D-9E5E-021537B29E4C}" presName="spacer" presStyleCnt="0"/>
      <dgm:spPr/>
    </dgm:pt>
    <dgm:pt modelId="{D4F7473F-0792-4AC2-AB80-E32D315FF235}" type="pres">
      <dgm:prSet presAssocID="{39BA98A3-600A-48DA-9FDE-F5028C6E71DF}" presName="parentText" presStyleLbl="node1" presStyleIdx="1" presStyleCnt="5" custLinFactNeighborY="29267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88C919B2-019C-425A-9FAC-2B567AF01120}" type="pres">
      <dgm:prSet presAssocID="{CC561FE8-574D-46ED-BE47-EECEFA2C5E09}" presName="spacer" presStyleCnt="0"/>
      <dgm:spPr/>
    </dgm:pt>
    <dgm:pt modelId="{3CE40ACE-0693-4D00-B415-AE99699C54E5}" type="pres">
      <dgm:prSet presAssocID="{852BA9FD-0E37-496C-AC48-5E2F28F51A3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962FEF5C-2AAD-4EA3-AA0D-EC1632F726AB}" type="pres">
      <dgm:prSet presAssocID="{D6639A8A-62BA-443A-96F0-9286484EC642}" presName="spacer" presStyleCnt="0"/>
      <dgm:spPr/>
    </dgm:pt>
    <dgm:pt modelId="{0AA89B98-F2C8-47B2-BEF3-EEB0C6557111}" type="pres">
      <dgm:prSet presAssocID="{19A216A3-5F67-4F92-B302-CAC3D3A45187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ECFFB61F-0A52-4EF2-9FDD-0238ADFEC092}" type="pres">
      <dgm:prSet presAssocID="{09F0876D-40E8-47C6-8734-D58F88B3CF55}" presName="spacer" presStyleCnt="0"/>
      <dgm:spPr/>
    </dgm:pt>
    <dgm:pt modelId="{28B7E966-7AA7-4487-BA4A-3C7F9C10C805}" type="pres">
      <dgm:prSet presAssocID="{C0BFEDA8-FEC4-4740-A8A4-47C239409D2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CA"/>
        </a:p>
      </dgm:t>
    </dgm:pt>
  </dgm:ptLst>
  <dgm:cxnLst>
    <dgm:cxn modelId="{164EC102-47FD-459A-A285-64030FE566BA}" type="presOf" srcId="{19A216A3-5F67-4F92-B302-CAC3D3A45187}" destId="{0AA89B98-F2C8-47B2-BEF3-EEB0C6557111}" srcOrd="0" destOrd="0" presId="urn:microsoft.com/office/officeart/2005/8/layout/vList2"/>
    <dgm:cxn modelId="{FFA77BFD-6702-4366-AC5F-66B9C716D8AF}" srcId="{8282A674-BE29-49B9-95DF-6079659CFC26}" destId="{C0BFEDA8-FEC4-4740-A8A4-47C239409D25}" srcOrd="4" destOrd="0" parTransId="{3E6D368F-68E6-4EF7-A2CA-8E1DB14C9FAD}" sibTransId="{0D667B80-9796-433C-9AE9-899750F48463}"/>
    <dgm:cxn modelId="{EA8B16FE-6417-4DCA-9151-11A662476D6A}" srcId="{8282A674-BE29-49B9-95DF-6079659CFC26}" destId="{39BA98A3-600A-48DA-9FDE-F5028C6E71DF}" srcOrd="1" destOrd="0" parTransId="{621E5982-29F2-4B86-861B-9CD3D71DEDB4}" sibTransId="{CC561FE8-574D-46ED-BE47-EECEFA2C5E09}"/>
    <dgm:cxn modelId="{B8D3F943-B51D-4964-A7A4-DF168F5B78C4}" type="presOf" srcId="{852BA9FD-0E37-496C-AC48-5E2F28F51A37}" destId="{3CE40ACE-0693-4D00-B415-AE99699C54E5}" srcOrd="0" destOrd="0" presId="urn:microsoft.com/office/officeart/2005/8/layout/vList2"/>
    <dgm:cxn modelId="{8221CFB2-10EE-4DA3-B7D6-9BE71607C4A4}" srcId="{8282A674-BE29-49B9-95DF-6079659CFC26}" destId="{CE011508-F10F-4EAD-BDA1-60710E75B839}" srcOrd="0" destOrd="0" parTransId="{E2820FD2-5527-43F6-B49C-59217516A53F}" sibTransId="{AA4F7370-09B7-498D-9E5E-021537B29E4C}"/>
    <dgm:cxn modelId="{CF1FFCF8-5E05-4C75-9233-FFBAA2D41B62}" type="presOf" srcId="{39BA98A3-600A-48DA-9FDE-F5028C6E71DF}" destId="{D4F7473F-0792-4AC2-AB80-E32D315FF235}" srcOrd="0" destOrd="0" presId="urn:microsoft.com/office/officeart/2005/8/layout/vList2"/>
    <dgm:cxn modelId="{826A10C2-878B-4CBB-AF9D-9ABFE525AC47}" type="presOf" srcId="{8282A674-BE29-49B9-95DF-6079659CFC26}" destId="{872B9DF4-5FA3-4B45-A8A5-D6184997F371}" srcOrd="0" destOrd="0" presId="urn:microsoft.com/office/officeart/2005/8/layout/vList2"/>
    <dgm:cxn modelId="{C05FE3D6-54F2-4DCF-93BC-B3B317A8C300}" srcId="{8282A674-BE29-49B9-95DF-6079659CFC26}" destId="{852BA9FD-0E37-496C-AC48-5E2F28F51A37}" srcOrd="2" destOrd="0" parTransId="{14D3C0A7-5FF2-45EA-BEDB-15B99E3BE9F2}" sibTransId="{D6639A8A-62BA-443A-96F0-9286484EC642}"/>
    <dgm:cxn modelId="{4913342D-B9EC-487A-9715-1166434D8EE3}" srcId="{8282A674-BE29-49B9-95DF-6079659CFC26}" destId="{19A216A3-5F67-4F92-B302-CAC3D3A45187}" srcOrd="3" destOrd="0" parTransId="{2E62A2C0-C22B-483A-83AB-BD4EC920DF55}" sibTransId="{09F0876D-40E8-47C6-8734-D58F88B3CF55}"/>
    <dgm:cxn modelId="{57216BAA-E33B-4193-A563-EB3A33226778}" type="presOf" srcId="{CE011508-F10F-4EAD-BDA1-60710E75B839}" destId="{CF821972-242B-4462-9E12-792E8F0D3730}" srcOrd="0" destOrd="0" presId="urn:microsoft.com/office/officeart/2005/8/layout/vList2"/>
    <dgm:cxn modelId="{2692DE1E-F4A8-4BFF-B400-C72D8A93A02F}" type="presOf" srcId="{C0BFEDA8-FEC4-4740-A8A4-47C239409D25}" destId="{28B7E966-7AA7-4487-BA4A-3C7F9C10C805}" srcOrd="0" destOrd="0" presId="urn:microsoft.com/office/officeart/2005/8/layout/vList2"/>
    <dgm:cxn modelId="{88D7A1D9-5D01-47BE-BF68-5C63348A8EF0}" type="presParOf" srcId="{872B9DF4-5FA3-4B45-A8A5-D6184997F371}" destId="{CF821972-242B-4462-9E12-792E8F0D3730}" srcOrd="0" destOrd="0" presId="urn:microsoft.com/office/officeart/2005/8/layout/vList2"/>
    <dgm:cxn modelId="{15429804-4DB2-4753-886B-64F138A1A233}" type="presParOf" srcId="{872B9DF4-5FA3-4B45-A8A5-D6184997F371}" destId="{D84107AD-C785-4185-AE7D-63E032766282}" srcOrd="1" destOrd="0" presId="urn:microsoft.com/office/officeart/2005/8/layout/vList2"/>
    <dgm:cxn modelId="{926F2B10-4C80-40AD-99C2-E3DAA3AF68CA}" type="presParOf" srcId="{872B9DF4-5FA3-4B45-A8A5-D6184997F371}" destId="{D4F7473F-0792-4AC2-AB80-E32D315FF235}" srcOrd="2" destOrd="0" presId="urn:microsoft.com/office/officeart/2005/8/layout/vList2"/>
    <dgm:cxn modelId="{280E4B46-D626-439D-8889-BF93D9CE1F76}" type="presParOf" srcId="{872B9DF4-5FA3-4B45-A8A5-D6184997F371}" destId="{88C919B2-019C-425A-9FAC-2B567AF01120}" srcOrd="3" destOrd="0" presId="urn:microsoft.com/office/officeart/2005/8/layout/vList2"/>
    <dgm:cxn modelId="{FA8EF1EA-7A42-4BF8-AFA5-1D9E400ED87E}" type="presParOf" srcId="{872B9DF4-5FA3-4B45-A8A5-D6184997F371}" destId="{3CE40ACE-0693-4D00-B415-AE99699C54E5}" srcOrd="4" destOrd="0" presId="urn:microsoft.com/office/officeart/2005/8/layout/vList2"/>
    <dgm:cxn modelId="{5E223023-F6DD-4ED8-AF0E-77E05F807786}" type="presParOf" srcId="{872B9DF4-5FA3-4B45-A8A5-D6184997F371}" destId="{962FEF5C-2AAD-4EA3-AA0D-EC1632F726AB}" srcOrd="5" destOrd="0" presId="urn:microsoft.com/office/officeart/2005/8/layout/vList2"/>
    <dgm:cxn modelId="{20012669-E5ED-4B0A-BD51-61492EF47D0C}" type="presParOf" srcId="{872B9DF4-5FA3-4B45-A8A5-D6184997F371}" destId="{0AA89B98-F2C8-47B2-BEF3-EEB0C6557111}" srcOrd="6" destOrd="0" presId="urn:microsoft.com/office/officeart/2005/8/layout/vList2"/>
    <dgm:cxn modelId="{3B9C2362-641B-4D5E-BBEB-DB64838D897D}" type="presParOf" srcId="{872B9DF4-5FA3-4B45-A8A5-D6184997F371}" destId="{ECFFB61F-0A52-4EF2-9FDD-0238ADFEC092}" srcOrd="7" destOrd="0" presId="urn:microsoft.com/office/officeart/2005/8/layout/vList2"/>
    <dgm:cxn modelId="{0C7C4CE7-CE83-4D63-A15A-E209951AE252}" type="presParOf" srcId="{872B9DF4-5FA3-4B45-A8A5-D6184997F371}" destId="{28B7E966-7AA7-4487-BA4A-3C7F9C10C80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B52BD-9CA7-40E9-AEC6-FBEB5D7F4E1D}">
      <dsp:nvSpPr>
        <dsp:cNvPr id="0" name=""/>
        <dsp:cNvSpPr/>
      </dsp:nvSpPr>
      <dsp:spPr>
        <a:xfrm>
          <a:off x="0" y="185216"/>
          <a:ext cx="3714776" cy="455715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Disadvantages</a:t>
          </a:r>
          <a:endParaRPr lang="en-CA" sz="1900" kern="1200" dirty="0"/>
        </a:p>
      </dsp:txBody>
      <dsp:txXfrm>
        <a:off x="22246" y="207462"/>
        <a:ext cx="3670284" cy="411223"/>
      </dsp:txXfrm>
    </dsp:sp>
    <dsp:sp modelId="{91BA9E8C-6F2B-42AA-99F7-136B8AD55AB2}">
      <dsp:nvSpPr>
        <dsp:cNvPr id="0" name=""/>
        <dsp:cNvSpPr/>
      </dsp:nvSpPr>
      <dsp:spPr>
        <a:xfrm>
          <a:off x="0" y="695651"/>
          <a:ext cx="3714776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900" kern="1200" dirty="0" smtClean="0"/>
            <a:t>High latency, # users large</a:t>
          </a:r>
          <a:endParaRPr lang="en-CA" sz="1900" kern="1200" dirty="0"/>
        </a:p>
      </dsp:txBody>
      <dsp:txXfrm>
        <a:off x="22246" y="717897"/>
        <a:ext cx="3670284" cy="411223"/>
      </dsp:txXfrm>
    </dsp:sp>
    <dsp:sp modelId="{000EF48C-1D72-43BD-9301-CDBE0438129D}">
      <dsp:nvSpPr>
        <dsp:cNvPr id="0" name=""/>
        <dsp:cNvSpPr/>
      </dsp:nvSpPr>
      <dsp:spPr>
        <a:xfrm>
          <a:off x="0" y="1206086"/>
          <a:ext cx="3714776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900" kern="1200" dirty="0" smtClean="0"/>
            <a:t>In-effecient power usage</a:t>
          </a:r>
          <a:endParaRPr lang="en-CA" sz="1900" kern="1200" dirty="0"/>
        </a:p>
      </dsp:txBody>
      <dsp:txXfrm>
        <a:off x="22246" y="1228332"/>
        <a:ext cx="3670284" cy="411223"/>
      </dsp:txXfrm>
    </dsp:sp>
    <dsp:sp modelId="{1742811A-9E76-4DF9-BA13-85E1484C1379}">
      <dsp:nvSpPr>
        <dsp:cNvPr id="0" name=""/>
        <dsp:cNvSpPr/>
      </dsp:nvSpPr>
      <dsp:spPr>
        <a:xfrm>
          <a:off x="0" y="1716522"/>
          <a:ext cx="3714776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900" kern="1200" dirty="0" smtClean="0"/>
            <a:t>In-effecient in frequency utilization</a:t>
          </a:r>
          <a:endParaRPr lang="en-CA" sz="1900" kern="1200" dirty="0"/>
        </a:p>
      </dsp:txBody>
      <dsp:txXfrm>
        <a:off x="22246" y="1738768"/>
        <a:ext cx="3670284" cy="4112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21972-242B-4462-9E12-792E8F0D3730}">
      <dsp:nvSpPr>
        <dsp:cNvPr id="0" name=""/>
        <dsp:cNvSpPr/>
      </dsp:nvSpPr>
      <dsp:spPr>
        <a:xfrm>
          <a:off x="0" y="210036"/>
          <a:ext cx="3857652" cy="431730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Advantages</a:t>
          </a:r>
          <a:endParaRPr lang="en-CA" sz="1800" kern="1200" dirty="0"/>
        </a:p>
      </dsp:txBody>
      <dsp:txXfrm>
        <a:off x="21075" y="231111"/>
        <a:ext cx="3815502" cy="389580"/>
      </dsp:txXfrm>
    </dsp:sp>
    <dsp:sp modelId="{D4F7473F-0792-4AC2-AB80-E32D315FF235}">
      <dsp:nvSpPr>
        <dsp:cNvPr id="0" name=""/>
        <dsp:cNvSpPr/>
      </dsp:nvSpPr>
      <dsp:spPr>
        <a:xfrm>
          <a:off x="0" y="693606"/>
          <a:ext cx="3857652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800" kern="1200" dirty="0" smtClean="0"/>
            <a:t>Easy implementation</a:t>
          </a:r>
          <a:endParaRPr lang="en-CA" sz="1800" kern="1200" dirty="0"/>
        </a:p>
      </dsp:txBody>
      <dsp:txXfrm>
        <a:off x="21075" y="714681"/>
        <a:ext cx="3815502" cy="389580"/>
      </dsp:txXfrm>
    </dsp:sp>
    <dsp:sp modelId="{C6F8F5B3-6A66-45F1-9298-FD1F6AFF7339}">
      <dsp:nvSpPr>
        <dsp:cNvPr id="0" name=""/>
        <dsp:cNvSpPr/>
      </dsp:nvSpPr>
      <dsp:spPr>
        <a:xfrm>
          <a:off x="0" y="1177176"/>
          <a:ext cx="3857652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800" kern="1200" dirty="0" smtClean="0"/>
            <a:t>Simple resource allocation</a:t>
          </a:r>
          <a:endParaRPr lang="en-CA" sz="1800" kern="1200" dirty="0"/>
        </a:p>
      </dsp:txBody>
      <dsp:txXfrm>
        <a:off x="21075" y="1198251"/>
        <a:ext cx="3815502" cy="389580"/>
      </dsp:txXfrm>
    </dsp:sp>
    <dsp:sp modelId="{0AD209CD-78E3-4BCC-BF7E-D504FB85F911}">
      <dsp:nvSpPr>
        <dsp:cNvPr id="0" name=""/>
        <dsp:cNvSpPr/>
      </dsp:nvSpPr>
      <dsp:spPr>
        <a:xfrm>
          <a:off x="0" y="1660746"/>
          <a:ext cx="3857652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800" kern="1200" dirty="0" smtClean="0"/>
            <a:t>Low processing requirement</a:t>
          </a:r>
          <a:endParaRPr lang="en-CA" sz="1800" kern="1200" dirty="0"/>
        </a:p>
      </dsp:txBody>
      <dsp:txXfrm>
        <a:off x="21075" y="1681821"/>
        <a:ext cx="3815502" cy="389580"/>
      </dsp:txXfrm>
    </dsp:sp>
    <dsp:sp modelId="{3FFF7511-CE25-4A1C-8AC6-83CB28C39C04}">
      <dsp:nvSpPr>
        <dsp:cNvPr id="0" name=""/>
        <dsp:cNvSpPr/>
      </dsp:nvSpPr>
      <dsp:spPr>
        <a:xfrm>
          <a:off x="0" y="2144316"/>
          <a:ext cx="3857652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800" kern="1200" dirty="0" smtClean="0"/>
            <a:t>Low signaling overhead  (channel gain)</a:t>
          </a:r>
          <a:endParaRPr lang="en-US" sz="1800" kern="1200" dirty="0"/>
        </a:p>
      </dsp:txBody>
      <dsp:txXfrm>
        <a:off x="21075" y="2165391"/>
        <a:ext cx="3815502" cy="389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B52BD-9CA7-40E9-AEC6-FBEB5D7F4E1D}">
      <dsp:nvSpPr>
        <dsp:cNvPr id="0" name=""/>
        <dsp:cNvSpPr/>
      </dsp:nvSpPr>
      <dsp:spPr>
        <a:xfrm>
          <a:off x="0" y="289796"/>
          <a:ext cx="3357618" cy="407745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Disadvantages of OFDM</a:t>
          </a:r>
          <a:endParaRPr lang="en-CA" sz="1700" kern="1200" dirty="0"/>
        </a:p>
      </dsp:txBody>
      <dsp:txXfrm>
        <a:off x="19904" y="309700"/>
        <a:ext cx="3317810" cy="367937"/>
      </dsp:txXfrm>
    </dsp:sp>
    <dsp:sp modelId="{91BA9E8C-6F2B-42AA-99F7-136B8AD55AB2}">
      <dsp:nvSpPr>
        <dsp:cNvPr id="0" name=""/>
        <dsp:cNvSpPr/>
      </dsp:nvSpPr>
      <dsp:spPr>
        <a:xfrm>
          <a:off x="0" y="746501"/>
          <a:ext cx="335761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700" kern="1200" dirty="0" smtClean="0"/>
            <a:t>High latency, # users large</a:t>
          </a:r>
          <a:endParaRPr lang="en-CA" sz="1700" kern="1200" dirty="0"/>
        </a:p>
      </dsp:txBody>
      <dsp:txXfrm>
        <a:off x="19904" y="766405"/>
        <a:ext cx="3317810" cy="367937"/>
      </dsp:txXfrm>
    </dsp:sp>
    <dsp:sp modelId="{000EF48C-1D72-43BD-9301-CDBE0438129D}">
      <dsp:nvSpPr>
        <dsp:cNvPr id="0" name=""/>
        <dsp:cNvSpPr/>
      </dsp:nvSpPr>
      <dsp:spPr>
        <a:xfrm>
          <a:off x="0" y="1203206"/>
          <a:ext cx="335761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700" kern="1200" dirty="0" smtClean="0"/>
            <a:t>In-effecient power usage</a:t>
          </a:r>
          <a:endParaRPr lang="en-CA" sz="1700" kern="1200" dirty="0"/>
        </a:p>
      </dsp:txBody>
      <dsp:txXfrm>
        <a:off x="19904" y="1223110"/>
        <a:ext cx="3317810" cy="367937"/>
      </dsp:txXfrm>
    </dsp:sp>
    <dsp:sp modelId="{1742811A-9E76-4DF9-BA13-85E1484C1379}">
      <dsp:nvSpPr>
        <dsp:cNvPr id="0" name=""/>
        <dsp:cNvSpPr/>
      </dsp:nvSpPr>
      <dsp:spPr>
        <a:xfrm>
          <a:off x="0" y="1659912"/>
          <a:ext cx="3357618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1700" kern="1200" dirty="0" smtClean="0"/>
            <a:t>In-effecient in frequency utilization</a:t>
          </a:r>
          <a:endParaRPr lang="en-CA" sz="1700" kern="1200" dirty="0"/>
        </a:p>
      </dsp:txBody>
      <dsp:txXfrm>
        <a:off x="19904" y="1679816"/>
        <a:ext cx="3317810" cy="367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B52BD-9CA7-40E9-AEC6-FBEB5D7F4E1D}">
      <dsp:nvSpPr>
        <dsp:cNvPr id="0" name=""/>
        <dsp:cNvSpPr/>
      </dsp:nvSpPr>
      <dsp:spPr>
        <a:xfrm>
          <a:off x="0" y="375273"/>
          <a:ext cx="3500462" cy="407745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>
              <a:solidFill>
                <a:schemeClr val="bg1"/>
              </a:solidFill>
            </a:rPr>
            <a:t>Disadvantages</a:t>
          </a:r>
          <a:endParaRPr lang="en-CA" sz="1700" kern="1200" dirty="0">
            <a:solidFill>
              <a:schemeClr val="bg1"/>
            </a:solidFill>
          </a:endParaRPr>
        </a:p>
      </dsp:txBody>
      <dsp:txXfrm>
        <a:off x="19904" y="395177"/>
        <a:ext cx="3460654" cy="367937"/>
      </dsp:txXfrm>
    </dsp:sp>
    <dsp:sp modelId="{2E27B0AC-CC4E-4C8B-89BF-B9880947874C}">
      <dsp:nvSpPr>
        <dsp:cNvPr id="0" name=""/>
        <dsp:cNvSpPr/>
      </dsp:nvSpPr>
      <dsp:spPr>
        <a:xfrm>
          <a:off x="0" y="831978"/>
          <a:ext cx="350046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fi-FI" sz="1700" b="0" i="0" u="none" strike="noStrike" kern="1200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Complicated Res. Alocation</a:t>
          </a:r>
        </a:p>
      </dsp:txBody>
      <dsp:txXfrm>
        <a:off x="19904" y="851882"/>
        <a:ext cx="3460654" cy="367937"/>
      </dsp:txXfrm>
    </dsp:sp>
    <dsp:sp modelId="{8149AF52-BCEF-4E6C-990B-53DE0DFDC9F2}">
      <dsp:nvSpPr>
        <dsp:cNvPr id="0" name=""/>
        <dsp:cNvSpPr/>
      </dsp:nvSpPr>
      <dsp:spPr>
        <a:xfrm>
          <a:off x="0" y="1288683"/>
          <a:ext cx="350046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fi-FI" sz="1700" b="0" i="0" u="none" strike="noStrike" kern="1200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Signaling overhead (adaptive scheme)</a:t>
          </a:r>
          <a:endParaRPr kumimoji="0" lang="en-US" sz="1700" b="0" i="0" u="none" strike="noStrike" kern="1200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sp:txBody>
      <dsp:txXfrm>
        <a:off x="19904" y="1308587"/>
        <a:ext cx="3460654" cy="3679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821972-242B-4462-9E12-792E8F0D3730}">
      <dsp:nvSpPr>
        <dsp:cNvPr id="0" name=""/>
        <dsp:cNvSpPr/>
      </dsp:nvSpPr>
      <dsp:spPr>
        <a:xfrm>
          <a:off x="0" y="588153"/>
          <a:ext cx="4143404" cy="446939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solidFill>
                <a:schemeClr val="bg1"/>
              </a:solidFill>
            </a:rPr>
            <a:t>Advantages</a:t>
          </a:r>
          <a:endParaRPr lang="en-CA" sz="1400" kern="1200" dirty="0">
            <a:solidFill>
              <a:schemeClr val="bg1"/>
            </a:solidFill>
          </a:endParaRPr>
        </a:p>
      </dsp:txBody>
      <dsp:txXfrm>
        <a:off x="21818" y="609971"/>
        <a:ext cx="4099768" cy="403303"/>
      </dsp:txXfrm>
    </dsp:sp>
    <dsp:sp modelId="{D4F7473F-0792-4AC2-AB80-E32D315FF235}">
      <dsp:nvSpPr>
        <dsp:cNvPr id="0" name=""/>
        <dsp:cNvSpPr/>
      </dsp:nvSpPr>
      <dsp:spPr>
        <a:xfrm>
          <a:off x="0" y="1095006"/>
          <a:ext cx="4143404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fi-FI" sz="1400" b="0" i="0" u="none" strike="noStrike" kern="1200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Simple implementation</a:t>
          </a:r>
          <a:endParaRPr lang="en-CA" sz="1400" kern="1200" dirty="0">
            <a:solidFill>
              <a:schemeClr val="bg1"/>
            </a:solidFill>
          </a:endParaRPr>
        </a:p>
      </dsp:txBody>
      <dsp:txXfrm>
        <a:off x="16392" y="1111398"/>
        <a:ext cx="4110620" cy="303006"/>
      </dsp:txXfrm>
    </dsp:sp>
    <dsp:sp modelId="{3CE40ACE-0693-4D00-B415-AE99699C54E5}">
      <dsp:nvSpPr>
        <dsp:cNvPr id="0" name=""/>
        <dsp:cNvSpPr/>
      </dsp:nvSpPr>
      <dsp:spPr>
        <a:xfrm>
          <a:off x="0" y="1459315"/>
          <a:ext cx="4143404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fi-FI" sz="1400" b="0" i="0" u="none" strike="noStrike" kern="1200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Resource allocation flexibility</a:t>
          </a:r>
          <a:endParaRPr kumimoji="0" lang="fi-FI" sz="1400" b="0" i="0" u="none" strike="noStrike" kern="1200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sp:txBody>
      <dsp:txXfrm>
        <a:off x="16392" y="1475707"/>
        <a:ext cx="4110620" cy="303006"/>
      </dsp:txXfrm>
    </dsp:sp>
    <dsp:sp modelId="{0AA89B98-F2C8-47B2-BEF3-EEB0C6557111}">
      <dsp:nvSpPr>
        <dsp:cNvPr id="0" name=""/>
        <dsp:cNvSpPr/>
      </dsp:nvSpPr>
      <dsp:spPr>
        <a:xfrm>
          <a:off x="0" y="1835425"/>
          <a:ext cx="4143404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fi-FI" sz="1400" b="0" i="0" u="none" strike="noStrike" kern="1200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Adaptation to channel characteristics (adaptive scheme)</a:t>
          </a:r>
          <a:endParaRPr kumimoji="0" lang="fi-FI" sz="1400" b="0" i="0" u="none" strike="noStrike" kern="1200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sp:txBody>
      <dsp:txXfrm>
        <a:off x="16392" y="1851817"/>
        <a:ext cx="4110620" cy="303006"/>
      </dsp:txXfrm>
    </dsp:sp>
    <dsp:sp modelId="{28B7E966-7AA7-4487-BA4A-3C7F9C10C805}">
      <dsp:nvSpPr>
        <dsp:cNvPr id="0" name=""/>
        <dsp:cNvSpPr/>
      </dsp:nvSpPr>
      <dsp:spPr>
        <a:xfrm>
          <a:off x="0" y="2211535"/>
          <a:ext cx="4143404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fi-FI" sz="1400" b="0" i="0" u="none" strike="noStrike" kern="1200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rPr>
            <a:t>Better BER performance (adaptive scheme)</a:t>
          </a:r>
          <a:endParaRPr kumimoji="0" lang="en-US" sz="1400" b="0" i="0" u="none" strike="noStrike" kern="1200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endParaRPr>
        </a:p>
      </dsp:txBody>
      <dsp:txXfrm>
        <a:off x="16392" y="2227927"/>
        <a:ext cx="4110620" cy="303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image" Target="../media/image9.wmf"/><Relationship Id="rId3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4" Type="http://schemas.openxmlformats.org/officeDocument/2006/relationships/image" Target="../media/image15.wmf"/><Relationship Id="rId1" Type="http://schemas.openxmlformats.org/officeDocument/2006/relationships/image" Target="../media/image12.wmf"/><Relationship Id="rId2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7570F-A5E8-4538-BC58-98FA77F8A058}" type="datetimeFigureOut">
              <a:rPr lang="en-US" smtClean="0"/>
              <a:pPr/>
              <a:t>12-10-18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EC613-A17E-45A9-A6D3-F0D771ED1661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4414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7B75BF1-5EAA-4991-9233-DE5261E98732}" type="datetimeFigureOut">
              <a:rPr lang="en-US" smtClean="0"/>
              <a:pPr/>
              <a:t>12-10-18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21823"/>
            <a:ext cx="5563870" cy="4189095"/>
          </a:xfrm>
          <a:prstGeom prst="rect">
            <a:avLst/>
          </a:prstGeom>
        </p:spPr>
        <p:txBody>
          <a:bodyPr vert="horz" lIns="92930" tIns="46465" rIns="92930" bIns="4646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29"/>
            <a:ext cx="3013763" cy="46545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5A15E6B-DD5C-4386-B8BE-8FC050386599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0282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</a:t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C074E1-0877-4BFD-8FEA-D9F9DD1D3D14}" type="slidenum">
              <a:rPr lang="fr-CA"/>
              <a:pPr/>
              <a:t>3</a:t>
            </a:fld>
            <a:endParaRPr lang="fr-CA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4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C625AC-D007-41A2-B200-0E9D1B27D681}" type="slidenum">
              <a:rPr lang="fr-CA"/>
              <a:pPr/>
              <a:t>5</a:t>
            </a:fld>
            <a:endParaRPr lang="fr-CA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A58799-D779-4264-B76A-CC98DC03A7F1}" type="slidenum">
              <a:rPr lang="fr-CA"/>
              <a:pPr/>
              <a:t>6</a:t>
            </a:fld>
            <a:endParaRPr lang="fr-CA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02CA52-6BD9-4127-9DD5-451B4112B369}" type="slidenum">
              <a:rPr lang="fr-CA"/>
              <a:pPr/>
              <a:t>7</a:t>
            </a:fld>
            <a:endParaRPr lang="fr-CA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EDCE13-3066-4A61-AB3D-FD664348FE9D}" type="slidenum">
              <a:rPr lang="fr-CA"/>
              <a:pPr/>
              <a:t>9</a:t>
            </a:fld>
            <a:endParaRPr lang="fr-CA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10</a:t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11</a:t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D9DCEC-54B5-4714-B007-4172A5D0F7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13</a:t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15</a:t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16</a:t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17</a:t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18</a:t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19</a:t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20</a:t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21</a:t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22</a:t>
            </a:fld>
            <a:endParaRPr lang="en-C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24</a:t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25</a:t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26</a:t>
            </a:fld>
            <a:endParaRPr lang="en-C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27</a:t>
            </a:fld>
            <a:endParaRPr lang="en-C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A15E6B-DD5C-4386-B8BE-8FC050386599}" type="slidenum">
              <a:rPr lang="en-CA" smtClean="0"/>
              <a:pPr/>
              <a:t>28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91E2FAE-045E-4B40-9E9A-0A61BE21DC33}" type="datetime1">
              <a:rPr lang="en-US" smtClean="0"/>
              <a:pPr/>
              <a:t>12-10-18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F8D84-4CE9-42E4-8344-246B9A158F42}" type="datetime1">
              <a:rPr lang="en-US" smtClean="0"/>
              <a:pPr/>
              <a:t>12-10-18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E318C7E-C655-4F0B-865A-D83600E32D32}" type="datetime1">
              <a:rPr lang="en-US" smtClean="0"/>
              <a:pPr/>
              <a:t>12-10-18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2377-C884-4FF2-9F2C-0869193D375B}" type="datetime1">
              <a:rPr lang="en-US" smtClean="0"/>
              <a:pPr/>
              <a:t>12-10-18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F772-2625-4862-81B0-6691E2F4BB15}" type="datetime1">
              <a:rPr lang="en-US" smtClean="0"/>
              <a:pPr/>
              <a:t>12-10-18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B8FB9-0BD7-44E0-A7A6-46005B2177F8}" type="datetime1">
              <a:rPr lang="en-US" smtClean="0"/>
              <a:pPr/>
              <a:t>12-10-18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7AA0-D984-41CF-990C-5F7C05DCB76A}" type="datetime1">
              <a:rPr lang="en-US" smtClean="0"/>
              <a:pPr/>
              <a:t>12-10-18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B3CF2-1581-43DA-B31F-5B37B59FAC0A}" type="datetime1">
              <a:rPr lang="en-US" smtClean="0"/>
              <a:pPr/>
              <a:t>12-10-18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480-2B97-4E9B-993F-67D4B5626D28}" type="datetime1">
              <a:rPr lang="en-US" smtClean="0"/>
              <a:pPr/>
              <a:t>12-10-18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597D-8198-4794-84E9-85E4E9D9C281}" type="datetime1">
              <a:rPr lang="en-US" smtClean="0"/>
              <a:pPr/>
              <a:t>12-10-18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AEAF-CD25-4A12-AF53-E3DC5079CCAC}" type="datetime1">
              <a:rPr lang="en-US" smtClean="0"/>
              <a:pPr/>
              <a:t>12-10-18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F9A0EDC-0183-45CD-8D8F-C0803ACD9AD3}" type="datetime1">
              <a:rPr lang="en-US" smtClean="0"/>
              <a:pPr/>
              <a:t>12-10-18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8.w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9.wmf"/><Relationship Id="rId8" Type="http://schemas.openxmlformats.org/officeDocument/2006/relationships/image" Target="../media/image11.jpeg"/><Relationship Id="rId9" Type="http://schemas.openxmlformats.org/officeDocument/2006/relationships/oleObject" Target="../embeddings/oleObject3.bin"/><Relationship Id="rId1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jhu.edu/signals/convolve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2.wmf"/><Relationship Id="rId6" Type="http://schemas.openxmlformats.org/officeDocument/2006/relationships/oleObject" Target="../embeddings/oleObject5.bin"/><Relationship Id="rId7" Type="http://schemas.openxmlformats.org/officeDocument/2006/relationships/image" Target="../media/image13.wmf"/><Relationship Id="rId8" Type="http://schemas.openxmlformats.org/officeDocument/2006/relationships/oleObject" Target="../embeddings/oleObject6.bin"/><Relationship Id="rId9" Type="http://schemas.openxmlformats.org/officeDocument/2006/relationships/image" Target="../media/image14.wmf"/><Relationship Id="rId10" Type="http://schemas.openxmlformats.org/officeDocument/2006/relationships/oleObject" Target="../embeddings/oleObject7.bin"/><Relationship Id="rId11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4" Type="http://schemas.openxmlformats.org/officeDocument/2006/relationships/image" Target="../media/image23.emf"/><Relationship Id="rId5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1" Type="http://schemas.openxmlformats.org/officeDocument/2006/relationships/diagramColors" Target="../diagrams/colors5.xml"/><Relationship Id="rId12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8" Type="http://schemas.openxmlformats.org/officeDocument/2006/relationships/diagramData" Target="../diagrams/data5.xml"/><Relationship Id="rId9" Type="http://schemas.openxmlformats.org/officeDocument/2006/relationships/diagramLayout" Target="../diagrams/layout5.xml"/><Relationship Id="rId10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OFDMA </a:t>
            </a:r>
            <a:r>
              <a:rPr lang="en-US" dirty="0" smtClean="0"/>
              <a:t>Networks (Physical and MAC) </a:t>
            </a:r>
            <a:r>
              <a:rPr lang="en-US" dirty="0" smtClean="0"/>
              <a:t/>
            </a:r>
            <a:br>
              <a:rPr lang="en-US" dirty="0" smtClean="0"/>
            </a:b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 smtClean="0"/>
              <a:t>By Dr. </a:t>
            </a:r>
            <a:r>
              <a:rPr lang="en-US" dirty="0" err="1" smtClean="0"/>
              <a:t>Mohamad</a:t>
            </a:r>
            <a:r>
              <a:rPr lang="en-US" dirty="0" smtClean="0"/>
              <a:t> </a:t>
            </a:r>
            <a:r>
              <a:rPr lang="en-US" dirty="0" err="1" smtClean="0"/>
              <a:t>Awad</a:t>
            </a:r>
            <a:endParaRPr lang="en-CA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85926"/>
            <a:ext cx="8229600" cy="3214710"/>
          </a:xfrm>
        </p:spPr>
        <p:txBody>
          <a:bodyPr>
            <a:normAutofit fontScale="77500" lnSpcReduction="20000"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3600" dirty="0" smtClean="0"/>
              <a:t>Wireless channel impairments and their effect </a:t>
            </a:r>
            <a:r>
              <a:rPr lang="en-US" sz="4100" dirty="0" smtClean="0"/>
              <a:t>on wireless communication</a:t>
            </a:r>
          </a:p>
          <a:p>
            <a:r>
              <a:rPr lang="en-US" sz="3200" dirty="0" smtClean="0"/>
              <a:t>Channel modeling</a:t>
            </a:r>
          </a:p>
          <a:p>
            <a:pPr lvl="1"/>
            <a:r>
              <a:rPr lang="en-US" sz="2900" dirty="0" smtClean="0"/>
              <a:t>Sounding technique</a:t>
            </a:r>
          </a:p>
          <a:p>
            <a:r>
              <a:rPr lang="en-US" sz="3200" dirty="0" smtClean="0"/>
              <a:t>OFDM as a solution</a:t>
            </a:r>
          </a:p>
          <a:p>
            <a:r>
              <a:rPr lang="en-US" sz="3200" dirty="0" smtClean="0"/>
              <a:t>OFDMA as an improved solution</a:t>
            </a:r>
          </a:p>
          <a:p>
            <a:r>
              <a:rPr lang="en-US" sz="3200" dirty="0" smtClean="0"/>
              <a:t>MIMO-OFDMA</a:t>
            </a:r>
          </a:p>
          <a:p>
            <a:r>
              <a:rPr lang="en-US" sz="3200" dirty="0" smtClean="0"/>
              <a:t>Conclusion</a:t>
            </a:r>
          </a:p>
          <a:p>
            <a:pPr>
              <a:buNone/>
            </a:pPr>
            <a:endParaRPr lang="en-CA" sz="36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29600" cy="838200"/>
          </a:xfrm>
          <a:noFill/>
        </p:spPr>
        <p:txBody>
          <a:bodyPr/>
          <a:lstStyle/>
          <a:p>
            <a:pPr eaLnBrk="1" hangingPunct="1"/>
            <a:r>
              <a:rPr lang="en-US" sz="2800" u="sng" dirty="0" smtClean="0"/>
              <a:t>Propagation Mechanisms in wireless channels</a:t>
            </a:r>
            <a:endParaRPr lang="fr-CA" sz="2800" u="sng" dirty="0" smtClean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1600200"/>
            <a:ext cx="8229600" cy="137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 smtClean="0"/>
              <a:t>Reflection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 smtClean="0"/>
              <a:t>Diffraction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 smtClean="0"/>
              <a:t>Scattering</a:t>
            </a:r>
          </a:p>
        </p:txBody>
      </p:sp>
      <p:grpSp>
        <p:nvGrpSpPr>
          <p:cNvPr id="2" name="Group 99"/>
          <p:cNvGrpSpPr>
            <a:grpSpLocks/>
          </p:cNvGrpSpPr>
          <p:nvPr/>
        </p:nvGrpSpPr>
        <p:grpSpPr bwMode="auto">
          <a:xfrm>
            <a:off x="3657600" y="1752600"/>
            <a:ext cx="1447800" cy="609600"/>
            <a:chOff x="1728" y="3360"/>
            <a:chExt cx="912" cy="384"/>
          </a:xfrm>
        </p:grpSpPr>
        <p:sp>
          <p:nvSpPr>
            <p:cNvPr id="24636" name="Line 61"/>
            <p:cNvSpPr>
              <a:spLocks noChangeShapeType="1"/>
            </p:cNvSpPr>
            <p:nvPr/>
          </p:nvSpPr>
          <p:spPr bwMode="auto">
            <a:xfrm>
              <a:off x="1728" y="3360"/>
              <a:ext cx="9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637" name="Line 62"/>
            <p:cNvSpPr>
              <a:spLocks noChangeShapeType="1"/>
            </p:cNvSpPr>
            <p:nvPr/>
          </p:nvSpPr>
          <p:spPr bwMode="auto">
            <a:xfrm>
              <a:off x="1728" y="3552"/>
              <a:ext cx="91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638" name="Line 63"/>
            <p:cNvSpPr>
              <a:spLocks noChangeShapeType="1"/>
            </p:cNvSpPr>
            <p:nvPr/>
          </p:nvSpPr>
          <p:spPr bwMode="auto">
            <a:xfrm>
              <a:off x="1728" y="3744"/>
              <a:ext cx="91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4602" name="Text Box 60"/>
          <p:cNvSpPr txBox="1">
            <a:spLocks noChangeArrowheads="1"/>
          </p:cNvSpPr>
          <p:nvPr/>
        </p:nvSpPr>
        <p:spPr bwMode="auto">
          <a:xfrm>
            <a:off x="714348" y="2857496"/>
            <a:ext cx="240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Indoor wireless channel </a:t>
            </a: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24605" name="Text Box 59"/>
          <p:cNvSpPr txBox="1">
            <a:spLocks noChangeArrowheads="1"/>
          </p:cNvSpPr>
          <p:nvPr/>
        </p:nvSpPr>
        <p:spPr bwMode="auto">
          <a:xfrm>
            <a:off x="4953000" y="2847973"/>
            <a:ext cx="365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Outdoor wireless channel</a:t>
            </a:r>
            <a:endParaRPr lang="fr-CA" dirty="0">
              <a:solidFill>
                <a:schemeClr val="tx1"/>
              </a:solidFill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428596" y="3230582"/>
            <a:ext cx="2906713" cy="2984500"/>
            <a:chOff x="381000" y="3594100"/>
            <a:chExt cx="2906713" cy="2984500"/>
          </a:xfrm>
        </p:grpSpPr>
        <p:sp>
          <p:nvSpPr>
            <p:cNvPr id="24582" name="AutoShape 89"/>
            <p:cNvSpPr>
              <a:spLocks noChangeArrowheads="1"/>
            </p:cNvSpPr>
            <p:nvPr/>
          </p:nvSpPr>
          <p:spPr bwMode="auto">
            <a:xfrm>
              <a:off x="2667000" y="5638800"/>
              <a:ext cx="227013" cy="152400"/>
            </a:xfrm>
            <a:prstGeom prst="flowChartMerg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4583" name="Line 90"/>
            <p:cNvSpPr>
              <a:spLocks noChangeShapeType="1"/>
            </p:cNvSpPr>
            <p:nvPr/>
          </p:nvSpPr>
          <p:spPr bwMode="auto">
            <a:xfrm flipH="1">
              <a:off x="2773363" y="5797550"/>
              <a:ext cx="4762" cy="157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4" name="Line 34"/>
            <p:cNvSpPr>
              <a:spLocks noChangeShapeType="1"/>
            </p:cNvSpPr>
            <p:nvPr/>
          </p:nvSpPr>
          <p:spPr bwMode="auto">
            <a:xfrm>
              <a:off x="458788" y="3675063"/>
              <a:ext cx="2798762" cy="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5" name="Line 35"/>
            <p:cNvSpPr>
              <a:spLocks noChangeShapeType="1"/>
            </p:cNvSpPr>
            <p:nvPr/>
          </p:nvSpPr>
          <p:spPr bwMode="auto">
            <a:xfrm flipH="1">
              <a:off x="3216275" y="3598863"/>
              <a:ext cx="6350" cy="2886075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6" name="Line 36"/>
            <p:cNvSpPr>
              <a:spLocks noChangeShapeType="1"/>
            </p:cNvSpPr>
            <p:nvPr/>
          </p:nvSpPr>
          <p:spPr bwMode="auto">
            <a:xfrm>
              <a:off x="458788" y="3594100"/>
              <a:ext cx="0" cy="148590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7" name="Line 37"/>
            <p:cNvSpPr>
              <a:spLocks noChangeShapeType="1"/>
            </p:cNvSpPr>
            <p:nvPr/>
          </p:nvSpPr>
          <p:spPr bwMode="auto">
            <a:xfrm>
              <a:off x="458788" y="5080000"/>
              <a:ext cx="1377950" cy="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8" name="Line 38"/>
            <p:cNvSpPr>
              <a:spLocks noChangeShapeType="1"/>
            </p:cNvSpPr>
            <p:nvPr/>
          </p:nvSpPr>
          <p:spPr bwMode="auto">
            <a:xfrm>
              <a:off x="458788" y="5057775"/>
              <a:ext cx="0" cy="1470025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89" name="Line 39"/>
            <p:cNvSpPr>
              <a:spLocks noChangeShapeType="1"/>
            </p:cNvSpPr>
            <p:nvPr/>
          </p:nvSpPr>
          <p:spPr bwMode="auto">
            <a:xfrm>
              <a:off x="381000" y="6467475"/>
              <a:ext cx="1135063" cy="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0" name="Line 40"/>
            <p:cNvSpPr>
              <a:spLocks noChangeShapeType="1"/>
            </p:cNvSpPr>
            <p:nvPr/>
          </p:nvSpPr>
          <p:spPr bwMode="auto">
            <a:xfrm>
              <a:off x="2397125" y="6480175"/>
              <a:ext cx="890588" cy="0"/>
            </a:xfrm>
            <a:prstGeom prst="line">
              <a:avLst/>
            </a:prstGeom>
            <a:noFill/>
            <a:ln w="152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1" name="Rectangle 41"/>
            <p:cNvSpPr>
              <a:spLocks noChangeArrowheads="1"/>
            </p:cNvSpPr>
            <p:nvPr/>
          </p:nvSpPr>
          <p:spPr bwMode="auto">
            <a:xfrm>
              <a:off x="1517650" y="6375400"/>
              <a:ext cx="879475" cy="203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4592" name="Rectangle 42"/>
            <p:cNvSpPr>
              <a:spLocks noChangeArrowheads="1"/>
            </p:cNvSpPr>
            <p:nvPr/>
          </p:nvSpPr>
          <p:spPr bwMode="auto">
            <a:xfrm>
              <a:off x="382588" y="5537200"/>
              <a:ext cx="150812" cy="533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4593" name="AutoShape 44"/>
            <p:cNvSpPr>
              <a:spLocks noChangeArrowheads="1"/>
            </p:cNvSpPr>
            <p:nvPr/>
          </p:nvSpPr>
          <p:spPr bwMode="auto">
            <a:xfrm>
              <a:off x="760413" y="3937000"/>
              <a:ext cx="227012" cy="152400"/>
            </a:xfrm>
            <a:prstGeom prst="flowChartMerg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4594" name="Text Box 46"/>
            <p:cNvSpPr txBox="1">
              <a:spLocks noChangeArrowheads="1"/>
            </p:cNvSpPr>
            <p:nvPr/>
          </p:nvSpPr>
          <p:spPr bwMode="auto">
            <a:xfrm>
              <a:off x="457200" y="4191000"/>
              <a:ext cx="838200" cy="22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900">
                  <a:solidFill>
                    <a:schemeClr val="tx1"/>
                  </a:solidFill>
                </a:rPr>
                <a:t>Transmitter</a:t>
              </a:r>
              <a:endParaRPr lang="fr-CA" sz="900">
                <a:solidFill>
                  <a:schemeClr val="tx1"/>
                </a:solidFill>
              </a:endParaRPr>
            </a:p>
          </p:txBody>
        </p:sp>
        <p:sp>
          <p:nvSpPr>
            <p:cNvPr id="24595" name="Text Box 49"/>
            <p:cNvSpPr txBox="1">
              <a:spLocks noChangeArrowheads="1"/>
            </p:cNvSpPr>
            <p:nvPr/>
          </p:nvSpPr>
          <p:spPr bwMode="auto">
            <a:xfrm>
              <a:off x="2438400" y="5943600"/>
              <a:ext cx="758825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200">
                  <a:solidFill>
                    <a:schemeClr val="tx1"/>
                  </a:solidFill>
                </a:rPr>
                <a:t>Receiver</a:t>
              </a:r>
              <a:endParaRPr lang="fr-CA" sz="1200">
                <a:solidFill>
                  <a:schemeClr val="tx1"/>
                </a:solidFill>
              </a:endParaRPr>
            </a:p>
          </p:txBody>
        </p:sp>
        <p:sp>
          <p:nvSpPr>
            <p:cNvPr id="24596" name="Line 50"/>
            <p:cNvSpPr>
              <a:spLocks noChangeShapeType="1"/>
            </p:cNvSpPr>
            <p:nvPr/>
          </p:nvSpPr>
          <p:spPr bwMode="auto">
            <a:xfrm>
              <a:off x="912813" y="4013200"/>
              <a:ext cx="2193925" cy="76200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7" name="Line 51"/>
            <p:cNvSpPr>
              <a:spLocks noChangeShapeType="1"/>
            </p:cNvSpPr>
            <p:nvPr/>
          </p:nvSpPr>
          <p:spPr bwMode="auto">
            <a:xfrm flipH="1">
              <a:off x="2881329" y="4775200"/>
              <a:ext cx="225408" cy="87470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8" name="Line 52"/>
            <p:cNvSpPr>
              <a:spLocks noChangeShapeType="1"/>
            </p:cNvSpPr>
            <p:nvPr/>
          </p:nvSpPr>
          <p:spPr bwMode="auto">
            <a:xfrm>
              <a:off x="912813" y="4013200"/>
              <a:ext cx="908050" cy="99060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99" name="Line 53"/>
            <p:cNvSpPr>
              <a:spLocks noChangeShapeType="1"/>
            </p:cNvSpPr>
            <p:nvPr/>
          </p:nvSpPr>
          <p:spPr bwMode="auto">
            <a:xfrm>
              <a:off x="1820863" y="5003800"/>
              <a:ext cx="698500" cy="139700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600" name="Line 55"/>
            <p:cNvSpPr>
              <a:spLocks noChangeShapeType="1"/>
            </p:cNvSpPr>
            <p:nvPr/>
          </p:nvSpPr>
          <p:spPr bwMode="auto">
            <a:xfrm flipV="1">
              <a:off x="2519363" y="5791200"/>
              <a:ext cx="227012" cy="6096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603" name="Line 88"/>
            <p:cNvSpPr>
              <a:spLocks noChangeShapeType="1"/>
            </p:cNvSpPr>
            <p:nvPr/>
          </p:nvSpPr>
          <p:spPr bwMode="auto">
            <a:xfrm flipH="1">
              <a:off x="866775" y="4095750"/>
              <a:ext cx="4763" cy="157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grpSp>
          <p:nvGrpSpPr>
            <p:cNvPr id="3" name="Group 70"/>
            <p:cNvGrpSpPr>
              <a:grpSpLocks/>
            </p:cNvGrpSpPr>
            <p:nvPr/>
          </p:nvGrpSpPr>
          <p:grpSpPr bwMode="auto">
            <a:xfrm>
              <a:off x="2857488" y="3857628"/>
              <a:ext cx="304800" cy="609600"/>
              <a:chOff x="5040" y="2064"/>
              <a:chExt cx="192" cy="384"/>
            </a:xfrm>
          </p:grpSpPr>
          <p:sp>
            <p:nvSpPr>
              <p:cNvPr id="24632" name="AutoShape 64"/>
              <p:cNvSpPr>
                <a:spLocks noChangeArrowheads="1"/>
              </p:cNvSpPr>
              <p:nvPr/>
            </p:nvSpPr>
            <p:spPr bwMode="auto">
              <a:xfrm>
                <a:off x="5040" y="2064"/>
                <a:ext cx="192" cy="384"/>
              </a:xfrm>
              <a:prstGeom prst="roundRect">
                <a:avLst>
                  <a:gd name="adj" fmla="val 1666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4633" name="AutoShape 65"/>
              <p:cNvSpPr>
                <a:spLocks noChangeArrowheads="1"/>
              </p:cNvSpPr>
              <p:nvPr/>
            </p:nvSpPr>
            <p:spPr bwMode="auto">
              <a:xfrm>
                <a:off x="5040" y="2064"/>
                <a:ext cx="132" cy="72"/>
              </a:xfrm>
              <a:prstGeom prst="roundRect">
                <a:avLst>
                  <a:gd name="adj" fmla="val 1666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4634" name="AutoShape 66"/>
              <p:cNvSpPr>
                <a:spLocks noChangeArrowheads="1"/>
              </p:cNvSpPr>
              <p:nvPr/>
            </p:nvSpPr>
            <p:spPr bwMode="auto">
              <a:xfrm>
                <a:off x="5040" y="2376"/>
                <a:ext cx="132" cy="72"/>
              </a:xfrm>
              <a:prstGeom prst="roundRect">
                <a:avLst>
                  <a:gd name="adj" fmla="val 16667"/>
                </a:avLst>
              </a:prstGeom>
              <a:solidFill>
                <a:srgbClr val="FF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4635" name="Line 67"/>
              <p:cNvSpPr>
                <a:spLocks noChangeShapeType="1"/>
              </p:cNvSpPr>
              <p:nvPr/>
            </p:nvSpPr>
            <p:spPr bwMode="auto">
              <a:xfrm>
                <a:off x="5040" y="2256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24620" name="Oval 68"/>
            <p:cNvSpPr>
              <a:spLocks noChangeArrowheads="1"/>
            </p:cNvSpPr>
            <p:nvPr/>
          </p:nvSpPr>
          <p:spPr bwMode="auto">
            <a:xfrm>
              <a:off x="2357422" y="3786190"/>
              <a:ext cx="381000" cy="381000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sp>
        <p:nvSpPr>
          <p:cNvPr id="24631" name="Text Box 100"/>
          <p:cNvSpPr txBox="1">
            <a:spLocks noChangeArrowheads="1"/>
          </p:cNvSpPr>
          <p:nvPr/>
        </p:nvSpPr>
        <p:spPr bwMode="auto">
          <a:xfrm>
            <a:off x="571472" y="1142984"/>
            <a:ext cx="7772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Three </a:t>
            </a:r>
            <a:r>
              <a:rPr lang="en-US" dirty="0">
                <a:solidFill>
                  <a:schemeClr val="tx1"/>
                </a:solidFill>
              </a:rPr>
              <a:t>propagation mechanisms in two types of propagation channels</a:t>
            </a:r>
          </a:p>
        </p:txBody>
      </p:sp>
      <p:pic>
        <p:nvPicPr>
          <p:cNvPr id="6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5012458"/>
            <a:ext cx="3205166" cy="129786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50695" y="3286124"/>
            <a:ext cx="2678693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2" name="Line 71"/>
          <p:cNvSpPr>
            <a:spLocks noChangeShapeType="1"/>
          </p:cNvSpPr>
          <p:nvPr/>
        </p:nvSpPr>
        <p:spPr bwMode="auto">
          <a:xfrm>
            <a:off x="1000100" y="3643314"/>
            <a:ext cx="1928826" cy="42862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3" name="Line 72"/>
          <p:cNvSpPr>
            <a:spLocks noChangeShapeType="1"/>
          </p:cNvSpPr>
          <p:nvPr/>
        </p:nvSpPr>
        <p:spPr bwMode="auto">
          <a:xfrm flipH="1">
            <a:off x="2714612" y="4071942"/>
            <a:ext cx="214314" cy="114300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4" name="Line 73"/>
          <p:cNvSpPr>
            <a:spLocks noChangeShapeType="1"/>
          </p:cNvSpPr>
          <p:nvPr/>
        </p:nvSpPr>
        <p:spPr bwMode="auto">
          <a:xfrm flipH="1">
            <a:off x="2883206" y="4071942"/>
            <a:ext cx="45719" cy="114300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45" name="Line 74"/>
          <p:cNvSpPr>
            <a:spLocks noChangeShapeType="1"/>
          </p:cNvSpPr>
          <p:nvPr/>
        </p:nvSpPr>
        <p:spPr bwMode="auto">
          <a:xfrm flipH="1">
            <a:off x="2786050" y="4071942"/>
            <a:ext cx="142876" cy="1214446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Scale Fading</a:t>
            </a:r>
            <a:endParaRPr lang="en-CA" dirty="0"/>
          </a:p>
        </p:txBody>
      </p:sp>
      <p:pic>
        <p:nvPicPr>
          <p:cNvPr id="29698" name="Picture 2" descr="C:\Documents and Settings\M Awad\My Documents\Research_PhD\presentations\Figures\Introduction\large_scale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285860"/>
            <a:ext cx="5525259" cy="1827113"/>
          </a:xfrm>
          <a:prstGeom prst="rect">
            <a:avLst/>
          </a:prstGeom>
          <a:noFill/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4546" y="3190896"/>
            <a:ext cx="455676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000892" y="4000504"/>
            <a:ext cx="1714512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Topographic and elevation data were obtained from Natural</a:t>
            </a:r>
          </a:p>
          <a:p>
            <a:r>
              <a:rPr lang="en-CA" dirty="0" smtClean="0"/>
              <a:t>resources Canada.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endParaRPr lang="en-CA" dirty="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45" descr="receiv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14400"/>
            <a:ext cx="3276600" cy="208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33394"/>
          </a:xfrm>
        </p:spPr>
        <p:txBody>
          <a:bodyPr/>
          <a:lstStyle/>
          <a:p>
            <a:pPr eaLnBrk="1" hangingPunct="1"/>
            <a:r>
              <a:rPr lang="en-US" sz="2800" u="sng" dirty="0" smtClean="0"/>
              <a:t>Large-Scale Fading Vs. Small-Scale Fading</a:t>
            </a:r>
            <a:endParaRPr lang="fr-CA" sz="2800" u="sng" dirty="0" smtClean="0"/>
          </a:p>
        </p:txBody>
      </p:sp>
      <p:sp>
        <p:nvSpPr>
          <p:cNvPr id="25605" name="Text Box 24"/>
          <p:cNvSpPr txBox="1">
            <a:spLocks noChangeArrowheads="1"/>
          </p:cNvSpPr>
          <p:nvPr/>
        </p:nvSpPr>
        <p:spPr bwMode="auto">
          <a:xfrm>
            <a:off x="1428728" y="6384925"/>
            <a:ext cx="54864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 dirty="0">
                <a:solidFill>
                  <a:schemeClr val="tx1"/>
                </a:solidFill>
              </a:rPr>
              <a:t>Figure taken from :”Wireless communication, principle and practice” by T. S. </a:t>
            </a:r>
            <a:r>
              <a:rPr lang="en-US" sz="1000" dirty="0" err="1">
                <a:solidFill>
                  <a:schemeClr val="tx1"/>
                </a:solidFill>
              </a:rPr>
              <a:t>Rappaport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</a:p>
          <a:p>
            <a:pPr>
              <a:buFontTx/>
              <a:buNone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5606" name="Rectangle 16"/>
          <p:cNvSpPr>
            <a:spLocks noChangeArrowheads="1"/>
          </p:cNvSpPr>
          <p:nvPr/>
        </p:nvSpPr>
        <p:spPr bwMode="auto">
          <a:xfrm>
            <a:off x="2400300" y="2590800"/>
            <a:ext cx="6210300" cy="32162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5607" name="Rectangle 20"/>
          <p:cNvSpPr>
            <a:spLocks noChangeArrowheads="1"/>
          </p:cNvSpPr>
          <p:nvPr/>
        </p:nvSpPr>
        <p:spPr bwMode="auto">
          <a:xfrm>
            <a:off x="2743200" y="1600200"/>
            <a:ext cx="325438" cy="3190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5608" name="Line 21"/>
          <p:cNvSpPr>
            <a:spLocks noChangeShapeType="1"/>
          </p:cNvSpPr>
          <p:nvPr/>
        </p:nvSpPr>
        <p:spPr bwMode="auto">
          <a:xfrm>
            <a:off x="3048000" y="1600200"/>
            <a:ext cx="55626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5609" name="Line 22"/>
          <p:cNvSpPr>
            <a:spLocks noChangeShapeType="1"/>
          </p:cNvSpPr>
          <p:nvPr/>
        </p:nvSpPr>
        <p:spPr bwMode="auto">
          <a:xfrm flipH="1">
            <a:off x="2438400" y="1752600"/>
            <a:ext cx="30480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5610" name="Text Box 25"/>
          <p:cNvSpPr txBox="1">
            <a:spLocks noChangeArrowheads="1"/>
          </p:cNvSpPr>
          <p:nvPr/>
        </p:nvSpPr>
        <p:spPr bwMode="auto">
          <a:xfrm>
            <a:off x="4057650" y="5791200"/>
            <a:ext cx="35385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Transmitter – Receiver Separation </a:t>
            </a:r>
          </a:p>
        </p:txBody>
      </p:sp>
      <p:sp>
        <p:nvSpPr>
          <p:cNvPr id="25611" name="Text Box 26"/>
          <p:cNvSpPr txBox="1">
            <a:spLocks noChangeArrowheads="1"/>
          </p:cNvSpPr>
          <p:nvPr/>
        </p:nvSpPr>
        <p:spPr bwMode="auto">
          <a:xfrm rot="-5400000">
            <a:off x="1200150" y="4360863"/>
            <a:ext cx="1946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Received Power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7086600" y="3429000"/>
            <a:ext cx="1066800" cy="914400"/>
            <a:chOff x="3888" y="624"/>
            <a:chExt cx="1488" cy="1200"/>
          </a:xfrm>
        </p:grpSpPr>
        <p:sp>
          <p:nvSpPr>
            <p:cNvPr id="25640" name="Line 29"/>
            <p:cNvSpPr>
              <a:spLocks noChangeShapeType="1"/>
            </p:cNvSpPr>
            <p:nvPr/>
          </p:nvSpPr>
          <p:spPr bwMode="auto">
            <a:xfrm>
              <a:off x="3888" y="1824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41" name="Line 30"/>
            <p:cNvSpPr>
              <a:spLocks noChangeShapeType="1"/>
            </p:cNvSpPr>
            <p:nvPr/>
          </p:nvSpPr>
          <p:spPr bwMode="auto">
            <a:xfrm flipV="1">
              <a:off x="3888" y="62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42" name="Line 31"/>
            <p:cNvSpPr>
              <a:spLocks noChangeShapeType="1"/>
            </p:cNvSpPr>
            <p:nvPr/>
          </p:nvSpPr>
          <p:spPr bwMode="auto">
            <a:xfrm flipV="1">
              <a:off x="3888" y="1440"/>
              <a:ext cx="384" cy="38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43" name="Line 32"/>
            <p:cNvSpPr>
              <a:spLocks noChangeShapeType="1"/>
            </p:cNvSpPr>
            <p:nvPr/>
          </p:nvSpPr>
          <p:spPr bwMode="auto">
            <a:xfrm flipV="1">
              <a:off x="4272" y="1152"/>
              <a:ext cx="288" cy="28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5613" name="Line 35"/>
          <p:cNvSpPr>
            <a:spLocks noChangeShapeType="1"/>
          </p:cNvSpPr>
          <p:nvPr/>
        </p:nvSpPr>
        <p:spPr bwMode="auto">
          <a:xfrm>
            <a:off x="4495800" y="540067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14" name="Line 36"/>
          <p:cNvSpPr>
            <a:spLocks noChangeShapeType="1"/>
          </p:cNvSpPr>
          <p:nvPr/>
        </p:nvSpPr>
        <p:spPr bwMode="auto">
          <a:xfrm flipV="1">
            <a:off x="4495800" y="4410075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15" name="Line 37"/>
          <p:cNvSpPr>
            <a:spLocks noChangeShapeType="1"/>
          </p:cNvSpPr>
          <p:nvPr/>
        </p:nvSpPr>
        <p:spPr bwMode="auto">
          <a:xfrm flipV="1">
            <a:off x="4495800" y="4887913"/>
            <a:ext cx="609600" cy="512762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16" name="Line 38"/>
          <p:cNvSpPr>
            <a:spLocks noChangeShapeType="1"/>
          </p:cNvSpPr>
          <p:nvPr/>
        </p:nvSpPr>
        <p:spPr bwMode="auto">
          <a:xfrm flipH="1">
            <a:off x="4495800" y="4800600"/>
            <a:ext cx="561975" cy="512763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17" name="Line 43"/>
          <p:cNvSpPr>
            <a:spLocks noChangeShapeType="1"/>
          </p:cNvSpPr>
          <p:nvPr/>
        </p:nvSpPr>
        <p:spPr bwMode="auto">
          <a:xfrm>
            <a:off x="3606800" y="4102100"/>
            <a:ext cx="355600" cy="24130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3124200" y="3657600"/>
            <a:ext cx="990600" cy="923925"/>
            <a:chOff x="1968" y="2454"/>
            <a:chExt cx="528" cy="432"/>
          </a:xfrm>
        </p:grpSpPr>
        <p:sp>
          <p:nvSpPr>
            <p:cNvPr id="25636" name="Line 40"/>
            <p:cNvSpPr>
              <a:spLocks noChangeShapeType="1"/>
            </p:cNvSpPr>
            <p:nvPr/>
          </p:nvSpPr>
          <p:spPr bwMode="auto">
            <a:xfrm>
              <a:off x="1968" y="288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37" name="Line 41"/>
            <p:cNvSpPr>
              <a:spLocks noChangeShapeType="1"/>
            </p:cNvSpPr>
            <p:nvPr/>
          </p:nvSpPr>
          <p:spPr bwMode="auto">
            <a:xfrm flipV="1">
              <a:off x="1968" y="245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38" name="Line 42"/>
            <p:cNvSpPr>
              <a:spLocks noChangeShapeType="1"/>
            </p:cNvSpPr>
            <p:nvPr/>
          </p:nvSpPr>
          <p:spPr bwMode="auto">
            <a:xfrm flipV="1">
              <a:off x="1968" y="2640"/>
              <a:ext cx="260" cy="24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639" name="Line 44"/>
            <p:cNvSpPr>
              <a:spLocks noChangeShapeType="1"/>
            </p:cNvSpPr>
            <p:nvPr/>
          </p:nvSpPr>
          <p:spPr bwMode="auto">
            <a:xfrm flipV="1">
              <a:off x="1968" y="2790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5619" name="Freeform 47"/>
          <p:cNvSpPr>
            <a:spLocks/>
          </p:cNvSpPr>
          <p:nvPr/>
        </p:nvSpPr>
        <p:spPr bwMode="auto">
          <a:xfrm>
            <a:off x="2590800" y="4038600"/>
            <a:ext cx="5943600" cy="1663700"/>
          </a:xfrm>
          <a:custGeom>
            <a:avLst/>
            <a:gdLst>
              <a:gd name="T0" fmla="*/ 0 w 3744"/>
              <a:gd name="T1" fmla="*/ 0 h 1048"/>
              <a:gd name="T2" fmla="*/ 1296 w 3744"/>
              <a:gd name="T3" fmla="*/ 1008 h 1048"/>
              <a:gd name="T4" fmla="*/ 3072 w 3744"/>
              <a:gd name="T5" fmla="*/ 240 h 1048"/>
              <a:gd name="T6" fmla="*/ 3744 w 3744"/>
              <a:gd name="T7" fmla="*/ 672 h 1048"/>
              <a:gd name="T8" fmla="*/ 0 60000 65536"/>
              <a:gd name="T9" fmla="*/ 0 60000 65536"/>
              <a:gd name="T10" fmla="*/ 0 60000 65536"/>
              <a:gd name="T11" fmla="*/ 0 60000 65536"/>
              <a:gd name="T12" fmla="*/ 0 w 3744"/>
              <a:gd name="T13" fmla="*/ 0 h 1048"/>
              <a:gd name="T14" fmla="*/ 3744 w 3744"/>
              <a:gd name="T15" fmla="*/ 1048 h 10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44" h="1048">
                <a:moveTo>
                  <a:pt x="0" y="0"/>
                </a:moveTo>
                <a:cubicBezTo>
                  <a:pt x="392" y="484"/>
                  <a:pt x="784" y="968"/>
                  <a:pt x="1296" y="1008"/>
                </a:cubicBezTo>
                <a:cubicBezTo>
                  <a:pt x="1808" y="1048"/>
                  <a:pt x="2664" y="296"/>
                  <a:pt x="3072" y="240"/>
                </a:cubicBezTo>
                <a:cubicBezTo>
                  <a:pt x="3480" y="184"/>
                  <a:pt x="3664" y="512"/>
                  <a:pt x="3744" y="67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25620" name="Line 48"/>
          <p:cNvSpPr>
            <a:spLocks noChangeShapeType="1"/>
          </p:cNvSpPr>
          <p:nvPr/>
        </p:nvSpPr>
        <p:spPr bwMode="auto">
          <a:xfrm flipH="1">
            <a:off x="2209800" y="1371600"/>
            <a:ext cx="2438400" cy="152400"/>
          </a:xfrm>
          <a:prstGeom prst="line">
            <a:avLst/>
          </a:prstGeom>
          <a:noFill/>
          <a:ln w="44450">
            <a:solidFill>
              <a:srgbClr val="FF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21" name="Text Box 49"/>
          <p:cNvSpPr txBox="1">
            <a:spLocks noChangeArrowheads="1"/>
          </p:cNvSpPr>
          <p:nvPr/>
        </p:nvSpPr>
        <p:spPr bwMode="auto">
          <a:xfrm>
            <a:off x="4648200" y="1371600"/>
            <a:ext cx="2209800" cy="3762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>
                <a:solidFill>
                  <a:schemeClr val="tx1"/>
                </a:solidFill>
              </a:rPr>
              <a:t>Large-Scale Fading</a:t>
            </a:r>
          </a:p>
        </p:txBody>
      </p:sp>
      <p:sp>
        <p:nvSpPr>
          <p:cNvPr id="25622" name="Line 50"/>
          <p:cNvSpPr>
            <a:spLocks noChangeShapeType="1"/>
          </p:cNvSpPr>
          <p:nvPr/>
        </p:nvSpPr>
        <p:spPr bwMode="auto">
          <a:xfrm flipV="1">
            <a:off x="914400" y="1905000"/>
            <a:ext cx="228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5623" name="Text Box 51"/>
          <p:cNvSpPr txBox="1">
            <a:spLocks noChangeArrowheads="1"/>
          </p:cNvSpPr>
          <p:nvPr/>
        </p:nvSpPr>
        <p:spPr bwMode="auto">
          <a:xfrm>
            <a:off x="0" y="3733800"/>
            <a:ext cx="236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>
                <a:solidFill>
                  <a:schemeClr val="tx1"/>
                </a:solidFill>
              </a:rPr>
              <a:t>Small-Scale Fading</a:t>
            </a:r>
          </a:p>
        </p:txBody>
      </p:sp>
      <p:sp>
        <p:nvSpPr>
          <p:cNvPr id="25624" name="Text Box 55"/>
          <p:cNvSpPr txBox="1">
            <a:spLocks noChangeArrowheads="1"/>
          </p:cNvSpPr>
          <p:nvPr/>
        </p:nvSpPr>
        <p:spPr bwMode="auto">
          <a:xfrm>
            <a:off x="7010400" y="2895600"/>
            <a:ext cx="1752600" cy="99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200">
                <a:solidFill>
                  <a:schemeClr val="tx1"/>
                </a:solidFill>
              </a:rPr>
              <a:t>Coherent Summation of 2 multipaths</a:t>
            </a:r>
            <a:r>
              <a:rPr lang="en-US" sz="2000">
                <a:solidFill>
                  <a:schemeClr val="tx1"/>
                </a:solidFill>
                <a:latin typeface="Arial" charset="0"/>
              </a:rPr>
              <a:t>  </a:t>
            </a:r>
          </a:p>
          <a:p>
            <a:pPr>
              <a:buFontTx/>
              <a:buNone/>
            </a:pPr>
            <a:r>
              <a:rPr 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625" name="Text Box 57"/>
          <p:cNvSpPr txBox="1">
            <a:spLocks noChangeArrowheads="1"/>
          </p:cNvSpPr>
          <p:nvPr/>
        </p:nvSpPr>
        <p:spPr bwMode="auto">
          <a:xfrm>
            <a:off x="4419600" y="3581400"/>
            <a:ext cx="1752600" cy="99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200">
                <a:solidFill>
                  <a:schemeClr val="tx1"/>
                </a:solidFill>
              </a:rPr>
              <a:t>Incoherent Summation of 2 multipaths</a:t>
            </a:r>
            <a:r>
              <a:rPr lang="en-US" sz="2000">
                <a:solidFill>
                  <a:schemeClr val="tx1"/>
                </a:solidFill>
                <a:latin typeface="Arial" charset="0"/>
              </a:rPr>
              <a:t>  </a:t>
            </a:r>
          </a:p>
          <a:p>
            <a:pPr>
              <a:buFontTx/>
              <a:buNone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5626" name="Text Box 58"/>
          <p:cNvSpPr txBox="1">
            <a:spLocks noChangeArrowheads="1"/>
          </p:cNvSpPr>
          <p:nvPr/>
        </p:nvSpPr>
        <p:spPr bwMode="auto">
          <a:xfrm>
            <a:off x="2819400" y="2895600"/>
            <a:ext cx="12954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200">
                <a:solidFill>
                  <a:schemeClr val="tx1"/>
                </a:solidFill>
              </a:rPr>
              <a:t>Partly- Coherent Summation of 2 multipaths</a:t>
            </a:r>
            <a:r>
              <a:rPr lang="en-US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25627" name="Text Box 59"/>
          <p:cNvSpPr txBox="1">
            <a:spLocks noChangeArrowheads="1"/>
          </p:cNvSpPr>
          <p:nvPr/>
        </p:nvSpPr>
        <p:spPr bwMode="auto">
          <a:xfrm>
            <a:off x="6791325" y="3286125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Im</a:t>
            </a:r>
          </a:p>
        </p:txBody>
      </p:sp>
      <p:sp>
        <p:nvSpPr>
          <p:cNvPr id="25628" name="Text Box 60"/>
          <p:cNvSpPr txBox="1">
            <a:spLocks noChangeArrowheads="1"/>
          </p:cNvSpPr>
          <p:nvPr/>
        </p:nvSpPr>
        <p:spPr bwMode="auto">
          <a:xfrm>
            <a:off x="8077200" y="4191000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Re</a:t>
            </a:r>
          </a:p>
        </p:txBody>
      </p:sp>
      <p:sp>
        <p:nvSpPr>
          <p:cNvPr id="25629" name="Text Box 61"/>
          <p:cNvSpPr txBox="1">
            <a:spLocks noChangeArrowheads="1"/>
          </p:cNvSpPr>
          <p:nvPr/>
        </p:nvSpPr>
        <p:spPr bwMode="auto">
          <a:xfrm>
            <a:off x="4229100" y="4286250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Im</a:t>
            </a:r>
          </a:p>
        </p:txBody>
      </p:sp>
      <p:sp>
        <p:nvSpPr>
          <p:cNvPr id="25630" name="Text Box 62"/>
          <p:cNvSpPr txBox="1">
            <a:spLocks noChangeArrowheads="1"/>
          </p:cNvSpPr>
          <p:nvPr/>
        </p:nvSpPr>
        <p:spPr bwMode="auto">
          <a:xfrm>
            <a:off x="2819400" y="3581400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Im</a:t>
            </a:r>
          </a:p>
        </p:txBody>
      </p:sp>
      <p:sp>
        <p:nvSpPr>
          <p:cNvPr id="25631" name="Text Box 63"/>
          <p:cNvSpPr txBox="1">
            <a:spLocks noChangeArrowheads="1"/>
          </p:cNvSpPr>
          <p:nvPr/>
        </p:nvSpPr>
        <p:spPr bwMode="auto">
          <a:xfrm>
            <a:off x="4038600" y="4495800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Re</a:t>
            </a:r>
          </a:p>
        </p:txBody>
      </p:sp>
      <p:sp>
        <p:nvSpPr>
          <p:cNvPr id="25632" name="Text Box 64"/>
          <p:cNvSpPr txBox="1">
            <a:spLocks noChangeArrowheads="1"/>
          </p:cNvSpPr>
          <p:nvPr/>
        </p:nvSpPr>
        <p:spPr bwMode="auto">
          <a:xfrm>
            <a:off x="5257800" y="5241925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Re</a:t>
            </a:r>
          </a:p>
        </p:txBody>
      </p:sp>
      <p:sp>
        <p:nvSpPr>
          <p:cNvPr id="25633" name="Line 65"/>
          <p:cNvSpPr>
            <a:spLocks noChangeShapeType="1"/>
          </p:cNvSpPr>
          <p:nvPr/>
        </p:nvSpPr>
        <p:spPr bwMode="auto">
          <a:xfrm>
            <a:off x="1981200" y="3886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CA"/>
          </a:p>
        </p:txBody>
      </p:sp>
      <p:sp>
        <p:nvSpPr>
          <p:cNvPr id="25634" name="Line 66"/>
          <p:cNvSpPr>
            <a:spLocks noChangeShapeType="1"/>
          </p:cNvSpPr>
          <p:nvPr/>
        </p:nvSpPr>
        <p:spPr bwMode="auto">
          <a:xfrm flipV="1">
            <a:off x="7162800" y="38862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25635" name="Oval 67"/>
          <p:cNvSpPr>
            <a:spLocks noChangeArrowheads="1"/>
          </p:cNvSpPr>
          <p:nvPr/>
        </p:nvSpPr>
        <p:spPr bwMode="auto">
          <a:xfrm>
            <a:off x="4470400" y="5295900"/>
            <a:ext cx="76200" cy="152400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CA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02" name="Text Box 46"/>
          <p:cNvSpPr txBox="1">
            <a:spLocks noChangeArrowheads="1"/>
          </p:cNvSpPr>
          <p:nvPr/>
        </p:nvSpPr>
        <p:spPr bwMode="auto">
          <a:xfrm>
            <a:off x="2895600" y="2428868"/>
            <a:ext cx="2895600" cy="3292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</a:rPr>
              <a:t> Propagation mechanisms: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Reflection.</a:t>
            </a:r>
          </a:p>
          <a:p>
            <a:pPr>
              <a:spcBef>
                <a:spcPct val="0"/>
              </a:spcBef>
              <a:buFontTx/>
              <a:buChar char="-"/>
            </a:pPr>
            <a:r>
              <a:rPr lang="en-US" sz="1400">
                <a:solidFill>
                  <a:schemeClr val="tx1"/>
                </a:solidFill>
              </a:rPr>
              <a:t> Diffraction.</a:t>
            </a:r>
          </a:p>
          <a:p>
            <a:pPr>
              <a:spcBef>
                <a:spcPct val="0"/>
              </a:spcBef>
              <a:buFontTx/>
              <a:buChar char="-"/>
            </a:pPr>
            <a:r>
              <a:rPr lang="en-US" sz="1400">
                <a:solidFill>
                  <a:schemeClr val="tx1"/>
                </a:solidFill>
              </a:rPr>
              <a:t> Scattering.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</a:rPr>
              <a:t> Measurement setting: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frequency.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line-of-sight vs no-line-of-sight.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environment.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transmitter - Receiver    separation.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human presence.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floor Area.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extent of Clutters.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- detection Threshold.</a:t>
            </a:r>
            <a:endParaRPr lang="fr-CA">
              <a:solidFill>
                <a:schemeClr val="tx1"/>
              </a:solidFill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85800"/>
          </a:xfrm>
        </p:spPr>
        <p:txBody>
          <a:bodyPr/>
          <a:lstStyle/>
          <a:p>
            <a:pPr eaLnBrk="1" hangingPunct="1"/>
            <a:r>
              <a:rPr lang="en-US" sz="2800" u="sng" dirty="0" smtClean="0"/>
              <a:t>Channel-Sounding</a:t>
            </a:r>
            <a:endParaRPr lang="fr-CA" sz="2800" u="sng" dirty="0" smtClean="0"/>
          </a:p>
        </p:txBody>
      </p:sp>
      <p:sp>
        <p:nvSpPr>
          <p:cNvPr id="26641" name="Text Box 64"/>
          <p:cNvSpPr txBox="1">
            <a:spLocks noChangeArrowheads="1"/>
          </p:cNvSpPr>
          <p:nvPr/>
        </p:nvSpPr>
        <p:spPr bwMode="auto">
          <a:xfrm>
            <a:off x="2928926" y="5746769"/>
            <a:ext cx="2895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2000">
                <a:solidFill>
                  <a:schemeClr val="tx1"/>
                </a:solidFill>
              </a:rPr>
              <a:t>Propagation Channel</a:t>
            </a:r>
            <a:endParaRPr lang="fr-CA" sz="2000">
              <a:solidFill>
                <a:schemeClr val="tx1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5867400" y="3200400"/>
            <a:ext cx="3200400" cy="2287588"/>
            <a:chOff x="5867400" y="3200400"/>
            <a:chExt cx="3200400" cy="2287588"/>
          </a:xfrm>
        </p:grpSpPr>
        <p:sp>
          <p:nvSpPr>
            <p:cNvPr id="26630" name="Text Box 50"/>
            <p:cNvSpPr txBox="1">
              <a:spLocks noChangeArrowheads="1"/>
            </p:cNvSpPr>
            <p:nvPr/>
          </p:nvSpPr>
          <p:spPr bwMode="auto">
            <a:xfrm>
              <a:off x="7391400" y="5091113"/>
              <a:ext cx="136683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sz="2000">
                  <a:solidFill>
                    <a:schemeClr val="tx1"/>
                  </a:solidFill>
                </a:rPr>
                <a:t>Receiver</a:t>
              </a:r>
            </a:p>
          </p:txBody>
        </p:sp>
        <p:grpSp>
          <p:nvGrpSpPr>
            <p:cNvPr id="2" name="Group 56"/>
            <p:cNvGrpSpPr>
              <a:grpSpLocks/>
            </p:cNvGrpSpPr>
            <p:nvPr/>
          </p:nvGrpSpPr>
          <p:grpSpPr bwMode="auto">
            <a:xfrm>
              <a:off x="6248400" y="3200400"/>
              <a:ext cx="569913" cy="1255713"/>
              <a:chOff x="4032" y="2008"/>
              <a:chExt cx="253" cy="361"/>
            </a:xfrm>
          </p:grpSpPr>
          <p:sp>
            <p:nvSpPr>
              <p:cNvPr id="26648" name="AutoShape 35"/>
              <p:cNvSpPr>
                <a:spLocks noChangeArrowheads="1"/>
              </p:cNvSpPr>
              <p:nvPr/>
            </p:nvSpPr>
            <p:spPr bwMode="auto">
              <a:xfrm>
                <a:off x="4032" y="2008"/>
                <a:ext cx="184" cy="157"/>
              </a:xfrm>
              <a:prstGeom prst="flowChartMerg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6649" name="Line 36"/>
              <p:cNvSpPr>
                <a:spLocks noChangeShapeType="1"/>
              </p:cNvSpPr>
              <p:nvPr/>
            </p:nvSpPr>
            <p:spPr bwMode="auto">
              <a:xfrm>
                <a:off x="4124" y="2161"/>
                <a:ext cx="0" cy="2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50" name="Line 39"/>
              <p:cNvSpPr>
                <a:spLocks noChangeShapeType="1"/>
              </p:cNvSpPr>
              <p:nvPr/>
            </p:nvSpPr>
            <p:spPr bwMode="auto">
              <a:xfrm>
                <a:off x="4124" y="2369"/>
                <a:ext cx="1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3" name="Group 63"/>
            <p:cNvGrpSpPr>
              <a:grpSpLocks/>
            </p:cNvGrpSpPr>
            <p:nvPr/>
          </p:nvGrpSpPr>
          <p:grpSpPr bwMode="auto">
            <a:xfrm>
              <a:off x="6818313" y="3352800"/>
              <a:ext cx="2249487" cy="1600200"/>
              <a:chOff x="4295" y="1632"/>
              <a:chExt cx="1417" cy="1536"/>
            </a:xfrm>
          </p:grpSpPr>
          <p:pic>
            <p:nvPicPr>
              <p:cNvPr id="26645" name="Picture 5" descr="received-signal"/>
              <p:cNvPicPr>
                <a:picLocks noChangeAspect="1" noChangeArrowheads="1"/>
              </p:cNvPicPr>
              <p:nvPr/>
            </p:nvPicPr>
            <p:blipFill>
              <a:blip r:embed="rId3"/>
              <a:srcRect l="5682" t="5682" r="7954" b="1894"/>
              <a:stretch>
                <a:fillRect/>
              </a:stretch>
            </p:blipFill>
            <p:spPr bwMode="auto">
              <a:xfrm>
                <a:off x="4366" y="1813"/>
                <a:ext cx="1228" cy="12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6646" name="Rectangle 37"/>
              <p:cNvSpPr>
                <a:spLocks noChangeArrowheads="1"/>
              </p:cNvSpPr>
              <p:nvPr/>
            </p:nvSpPr>
            <p:spPr bwMode="auto">
              <a:xfrm>
                <a:off x="4295" y="1632"/>
                <a:ext cx="1417" cy="15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6647" name="Text Box 59"/>
              <p:cNvSpPr txBox="1">
                <a:spLocks noChangeArrowheads="1"/>
              </p:cNvSpPr>
              <p:nvPr/>
            </p:nvSpPr>
            <p:spPr bwMode="auto">
              <a:xfrm rot="16200000">
                <a:off x="3758" y="2325"/>
                <a:ext cx="1280" cy="11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600" dirty="0">
                    <a:solidFill>
                      <a:schemeClr val="tx1"/>
                    </a:solidFill>
                  </a:rPr>
                  <a:t>Channel Impulse Response </a:t>
                </a:r>
                <a:r>
                  <a:rPr lang="en-US" sz="600" dirty="0" smtClean="0">
                    <a:solidFill>
                      <a:schemeClr val="tx1"/>
                    </a:solidFill>
                  </a:rPr>
                  <a:t>Power</a:t>
                </a:r>
                <a:endParaRPr lang="en-US" sz="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643" name="AutoShape 66"/>
            <p:cNvSpPr>
              <a:spLocks noChangeArrowheads="1"/>
            </p:cNvSpPr>
            <p:nvPr/>
          </p:nvSpPr>
          <p:spPr bwMode="auto">
            <a:xfrm>
              <a:off x="5867400" y="4038600"/>
              <a:ext cx="533400" cy="228600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rgbClr val="FF66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04800" y="3124200"/>
            <a:ext cx="2514600" cy="2301875"/>
            <a:chOff x="304800" y="3124200"/>
            <a:chExt cx="2514600" cy="2301875"/>
          </a:xfrm>
        </p:grpSpPr>
        <p:sp>
          <p:nvSpPr>
            <p:cNvPr id="26642" name="AutoShape 65"/>
            <p:cNvSpPr>
              <a:spLocks noChangeArrowheads="1"/>
            </p:cNvSpPr>
            <p:nvPr/>
          </p:nvSpPr>
          <p:spPr bwMode="auto">
            <a:xfrm>
              <a:off x="2286000" y="4038600"/>
              <a:ext cx="533400" cy="228600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rgbClr val="FF66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304800" y="3124200"/>
              <a:ext cx="1905000" cy="2301875"/>
              <a:chOff x="304800" y="3124200"/>
              <a:chExt cx="1905000" cy="2301875"/>
            </a:xfrm>
          </p:grpSpPr>
          <p:sp>
            <p:nvSpPr>
              <p:cNvPr id="26629" name="Text Box 33"/>
              <p:cNvSpPr txBox="1">
                <a:spLocks noChangeArrowheads="1"/>
              </p:cNvSpPr>
              <p:nvPr/>
            </p:nvSpPr>
            <p:spPr bwMode="auto">
              <a:xfrm>
                <a:off x="381000" y="5029200"/>
                <a:ext cx="1600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2000">
                    <a:solidFill>
                      <a:schemeClr val="tx1"/>
                    </a:solidFill>
                  </a:rPr>
                  <a:t>Transmitter</a:t>
                </a:r>
                <a:endParaRPr lang="fr-CA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631" name="Line 31"/>
              <p:cNvSpPr>
                <a:spLocks noChangeShapeType="1"/>
              </p:cNvSpPr>
              <p:nvPr/>
            </p:nvSpPr>
            <p:spPr bwMode="auto">
              <a:xfrm flipH="1">
                <a:off x="1662113" y="4467225"/>
                <a:ext cx="304800" cy="15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32" name="AutoShape 6"/>
              <p:cNvSpPr>
                <a:spLocks noChangeArrowheads="1"/>
              </p:cNvSpPr>
              <p:nvPr/>
            </p:nvSpPr>
            <p:spPr bwMode="auto">
              <a:xfrm>
                <a:off x="1724025" y="3232150"/>
                <a:ext cx="485775" cy="541338"/>
              </a:xfrm>
              <a:prstGeom prst="flowChartMerg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6633" name="Line 30"/>
              <p:cNvSpPr>
                <a:spLocks noChangeShapeType="1"/>
              </p:cNvSpPr>
              <p:nvPr/>
            </p:nvSpPr>
            <p:spPr bwMode="auto">
              <a:xfrm>
                <a:off x="1966913" y="3773488"/>
                <a:ext cx="0" cy="6937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34" name="Rectangle 32"/>
              <p:cNvSpPr>
                <a:spLocks noChangeArrowheads="1"/>
              </p:cNvSpPr>
              <p:nvPr/>
            </p:nvSpPr>
            <p:spPr bwMode="auto">
              <a:xfrm>
                <a:off x="384175" y="3541713"/>
                <a:ext cx="1277938" cy="13890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6635" name="Freeform 43"/>
              <p:cNvSpPr>
                <a:spLocks/>
              </p:cNvSpPr>
              <p:nvPr/>
            </p:nvSpPr>
            <p:spPr bwMode="auto">
              <a:xfrm>
                <a:off x="781050" y="3786190"/>
                <a:ext cx="149225" cy="865187"/>
              </a:xfrm>
              <a:custGeom>
                <a:avLst/>
                <a:gdLst>
                  <a:gd name="T0" fmla="*/ 0 w 624"/>
                  <a:gd name="T1" fmla="*/ 608 h 640"/>
                  <a:gd name="T2" fmla="*/ 96 w 624"/>
                  <a:gd name="T3" fmla="*/ 560 h 640"/>
                  <a:gd name="T4" fmla="*/ 192 w 624"/>
                  <a:gd name="T5" fmla="*/ 128 h 640"/>
                  <a:gd name="T6" fmla="*/ 480 w 624"/>
                  <a:gd name="T7" fmla="*/ 80 h 640"/>
                  <a:gd name="T8" fmla="*/ 624 w 624"/>
                  <a:gd name="T9" fmla="*/ 608 h 6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4"/>
                  <a:gd name="T16" fmla="*/ 0 h 640"/>
                  <a:gd name="T17" fmla="*/ 624 w 624"/>
                  <a:gd name="T18" fmla="*/ 640 h 6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4" h="640">
                    <a:moveTo>
                      <a:pt x="0" y="608"/>
                    </a:moveTo>
                    <a:cubicBezTo>
                      <a:pt x="32" y="624"/>
                      <a:pt x="64" y="640"/>
                      <a:pt x="96" y="560"/>
                    </a:cubicBezTo>
                    <a:cubicBezTo>
                      <a:pt x="128" y="480"/>
                      <a:pt x="128" y="208"/>
                      <a:pt x="192" y="128"/>
                    </a:cubicBezTo>
                    <a:cubicBezTo>
                      <a:pt x="256" y="48"/>
                      <a:pt x="408" y="0"/>
                      <a:pt x="480" y="80"/>
                    </a:cubicBezTo>
                    <a:cubicBezTo>
                      <a:pt x="552" y="160"/>
                      <a:pt x="584" y="488"/>
                      <a:pt x="624" y="608"/>
                    </a:cubicBezTo>
                  </a:path>
                </a:pathLst>
              </a:custGeom>
              <a:noFill/>
              <a:ln w="349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36" name="Text Box 51"/>
              <p:cNvSpPr txBox="1">
                <a:spLocks noChangeArrowheads="1"/>
              </p:cNvSpPr>
              <p:nvPr/>
            </p:nvSpPr>
            <p:spPr bwMode="auto">
              <a:xfrm rot="-5400000">
                <a:off x="-300038" y="3729038"/>
                <a:ext cx="15144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power</a:t>
                </a:r>
              </a:p>
            </p:txBody>
          </p:sp>
          <p:sp>
            <p:nvSpPr>
              <p:cNvPr id="26637" name="Line 52"/>
              <p:cNvSpPr>
                <a:spLocks noChangeShapeType="1"/>
              </p:cNvSpPr>
              <p:nvPr/>
            </p:nvSpPr>
            <p:spPr bwMode="auto">
              <a:xfrm flipV="1">
                <a:off x="701675" y="3665538"/>
                <a:ext cx="0" cy="973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38" name="Line 53"/>
              <p:cNvSpPr>
                <a:spLocks noChangeShapeType="1"/>
              </p:cNvSpPr>
              <p:nvPr/>
            </p:nvSpPr>
            <p:spPr bwMode="auto">
              <a:xfrm>
                <a:off x="701675" y="4638675"/>
                <a:ext cx="714375" cy="15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644" name="Text Box 75"/>
              <p:cNvSpPr txBox="1">
                <a:spLocks noChangeArrowheads="1"/>
              </p:cNvSpPr>
              <p:nvPr/>
            </p:nvSpPr>
            <p:spPr bwMode="auto">
              <a:xfrm>
                <a:off x="919163" y="4648200"/>
                <a:ext cx="528637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time</a:t>
                </a:r>
              </a:p>
            </p:txBody>
          </p:sp>
        </p:grpSp>
      </p:grpSp>
      <p:sp>
        <p:nvSpPr>
          <p:cNvPr id="28" name="Rectangle 27"/>
          <p:cNvSpPr/>
          <p:nvPr/>
        </p:nvSpPr>
        <p:spPr>
          <a:xfrm>
            <a:off x="3428992" y="1285860"/>
            <a:ext cx="1928826" cy="9286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?</a:t>
            </a:r>
            <a:endParaRPr lang="en-CA" dirty="0"/>
          </a:p>
        </p:txBody>
      </p:sp>
      <p:cxnSp>
        <p:nvCxnSpPr>
          <p:cNvPr id="30" name="Straight Arrow Connector 29"/>
          <p:cNvCxnSpPr>
            <a:endCxn id="28" idx="1"/>
          </p:cNvCxnSpPr>
          <p:nvPr/>
        </p:nvCxnSpPr>
        <p:spPr>
          <a:xfrm flipV="1">
            <a:off x="1973766" y="1750207"/>
            <a:ext cx="1455226" cy="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5357818" y="1785926"/>
            <a:ext cx="1455226" cy="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0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8"/>
          <p:cNvGrpSpPr>
            <a:grpSpLocks/>
          </p:cNvGrpSpPr>
          <p:nvPr/>
        </p:nvGrpSpPr>
        <p:grpSpPr bwMode="auto">
          <a:xfrm>
            <a:off x="211138" y="1219200"/>
            <a:ext cx="3903662" cy="4151313"/>
            <a:chOff x="133" y="768"/>
            <a:chExt cx="2459" cy="2615"/>
          </a:xfrm>
        </p:grpSpPr>
        <p:graphicFrame>
          <p:nvGraphicFramePr>
            <p:cNvPr id="1026" name="Object 110"/>
            <p:cNvGraphicFramePr>
              <a:graphicFrameLocks noChangeAspect="1"/>
            </p:cNvGraphicFramePr>
            <p:nvPr/>
          </p:nvGraphicFramePr>
          <p:xfrm>
            <a:off x="202" y="768"/>
            <a:ext cx="2283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" name="Equation" r:id="rId4" imgW="1676160" imgH="431640" progId="Equation.3">
                    <p:embed/>
                  </p:oleObj>
                </mc:Choice>
                <mc:Fallback>
                  <p:oleObj name="Equation" r:id="rId4" imgW="1676160" imgH="431640" progId="Equation.3">
                    <p:embed/>
                    <p:pic>
                      <p:nvPicPr>
                        <p:cNvPr id="0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" y="768"/>
                          <a:ext cx="2283" cy="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" name="Text Box 113"/>
            <p:cNvSpPr txBox="1">
              <a:spLocks noChangeArrowheads="1"/>
            </p:cNvSpPr>
            <p:nvPr/>
          </p:nvSpPr>
          <p:spPr bwMode="auto">
            <a:xfrm>
              <a:off x="480" y="1392"/>
              <a:ext cx="210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>
                  <a:solidFill>
                    <a:schemeClr val="tx1"/>
                  </a:solidFill>
                </a:rPr>
                <a:t>Total number of multipaths</a:t>
              </a:r>
            </a:p>
          </p:txBody>
        </p:sp>
        <p:graphicFrame>
          <p:nvGraphicFramePr>
            <p:cNvPr id="1027" name="Object 118"/>
            <p:cNvGraphicFramePr>
              <a:graphicFrameLocks noChangeAspect="1"/>
            </p:cNvGraphicFramePr>
            <p:nvPr/>
          </p:nvGraphicFramePr>
          <p:xfrm>
            <a:off x="133" y="1351"/>
            <a:ext cx="367" cy="20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Equation" r:id="rId6" imgW="215640" imgH="888840" progId="Equation.3">
                    <p:embed/>
                  </p:oleObj>
                </mc:Choice>
                <mc:Fallback>
                  <p:oleObj name="Equation" r:id="rId6" imgW="215640" imgH="888840" progId="Equation.3">
                    <p:embed/>
                    <p:pic>
                      <p:nvPicPr>
                        <p:cNvPr id="0" name="Object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" y="1351"/>
                          <a:ext cx="367" cy="20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6" name="Text Box 120"/>
            <p:cNvSpPr txBox="1">
              <a:spLocks noChangeArrowheads="1"/>
            </p:cNvSpPr>
            <p:nvPr/>
          </p:nvSpPr>
          <p:spPr bwMode="auto">
            <a:xfrm>
              <a:off x="432" y="3120"/>
              <a:ext cx="210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i="1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i="1">
                  <a:solidFill>
                    <a:schemeClr val="tx1"/>
                  </a:solidFill>
                </a:rPr>
                <a:t>-</a:t>
              </a:r>
              <a:r>
                <a:rPr lang="en-US">
                  <a:solidFill>
                    <a:schemeClr val="tx1"/>
                  </a:solidFill>
                </a:rPr>
                <a:t>th multipath excess delay</a:t>
              </a:r>
            </a:p>
          </p:txBody>
        </p:sp>
        <p:sp>
          <p:nvSpPr>
            <p:cNvPr id="1097" name="Text Box 121"/>
            <p:cNvSpPr txBox="1">
              <a:spLocks noChangeArrowheads="1"/>
            </p:cNvSpPr>
            <p:nvPr/>
          </p:nvSpPr>
          <p:spPr bwMode="auto">
            <a:xfrm>
              <a:off x="480" y="2016"/>
              <a:ext cx="210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i="1">
                  <a:solidFill>
                    <a:schemeClr val="tx1"/>
                  </a:solidFill>
                  <a:latin typeface="Times New Roman" pitchFamily="18" charset="0"/>
                </a:rPr>
                <a:t>n</a:t>
              </a:r>
              <a:r>
                <a:rPr lang="en-US" i="1">
                  <a:solidFill>
                    <a:schemeClr val="tx1"/>
                  </a:solidFill>
                </a:rPr>
                <a:t>-</a:t>
              </a:r>
              <a:r>
                <a:rPr lang="en-US">
                  <a:solidFill>
                    <a:schemeClr val="tx1"/>
                  </a:solidFill>
                </a:rPr>
                <a:t>th multipath amplitude</a:t>
              </a:r>
            </a:p>
          </p:txBody>
        </p:sp>
        <p:sp>
          <p:nvSpPr>
            <p:cNvPr id="1098" name="Text Box 125"/>
            <p:cNvSpPr txBox="1">
              <a:spLocks noChangeArrowheads="1"/>
            </p:cNvSpPr>
            <p:nvPr/>
          </p:nvSpPr>
          <p:spPr bwMode="auto">
            <a:xfrm>
              <a:off x="487" y="2544"/>
              <a:ext cx="210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>
                  <a:solidFill>
                    <a:schemeClr val="tx1"/>
                  </a:solidFill>
                </a:rPr>
                <a:t>excess delay</a:t>
              </a:r>
            </a:p>
          </p:txBody>
        </p:sp>
      </p:grp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sz="2800" u="sng" dirty="0" smtClean="0"/>
              <a:t>Channel Impulse-Response</a:t>
            </a:r>
            <a:endParaRPr lang="fr-CA" sz="2800" u="sng" dirty="0" smtClean="0"/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04800" y="1295400"/>
            <a:ext cx="8610600" cy="4800600"/>
            <a:chOff x="2208" y="1392"/>
            <a:chExt cx="3408" cy="2448"/>
          </a:xfrm>
        </p:grpSpPr>
        <p:pic>
          <p:nvPicPr>
            <p:cNvPr id="1090" name="Picture 4" descr="received-signal"/>
            <p:cNvPicPr>
              <a:picLocks noChangeAspect="1" noChangeArrowheads="1"/>
            </p:cNvPicPr>
            <p:nvPr/>
          </p:nvPicPr>
          <p:blipFill>
            <a:blip r:embed="rId8"/>
            <a:srcRect l="5682" t="5682" r="7954" b="1894"/>
            <a:stretch>
              <a:fillRect/>
            </a:stretch>
          </p:blipFill>
          <p:spPr bwMode="auto">
            <a:xfrm>
              <a:off x="2880" y="1680"/>
              <a:ext cx="2496" cy="20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91" name="AutoShape 5"/>
            <p:cNvSpPr>
              <a:spLocks noChangeArrowheads="1"/>
            </p:cNvSpPr>
            <p:nvPr/>
          </p:nvSpPr>
          <p:spPr bwMode="auto">
            <a:xfrm>
              <a:off x="2208" y="2496"/>
              <a:ext cx="384" cy="336"/>
            </a:xfrm>
            <a:prstGeom prst="flowChartMerg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092" name="Line 6"/>
            <p:cNvSpPr>
              <a:spLocks noChangeShapeType="1"/>
            </p:cNvSpPr>
            <p:nvPr/>
          </p:nvSpPr>
          <p:spPr bwMode="auto">
            <a:xfrm>
              <a:off x="2400" y="2496"/>
              <a:ext cx="0" cy="768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3" name="Rectangle 7"/>
            <p:cNvSpPr>
              <a:spLocks noChangeArrowheads="1"/>
            </p:cNvSpPr>
            <p:nvPr/>
          </p:nvSpPr>
          <p:spPr bwMode="auto">
            <a:xfrm>
              <a:off x="2736" y="1392"/>
              <a:ext cx="2880" cy="24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094" name="Line 8"/>
            <p:cNvSpPr>
              <a:spLocks noChangeShapeType="1"/>
            </p:cNvSpPr>
            <p:nvPr/>
          </p:nvSpPr>
          <p:spPr bwMode="auto">
            <a:xfrm>
              <a:off x="240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22890" name="Line 10"/>
          <p:cNvSpPr>
            <a:spLocks noChangeShapeType="1"/>
          </p:cNvSpPr>
          <p:nvPr/>
        </p:nvSpPr>
        <p:spPr bwMode="auto">
          <a:xfrm>
            <a:off x="2590800" y="4724400"/>
            <a:ext cx="5486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22891" name="Text Box 11"/>
          <p:cNvSpPr txBox="1">
            <a:spLocks noChangeArrowheads="1"/>
          </p:cNvSpPr>
          <p:nvPr/>
        </p:nvSpPr>
        <p:spPr bwMode="auto">
          <a:xfrm>
            <a:off x="6096000" y="3886200"/>
            <a:ext cx="2141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>
                <a:solidFill>
                  <a:srgbClr val="FF0000"/>
                </a:solidFill>
              </a:rPr>
              <a:t>Receiver Detection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>
                <a:solidFill>
                  <a:srgbClr val="FF0000"/>
                </a:solidFill>
              </a:rPr>
              <a:t>Threshold</a:t>
            </a:r>
            <a:endParaRPr lang="fr-CA">
              <a:solidFill>
                <a:srgbClr val="FF0000"/>
              </a:solidFill>
            </a:endParaRPr>
          </a:p>
        </p:txBody>
      </p:sp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3149600" y="1981200"/>
            <a:ext cx="5003800" cy="3429000"/>
            <a:chOff x="1984" y="1248"/>
            <a:chExt cx="3152" cy="2160"/>
          </a:xfrm>
        </p:grpSpPr>
        <p:sp>
          <p:nvSpPr>
            <p:cNvPr id="1056" name="Line 12"/>
            <p:cNvSpPr>
              <a:spLocks noChangeShapeType="1"/>
            </p:cNvSpPr>
            <p:nvPr/>
          </p:nvSpPr>
          <p:spPr bwMode="auto">
            <a:xfrm flipV="1">
              <a:off x="1984" y="1248"/>
              <a:ext cx="0" cy="216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7" name="Line 13"/>
            <p:cNvSpPr>
              <a:spLocks noChangeShapeType="1"/>
            </p:cNvSpPr>
            <p:nvPr/>
          </p:nvSpPr>
          <p:spPr bwMode="auto">
            <a:xfrm flipV="1">
              <a:off x="2064" y="2496"/>
              <a:ext cx="0" cy="91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8" name="Line 14"/>
            <p:cNvSpPr>
              <a:spLocks noChangeShapeType="1"/>
            </p:cNvSpPr>
            <p:nvPr/>
          </p:nvSpPr>
          <p:spPr bwMode="auto">
            <a:xfrm flipV="1">
              <a:off x="2160" y="1632"/>
              <a:ext cx="0" cy="1776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9" name="Line 15"/>
            <p:cNvSpPr>
              <a:spLocks noChangeShapeType="1"/>
            </p:cNvSpPr>
            <p:nvPr/>
          </p:nvSpPr>
          <p:spPr bwMode="auto">
            <a:xfrm flipV="1">
              <a:off x="2256" y="1488"/>
              <a:ext cx="0" cy="192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0" name="Line 16"/>
            <p:cNvSpPr>
              <a:spLocks noChangeShapeType="1"/>
            </p:cNvSpPr>
            <p:nvPr/>
          </p:nvSpPr>
          <p:spPr bwMode="auto">
            <a:xfrm flipV="1">
              <a:off x="2352" y="1824"/>
              <a:ext cx="0" cy="158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1" name="Line 17"/>
            <p:cNvSpPr>
              <a:spLocks noChangeShapeType="1"/>
            </p:cNvSpPr>
            <p:nvPr/>
          </p:nvSpPr>
          <p:spPr bwMode="auto">
            <a:xfrm flipV="1">
              <a:off x="2448" y="2208"/>
              <a:ext cx="0" cy="120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2" name="Line 18"/>
            <p:cNvSpPr>
              <a:spLocks noChangeShapeType="1"/>
            </p:cNvSpPr>
            <p:nvPr/>
          </p:nvSpPr>
          <p:spPr bwMode="auto">
            <a:xfrm flipV="1">
              <a:off x="2544" y="1920"/>
              <a:ext cx="0" cy="14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3" name="Line 19"/>
            <p:cNvSpPr>
              <a:spLocks noChangeShapeType="1"/>
            </p:cNvSpPr>
            <p:nvPr/>
          </p:nvSpPr>
          <p:spPr bwMode="auto">
            <a:xfrm flipV="1">
              <a:off x="2640" y="2688"/>
              <a:ext cx="0" cy="72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4" name="Line 20"/>
            <p:cNvSpPr>
              <a:spLocks noChangeShapeType="1"/>
            </p:cNvSpPr>
            <p:nvPr/>
          </p:nvSpPr>
          <p:spPr bwMode="auto">
            <a:xfrm flipV="1">
              <a:off x="2736" y="2304"/>
              <a:ext cx="0" cy="110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5" name="Line 21"/>
            <p:cNvSpPr>
              <a:spLocks noChangeShapeType="1"/>
            </p:cNvSpPr>
            <p:nvPr/>
          </p:nvSpPr>
          <p:spPr bwMode="auto">
            <a:xfrm flipV="1">
              <a:off x="2832" y="2400"/>
              <a:ext cx="0" cy="100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6" name="Line 36"/>
            <p:cNvSpPr>
              <a:spLocks noChangeShapeType="1"/>
            </p:cNvSpPr>
            <p:nvPr/>
          </p:nvSpPr>
          <p:spPr bwMode="auto">
            <a:xfrm flipV="1">
              <a:off x="2928" y="2544"/>
              <a:ext cx="0" cy="86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7" name="Line 37"/>
            <p:cNvSpPr>
              <a:spLocks noChangeShapeType="1"/>
            </p:cNvSpPr>
            <p:nvPr/>
          </p:nvSpPr>
          <p:spPr bwMode="auto">
            <a:xfrm flipV="1">
              <a:off x="3024" y="2736"/>
              <a:ext cx="0" cy="67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8" name="Line 38"/>
            <p:cNvSpPr>
              <a:spLocks noChangeShapeType="1"/>
            </p:cNvSpPr>
            <p:nvPr/>
          </p:nvSpPr>
          <p:spPr bwMode="auto">
            <a:xfrm flipV="1">
              <a:off x="3120" y="2688"/>
              <a:ext cx="0" cy="72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9" name="Line 39"/>
            <p:cNvSpPr>
              <a:spLocks noChangeShapeType="1"/>
            </p:cNvSpPr>
            <p:nvPr/>
          </p:nvSpPr>
          <p:spPr bwMode="auto">
            <a:xfrm flipV="1">
              <a:off x="3216" y="2592"/>
              <a:ext cx="0" cy="816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0" name="Line 41"/>
            <p:cNvSpPr>
              <a:spLocks noChangeShapeType="1"/>
            </p:cNvSpPr>
            <p:nvPr/>
          </p:nvSpPr>
          <p:spPr bwMode="auto">
            <a:xfrm flipV="1">
              <a:off x="3312" y="2736"/>
              <a:ext cx="0" cy="67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1" name="Line 42"/>
            <p:cNvSpPr>
              <a:spLocks noChangeShapeType="1"/>
            </p:cNvSpPr>
            <p:nvPr/>
          </p:nvSpPr>
          <p:spPr bwMode="auto">
            <a:xfrm flipV="1">
              <a:off x="3504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2" name="Line 43"/>
            <p:cNvSpPr>
              <a:spLocks noChangeShapeType="1"/>
            </p:cNvSpPr>
            <p:nvPr/>
          </p:nvSpPr>
          <p:spPr bwMode="auto">
            <a:xfrm flipV="1">
              <a:off x="3600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3" name="Line 44"/>
            <p:cNvSpPr>
              <a:spLocks noChangeShapeType="1"/>
            </p:cNvSpPr>
            <p:nvPr/>
          </p:nvSpPr>
          <p:spPr bwMode="auto">
            <a:xfrm flipV="1">
              <a:off x="3696" y="2880"/>
              <a:ext cx="0" cy="52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4" name="Line 46"/>
            <p:cNvSpPr>
              <a:spLocks noChangeShapeType="1"/>
            </p:cNvSpPr>
            <p:nvPr/>
          </p:nvSpPr>
          <p:spPr bwMode="auto">
            <a:xfrm flipV="1">
              <a:off x="3408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5" name="Line 48"/>
            <p:cNvSpPr>
              <a:spLocks noChangeShapeType="1"/>
            </p:cNvSpPr>
            <p:nvPr/>
          </p:nvSpPr>
          <p:spPr bwMode="auto">
            <a:xfrm flipV="1">
              <a:off x="3792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6" name="Line 49"/>
            <p:cNvSpPr>
              <a:spLocks noChangeShapeType="1"/>
            </p:cNvSpPr>
            <p:nvPr/>
          </p:nvSpPr>
          <p:spPr bwMode="auto">
            <a:xfrm flipV="1">
              <a:off x="3888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7" name="Line 50"/>
            <p:cNvSpPr>
              <a:spLocks noChangeShapeType="1"/>
            </p:cNvSpPr>
            <p:nvPr/>
          </p:nvSpPr>
          <p:spPr bwMode="auto">
            <a:xfrm flipV="1">
              <a:off x="3984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8" name="Line 51"/>
            <p:cNvSpPr>
              <a:spLocks noChangeShapeType="1"/>
            </p:cNvSpPr>
            <p:nvPr/>
          </p:nvSpPr>
          <p:spPr bwMode="auto">
            <a:xfrm flipV="1">
              <a:off x="4080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79" name="Line 52"/>
            <p:cNvSpPr>
              <a:spLocks noChangeShapeType="1"/>
            </p:cNvSpPr>
            <p:nvPr/>
          </p:nvSpPr>
          <p:spPr bwMode="auto">
            <a:xfrm flipV="1">
              <a:off x="4176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0" name="Line 53"/>
            <p:cNvSpPr>
              <a:spLocks noChangeShapeType="1"/>
            </p:cNvSpPr>
            <p:nvPr/>
          </p:nvSpPr>
          <p:spPr bwMode="auto">
            <a:xfrm flipV="1">
              <a:off x="4272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1" name="Line 54"/>
            <p:cNvSpPr>
              <a:spLocks noChangeShapeType="1"/>
            </p:cNvSpPr>
            <p:nvPr/>
          </p:nvSpPr>
          <p:spPr bwMode="auto">
            <a:xfrm flipV="1">
              <a:off x="4368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2" name="Line 55"/>
            <p:cNvSpPr>
              <a:spLocks noChangeShapeType="1"/>
            </p:cNvSpPr>
            <p:nvPr/>
          </p:nvSpPr>
          <p:spPr bwMode="auto">
            <a:xfrm flipV="1">
              <a:off x="4464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3" name="Line 56"/>
            <p:cNvSpPr>
              <a:spLocks noChangeShapeType="1"/>
            </p:cNvSpPr>
            <p:nvPr/>
          </p:nvSpPr>
          <p:spPr bwMode="auto">
            <a:xfrm flipV="1">
              <a:off x="4560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4" name="Line 57"/>
            <p:cNvSpPr>
              <a:spLocks noChangeShapeType="1"/>
            </p:cNvSpPr>
            <p:nvPr/>
          </p:nvSpPr>
          <p:spPr bwMode="auto">
            <a:xfrm flipV="1">
              <a:off x="4752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5" name="Line 58"/>
            <p:cNvSpPr>
              <a:spLocks noChangeShapeType="1"/>
            </p:cNvSpPr>
            <p:nvPr/>
          </p:nvSpPr>
          <p:spPr bwMode="auto">
            <a:xfrm flipV="1">
              <a:off x="4656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6" name="Line 61"/>
            <p:cNvSpPr>
              <a:spLocks noChangeShapeType="1"/>
            </p:cNvSpPr>
            <p:nvPr/>
          </p:nvSpPr>
          <p:spPr bwMode="auto">
            <a:xfrm flipV="1">
              <a:off x="4848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7" name="Line 62"/>
            <p:cNvSpPr>
              <a:spLocks noChangeShapeType="1"/>
            </p:cNvSpPr>
            <p:nvPr/>
          </p:nvSpPr>
          <p:spPr bwMode="auto">
            <a:xfrm flipV="1">
              <a:off x="4944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8" name="Line 63"/>
            <p:cNvSpPr>
              <a:spLocks noChangeShapeType="1"/>
            </p:cNvSpPr>
            <p:nvPr/>
          </p:nvSpPr>
          <p:spPr bwMode="auto">
            <a:xfrm flipV="1">
              <a:off x="5040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9" name="Line 64"/>
            <p:cNvSpPr>
              <a:spLocks noChangeShapeType="1"/>
            </p:cNvSpPr>
            <p:nvPr/>
          </p:nvSpPr>
          <p:spPr bwMode="auto">
            <a:xfrm flipV="1">
              <a:off x="5136" y="2976"/>
              <a:ext cx="0" cy="43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5" name="Group 109"/>
          <p:cNvGrpSpPr>
            <a:grpSpLocks/>
          </p:cNvGrpSpPr>
          <p:nvPr/>
        </p:nvGrpSpPr>
        <p:grpSpPr bwMode="auto">
          <a:xfrm>
            <a:off x="2667000" y="2590800"/>
            <a:ext cx="3190875" cy="3409950"/>
            <a:chOff x="432" y="-1074"/>
            <a:chExt cx="2010" cy="2148"/>
          </a:xfrm>
        </p:grpSpPr>
        <p:sp>
          <p:nvSpPr>
            <p:cNvPr id="1036" name="Line 101"/>
            <p:cNvSpPr>
              <a:spLocks noChangeShapeType="1"/>
            </p:cNvSpPr>
            <p:nvPr/>
          </p:nvSpPr>
          <p:spPr bwMode="auto">
            <a:xfrm>
              <a:off x="690" y="710"/>
              <a:ext cx="1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7" name="Line 67"/>
            <p:cNvSpPr>
              <a:spLocks noChangeShapeType="1"/>
            </p:cNvSpPr>
            <p:nvPr/>
          </p:nvSpPr>
          <p:spPr bwMode="auto">
            <a:xfrm flipV="1">
              <a:off x="695" y="-349"/>
              <a:ext cx="0" cy="10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8" name="Line 68"/>
            <p:cNvSpPr>
              <a:spLocks noChangeShapeType="1"/>
            </p:cNvSpPr>
            <p:nvPr/>
          </p:nvSpPr>
          <p:spPr bwMode="auto">
            <a:xfrm flipV="1">
              <a:off x="736" y="263"/>
              <a:ext cx="0" cy="44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9" name="Line 69"/>
            <p:cNvSpPr>
              <a:spLocks noChangeShapeType="1"/>
            </p:cNvSpPr>
            <p:nvPr/>
          </p:nvSpPr>
          <p:spPr bwMode="auto">
            <a:xfrm flipV="1">
              <a:off x="785" y="-161"/>
              <a:ext cx="0" cy="87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0" name="Line 70"/>
            <p:cNvSpPr>
              <a:spLocks noChangeShapeType="1"/>
            </p:cNvSpPr>
            <p:nvPr/>
          </p:nvSpPr>
          <p:spPr bwMode="auto">
            <a:xfrm flipV="1">
              <a:off x="834" y="-231"/>
              <a:ext cx="0" cy="9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1" name="Line 71"/>
            <p:cNvSpPr>
              <a:spLocks noChangeShapeType="1"/>
            </p:cNvSpPr>
            <p:nvPr/>
          </p:nvSpPr>
          <p:spPr bwMode="auto">
            <a:xfrm flipV="1">
              <a:off x="883" y="-67"/>
              <a:ext cx="0" cy="77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2" name="Line 72"/>
            <p:cNvSpPr>
              <a:spLocks noChangeShapeType="1"/>
            </p:cNvSpPr>
            <p:nvPr/>
          </p:nvSpPr>
          <p:spPr bwMode="auto">
            <a:xfrm flipV="1">
              <a:off x="932" y="122"/>
              <a:ext cx="0" cy="5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3" name="Line 73"/>
            <p:cNvSpPr>
              <a:spLocks noChangeShapeType="1"/>
            </p:cNvSpPr>
            <p:nvPr/>
          </p:nvSpPr>
          <p:spPr bwMode="auto">
            <a:xfrm flipV="1">
              <a:off x="982" y="-20"/>
              <a:ext cx="0" cy="73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4" name="Line 74"/>
            <p:cNvSpPr>
              <a:spLocks noChangeShapeType="1"/>
            </p:cNvSpPr>
            <p:nvPr/>
          </p:nvSpPr>
          <p:spPr bwMode="auto">
            <a:xfrm flipV="1">
              <a:off x="1031" y="357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5" name="Line 75"/>
            <p:cNvSpPr>
              <a:spLocks noChangeShapeType="1"/>
            </p:cNvSpPr>
            <p:nvPr/>
          </p:nvSpPr>
          <p:spPr bwMode="auto">
            <a:xfrm flipV="1">
              <a:off x="1080" y="169"/>
              <a:ext cx="0" cy="5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6" name="Line 76"/>
            <p:cNvSpPr>
              <a:spLocks noChangeShapeType="1"/>
            </p:cNvSpPr>
            <p:nvPr/>
          </p:nvSpPr>
          <p:spPr bwMode="auto">
            <a:xfrm flipV="1">
              <a:off x="1129" y="216"/>
              <a:ext cx="0" cy="49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7" name="Line 77"/>
            <p:cNvSpPr>
              <a:spLocks noChangeShapeType="1"/>
            </p:cNvSpPr>
            <p:nvPr/>
          </p:nvSpPr>
          <p:spPr bwMode="auto">
            <a:xfrm flipV="1">
              <a:off x="1178" y="286"/>
              <a:ext cx="0" cy="42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8" name="Line 78"/>
            <p:cNvSpPr>
              <a:spLocks noChangeShapeType="1"/>
            </p:cNvSpPr>
            <p:nvPr/>
          </p:nvSpPr>
          <p:spPr bwMode="auto">
            <a:xfrm flipV="1">
              <a:off x="1227" y="381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49" name="Line 79"/>
            <p:cNvSpPr>
              <a:spLocks noChangeShapeType="1"/>
            </p:cNvSpPr>
            <p:nvPr/>
          </p:nvSpPr>
          <p:spPr bwMode="auto">
            <a:xfrm flipV="1">
              <a:off x="1276" y="357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0" name="Line 80"/>
            <p:cNvSpPr>
              <a:spLocks noChangeShapeType="1"/>
            </p:cNvSpPr>
            <p:nvPr/>
          </p:nvSpPr>
          <p:spPr bwMode="auto">
            <a:xfrm flipV="1">
              <a:off x="1421" y="310"/>
              <a:ext cx="0" cy="40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1" name="Line 81"/>
            <p:cNvSpPr>
              <a:spLocks noChangeShapeType="1"/>
            </p:cNvSpPr>
            <p:nvPr/>
          </p:nvSpPr>
          <p:spPr bwMode="auto">
            <a:xfrm flipV="1">
              <a:off x="1471" y="381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2" name="Line 84"/>
            <p:cNvSpPr>
              <a:spLocks noChangeShapeType="1"/>
            </p:cNvSpPr>
            <p:nvPr/>
          </p:nvSpPr>
          <p:spPr bwMode="auto">
            <a:xfrm flipV="1">
              <a:off x="1667" y="451"/>
              <a:ext cx="0" cy="2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3" name="Line 102"/>
            <p:cNvSpPr>
              <a:spLocks noChangeShapeType="1"/>
            </p:cNvSpPr>
            <p:nvPr/>
          </p:nvSpPr>
          <p:spPr bwMode="auto">
            <a:xfrm flipV="1">
              <a:off x="695" y="-53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4" name="Text Box 106"/>
            <p:cNvSpPr txBox="1">
              <a:spLocks noChangeArrowheads="1"/>
            </p:cNvSpPr>
            <p:nvPr/>
          </p:nvSpPr>
          <p:spPr bwMode="auto">
            <a:xfrm>
              <a:off x="1208" y="748"/>
              <a:ext cx="959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sz="1400">
                  <a:solidFill>
                    <a:schemeClr val="tx1"/>
                  </a:solidFill>
                </a:rPr>
                <a:t>Excess Delay (ns)</a:t>
              </a:r>
              <a:endParaRPr lang="fr-CA" sz="1400">
                <a:solidFill>
                  <a:schemeClr val="tx1"/>
                </a:solidFill>
              </a:endParaRPr>
            </a:p>
          </p:txBody>
        </p:sp>
        <p:sp>
          <p:nvSpPr>
            <p:cNvPr id="1055" name="Rectangle 107"/>
            <p:cNvSpPr>
              <a:spLocks noChangeArrowheads="1"/>
            </p:cNvSpPr>
            <p:nvPr/>
          </p:nvSpPr>
          <p:spPr bwMode="auto">
            <a:xfrm rot="-5400000">
              <a:off x="-340" y="-302"/>
              <a:ext cx="173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en-US" sz="1400">
                  <a:solidFill>
                    <a:schemeClr val="tx1"/>
                  </a:solidFill>
                </a:rPr>
                <a:t>Normalized Received Power (dB)</a:t>
              </a:r>
              <a:endParaRPr lang="fr-CA" sz="1400">
                <a:solidFill>
                  <a:schemeClr val="tx1"/>
                </a:solidFill>
              </a:endParaRPr>
            </a:p>
          </p:txBody>
        </p:sp>
      </p:grpSp>
      <p:sp>
        <p:nvSpPr>
          <p:cNvPr id="77" name="Rectangle 76"/>
          <p:cNvSpPr/>
          <p:nvPr/>
        </p:nvSpPr>
        <p:spPr>
          <a:xfrm>
            <a:off x="5541119" y="4313089"/>
            <a:ext cx="1714512" cy="10715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028" name="Object 235"/>
          <p:cNvGraphicFramePr>
            <a:graphicFrameLocks noChangeAspect="1"/>
          </p:cNvGraphicFramePr>
          <p:nvPr/>
        </p:nvGraphicFramePr>
        <p:xfrm>
          <a:off x="6238875" y="5500688"/>
          <a:ext cx="5238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9" imgW="279360" imgH="228600" progId="Equation.3">
                  <p:embed/>
                </p:oleObj>
              </mc:Choice>
              <mc:Fallback>
                <p:oleObj name="Equation" r:id="rId9" imgW="279360" imgH="228600" progId="Equation.3">
                  <p:embed/>
                  <p:pic>
                    <p:nvPicPr>
                      <p:cNvPr id="0" name="Object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5" y="5500688"/>
                        <a:ext cx="523875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73988E-6 L 0.26718 -0.0041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00" y="-2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0" grpId="0" animBg="1"/>
      <p:bldP spid="122890" grpId="1" animBg="1"/>
      <p:bldP spid="122891" grpId="0"/>
      <p:bldP spid="122891" grpId="1"/>
      <p:bldP spid="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Review: Convolution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smtClean="0">
                <a:hlinkClick r:id="rId3"/>
              </a:rPr>
              <a:t>http://www.jhu.edu/signals/convolve/</a:t>
            </a:r>
            <a:endParaRPr lang="en-CA" dirty="0" smtClean="0"/>
          </a:p>
          <a:p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3357554" y="2500306"/>
            <a:ext cx="1928826" cy="9286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6" name="Straight Arrow Connector 5"/>
          <p:cNvCxnSpPr>
            <a:endCxn id="5" idx="1"/>
          </p:cNvCxnSpPr>
          <p:nvPr/>
        </p:nvCxnSpPr>
        <p:spPr>
          <a:xfrm flipV="1">
            <a:off x="1902328" y="2964653"/>
            <a:ext cx="1455226" cy="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286380" y="3000372"/>
            <a:ext cx="1455226" cy="5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3857620" y="2643182"/>
            <a:ext cx="995359" cy="636578"/>
            <a:chOff x="690" y="-538"/>
            <a:chExt cx="1752" cy="1248"/>
          </a:xfrm>
        </p:grpSpPr>
        <p:sp>
          <p:nvSpPr>
            <p:cNvPr id="10" name="Line 101"/>
            <p:cNvSpPr>
              <a:spLocks noChangeShapeType="1"/>
            </p:cNvSpPr>
            <p:nvPr/>
          </p:nvSpPr>
          <p:spPr bwMode="auto">
            <a:xfrm>
              <a:off x="690" y="710"/>
              <a:ext cx="175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Line 67"/>
            <p:cNvSpPr>
              <a:spLocks noChangeShapeType="1"/>
            </p:cNvSpPr>
            <p:nvPr/>
          </p:nvSpPr>
          <p:spPr bwMode="auto">
            <a:xfrm flipV="1">
              <a:off x="695" y="-349"/>
              <a:ext cx="0" cy="105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Line 68"/>
            <p:cNvSpPr>
              <a:spLocks noChangeShapeType="1"/>
            </p:cNvSpPr>
            <p:nvPr/>
          </p:nvSpPr>
          <p:spPr bwMode="auto">
            <a:xfrm flipV="1">
              <a:off x="736" y="263"/>
              <a:ext cx="0" cy="447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Line 69"/>
            <p:cNvSpPr>
              <a:spLocks noChangeShapeType="1"/>
            </p:cNvSpPr>
            <p:nvPr/>
          </p:nvSpPr>
          <p:spPr bwMode="auto">
            <a:xfrm flipV="1">
              <a:off x="785" y="-161"/>
              <a:ext cx="0" cy="87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Line 70"/>
            <p:cNvSpPr>
              <a:spLocks noChangeShapeType="1"/>
            </p:cNvSpPr>
            <p:nvPr/>
          </p:nvSpPr>
          <p:spPr bwMode="auto">
            <a:xfrm flipV="1">
              <a:off x="834" y="-231"/>
              <a:ext cx="0" cy="94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Line 71"/>
            <p:cNvSpPr>
              <a:spLocks noChangeShapeType="1"/>
            </p:cNvSpPr>
            <p:nvPr/>
          </p:nvSpPr>
          <p:spPr bwMode="auto">
            <a:xfrm flipV="1">
              <a:off x="883" y="-67"/>
              <a:ext cx="0" cy="777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Line 72"/>
            <p:cNvSpPr>
              <a:spLocks noChangeShapeType="1"/>
            </p:cNvSpPr>
            <p:nvPr/>
          </p:nvSpPr>
          <p:spPr bwMode="auto">
            <a:xfrm flipV="1">
              <a:off x="932" y="122"/>
              <a:ext cx="0" cy="5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Line 73"/>
            <p:cNvSpPr>
              <a:spLocks noChangeShapeType="1"/>
            </p:cNvSpPr>
            <p:nvPr/>
          </p:nvSpPr>
          <p:spPr bwMode="auto">
            <a:xfrm flipV="1">
              <a:off x="982" y="-20"/>
              <a:ext cx="0" cy="73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Line 74"/>
            <p:cNvSpPr>
              <a:spLocks noChangeShapeType="1"/>
            </p:cNvSpPr>
            <p:nvPr/>
          </p:nvSpPr>
          <p:spPr bwMode="auto">
            <a:xfrm flipV="1">
              <a:off x="1031" y="357"/>
              <a:ext cx="0" cy="353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Line 75"/>
            <p:cNvSpPr>
              <a:spLocks noChangeShapeType="1"/>
            </p:cNvSpPr>
            <p:nvPr/>
          </p:nvSpPr>
          <p:spPr bwMode="auto">
            <a:xfrm flipV="1">
              <a:off x="1080" y="169"/>
              <a:ext cx="0" cy="54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Line 76"/>
            <p:cNvSpPr>
              <a:spLocks noChangeShapeType="1"/>
            </p:cNvSpPr>
            <p:nvPr/>
          </p:nvSpPr>
          <p:spPr bwMode="auto">
            <a:xfrm flipV="1">
              <a:off x="1129" y="216"/>
              <a:ext cx="0" cy="49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Line 77"/>
            <p:cNvSpPr>
              <a:spLocks noChangeShapeType="1"/>
            </p:cNvSpPr>
            <p:nvPr/>
          </p:nvSpPr>
          <p:spPr bwMode="auto">
            <a:xfrm flipV="1">
              <a:off x="1178" y="286"/>
              <a:ext cx="0" cy="42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Line 78"/>
            <p:cNvSpPr>
              <a:spLocks noChangeShapeType="1"/>
            </p:cNvSpPr>
            <p:nvPr/>
          </p:nvSpPr>
          <p:spPr bwMode="auto">
            <a:xfrm flipV="1">
              <a:off x="1227" y="381"/>
              <a:ext cx="0" cy="32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Line 79"/>
            <p:cNvSpPr>
              <a:spLocks noChangeShapeType="1"/>
            </p:cNvSpPr>
            <p:nvPr/>
          </p:nvSpPr>
          <p:spPr bwMode="auto">
            <a:xfrm flipV="1">
              <a:off x="1276" y="357"/>
              <a:ext cx="0" cy="353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Line 80"/>
            <p:cNvSpPr>
              <a:spLocks noChangeShapeType="1"/>
            </p:cNvSpPr>
            <p:nvPr/>
          </p:nvSpPr>
          <p:spPr bwMode="auto">
            <a:xfrm flipV="1">
              <a:off x="1421" y="310"/>
              <a:ext cx="0" cy="4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Line 81"/>
            <p:cNvSpPr>
              <a:spLocks noChangeShapeType="1"/>
            </p:cNvSpPr>
            <p:nvPr/>
          </p:nvSpPr>
          <p:spPr bwMode="auto">
            <a:xfrm flipV="1">
              <a:off x="1471" y="381"/>
              <a:ext cx="0" cy="32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Line 84"/>
            <p:cNvSpPr>
              <a:spLocks noChangeShapeType="1"/>
            </p:cNvSpPr>
            <p:nvPr/>
          </p:nvSpPr>
          <p:spPr bwMode="auto">
            <a:xfrm flipV="1">
              <a:off x="1667" y="451"/>
              <a:ext cx="0" cy="25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Line 102"/>
            <p:cNvSpPr>
              <a:spLocks noChangeShapeType="1"/>
            </p:cNvSpPr>
            <p:nvPr/>
          </p:nvSpPr>
          <p:spPr bwMode="auto">
            <a:xfrm flipV="1">
              <a:off x="695" y="-538"/>
              <a:ext cx="0" cy="124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3857620" y="2786058"/>
            <a:ext cx="642942" cy="5000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43956" cy="582594"/>
          </a:xfrm>
        </p:spPr>
        <p:txBody>
          <a:bodyPr/>
          <a:lstStyle/>
          <a:p>
            <a:pPr eaLnBrk="1" hangingPunct="1"/>
            <a:r>
              <a:rPr lang="en-US" sz="2800" u="sng" dirty="0" smtClean="0"/>
              <a:t>Frequency-Flat Vs. Frequency-Selective Fading</a:t>
            </a:r>
            <a:endParaRPr lang="fr-CA" sz="2800" u="sng" dirty="0" smtClean="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667000" y="1371600"/>
            <a:ext cx="3429000" cy="609600"/>
            <a:chOff x="1488" y="960"/>
            <a:chExt cx="2457" cy="576"/>
          </a:xfrm>
        </p:grpSpPr>
        <p:sp>
          <p:nvSpPr>
            <p:cNvPr id="2205" name="Rectangle 4"/>
            <p:cNvSpPr>
              <a:spLocks noChangeArrowheads="1"/>
            </p:cNvSpPr>
            <p:nvPr/>
          </p:nvSpPr>
          <p:spPr bwMode="auto">
            <a:xfrm>
              <a:off x="2400" y="960"/>
              <a:ext cx="86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2400">
                  <a:solidFill>
                    <a:schemeClr val="tx1"/>
                  </a:solidFill>
                </a:rPr>
                <a:t>Channel</a:t>
              </a:r>
              <a:endParaRPr lang="fr-CA" sz="2400">
                <a:solidFill>
                  <a:schemeClr val="tx1"/>
                </a:solidFill>
              </a:endParaRPr>
            </a:p>
          </p:txBody>
        </p:sp>
        <p:sp>
          <p:nvSpPr>
            <p:cNvPr id="2206" name="Line 5"/>
            <p:cNvSpPr>
              <a:spLocks noChangeShapeType="1"/>
            </p:cNvSpPr>
            <p:nvPr/>
          </p:nvSpPr>
          <p:spPr bwMode="auto">
            <a:xfrm>
              <a:off x="1488" y="1261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07" name="Line 6"/>
            <p:cNvSpPr>
              <a:spLocks noChangeShapeType="1"/>
            </p:cNvSpPr>
            <p:nvPr/>
          </p:nvSpPr>
          <p:spPr bwMode="auto">
            <a:xfrm>
              <a:off x="3273" y="126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058" name="Text Box 7"/>
          <p:cNvSpPr txBox="1">
            <a:spLocks noChangeArrowheads="1"/>
          </p:cNvSpPr>
          <p:nvPr/>
        </p:nvSpPr>
        <p:spPr bwMode="auto">
          <a:xfrm>
            <a:off x="685800" y="1447800"/>
            <a:ext cx="1600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Tx/>
              <a:buNone/>
            </a:pPr>
            <a:r>
              <a:rPr lang="en-US">
                <a:solidFill>
                  <a:schemeClr val="tx1"/>
                </a:solidFill>
              </a:rPr>
              <a:t>Transmitted Signal</a:t>
            </a:r>
            <a:endParaRPr lang="fr-CA">
              <a:solidFill>
                <a:schemeClr val="tx1"/>
              </a:solidFill>
            </a:endParaRPr>
          </a:p>
        </p:txBody>
      </p:sp>
      <p:sp>
        <p:nvSpPr>
          <p:cNvPr id="2059" name="Text Box 8"/>
          <p:cNvSpPr txBox="1">
            <a:spLocks noChangeArrowheads="1"/>
          </p:cNvSpPr>
          <p:nvPr/>
        </p:nvSpPr>
        <p:spPr bwMode="auto">
          <a:xfrm>
            <a:off x="6400800" y="1524000"/>
            <a:ext cx="1828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Tx/>
              <a:buNone/>
            </a:pPr>
            <a:r>
              <a:rPr lang="en-US">
                <a:solidFill>
                  <a:schemeClr val="tx1"/>
                </a:solidFill>
              </a:rPr>
              <a:t>Received Signal</a:t>
            </a:r>
            <a:endParaRPr lang="fr-CA">
              <a:solidFill>
                <a:schemeClr val="tx1"/>
              </a:solidFill>
            </a:endParaRPr>
          </a:p>
        </p:txBody>
      </p:sp>
      <p:sp>
        <p:nvSpPr>
          <p:cNvPr id="2061" name="Line 12"/>
          <p:cNvSpPr>
            <a:spLocks noChangeShapeType="1"/>
          </p:cNvSpPr>
          <p:nvPr/>
        </p:nvSpPr>
        <p:spPr bwMode="auto">
          <a:xfrm>
            <a:off x="4572000" y="25146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grpSp>
        <p:nvGrpSpPr>
          <p:cNvPr id="164" name="Group 163"/>
          <p:cNvGrpSpPr/>
          <p:nvPr/>
        </p:nvGrpSpPr>
        <p:grpSpPr>
          <a:xfrm>
            <a:off x="4745138" y="4573616"/>
            <a:ext cx="4114800" cy="1890713"/>
            <a:chOff x="228600" y="2209800"/>
            <a:chExt cx="4114800" cy="1890713"/>
          </a:xfrm>
        </p:grpSpPr>
        <p:sp>
          <p:nvSpPr>
            <p:cNvPr id="2090" name="Text Box 10"/>
            <p:cNvSpPr txBox="1">
              <a:spLocks noChangeArrowheads="1"/>
            </p:cNvSpPr>
            <p:nvPr/>
          </p:nvSpPr>
          <p:spPr bwMode="auto">
            <a:xfrm>
              <a:off x="914400" y="2209800"/>
              <a:ext cx="2667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buFontTx/>
                <a:buNone/>
              </a:pPr>
              <a:r>
                <a:rPr lang="en-US" sz="2000" dirty="0">
                  <a:solidFill>
                    <a:schemeClr val="tx1"/>
                  </a:solidFill>
                </a:rPr>
                <a:t>Frequency-Flat Fading</a:t>
              </a:r>
              <a:endParaRPr lang="fr-CA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163" name="Group 162"/>
            <p:cNvGrpSpPr/>
            <p:nvPr/>
          </p:nvGrpSpPr>
          <p:grpSpPr>
            <a:xfrm>
              <a:off x="228600" y="2757488"/>
              <a:ext cx="4114800" cy="1343025"/>
              <a:chOff x="228600" y="2757488"/>
              <a:chExt cx="4114800" cy="1343025"/>
            </a:xfrm>
          </p:grpSpPr>
          <p:grpSp>
            <p:nvGrpSpPr>
              <p:cNvPr id="16" name="Group 17"/>
              <p:cNvGrpSpPr>
                <a:grpSpLocks/>
              </p:cNvGrpSpPr>
              <p:nvPr/>
            </p:nvGrpSpPr>
            <p:grpSpPr bwMode="auto">
              <a:xfrm>
                <a:off x="1371600" y="2757488"/>
                <a:ext cx="1828800" cy="533400"/>
                <a:chOff x="1488" y="960"/>
                <a:chExt cx="2457" cy="576"/>
              </a:xfrm>
            </p:grpSpPr>
            <p:sp>
              <p:nvSpPr>
                <p:cNvPr id="2151" name="Rectangle 18"/>
                <p:cNvSpPr>
                  <a:spLocks noChangeArrowheads="1"/>
                </p:cNvSpPr>
                <p:nvPr/>
              </p:nvSpPr>
              <p:spPr bwMode="auto">
                <a:xfrm>
                  <a:off x="2400" y="960"/>
                  <a:ext cx="864" cy="57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2" name="Line 19"/>
                <p:cNvSpPr>
                  <a:spLocks noChangeShapeType="1"/>
                </p:cNvSpPr>
                <p:nvPr/>
              </p:nvSpPr>
              <p:spPr bwMode="auto">
                <a:xfrm>
                  <a:off x="1488" y="1261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3" name="Line 20"/>
                <p:cNvSpPr>
                  <a:spLocks noChangeShapeType="1"/>
                </p:cNvSpPr>
                <p:nvPr/>
              </p:nvSpPr>
              <p:spPr bwMode="auto">
                <a:xfrm>
                  <a:off x="3273" y="1260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109" name="Text Box 35"/>
              <p:cNvSpPr txBox="1">
                <a:spLocks noChangeArrowheads="1"/>
              </p:cNvSpPr>
              <p:nvPr/>
            </p:nvSpPr>
            <p:spPr bwMode="auto">
              <a:xfrm>
                <a:off x="1981200" y="3367088"/>
                <a:ext cx="765175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1000">
                    <a:solidFill>
                      <a:schemeClr val="tx1"/>
                    </a:solidFill>
                  </a:rPr>
                  <a:t>Frequency</a:t>
                </a:r>
                <a:endParaRPr lang="fr-CA" sz="1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" name="Group 157"/>
              <p:cNvGrpSpPr>
                <a:grpSpLocks/>
              </p:cNvGrpSpPr>
              <p:nvPr/>
            </p:nvGrpSpPr>
            <p:grpSpPr bwMode="auto">
              <a:xfrm>
                <a:off x="457200" y="2909888"/>
                <a:ext cx="304800" cy="304800"/>
                <a:chOff x="192" y="2640"/>
                <a:chExt cx="480" cy="336"/>
              </a:xfrm>
            </p:grpSpPr>
            <p:sp>
              <p:nvSpPr>
                <p:cNvPr id="2148" name="Line 154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9" name="Freeform 155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0" name="Line 156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8" name="Group 162"/>
              <p:cNvGrpSpPr>
                <a:grpSpLocks/>
              </p:cNvGrpSpPr>
              <p:nvPr/>
            </p:nvGrpSpPr>
            <p:grpSpPr bwMode="auto">
              <a:xfrm>
                <a:off x="2070100" y="2909888"/>
                <a:ext cx="609600" cy="304800"/>
                <a:chOff x="192" y="2640"/>
                <a:chExt cx="480" cy="336"/>
              </a:xfrm>
            </p:grpSpPr>
            <p:sp>
              <p:nvSpPr>
                <p:cNvPr id="2145" name="Line 163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6" name="Freeform 164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7" name="Line 165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9" name="Group 174"/>
              <p:cNvGrpSpPr>
                <a:grpSpLocks/>
              </p:cNvGrpSpPr>
              <p:nvPr/>
            </p:nvGrpSpPr>
            <p:grpSpPr bwMode="auto">
              <a:xfrm>
                <a:off x="3733800" y="2909888"/>
                <a:ext cx="304800" cy="304800"/>
                <a:chOff x="192" y="2640"/>
                <a:chExt cx="480" cy="336"/>
              </a:xfrm>
            </p:grpSpPr>
            <p:sp>
              <p:nvSpPr>
                <p:cNvPr id="2142" name="Line 175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3" name="Freeform 176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4" name="Line 177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113" name="Text Box 264"/>
              <p:cNvSpPr txBox="1">
                <a:spLocks noChangeArrowheads="1"/>
              </p:cNvSpPr>
              <p:nvPr/>
            </p:nvSpPr>
            <p:spPr bwMode="auto">
              <a:xfrm>
                <a:off x="228600" y="3276600"/>
                <a:ext cx="7620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>
                    <a:solidFill>
                      <a:schemeClr val="tx1"/>
                    </a:solidFill>
                  </a:rPr>
                  <a:t>s </a:t>
                </a:r>
                <a:r>
                  <a:rPr lang="en-US" sz="1200">
                    <a:solidFill>
                      <a:schemeClr val="tx1"/>
                    </a:solidFill>
                  </a:rPr>
                  <a:t>@ Tx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4" name="Text Box 274"/>
              <p:cNvSpPr txBox="1">
                <a:spLocks noChangeArrowheads="1"/>
              </p:cNvSpPr>
              <p:nvPr/>
            </p:nvSpPr>
            <p:spPr bwMode="auto">
              <a:xfrm>
                <a:off x="3505200" y="3276600"/>
                <a:ext cx="8382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>
                    <a:solidFill>
                      <a:schemeClr val="tx1"/>
                    </a:solidFill>
                  </a:rPr>
                  <a:t>s </a:t>
                </a:r>
                <a:r>
                  <a:rPr lang="en-US" sz="1200">
                    <a:solidFill>
                      <a:schemeClr val="tx1"/>
                    </a:solidFill>
                  </a:rPr>
                  <a:t>@ Rx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5" name="Text Box 276"/>
              <p:cNvSpPr txBox="1">
                <a:spLocks noChangeArrowheads="1"/>
              </p:cNvSpPr>
              <p:nvPr/>
            </p:nvSpPr>
            <p:spPr bwMode="auto">
              <a:xfrm>
                <a:off x="2209800" y="3062288"/>
                <a:ext cx="457200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Bw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6" name="Text Box 292"/>
              <p:cNvSpPr txBox="1">
                <a:spLocks noChangeArrowheads="1"/>
              </p:cNvSpPr>
              <p:nvPr/>
            </p:nvSpPr>
            <p:spPr bwMode="auto">
              <a:xfrm>
                <a:off x="1752600" y="3733800"/>
                <a:ext cx="144780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s </a:t>
                </a:r>
                <a:r>
                  <a:rPr lang="en-US" dirty="0">
                    <a:solidFill>
                      <a:schemeClr val="tx1"/>
                    </a:solidFill>
                  </a:rPr>
                  <a:t> &lt;&lt; </a:t>
                </a:r>
                <a:r>
                  <a:rPr lang="en-US" dirty="0" err="1">
                    <a:solidFill>
                      <a:schemeClr val="tx1"/>
                    </a:solidFill>
                  </a:rPr>
                  <a:t>B</a:t>
                </a:r>
                <a:r>
                  <a:rPr lang="en-US" baseline="-25000" dirty="0" err="1">
                    <a:solidFill>
                      <a:schemeClr val="tx1"/>
                    </a:solidFill>
                  </a:rPr>
                  <a:t>w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fr-CA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117" name="AutoShape 300"/>
          <p:cNvSpPr>
            <a:spLocks noChangeArrowheads="1"/>
          </p:cNvSpPr>
          <p:nvPr/>
        </p:nvSpPr>
        <p:spPr bwMode="auto">
          <a:xfrm>
            <a:off x="6664456" y="4049732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grpSp>
        <p:nvGrpSpPr>
          <p:cNvPr id="167" name="Group 166"/>
          <p:cNvGrpSpPr/>
          <p:nvPr/>
        </p:nvGrpSpPr>
        <p:grpSpPr>
          <a:xfrm>
            <a:off x="4745138" y="2144724"/>
            <a:ext cx="4191000" cy="1741476"/>
            <a:chOff x="228600" y="4953000"/>
            <a:chExt cx="4191000" cy="1741476"/>
          </a:xfrm>
        </p:grpSpPr>
        <p:sp>
          <p:nvSpPr>
            <p:cNvPr id="2095" name="Text Box 47"/>
            <p:cNvSpPr txBox="1">
              <a:spLocks noChangeArrowheads="1"/>
            </p:cNvSpPr>
            <p:nvPr/>
          </p:nvSpPr>
          <p:spPr bwMode="auto">
            <a:xfrm>
              <a:off x="228600" y="5800725"/>
              <a:ext cx="7429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r>
                <a:rPr lang="en-US" sz="1200">
                  <a:solidFill>
                    <a:schemeClr val="tx1"/>
                  </a:solidFill>
                </a:rPr>
                <a:t>T</a:t>
              </a:r>
              <a:r>
                <a:rPr lang="en-US" sz="1200" baseline="-25000">
                  <a:solidFill>
                    <a:schemeClr val="tx1"/>
                  </a:solidFill>
                </a:rPr>
                <a:t>s </a:t>
              </a:r>
              <a:r>
                <a:rPr lang="en-US" sz="1200">
                  <a:solidFill>
                    <a:schemeClr val="tx1"/>
                  </a:solidFill>
                  <a:latin typeface="Arial" charset="0"/>
                </a:rPr>
                <a:t>@ Tx</a:t>
              </a:r>
              <a:r>
                <a:rPr lang="en-US" sz="1200" baseline="-25000">
                  <a:solidFill>
                    <a:schemeClr val="tx1"/>
                  </a:solidFill>
                </a:rPr>
                <a:t> </a:t>
              </a:r>
              <a:endParaRPr lang="fr-CA" sz="120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12" name="Group 44"/>
            <p:cNvGrpSpPr>
              <a:grpSpLocks/>
            </p:cNvGrpSpPr>
            <p:nvPr/>
          </p:nvGrpSpPr>
          <p:grpSpPr bwMode="auto">
            <a:xfrm>
              <a:off x="228600" y="5562600"/>
              <a:ext cx="685800" cy="238125"/>
              <a:chOff x="144" y="2064"/>
              <a:chExt cx="432" cy="192"/>
            </a:xfrm>
          </p:grpSpPr>
          <p:sp>
            <p:nvSpPr>
              <p:cNvPr id="2167" name="Line 38"/>
              <p:cNvSpPr>
                <a:spLocks noChangeShapeType="1"/>
              </p:cNvSpPr>
              <p:nvPr/>
            </p:nvSpPr>
            <p:spPr bwMode="auto">
              <a:xfrm>
                <a:off x="144" y="225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68" name="Line 39"/>
              <p:cNvSpPr>
                <a:spLocks noChangeShapeType="1"/>
              </p:cNvSpPr>
              <p:nvPr/>
            </p:nvSpPr>
            <p:spPr bwMode="auto">
              <a:xfrm flipV="1">
                <a:off x="240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69" name="Line 40"/>
              <p:cNvSpPr>
                <a:spLocks noChangeShapeType="1"/>
              </p:cNvSpPr>
              <p:nvPr/>
            </p:nvSpPr>
            <p:spPr bwMode="auto">
              <a:xfrm>
                <a:off x="240" y="20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70" name="Line 42"/>
              <p:cNvSpPr>
                <a:spLocks noChangeShapeType="1"/>
              </p:cNvSpPr>
              <p:nvPr/>
            </p:nvSpPr>
            <p:spPr bwMode="auto">
              <a:xfrm>
                <a:off x="480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71" name="Line 43"/>
              <p:cNvSpPr>
                <a:spLocks noChangeShapeType="1"/>
              </p:cNvSpPr>
              <p:nvPr/>
            </p:nvSpPr>
            <p:spPr bwMode="auto">
              <a:xfrm>
                <a:off x="480" y="225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>
              <a:off x="400050" y="4953000"/>
              <a:ext cx="4019550" cy="1741476"/>
              <a:chOff x="400050" y="4953000"/>
              <a:chExt cx="4019550" cy="1741476"/>
            </a:xfrm>
          </p:grpSpPr>
          <p:sp>
            <p:nvSpPr>
              <p:cNvPr id="2088" name="AutoShape 152"/>
              <p:cNvSpPr>
                <a:spLocks noChangeArrowheads="1"/>
              </p:cNvSpPr>
              <p:nvPr/>
            </p:nvSpPr>
            <p:spPr bwMode="auto">
              <a:xfrm>
                <a:off x="4302125" y="5562600"/>
                <a:ext cx="84138" cy="242888"/>
              </a:xfrm>
              <a:prstGeom prst="rtTriangle">
                <a:avLst/>
              </a:prstGeom>
              <a:solidFill>
                <a:srgbClr val="FF00FF"/>
              </a:solidFill>
              <a:ln w="9525">
                <a:solidFill>
                  <a:srgbClr val="FF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089" name="AutoShape 151"/>
              <p:cNvSpPr>
                <a:spLocks noChangeArrowheads="1"/>
              </p:cNvSpPr>
              <p:nvPr/>
            </p:nvSpPr>
            <p:spPr bwMode="auto">
              <a:xfrm>
                <a:off x="3914775" y="5562600"/>
                <a:ext cx="85725" cy="242888"/>
              </a:xfrm>
              <a:prstGeom prst="triangle">
                <a:avLst>
                  <a:gd name="adj" fmla="val 100000"/>
                </a:avLst>
              </a:prstGeom>
              <a:solidFill>
                <a:srgbClr val="FF00FF"/>
              </a:solidFill>
              <a:ln w="9525">
                <a:solidFill>
                  <a:srgbClr val="FF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091" name="Rectangle 14"/>
              <p:cNvSpPr>
                <a:spLocks noChangeArrowheads="1"/>
              </p:cNvSpPr>
              <p:nvPr/>
            </p:nvSpPr>
            <p:spPr bwMode="auto">
              <a:xfrm>
                <a:off x="2022475" y="5486400"/>
                <a:ext cx="615950" cy="53340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92" name="Line 15"/>
              <p:cNvSpPr>
                <a:spLocks noChangeShapeType="1"/>
              </p:cNvSpPr>
              <p:nvPr/>
            </p:nvSpPr>
            <p:spPr bwMode="auto">
              <a:xfrm>
                <a:off x="1581150" y="5765800"/>
                <a:ext cx="4413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93" name="Line 16"/>
              <p:cNvSpPr>
                <a:spLocks noChangeShapeType="1"/>
              </p:cNvSpPr>
              <p:nvPr/>
            </p:nvSpPr>
            <p:spPr bwMode="auto">
              <a:xfrm>
                <a:off x="2644775" y="5764213"/>
                <a:ext cx="4794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94" name="Text Box 33"/>
              <p:cNvSpPr txBox="1">
                <a:spLocks noChangeArrowheads="1"/>
              </p:cNvSpPr>
              <p:nvPr/>
            </p:nvSpPr>
            <p:spPr bwMode="auto">
              <a:xfrm>
                <a:off x="2057400" y="6096000"/>
                <a:ext cx="428625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1000">
                    <a:solidFill>
                      <a:schemeClr val="tx1"/>
                    </a:solidFill>
                  </a:rPr>
                  <a:t>time</a:t>
                </a:r>
                <a:endParaRPr lang="fr-CA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97" name="Line 45"/>
              <p:cNvSpPr>
                <a:spLocks noChangeShapeType="1"/>
              </p:cNvSpPr>
              <p:nvPr/>
            </p:nvSpPr>
            <p:spPr bwMode="auto">
              <a:xfrm>
                <a:off x="400050" y="5800725"/>
                <a:ext cx="3429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CA"/>
              </a:p>
            </p:txBody>
          </p:sp>
          <p:grpSp>
            <p:nvGrpSpPr>
              <p:cNvPr id="13" name="Group 91"/>
              <p:cNvGrpSpPr>
                <a:grpSpLocks/>
              </p:cNvGrpSpPr>
              <p:nvPr/>
            </p:nvGrpSpPr>
            <p:grpSpPr bwMode="auto">
              <a:xfrm>
                <a:off x="2019300" y="5562600"/>
                <a:ext cx="190500" cy="457200"/>
                <a:chOff x="240" y="2064"/>
                <a:chExt cx="384" cy="362"/>
              </a:xfrm>
            </p:grpSpPr>
            <p:sp>
              <p:nvSpPr>
                <p:cNvPr id="2159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336" y="2256"/>
                  <a:ext cx="240" cy="1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buFontTx/>
                    <a:buNone/>
                  </a:pPr>
                  <a:endParaRPr lang="en-US" sz="80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4" name="Group 93"/>
                <p:cNvGrpSpPr>
                  <a:grpSpLocks/>
                </p:cNvGrpSpPr>
                <p:nvPr/>
              </p:nvGrpSpPr>
              <p:grpSpPr bwMode="auto">
                <a:xfrm>
                  <a:off x="240" y="2064"/>
                  <a:ext cx="384" cy="192"/>
                  <a:chOff x="144" y="2064"/>
                  <a:chExt cx="432" cy="192"/>
                </a:xfrm>
              </p:grpSpPr>
              <p:sp>
                <p:nvSpPr>
                  <p:cNvPr id="2162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144" y="2256"/>
                    <a:ext cx="9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  <p:sp>
                <p:nvSpPr>
                  <p:cNvPr id="2163" name="Line 9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" y="2064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  <p:sp>
                <p:nvSpPr>
                  <p:cNvPr id="2164" name="Line 96"/>
                  <p:cNvSpPr>
                    <a:spLocks noChangeShapeType="1"/>
                  </p:cNvSpPr>
                  <p:nvPr/>
                </p:nvSpPr>
                <p:spPr bwMode="auto">
                  <a:xfrm>
                    <a:off x="240" y="206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  <p:sp>
                <p:nvSpPr>
                  <p:cNvPr id="2165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480" y="2064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  <p:sp>
                <p:nvSpPr>
                  <p:cNvPr id="2166" name="Line 98"/>
                  <p:cNvSpPr>
                    <a:spLocks noChangeShapeType="1"/>
                  </p:cNvSpPr>
                  <p:nvPr/>
                </p:nvSpPr>
                <p:spPr bwMode="auto">
                  <a:xfrm>
                    <a:off x="480" y="2256"/>
                    <a:ext cx="9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A"/>
                  </a:p>
                </p:txBody>
              </p:sp>
            </p:grpSp>
            <p:sp>
              <p:nvSpPr>
                <p:cNvPr id="2161" name="Line 99"/>
                <p:cNvSpPr>
                  <a:spLocks noChangeShapeType="1"/>
                </p:cNvSpPr>
                <p:nvPr/>
              </p:nvSpPr>
              <p:spPr bwMode="auto">
                <a:xfrm>
                  <a:off x="336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aphicFrame>
            <p:nvGraphicFramePr>
              <p:cNvPr id="2052" name="Object 100"/>
              <p:cNvGraphicFramePr>
                <a:graphicFrameLocks noGrp="1" noChangeAspect="1"/>
              </p:cNvGraphicFramePr>
              <p:nvPr>
                <p:ph idx="1"/>
              </p:nvPr>
            </p:nvGraphicFramePr>
            <p:xfrm>
              <a:off x="2066825" y="5791189"/>
              <a:ext cx="217487" cy="177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" name="Equation" r:id="rId4" imgW="279360" imgH="228600" progId="Equation.3">
                      <p:embed/>
                    </p:oleObj>
                  </mc:Choice>
                  <mc:Fallback>
                    <p:oleObj name="Equation" r:id="rId4" imgW="279360" imgH="228600" progId="Equation.3">
                      <p:embed/>
                      <p:pic>
                        <p:nvPicPr>
                          <p:cNvPr id="0" name="Object 1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6825" y="5791189"/>
                            <a:ext cx="217487" cy="1778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5" name="Group 115"/>
              <p:cNvGrpSpPr>
                <a:grpSpLocks/>
              </p:cNvGrpSpPr>
              <p:nvPr/>
            </p:nvGrpSpPr>
            <p:grpSpPr bwMode="auto">
              <a:xfrm>
                <a:off x="3200400" y="5562600"/>
                <a:ext cx="533400" cy="242888"/>
                <a:chOff x="144" y="2064"/>
                <a:chExt cx="432" cy="192"/>
              </a:xfrm>
            </p:grpSpPr>
            <p:sp>
              <p:nvSpPr>
                <p:cNvPr id="2154" name="Line 116"/>
                <p:cNvSpPr>
                  <a:spLocks noChangeShapeType="1"/>
                </p:cNvSpPr>
                <p:nvPr/>
              </p:nvSpPr>
              <p:spPr bwMode="auto">
                <a:xfrm>
                  <a:off x="14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5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240" y="206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6" name="Line 118"/>
                <p:cNvSpPr>
                  <a:spLocks noChangeShapeType="1"/>
                </p:cNvSpPr>
                <p:nvPr/>
              </p:nvSpPr>
              <p:spPr bwMode="auto">
                <a:xfrm>
                  <a:off x="240" y="206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7" name="Line 119"/>
                <p:cNvSpPr>
                  <a:spLocks noChangeShapeType="1"/>
                </p:cNvSpPr>
                <p:nvPr/>
              </p:nvSpPr>
              <p:spPr bwMode="auto">
                <a:xfrm>
                  <a:off x="480" y="206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58" name="Line 120"/>
                <p:cNvSpPr>
                  <a:spLocks noChangeShapeType="1"/>
                </p:cNvSpPr>
                <p:nvPr/>
              </p:nvSpPr>
              <p:spPr bwMode="auto">
                <a:xfrm>
                  <a:off x="480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100" name="Line 142"/>
              <p:cNvSpPr>
                <a:spLocks noChangeShapeType="1"/>
              </p:cNvSpPr>
              <p:nvPr/>
            </p:nvSpPr>
            <p:spPr bwMode="auto">
              <a:xfrm flipV="1">
                <a:off x="3714750" y="5805488"/>
                <a:ext cx="290513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1" name="Line 143"/>
              <p:cNvSpPr>
                <a:spLocks noChangeShapeType="1"/>
              </p:cNvSpPr>
              <p:nvPr/>
            </p:nvSpPr>
            <p:spPr bwMode="auto">
              <a:xfrm flipV="1">
                <a:off x="4005263" y="5562600"/>
                <a:ext cx="0" cy="242888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2" name="Line 144"/>
              <p:cNvSpPr>
                <a:spLocks noChangeShapeType="1"/>
              </p:cNvSpPr>
              <p:nvPr/>
            </p:nvSpPr>
            <p:spPr bwMode="auto">
              <a:xfrm>
                <a:off x="4005263" y="5562600"/>
                <a:ext cx="295275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3" name="Line 145"/>
              <p:cNvSpPr>
                <a:spLocks noChangeShapeType="1"/>
              </p:cNvSpPr>
              <p:nvPr/>
            </p:nvSpPr>
            <p:spPr bwMode="auto">
              <a:xfrm>
                <a:off x="4300538" y="5562600"/>
                <a:ext cx="0" cy="242888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4" name="Line 146"/>
              <p:cNvSpPr>
                <a:spLocks noChangeShapeType="1"/>
              </p:cNvSpPr>
              <p:nvPr/>
            </p:nvSpPr>
            <p:spPr bwMode="auto">
              <a:xfrm>
                <a:off x="4300538" y="5805488"/>
                <a:ext cx="11906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105" name="AutoShape 147"/>
              <p:cNvSpPr>
                <a:spLocks noChangeArrowheads="1"/>
              </p:cNvSpPr>
              <p:nvPr/>
            </p:nvSpPr>
            <p:spPr bwMode="auto">
              <a:xfrm>
                <a:off x="3619500" y="5562600"/>
                <a:ext cx="84138" cy="242888"/>
              </a:xfrm>
              <a:prstGeom prst="rtTriangl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106" name="AutoShape 150"/>
              <p:cNvSpPr>
                <a:spLocks noChangeArrowheads="1"/>
              </p:cNvSpPr>
              <p:nvPr/>
            </p:nvSpPr>
            <p:spPr bwMode="auto">
              <a:xfrm>
                <a:off x="3228975" y="5572125"/>
                <a:ext cx="85725" cy="228600"/>
              </a:xfrm>
              <a:prstGeom prst="triangle">
                <a:avLst>
                  <a:gd name="adj" fmla="val 100000"/>
                </a:avLst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2107" name="Text Box 287"/>
              <p:cNvSpPr txBox="1">
                <a:spLocks noChangeArrowheads="1"/>
              </p:cNvSpPr>
              <p:nvPr/>
            </p:nvSpPr>
            <p:spPr bwMode="auto">
              <a:xfrm>
                <a:off x="1600200" y="6324600"/>
                <a:ext cx="144780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>
                    <a:solidFill>
                      <a:schemeClr val="tx1"/>
                    </a:solidFill>
                  </a:rPr>
                  <a:t>T</a:t>
                </a:r>
                <a:r>
                  <a:rPr lang="en-US" baseline="-25000">
                    <a:solidFill>
                      <a:schemeClr val="tx1"/>
                    </a:solidFill>
                  </a:rPr>
                  <a:t>s</a:t>
                </a:r>
                <a:r>
                  <a:rPr lang="en-US">
                    <a:solidFill>
                      <a:schemeClr val="tx1"/>
                    </a:solidFill>
                  </a:rPr>
                  <a:t> &gt;&gt; </a:t>
                </a:r>
                <a:endParaRPr lang="fr-CA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2053" name="Object 288"/>
              <p:cNvGraphicFramePr>
                <a:graphicFrameLocks noChangeAspect="1"/>
              </p:cNvGraphicFramePr>
              <p:nvPr/>
            </p:nvGraphicFramePr>
            <p:xfrm>
              <a:off x="2308125" y="6292839"/>
              <a:ext cx="488950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5" name="Equation" r:id="rId6" imgW="279360" imgH="228600" progId="Equation.3">
                      <p:embed/>
                    </p:oleObj>
                  </mc:Choice>
                  <mc:Fallback>
                    <p:oleObj name="Equation" r:id="rId6" imgW="279360" imgH="228600" progId="Equation.3">
                      <p:embed/>
                      <p:pic>
                        <p:nvPicPr>
                          <p:cNvPr id="0" name="Object 2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8125" y="6292839"/>
                            <a:ext cx="488950" cy="4016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18" name="Text Box 302"/>
              <p:cNvSpPr txBox="1">
                <a:spLocks noChangeArrowheads="1"/>
              </p:cNvSpPr>
              <p:nvPr/>
            </p:nvSpPr>
            <p:spPr bwMode="auto">
              <a:xfrm>
                <a:off x="990600" y="4953000"/>
                <a:ext cx="26670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buFontTx/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No Time Dispersion</a:t>
                </a:r>
                <a:endParaRPr lang="fr-CA" sz="20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0" name="Group 307"/>
              <p:cNvGrpSpPr>
                <a:grpSpLocks/>
              </p:cNvGrpSpPr>
              <p:nvPr/>
            </p:nvGrpSpPr>
            <p:grpSpPr bwMode="auto">
              <a:xfrm>
                <a:off x="914400" y="5562600"/>
                <a:ext cx="685800" cy="238125"/>
                <a:chOff x="144" y="2064"/>
                <a:chExt cx="432" cy="192"/>
              </a:xfrm>
            </p:grpSpPr>
            <p:sp>
              <p:nvSpPr>
                <p:cNvPr id="2137" name="Line 308"/>
                <p:cNvSpPr>
                  <a:spLocks noChangeShapeType="1"/>
                </p:cNvSpPr>
                <p:nvPr/>
              </p:nvSpPr>
              <p:spPr bwMode="auto">
                <a:xfrm>
                  <a:off x="144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38" name="Line 309"/>
                <p:cNvSpPr>
                  <a:spLocks noChangeShapeType="1"/>
                </p:cNvSpPr>
                <p:nvPr/>
              </p:nvSpPr>
              <p:spPr bwMode="auto">
                <a:xfrm flipV="1">
                  <a:off x="240" y="206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39" name="Line 310"/>
                <p:cNvSpPr>
                  <a:spLocks noChangeShapeType="1"/>
                </p:cNvSpPr>
                <p:nvPr/>
              </p:nvSpPr>
              <p:spPr bwMode="auto">
                <a:xfrm>
                  <a:off x="240" y="206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0" name="Line 311"/>
                <p:cNvSpPr>
                  <a:spLocks noChangeShapeType="1"/>
                </p:cNvSpPr>
                <p:nvPr/>
              </p:nvSpPr>
              <p:spPr bwMode="auto">
                <a:xfrm>
                  <a:off x="480" y="206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41" name="Line 312"/>
                <p:cNvSpPr>
                  <a:spLocks noChangeShapeType="1"/>
                </p:cNvSpPr>
                <p:nvPr/>
              </p:nvSpPr>
              <p:spPr bwMode="auto">
                <a:xfrm>
                  <a:off x="480" y="225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121" name="Text Box 318"/>
              <p:cNvSpPr txBox="1">
                <a:spLocks noChangeArrowheads="1"/>
              </p:cNvSpPr>
              <p:nvPr/>
            </p:nvSpPr>
            <p:spPr bwMode="auto">
              <a:xfrm>
                <a:off x="3429000" y="5791200"/>
                <a:ext cx="8382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   @ Rx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55" name="Text Box 319"/>
          <p:cNvSpPr txBox="1">
            <a:spLocks noChangeArrowheads="1"/>
          </p:cNvSpPr>
          <p:nvPr/>
        </p:nvSpPr>
        <p:spPr bwMode="auto">
          <a:xfrm>
            <a:off x="142844" y="3000372"/>
            <a:ext cx="742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200">
                <a:solidFill>
                  <a:schemeClr val="tx1"/>
                </a:solidFill>
              </a:rPr>
              <a:t>T</a:t>
            </a:r>
            <a:r>
              <a:rPr lang="en-US" sz="1200" baseline="-25000">
                <a:solidFill>
                  <a:schemeClr val="tx1"/>
                </a:solidFill>
              </a:rPr>
              <a:t>s </a:t>
            </a:r>
            <a:r>
              <a:rPr lang="en-US" sz="1200">
                <a:solidFill>
                  <a:schemeClr val="tx1"/>
                </a:solidFill>
                <a:latin typeface="Arial" charset="0"/>
              </a:rPr>
              <a:t>@ Tx</a:t>
            </a:r>
            <a:r>
              <a:rPr lang="en-US" sz="1200" baseline="-25000">
                <a:solidFill>
                  <a:schemeClr val="tx1"/>
                </a:solidFill>
              </a:rPr>
              <a:t> </a:t>
            </a:r>
            <a:endParaRPr lang="fr-CA" sz="1200" baseline="-25000">
              <a:solidFill>
                <a:schemeClr val="tx1"/>
              </a:solidFill>
            </a:endParaRPr>
          </a:p>
        </p:txBody>
      </p:sp>
      <p:sp>
        <p:nvSpPr>
          <p:cNvPr id="2086" name="AutoShape 301"/>
          <p:cNvSpPr>
            <a:spLocks noChangeArrowheads="1"/>
          </p:cNvSpPr>
          <p:nvPr/>
        </p:nvSpPr>
        <p:spPr bwMode="auto">
          <a:xfrm>
            <a:off x="1981168" y="4048124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grpSp>
        <p:nvGrpSpPr>
          <p:cNvPr id="21" name="Group 320"/>
          <p:cNvGrpSpPr>
            <a:grpSpLocks/>
          </p:cNvGrpSpPr>
          <p:nvPr/>
        </p:nvGrpSpPr>
        <p:grpSpPr bwMode="auto">
          <a:xfrm>
            <a:off x="142844" y="2757478"/>
            <a:ext cx="685800" cy="238125"/>
            <a:chOff x="144" y="2064"/>
            <a:chExt cx="432" cy="192"/>
          </a:xfrm>
        </p:grpSpPr>
        <p:sp>
          <p:nvSpPr>
            <p:cNvPr id="2132" name="Line 321"/>
            <p:cNvSpPr>
              <a:spLocks noChangeShapeType="1"/>
            </p:cNvSpPr>
            <p:nvPr/>
          </p:nvSpPr>
          <p:spPr bwMode="auto">
            <a:xfrm>
              <a:off x="144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3" name="Line 322"/>
            <p:cNvSpPr>
              <a:spLocks noChangeShapeType="1"/>
            </p:cNvSpPr>
            <p:nvPr/>
          </p:nvSpPr>
          <p:spPr bwMode="auto">
            <a:xfrm flipV="1">
              <a:off x="24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4" name="Line 323"/>
            <p:cNvSpPr>
              <a:spLocks noChangeShapeType="1"/>
            </p:cNvSpPr>
            <p:nvPr/>
          </p:nvSpPr>
          <p:spPr bwMode="auto">
            <a:xfrm>
              <a:off x="240" y="20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5" name="Line 324"/>
            <p:cNvSpPr>
              <a:spLocks noChangeShapeType="1"/>
            </p:cNvSpPr>
            <p:nvPr/>
          </p:nvSpPr>
          <p:spPr bwMode="auto">
            <a:xfrm>
              <a:off x="48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6" name="Line 325"/>
            <p:cNvSpPr>
              <a:spLocks noChangeShapeType="1"/>
            </p:cNvSpPr>
            <p:nvPr/>
          </p:nvSpPr>
          <p:spPr bwMode="auto">
            <a:xfrm>
              <a:off x="480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062" name="Rectangle 22"/>
          <p:cNvSpPr>
            <a:spLocks noChangeArrowheads="1"/>
          </p:cNvSpPr>
          <p:nvPr/>
        </p:nvSpPr>
        <p:spPr bwMode="auto">
          <a:xfrm>
            <a:off x="1889094" y="2681278"/>
            <a:ext cx="642938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063" name="Line 23"/>
          <p:cNvSpPr>
            <a:spLocks noChangeShapeType="1"/>
          </p:cNvSpPr>
          <p:nvPr/>
        </p:nvSpPr>
        <p:spPr bwMode="auto">
          <a:xfrm flipV="1">
            <a:off x="1595407" y="2960678"/>
            <a:ext cx="293687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064" name="Line 24"/>
          <p:cNvSpPr>
            <a:spLocks noChangeShapeType="1"/>
          </p:cNvSpPr>
          <p:nvPr/>
        </p:nvSpPr>
        <p:spPr bwMode="auto">
          <a:xfrm>
            <a:off x="2538382" y="2959091"/>
            <a:ext cx="500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065" name="Text Box 34"/>
          <p:cNvSpPr txBox="1">
            <a:spLocks noChangeArrowheads="1"/>
          </p:cNvSpPr>
          <p:nvPr/>
        </p:nvSpPr>
        <p:spPr bwMode="auto">
          <a:xfrm>
            <a:off x="1971644" y="3290878"/>
            <a:ext cx="428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time</a:t>
            </a:r>
            <a:endParaRPr lang="fr-CA" sz="1000">
              <a:solidFill>
                <a:schemeClr val="tx1"/>
              </a:solidFill>
            </a:endParaRPr>
          </a:p>
        </p:txBody>
      </p:sp>
      <p:grpSp>
        <p:nvGrpSpPr>
          <p:cNvPr id="3" name="Group 226"/>
          <p:cNvGrpSpPr>
            <a:grpSpLocks/>
          </p:cNvGrpSpPr>
          <p:nvPr/>
        </p:nvGrpSpPr>
        <p:grpSpPr bwMode="auto">
          <a:xfrm>
            <a:off x="1895444" y="2757478"/>
            <a:ext cx="647700" cy="457200"/>
            <a:chOff x="240" y="2064"/>
            <a:chExt cx="384" cy="362"/>
          </a:xfrm>
        </p:grpSpPr>
        <p:sp>
          <p:nvSpPr>
            <p:cNvPr id="2197" name="Text Box 227"/>
            <p:cNvSpPr txBox="1">
              <a:spLocks noChangeArrowheads="1"/>
            </p:cNvSpPr>
            <p:nvPr/>
          </p:nvSpPr>
          <p:spPr bwMode="auto">
            <a:xfrm>
              <a:off x="336" y="2256"/>
              <a:ext cx="24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None/>
              </a:pPr>
              <a:endParaRPr lang="en-US" sz="800">
                <a:solidFill>
                  <a:schemeClr val="tx1"/>
                </a:solidFill>
              </a:endParaRPr>
            </a:p>
          </p:txBody>
        </p:sp>
        <p:grpSp>
          <p:nvGrpSpPr>
            <p:cNvPr id="4" name="Group 228"/>
            <p:cNvGrpSpPr>
              <a:grpSpLocks/>
            </p:cNvGrpSpPr>
            <p:nvPr/>
          </p:nvGrpSpPr>
          <p:grpSpPr bwMode="auto">
            <a:xfrm>
              <a:off x="240" y="2064"/>
              <a:ext cx="384" cy="192"/>
              <a:chOff x="144" y="2064"/>
              <a:chExt cx="432" cy="192"/>
            </a:xfrm>
          </p:grpSpPr>
          <p:sp>
            <p:nvSpPr>
              <p:cNvPr id="2200" name="Line 229"/>
              <p:cNvSpPr>
                <a:spLocks noChangeShapeType="1"/>
              </p:cNvSpPr>
              <p:nvPr/>
            </p:nvSpPr>
            <p:spPr bwMode="auto">
              <a:xfrm>
                <a:off x="144" y="2256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01" name="Line 230"/>
              <p:cNvSpPr>
                <a:spLocks noChangeShapeType="1"/>
              </p:cNvSpPr>
              <p:nvPr/>
            </p:nvSpPr>
            <p:spPr bwMode="auto">
              <a:xfrm flipV="1">
                <a:off x="240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02" name="Line 231"/>
              <p:cNvSpPr>
                <a:spLocks noChangeShapeType="1"/>
              </p:cNvSpPr>
              <p:nvPr/>
            </p:nvSpPr>
            <p:spPr bwMode="auto">
              <a:xfrm>
                <a:off x="240" y="2064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03" name="Line 232"/>
              <p:cNvSpPr>
                <a:spLocks noChangeShapeType="1"/>
              </p:cNvSpPr>
              <p:nvPr/>
            </p:nvSpPr>
            <p:spPr bwMode="auto">
              <a:xfrm>
                <a:off x="480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204" name="Line 233"/>
              <p:cNvSpPr>
                <a:spLocks noChangeShapeType="1"/>
              </p:cNvSpPr>
              <p:nvPr/>
            </p:nvSpPr>
            <p:spPr bwMode="auto">
              <a:xfrm>
                <a:off x="480" y="2256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2199" name="Line 234"/>
            <p:cNvSpPr>
              <a:spLocks noChangeShapeType="1"/>
            </p:cNvSpPr>
            <p:nvPr/>
          </p:nvSpPr>
          <p:spPr bwMode="auto">
            <a:xfrm>
              <a:off x="33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graphicFrame>
        <p:nvGraphicFramePr>
          <p:cNvPr id="2050" name="Object 235"/>
          <p:cNvGraphicFramePr>
            <a:graphicFrameLocks noChangeAspect="1"/>
          </p:cNvGraphicFramePr>
          <p:nvPr/>
        </p:nvGraphicFramePr>
        <p:xfrm>
          <a:off x="1981200" y="2986088"/>
          <a:ext cx="215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8" imgW="279360" imgH="228600" progId="Equation.3">
                  <p:embed/>
                </p:oleObj>
              </mc:Choice>
              <mc:Fallback>
                <p:oleObj name="Equation" r:id="rId8" imgW="279360" imgH="228600" progId="Equation.3">
                  <p:embed/>
                  <p:pic>
                    <p:nvPicPr>
                      <p:cNvPr id="0" name="Object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86088"/>
                        <a:ext cx="2159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37"/>
          <p:cNvGrpSpPr>
            <a:grpSpLocks/>
          </p:cNvGrpSpPr>
          <p:nvPr/>
        </p:nvGrpSpPr>
        <p:grpSpPr bwMode="auto">
          <a:xfrm>
            <a:off x="3267044" y="2757478"/>
            <a:ext cx="533400" cy="242888"/>
            <a:chOff x="144" y="2064"/>
            <a:chExt cx="432" cy="192"/>
          </a:xfrm>
        </p:grpSpPr>
        <p:sp>
          <p:nvSpPr>
            <p:cNvPr id="2192" name="Line 238"/>
            <p:cNvSpPr>
              <a:spLocks noChangeShapeType="1"/>
            </p:cNvSpPr>
            <p:nvPr/>
          </p:nvSpPr>
          <p:spPr bwMode="auto">
            <a:xfrm>
              <a:off x="144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3" name="Line 239"/>
            <p:cNvSpPr>
              <a:spLocks noChangeShapeType="1"/>
            </p:cNvSpPr>
            <p:nvPr/>
          </p:nvSpPr>
          <p:spPr bwMode="auto">
            <a:xfrm flipV="1">
              <a:off x="24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4" name="Line 240"/>
            <p:cNvSpPr>
              <a:spLocks noChangeShapeType="1"/>
            </p:cNvSpPr>
            <p:nvPr/>
          </p:nvSpPr>
          <p:spPr bwMode="auto">
            <a:xfrm>
              <a:off x="240" y="20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5" name="Line 241"/>
            <p:cNvSpPr>
              <a:spLocks noChangeShapeType="1"/>
            </p:cNvSpPr>
            <p:nvPr/>
          </p:nvSpPr>
          <p:spPr bwMode="auto">
            <a:xfrm>
              <a:off x="48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6" name="Line 242"/>
            <p:cNvSpPr>
              <a:spLocks noChangeShapeType="1"/>
            </p:cNvSpPr>
            <p:nvPr/>
          </p:nvSpPr>
          <p:spPr bwMode="auto">
            <a:xfrm>
              <a:off x="480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243"/>
          <p:cNvGrpSpPr>
            <a:grpSpLocks/>
          </p:cNvGrpSpPr>
          <p:nvPr/>
        </p:nvGrpSpPr>
        <p:grpSpPr bwMode="auto">
          <a:xfrm>
            <a:off x="3800444" y="2757478"/>
            <a:ext cx="533400" cy="242888"/>
            <a:chOff x="144" y="2064"/>
            <a:chExt cx="432" cy="192"/>
          </a:xfrm>
        </p:grpSpPr>
        <p:sp>
          <p:nvSpPr>
            <p:cNvPr id="2187" name="Line 244"/>
            <p:cNvSpPr>
              <a:spLocks noChangeShapeType="1"/>
            </p:cNvSpPr>
            <p:nvPr/>
          </p:nvSpPr>
          <p:spPr bwMode="auto">
            <a:xfrm>
              <a:off x="144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88" name="Line 245"/>
            <p:cNvSpPr>
              <a:spLocks noChangeShapeType="1"/>
            </p:cNvSpPr>
            <p:nvPr/>
          </p:nvSpPr>
          <p:spPr bwMode="auto">
            <a:xfrm flipV="1">
              <a:off x="24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89" name="Line 246"/>
            <p:cNvSpPr>
              <a:spLocks noChangeShapeType="1"/>
            </p:cNvSpPr>
            <p:nvPr/>
          </p:nvSpPr>
          <p:spPr bwMode="auto">
            <a:xfrm>
              <a:off x="240" y="2064"/>
              <a:ext cx="240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0" name="Line 247"/>
            <p:cNvSpPr>
              <a:spLocks noChangeShapeType="1"/>
            </p:cNvSpPr>
            <p:nvPr/>
          </p:nvSpPr>
          <p:spPr bwMode="auto">
            <a:xfrm>
              <a:off x="480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91" name="Line 248"/>
            <p:cNvSpPr>
              <a:spLocks noChangeShapeType="1"/>
            </p:cNvSpPr>
            <p:nvPr/>
          </p:nvSpPr>
          <p:spPr bwMode="auto">
            <a:xfrm>
              <a:off x="480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069" name="AutoShape 249"/>
          <p:cNvSpPr>
            <a:spLocks noChangeArrowheads="1"/>
          </p:cNvSpPr>
          <p:nvPr/>
        </p:nvSpPr>
        <p:spPr bwMode="auto">
          <a:xfrm>
            <a:off x="3686144" y="2757478"/>
            <a:ext cx="238125" cy="2476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070" name="AutoShape 250"/>
          <p:cNvSpPr>
            <a:spLocks noChangeArrowheads="1"/>
          </p:cNvSpPr>
          <p:nvPr/>
        </p:nvSpPr>
        <p:spPr bwMode="auto">
          <a:xfrm>
            <a:off x="3190844" y="2767003"/>
            <a:ext cx="190500" cy="244475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071" name="AutoShape 251"/>
          <p:cNvSpPr>
            <a:spLocks noChangeArrowheads="1"/>
          </p:cNvSpPr>
          <p:nvPr/>
        </p:nvSpPr>
        <p:spPr bwMode="auto">
          <a:xfrm>
            <a:off x="3724244" y="2757478"/>
            <a:ext cx="190500" cy="242888"/>
          </a:xfrm>
          <a:prstGeom prst="triangle">
            <a:avLst>
              <a:gd name="adj" fmla="val 100000"/>
            </a:avLst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072" name="AutoShape 252"/>
          <p:cNvSpPr>
            <a:spLocks noChangeArrowheads="1"/>
          </p:cNvSpPr>
          <p:nvPr/>
        </p:nvSpPr>
        <p:spPr bwMode="auto">
          <a:xfrm>
            <a:off x="4216369" y="2757478"/>
            <a:ext cx="193675" cy="242888"/>
          </a:xfrm>
          <a:prstGeom prst="rtTriangle">
            <a:avLst/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2073" name="Line 253"/>
          <p:cNvSpPr>
            <a:spLocks noChangeShapeType="1"/>
          </p:cNvSpPr>
          <p:nvPr/>
        </p:nvSpPr>
        <p:spPr bwMode="auto">
          <a:xfrm flipH="1">
            <a:off x="3800444" y="2376478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2074" name="Text Box 254"/>
          <p:cNvSpPr txBox="1">
            <a:spLocks noChangeArrowheads="1"/>
          </p:cNvSpPr>
          <p:nvPr/>
        </p:nvSpPr>
        <p:spPr bwMode="auto">
          <a:xfrm>
            <a:off x="3800444" y="2071678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ISI</a:t>
            </a:r>
            <a:endParaRPr lang="fr-CA" sz="1400">
              <a:solidFill>
                <a:schemeClr val="tx1"/>
              </a:solidFill>
            </a:endParaRPr>
          </a:p>
        </p:txBody>
      </p:sp>
      <p:graphicFrame>
        <p:nvGraphicFramePr>
          <p:cNvPr id="2051" name="Object 290"/>
          <p:cNvGraphicFramePr>
            <a:graphicFrameLocks noChangeAspect="1"/>
          </p:cNvGraphicFramePr>
          <p:nvPr/>
        </p:nvGraphicFramePr>
        <p:xfrm>
          <a:off x="2214545" y="3429000"/>
          <a:ext cx="608777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10" imgW="279360" imgH="228600" progId="Equation.3">
                  <p:embed/>
                </p:oleObj>
              </mc:Choice>
              <mc:Fallback>
                <p:oleObj name="Equation" r:id="rId10" imgW="279360" imgH="228600" progId="Equation.3">
                  <p:embed/>
                  <p:pic>
                    <p:nvPicPr>
                      <p:cNvPr id="0" name="Object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5" y="3429000"/>
                        <a:ext cx="608777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5" name="Text Box 291"/>
          <p:cNvSpPr txBox="1">
            <a:spLocks noChangeArrowheads="1"/>
          </p:cNvSpPr>
          <p:nvPr/>
        </p:nvSpPr>
        <p:spPr bwMode="auto">
          <a:xfrm>
            <a:off x="1590644" y="3519478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>
                <a:solidFill>
                  <a:schemeClr val="tx1"/>
                </a:solidFill>
              </a:rPr>
              <a:t>T</a:t>
            </a:r>
            <a:r>
              <a:rPr lang="en-US" baseline="-25000">
                <a:solidFill>
                  <a:schemeClr val="tx1"/>
                </a:solidFill>
              </a:rPr>
              <a:t>s</a:t>
            </a:r>
            <a:r>
              <a:rPr lang="en-US">
                <a:solidFill>
                  <a:schemeClr val="tx1"/>
                </a:solidFill>
              </a:rPr>
              <a:t> &lt;&lt; </a:t>
            </a:r>
            <a:endParaRPr lang="fr-CA">
              <a:solidFill>
                <a:schemeClr val="tx1"/>
              </a:solidFill>
            </a:endParaRPr>
          </a:p>
        </p:txBody>
      </p:sp>
      <p:sp>
        <p:nvSpPr>
          <p:cNvPr id="2087" name="Text Box 303"/>
          <p:cNvSpPr txBox="1">
            <a:spLocks noChangeArrowheads="1"/>
          </p:cNvSpPr>
          <p:nvPr/>
        </p:nvSpPr>
        <p:spPr bwMode="auto">
          <a:xfrm>
            <a:off x="600044" y="2147878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Time Dispersion and ISI</a:t>
            </a:r>
            <a:endParaRPr lang="fr-CA" sz="2000" dirty="0">
              <a:solidFill>
                <a:schemeClr val="tx1"/>
              </a:solidFill>
            </a:endParaRPr>
          </a:p>
        </p:txBody>
      </p:sp>
      <p:sp>
        <p:nvSpPr>
          <p:cNvPr id="2123" name="Line 326"/>
          <p:cNvSpPr>
            <a:spLocks noChangeShapeType="1"/>
          </p:cNvSpPr>
          <p:nvPr/>
        </p:nvSpPr>
        <p:spPr bwMode="auto">
          <a:xfrm>
            <a:off x="314294" y="2995603"/>
            <a:ext cx="342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grpSp>
        <p:nvGrpSpPr>
          <p:cNvPr id="22" name="Group 327"/>
          <p:cNvGrpSpPr>
            <a:grpSpLocks/>
          </p:cNvGrpSpPr>
          <p:nvPr/>
        </p:nvGrpSpPr>
        <p:grpSpPr bwMode="auto">
          <a:xfrm>
            <a:off x="828644" y="2757478"/>
            <a:ext cx="685800" cy="238125"/>
            <a:chOff x="144" y="2064"/>
            <a:chExt cx="432" cy="192"/>
          </a:xfrm>
        </p:grpSpPr>
        <p:sp>
          <p:nvSpPr>
            <p:cNvPr id="2127" name="Line 328"/>
            <p:cNvSpPr>
              <a:spLocks noChangeShapeType="1"/>
            </p:cNvSpPr>
            <p:nvPr/>
          </p:nvSpPr>
          <p:spPr bwMode="auto">
            <a:xfrm>
              <a:off x="144" y="2256"/>
              <a:ext cx="96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28" name="Line 329"/>
            <p:cNvSpPr>
              <a:spLocks noChangeShapeType="1"/>
            </p:cNvSpPr>
            <p:nvPr/>
          </p:nvSpPr>
          <p:spPr bwMode="auto">
            <a:xfrm flipV="1">
              <a:off x="240" y="2064"/>
              <a:ext cx="0" cy="192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29" name="Line 330"/>
            <p:cNvSpPr>
              <a:spLocks noChangeShapeType="1"/>
            </p:cNvSpPr>
            <p:nvPr/>
          </p:nvSpPr>
          <p:spPr bwMode="auto">
            <a:xfrm>
              <a:off x="240" y="2064"/>
              <a:ext cx="240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0" name="Line 331"/>
            <p:cNvSpPr>
              <a:spLocks noChangeShapeType="1"/>
            </p:cNvSpPr>
            <p:nvPr/>
          </p:nvSpPr>
          <p:spPr bwMode="auto">
            <a:xfrm>
              <a:off x="480" y="2064"/>
              <a:ext cx="0" cy="192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31" name="Line 332"/>
            <p:cNvSpPr>
              <a:spLocks noChangeShapeType="1"/>
            </p:cNvSpPr>
            <p:nvPr/>
          </p:nvSpPr>
          <p:spPr bwMode="auto">
            <a:xfrm>
              <a:off x="480" y="2256"/>
              <a:ext cx="96" cy="0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65" name="Group 164"/>
          <p:cNvGrpSpPr/>
          <p:nvPr/>
        </p:nvGrpSpPr>
        <p:grpSpPr>
          <a:xfrm>
            <a:off x="290510" y="4595834"/>
            <a:ext cx="3924300" cy="1905000"/>
            <a:chOff x="4838700" y="2209800"/>
            <a:chExt cx="3924300" cy="1905000"/>
          </a:xfrm>
        </p:grpSpPr>
        <p:sp>
          <p:nvSpPr>
            <p:cNvPr id="2060" name="Text Box 11"/>
            <p:cNvSpPr txBox="1">
              <a:spLocks noChangeArrowheads="1"/>
            </p:cNvSpPr>
            <p:nvPr/>
          </p:nvSpPr>
          <p:spPr bwMode="auto">
            <a:xfrm>
              <a:off x="5181600" y="2209800"/>
              <a:ext cx="3352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buFontTx/>
                <a:buNone/>
              </a:pPr>
              <a:r>
                <a:rPr lang="en-US" sz="2000" dirty="0">
                  <a:solidFill>
                    <a:schemeClr val="tx1"/>
                  </a:solidFill>
                </a:rPr>
                <a:t>Frequency-Selective Fading</a:t>
              </a:r>
              <a:endParaRPr lang="fr-CA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4838700" y="2757488"/>
              <a:ext cx="3924300" cy="1357312"/>
              <a:chOff x="4838700" y="2757488"/>
              <a:chExt cx="3924300" cy="1357312"/>
            </a:xfrm>
          </p:grpSpPr>
          <p:grpSp>
            <p:nvGrpSpPr>
              <p:cNvPr id="7" name="Group 194"/>
              <p:cNvGrpSpPr>
                <a:grpSpLocks/>
              </p:cNvGrpSpPr>
              <p:nvPr/>
            </p:nvGrpSpPr>
            <p:grpSpPr bwMode="auto">
              <a:xfrm>
                <a:off x="5791200" y="2757488"/>
                <a:ext cx="1828800" cy="533400"/>
                <a:chOff x="1488" y="960"/>
                <a:chExt cx="2457" cy="576"/>
              </a:xfrm>
            </p:grpSpPr>
            <p:sp>
              <p:nvSpPr>
                <p:cNvPr id="2184" name="Rectangle 195"/>
                <p:cNvSpPr>
                  <a:spLocks noChangeArrowheads="1"/>
                </p:cNvSpPr>
                <p:nvPr/>
              </p:nvSpPr>
              <p:spPr bwMode="auto">
                <a:xfrm>
                  <a:off x="2400" y="960"/>
                  <a:ext cx="864" cy="57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85" name="Line 196"/>
                <p:cNvSpPr>
                  <a:spLocks noChangeShapeType="1"/>
                </p:cNvSpPr>
                <p:nvPr/>
              </p:nvSpPr>
              <p:spPr bwMode="auto">
                <a:xfrm>
                  <a:off x="1488" y="1261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86" name="Line 197"/>
                <p:cNvSpPr>
                  <a:spLocks noChangeShapeType="1"/>
                </p:cNvSpPr>
                <p:nvPr/>
              </p:nvSpPr>
              <p:spPr bwMode="auto">
                <a:xfrm>
                  <a:off x="3273" y="1260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077" name="Text Box 36"/>
              <p:cNvSpPr txBox="1">
                <a:spLocks noChangeArrowheads="1"/>
              </p:cNvSpPr>
              <p:nvPr/>
            </p:nvSpPr>
            <p:spPr bwMode="auto">
              <a:xfrm>
                <a:off x="6477000" y="3519488"/>
                <a:ext cx="765175" cy="244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sz="1000">
                    <a:solidFill>
                      <a:schemeClr val="tx1"/>
                    </a:solidFill>
                  </a:rPr>
                  <a:t>Frequency</a:t>
                </a:r>
                <a:endParaRPr lang="fr-CA" sz="1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" name="Group 199"/>
              <p:cNvGrpSpPr>
                <a:grpSpLocks/>
              </p:cNvGrpSpPr>
              <p:nvPr/>
            </p:nvGrpSpPr>
            <p:grpSpPr bwMode="auto">
              <a:xfrm>
                <a:off x="4876800" y="2909888"/>
                <a:ext cx="762000" cy="304800"/>
                <a:chOff x="192" y="2640"/>
                <a:chExt cx="480" cy="336"/>
              </a:xfrm>
            </p:grpSpPr>
            <p:sp>
              <p:nvSpPr>
                <p:cNvPr id="2181" name="Line 200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82" name="Freeform 201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83" name="Line 202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9" name="Group 203"/>
              <p:cNvGrpSpPr>
                <a:grpSpLocks/>
              </p:cNvGrpSpPr>
              <p:nvPr/>
            </p:nvGrpSpPr>
            <p:grpSpPr bwMode="auto">
              <a:xfrm>
                <a:off x="6629400" y="2909888"/>
                <a:ext cx="292100" cy="304800"/>
                <a:chOff x="192" y="2640"/>
                <a:chExt cx="480" cy="336"/>
              </a:xfrm>
            </p:grpSpPr>
            <p:sp>
              <p:nvSpPr>
                <p:cNvPr id="2178" name="Line 204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9" name="Freeform 205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80" name="Line 206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0" name="Group 207"/>
              <p:cNvGrpSpPr>
                <a:grpSpLocks/>
              </p:cNvGrpSpPr>
              <p:nvPr/>
            </p:nvGrpSpPr>
            <p:grpSpPr bwMode="auto">
              <a:xfrm>
                <a:off x="7848600" y="2909888"/>
                <a:ext cx="914400" cy="304800"/>
                <a:chOff x="192" y="2640"/>
                <a:chExt cx="480" cy="336"/>
              </a:xfrm>
            </p:grpSpPr>
            <p:sp>
              <p:nvSpPr>
                <p:cNvPr id="2175" name="Line 208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6" name="Freeform 209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7" name="Line 210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1" name="Group 211"/>
              <p:cNvGrpSpPr>
                <a:grpSpLocks/>
              </p:cNvGrpSpPr>
              <p:nvPr/>
            </p:nvGrpSpPr>
            <p:grpSpPr bwMode="auto">
              <a:xfrm>
                <a:off x="8153400" y="2909888"/>
                <a:ext cx="292100" cy="304800"/>
                <a:chOff x="192" y="2640"/>
                <a:chExt cx="480" cy="336"/>
              </a:xfrm>
            </p:grpSpPr>
            <p:sp>
              <p:nvSpPr>
                <p:cNvPr id="2172" name="Line 212"/>
                <p:cNvSpPr>
                  <a:spLocks noChangeShapeType="1"/>
                </p:cNvSpPr>
                <p:nvPr/>
              </p:nvSpPr>
              <p:spPr bwMode="auto">
                <a:xfrm>
                  <a:off x="192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3" name="Freeform 213"/>
                <p:cNvSpPr>
                  <a:spLocks/>
                </p:cNvSpPr>
                <p:nvPr/>
              </p:nvSpPr>
              <p:spPr bwMode="auto">
                <a:xfrm>
                  <a:off x="288" y="2640"/>
                  <a:ext cx="288" cy="336"/>
                </a:xfrm>
                <a:custGeom>
                  <a:avLst/>
                  <a:gdLst>
                    <a:gd name="T0" fmla="*/ 0 w 288"/>
                    <a:gd name="T1" fmla="*/ 336 h 336"/>
                    <a:gd name="T2" fmla="*/ 144 w 288"/>
                    <a:gd name="T3" fmla="*/ 0 h 336"/>
                    <a:gd name="T4" fmla="*/ 288 w 288"/>
                    <a:gd name="T5" fmla="*/ 336 h 336"/>
                    <a:gd name="T6" fmla="*/ 0 60000 65536"/>
                    <a:gd name="T7" fmla="*/ 0 60000 65536"/>
                    <a:gd name="T8" fmla="*/ 0 60000 65536"/>
                    <a:gd name="T9" fmla="*/ 0 w 288"/>
                    <a:gd name="T10" fmla="*/ 0 h 336"/>
                    <a:gd name="T11" fmla="*/ 288 w 288"/>
                    <a:gd name="T12" fmla="*/ 336 h 3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8" h="336">
                      <a:moveTo>
                        <a:pt x="0" y="336"/>
                      </a:moveTo>
                      <a:cubicBezTo>
                        <a:pt x="48" y="168"/>
                        <a:pt x="96" y="0"/>
                        <a:pt x="144" y="0"/>
                      </a:cubicBezTo>
                      <a:cubicBezTo>
                        <a:pt x="192" y="0"/>
                        <a:pt x="264" y="296"/>
                        <a:pt x="288" y="336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174" name="Line 214"/>
                <p:cNvSpPr>
                  <a:spLocks noChangeShapeType="1"/>
                </p:cNvSpPr>
                <p:nvPr/>
              </p:nvSpPr>
              <p:spPr bwMode="auto">
                <a:xfrm>
                  <a:off x="576" y="2976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2082" name="Line 215"/>
              <p:cNvSpPr>
                <a:spLocks noChangeShapeType="1"/>
              </p:cNvSpPr>
              <p:nvPr/>
            </p:nvSpPr>
            <p:spPr bwMode="auto">
              <a:xfrm flipH="1">
                <a:off x="8458200" y="2986088"/>
                <a:ext cx="7620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83" name="Line 216"/>
              <p:cNvSpPr>
                <a:spLocks noChangeShapeType="1"/>
              </p:cNvSpPr>
              <p:nvPr/>
            </p:nvSpPr>
            <p:spPr bwMode="auto">
              <a:xfrm>
                <a:off x="8077200" y="2986088"/>
                <a:ext cx="7620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084" name="Text Box 277"/>
              <p:cNvSpPr txBox="1">
                <a:spLocks noChangeArrowheads="1"/>
              </p:cNvSpPr>
              <p:nvPr/>
            </p:nvSpPr>
            <p:spPr bwMode="auto">
              <a:xfrm>
                <a:off x="6629400" y="3290888"/>
                <a:ext cx="457200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>
                    <a:solidFill>
                      <a:schemeClr val="tx1"/>
                    </a:solidFill>
                  </a:rPr>
                  <a:t>w</a:t>
                </a:r>
                <a:endParaRPr lang="fr-CA" sz="12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85" name="Text Box 295"/>
              <p:cNvSpPr txBox="1">
                <a:spLocks noChangeArrowheads="1"/>
              </p:cNvSpPr>
              <p:nvPr/>
            </p:nvSpPr>
            <p:spPr bwMode="auto">
              <a:xfrm>
                <a:off x="6096000" y="3748088"/>
                <a:ext cx="1447800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>
                    <a:solidFill>
                      <a:schemeClr val="tx1"/>
                    </a:solidFill>
                  </a:rPr>
                  <a:t>B</a:t>
                </a:r>
                <a:r>
                  <a:rPr lang="en-US" baseline="-25000">
                    <a:solidFill>
                      <a:schemeClr val="tx1"/>
                    </a:solidFill>
                  </a:rPr>
                  <a:t>s</a:t>
                </a:r>
                <a:r>
                  <a:rPr lang="en-US">
                    <a:solidFill>
                      <a:schemeClr val="tx1"/>
                    </a:solidFill>
                  </a:rPr>
                  <a:t>  &gt;&gt;   B</a:t>
                </a:r>
                <a:r>
                  <a:rPr lang="en-US" baseline="-25000">
                    <a:solidFill>
                      <a:schemeClr val="tx1"/>
                    </a:solidFill>
                  </a:rPr>
                  <a:t>w</a:t>
                </a:r>
                <a:r>
                  <a:rPr lang="en-US">
                    <a:solidFill>
                      <a:schemeClr val="tx1"/>
                    </a:solidFill>
                  </a:rPr>
                  <a:t> </a:t>
                </a:r>
                <a:endParaRPr lang="fr-CA">
                  <a:solidFill>
                    <a:schemeClr val="tx1"/>
                  </a:solidFill>
                </a:endParaRPr>
              </a:p>
            </p:txBody>
          </p:sp>
          <p:sp>
            <p:nvSpPr>
              <p:cNvPr id="2125" name="Text Box 333"/>
              <p:cNvSpPr txBox="1">
                <a:spLocks noChangeArrowheads="1"/>
              </p:cNvSpPr>
              <p:nvPr/>
            </p:nvSpPr>
            <p:spPr bwMode="auto">
              <a:xfrm>
                <a:off x="4838700" y="3276600"/>
                <a:ext cx="7620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 dirty="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 dirty="0">
                    <a:solidFill>
                      <a:schemeClr val="tx1"/>
                    </a:solidFill>
                  </a:rPr>
                  <a:t>s </a:t>
                </a:r>
                <a:r>
                  <a:rPr lang="en-US" sz="1200" dirty="0">
                    <a:solidFill>
                      <a:schemeClr val="tx1"/>
                    </a:solidFill>
                  </a:rPr>
                  <a:t>@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Tx</a:t>
                </a:r>
                <a:endParaRPr lang="fr-CA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26" name="Text Box 334"/>
              <p:cNvSpPr txBox="1">
                <a:spLocks noChangeArrowheads="1"/>
              </p:cNvSpPr>
              <p:nvPr/>
            </p:nvSpPr>
            <p:spPr bwMode="auto">
              <a:xfrm>
                <a:off x="7924800" y="3276600"/>
                <a:ext cx="8382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1200">
                    <a:solidFill>
                      <a:schemeClr val="tx1"/>
                    </a:solidFill>
                  </a:rPr>
                  <a:t>B</a:t>
                </a:r>
                <a:r>
                  <a:rPr lang="en-US" sz="1200" baseline="-25000">
                    <a:solidFill>
                      <a:schemeClr val="tx1"/>
                    </a:solidFill>
                  </a:rPr>
                  <a:t>s </a:t>
                </a:r>
                <a:r>
                  <a:rPr lang="en-US" sz="1200">
                    <a:solidFill>
                      <a:schemeClr val="tx1"/>
                    </a:solidFill>
                  </a:rPr>
                  <a:t>@ Rx</a:t>
                </a:r>
                <a:endParaRPr lang="fr-CA" sz="12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04832"/>
          </a:xfrm>
        </p:spPr>
        <p:txBody>
          <a:bodyPr/>
          <a:lstStyle/>
          <a:p>
            <a:r>
              <a:rPr lang="en-US" dirty="0" smtClean="0"/>
              <a:t>Multicarrier Transmission</a:t>
            </a:r>
            <a:endParaRPr lang="en-CA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061659" y="1219200"/>
            <a:ext cx="7020682" cy="493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Multicarrier transmission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smtClean="0"/>
              <a:t>A principle for multi-channel transmission over a </a:t>
            </a:r>
            <a:r>
              <a:rPr lang="en-CA" dirty="0" err="1" smtClean="0"/>
              <a:t>bandlimited</a:t>
            </a:r>
            <a:r>
              <a:rPr lang="en-CA" dirty="0" smtClean="0"/>
              <a:t> channel was proposed in 1966 !!</a:t>
            </a:r>
          </a:p>
          <a:p>
            <a:r>
              <a:rPr lang="en-US" dirty="0" smtClean="0"/>
              <a:t>Why did take that long to be implemented? </a:t>
            </a:r>
            <a:endParaRPr lang="en-CA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CA" dirty="0"/>
          </a:p>
        </p:txBody>
      </p:sp>
      <p:grpSp>
        <p:nvGrpSpPr>
          <p:cNvPr id="28" name="Group 27"/>
          <p:cNvGrpSpPr/>
          <p:nvPr/>
        </p:nvGrpSpPr>
        <p:grpSpPr>
          <a:xfrm>
            <a:off x="4572000" y="2714620"/>
            <a:ext cx="3429024" cy="3533792"/>
            <a:chOff x="4572000" y="2714620"/>
            <a:chExt cx="3429024" cy="3533792"/>
          </a:xfrm>
        </p:grpSpPr>
        <p:pic>
          <p:nvPicPr>
            <p:cNvPr id="18" name="Picture 2" descr="C:\Documents and Settings\M Awad\Desktop\old radio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43504" y="5143512"/>
              <a:ext cx="1104900" cy="1104900"/>
            </a:xfrm>
            <a:prstGeom prst="rect">
              <a:avLst/>
            </a:prstGeom>
            <a:noFill/>
          </p:spPr>
        </p:pic>
        <p:grpSp>
          <p:nvGrpSpPr>
            <p:cNvPr id="26" name="Group 25"/>
            <p:cNvGrpSpPr/>
            <p:nvPr/>
          </p:nvGrpSpPr>
          <p:grpSpPr>
            <a:xfrm>
              <a:off x="4572000" y="2714620"/>
              <a:ext cx="3429024" cy="3143271"/>
              <a:chOff x="4572000" y="2714620"/>
              <a:chExt cx="3429024" cy="3143271"/>
            </a:xfrm>
          </p:grpSpPr>
          <p:grpSp>
            <p:nvGrpSpPr>
              <p:cNvPr id="4" name="Group 56"/>
              <p:cNvGrpSpPr>
                <a:grpSpLocks/>
              </p:cNvGrpSpPr>
              <p:nvPr/>
            </p:nvGrpSpPr>
            <p:grpSpPr bwMode="auto">
              <a:xfrm>
                <a:off x="4572000" y="3000373"/>
                <a:ext cx="569913" cy="785817"/>
                <a:chOff x="4032" y="2008"/>
                <a:chExt cx="253" cy="361"/>
              </a:xfrm>
            </p:grpSpPr>
            <p:sp>
              <p:nvSpPr>
                <p:cNvPr id="5" name="AutoShape 35"/>
                <p:cNvSpPr>
                  <a:spLocks noChangeArrowheads="1"/>
                </p:cNvSpPr>
                <p:nvPr/>
              </p:nvSpPr>
              <p:spPr bwMode="auto">
                <a:xfrm>
                  <a:off x="4032" y="2008"/>
                  <a:ext cx="184" cy="157"/>
                </a:xfrm>
                <a:prstGeom prst="flowChartMerg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6" name="Line 36"/>
                <p:cNvSpPr>
                  <a:spLocks noChangeShapeType="1"/>
                </p:cNvSpPr>
                <p:nvPr/>
              </p:nvSpPr>
              <p:spPr bwMode="auto">
                <a:xfrm>
                  <a:off x="4124" y="2161"/>
                  <a:ext cx="0" cy="2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7" name="Line 39"/>
                <p:cNvSpPr>
                  <a:spLocks noChangeShapeType="1"/>
                </p:cNvSpPr>
                <p:nvPr/>
              </p:nvSpPr>
              <p:spPr bwMode="auto">
                <a:xfrm>
                  <a:off x="4124" y="2369"/>
                  <a:ext cx="16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8" name="Group 56"/>
              <p:cNvGrpSpPr>
                <a:grpSpLocks/>
              </p:cNvGrpSpPr>
              <p:nvPr/>
            </p:nvGrpSpPr>
            <p:grpSpPr bwMode="auto">
              <a:xfrm>
                <a:off x="4573591" y="4000504"/>
                <a:ext cx="569913" cy="785817"/>
                <a:chOff x="4032" y="2008"/>
                <a:chExt cx="253" cy="361"/>
              </a:xfrm>
            </p:grpSpPr>
            <p:sp>
              <p:nvSpPr>
                <p:cNvPr id="9" name="AutoShape 35"/>
                <p:cNvSpPr>
                  <a:spLocks noChangeArrowheads="1"/>
                </p:cNvSpPr>
                <p:nvPr/>
              </p:nvSpPr>
              <p:spPr bwMode="auto">
                <a:xfrm>
                  <a:off x="4032" y="2008"/>
                  <a:ext cx="184" cy="157"/>
                </a:xfrm>
                <a:prstGeom prst="flowChartMerg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10" name="Line 36"/>
                <p:cNvSpPr>
                  <a:spLocks noChangeShapeType="1"/>
                </p:cNvSpPr>
                <p:nvPr/>
              </p:nvSpPr>
              <p:spPr bwMode="auto">
                <a:xfrm>
                  <a:off x="4124" y="2161"/>
                  <a:ext cx="0" cy="2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11" name="Line 39"/>
                <p:cNvSpPr>
                  <a:spLocks noChangeShapeType="1"/>
                </p:cNvSpPr>
                <p:nvPr/>
              </p:nvSpPr>
              <p:spPr bwMode="auto">
                <a:xfrm>
                  <a:off x="4124" y="2369"/>
                  <a:ext cx="16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grpSp>
            <p:nvGrpSpPr>
              <p:cNvPr id="12" name="Group 56"/>
              <p:cNvGrpSpPr>
                <a:grpSpLocks/>
              </p:cNvGrpSpPr>
              <p:nvPr/>
            </p:nvGrpSpPr>
            <p:grpSpPr bwMode="auto">
              <a:xfrm>
                <a:off x="4572000" y="5072074"/>
                <a:ext cx="569913" cy="785817"/>
                <a:chOff x="4032" y="2008"/>
                <a:chExt cx="253" cy="361"/>
              </a:xfrm>
            </p:grpSpPr>
            <p:sp>
              <p:nvSpPr>
                <p:cNvPr id="13" name="AutoShape 35"/>
                <p:cNvSpPr>
                  <a:spLocks noChangeArrowheads="1"/>
                </p:cNvSpPr>
                <p:nvPr/>
              </p:nvSpPr>
              <p:spPr bwMode="auto">
                <a:xfrm>
                  <a:off x="4032" y="2008"/>
                  <a:ext cx="184" cy="157"/>
                </a:xfrm>
                <a:prstGeom prst="flowChartMerg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14" name="Line 36"/>
                <p:cNvSpPr>
                  <a:spLocks noChangeShapeType="1"/>
                </p:cNvSpPr>
                <p:nvPr/>
              </p:nvSpPr>
              <p:spPr bwMode="auto">
                <a:xfrm>
                  <a:off x="4124" y="2161"/>
                  <a:ext cx="0" cy="20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15" name="Line 39"/>
                <p:cNvSpPr>
                  <a:spLocks noChangeShapeType="1"/>
                </p:cNvSpPr>
                <p:nvPr/>
              </p:nvSpPr>
              <p:spPr bwMode="auto">
                <a:xfrm>
                  <a:off x="4124" y="2369"/>
                  <a:ext cx="16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pic>
            <p:nvPicPr>
              <p:cNvPr id="32770" name="Picture 2" descr="C:\Documents and Settings\M Awad\Desktop\old radio.jp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5143504" y="2714620"/>
                <a:ext cx="1104900" cy="1104900"/>
              </a:xfrm>
              <a:prstGeom prst="rect">
                <a:avLst/>
              </a:prstGeom>
              <a:noFill/>
            </p:spPr>
          </p:pic>
          <p:pic>
            <p:nvPicPr>
              <p:cNvPr id="17" name="Picture 2" descr="C:\Documents and Settings\M Awad\Desktop\old radio.jp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5143504" y="3929066"/>
                <a:ext cx="1104900" cy="1104900"/>
              </a:xfrm>
              <a:prstGeom prst="rect">
                <a:avLst/>
              </a:prstGeom>
              <a:noFill/>
            </p:spPr>
          </p:pic>
          <p:sp>
            <p:nvSpPr>
              <p:cNvPr id="19" name="Rectangle 18"/>
              <p:cNvSpPr/>
              <p:nvPr/>
            </p:nvSpPr>
            <p:spPr>
              <a:xfrm>
                <a:off x="6929454" y="3357562"/>
                <a:ext cx="1071570" cy="192882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Combine ?</a:t>
                </a:r>
                <a:endParaRPr lang="en-CA" dirty="0"/>
              </a:p>
            </p:txBody>
          </p:sp>
          <p:cxnSp>
            <p:nvCxnSpPr>
              <p:cNvPr id="21" name="Elbow Connector 20"/>
              <p:cNvCxnSpPr>
                <a:stCxn id="32770" idx="3"/>
                <a:endCxn id="19" idx="1"/>
              </p:cNvCxnSpPr>
              <p:nvPr/>
            </p:nvCxnSpPr>
            <p:spPr>
              <a:xfrm>
                <a:off x="6248404" y="3267070"/>
                <a:ext cx="681050" cy="1054905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Elbow Connector 22"/>
              <p:cNvCxnSpPr>
                <a:stCxn id="18" idx="3"/>
                <a:endCxn id="19" idx="1"/>
              </p:cNvCxnSpPr>
              <p:nvPr/>
            </p:nvCxnSpPr>
            <p:spPr>
              <a:xfrm flipV="1">
                <a:off x="6248404" y="4321975"/>
                <a:ext cx="681050" cy="1373987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Elbow Connector 24"/>
              <p:cNvCxnSpPr>
                <a:stCxn id="17" idx="3"/>
                <a:endCxn id="19" idx="1"/>
              </p:cNvCxnSpPr>
              <p:nvPr/>
            </p:nvCxnSpPr>
            <p:spPr>
              <a:xfrm flipV="1">
                <a:off x="6248404" y="4321975"/>
                <a:ext cx="681050" cy="159541"/>
              </a:xfrm>
              <a:prstGeom prst="bentConnector3">
                <a:avLst>
                  <a:gd name="adj1" fmla="val 5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5-Point Star 26"/>
          <p:cNvSpPr/>
          <p:nvPr/>
        </p:nvSpPr>
        <p:spPr>
          <a:xfrm>
            <a:off x="6357950" y="2571744"/>
            <a:ext cx="2286016" cy="285752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DFT !</a:t>
            </a:r>
            <a:endParaRPr lang="en-CA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OFDM?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u="sng" dirty="0"/>
              <a:t>O</a:t>
            </a:r>
            <a:r>
              <a:rPr lang="en-US" sz="2800" dirty="0"/>
              <a:t>rthogonal </a:t>
            </a:r>
            <a:r>
              <a:rPr lang="en-US" sz="2800" b="1" u="sng" dirty="0"/>
              <a:t>F</a:t>
            </a:r>
            <a:r>
              <a:rPr lang="en-US" sz="2800" dirty="0"/>
              <a:t>requency </a:t>
            </a:r>
            <a:r>
              <a:rPr lang="en-US" sz="2800" b="1" u="sng" dirty="0"/>
              <a:t>D</a:t>
            </a:r>
            <a:r>
              <a:rPr lang="en-US" sz="2800" dirty="0"/>
              <a:t>ivision </a:t>
            </a:r>
            <a:r>
              <a:rPr lang="en-US" sz="2800" b="1" u="sng" dirty="0"/>
              <a:t>M</a:t>
            </a:r>
            <a:r>
              <a:rPr lang="en-US" sz="2800" dirty="0"/>
              <a:t>ultiplexing</a:t>
            </a:r>
          </a:p>
          <a:p>
            <a:r>
              <a:rPr lang="en-US" sz="2800" dirty="0"/>
              <a:t>Method to multiplex many “narrowband” signals into an aggregate  “wideband” data stream</a:t>
            </a:r>
          </a:p>
          <a:p>
            <a:r>
              <a:rPr lang="en-US" sz="2800" dirty="0"/>
              <a:t>Normally, the subcarriers would need sufficient separation to avoid adjacent channel interference</a:t>
            </a:r>
          </a:p>
          <a:p>
            <a:r>
              <a:rPr lang="en-US" sz="2800" dirty="0"/>
              <a:t>OFDM uses orthogonal (</a:t>
            </a:r>
            <a:r>
              <a:rPr lang="en-US" sz="2800" i="1" dirty="0"/>
              <a:t>1/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sym</a:t>
            </a:r>
            <a:r>
              <a:rPr lang="en-US" sz="2800" dirty="0"/>
              <a:t>) subcarrier spacing to maintain subcarrier separation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Orthogonality</a:t>
            </a:r>
            <a:endParaRPr lang="en-CA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926" y="1428736"/>
            <a:ext cx="774794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Orthogonal Carrier Spacing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90600" y="1898650"/>
            <a:ext cx="7016750" cy="4273550"/>
            <a:chOff x="0" y="346"/>
            <a:chExt cx="5764" cy="3978"/>
          </a:xfrm>
        </p:grpSpPr>
        <p:sp>
          <p:nvSpPr>
            <p:cNvPr id="489476" name="Rectangle 4"/>
            <p:cNvSpPr>
              <a:spLocks noChangeArrowheads="1"/>
            </p:cNvSpPr>
            <p:nvPr/>
          </p:nvSpPr>
          <p:spPr bwMode="auto">
            <a:xfrm>
              <a:off x="0" y="346"/>
              <a:ext cx="5764" cy="397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77" name="Rectangle 5"/>
            <p:cNvSpPr>
              <a:spLocks noChangeArrowheads="1"/>
            </p:cNvSpPr>
            <p:nvPr/>
          </p:nvSpPr>
          <p:spPr bwMode="auto">
            <a:xfrm>
              <a:off x="749" y="645"/>
              <a:ext cx="4460" cy="32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78" name="Rectangle 6"/>
            <p:cNvSpPr>
              <a:spLocks noChangeArrowheads="1"/>
            </p:cNvSpPr>
            <p:nvPr/>
          </p:nvSpPr>
          <p:spPr bwMode="auto">
            <a:xfrm>
              <a:off x="749" y="645"/>
              <a:ext cx="4460" cy="323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79" name="Line 7"/>
            <p:cNvSpPr>
              <a:spLocks noChangeShapeType="1"/>
            </p:cNvSpPr>
            <p:nvPr/>
          </p:nvSpPr>
          <p:spPr bwMode="auto">
            <a:xfrm>
              <a:off x="749" y="645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0" name="Line 8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1" name="Line 9"/>
            <p:cNvSpPr>
              <a:spLocks noChangeShapeType="1"/>
            </p:cNvSpPr>
            <p:nvPr/>
          </p:nvSpPr>
          <p:spPr bwMode="auto">
            <a:xfrm flipV="1">
              <a:off x="520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2" name="Line 10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3" name="Line 11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4" name="Line 12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5" name="Line 13"/>
            <p:cNvSpPr>
              <a:spLocks noChangeShapeType="1"/>
            </p:cNvSpPr>
            <p:nvPr/>
          </p:nvSpPr>
          <p:spPr bwMode="auto">
            <a:xfrm flipV="1">
              <a:off x="749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6" name="Line 14"/>
            <p:cNvSpPr>
              <a:spLocks noChangeShapeType="1"/>
            </p:cNvSpPr>
            <p:nvPr/>
          </p:nvSpPr>
          <p:spPr bwMode="auto">
            <a:xfrm>
              <a:off x="749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7" name="Rectangle 15"/>
            <p:cNvSpPr>
              <a:spLocks noChangeArrowheads="1"/>
            </p:cNvSpPr>
            <p:nvPr/>
          </p:nvSpPr>
          <p:spPr bwMode="auto">
            <a:xfrm>
              <a:off x="746" y="3898"/>
              <a:ext cx="4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488" name="Line 16"/>
            <p:cNvSpPr>
              <a:spLocks noChangeShapeType="1"/>
            </p:cNvSpPr>
            <p:nvPr/>
          </p:nvSpPr>
          <p:spPr bwMode="auto">
            <a:xfrm flipV="1">
              <a:off x="1447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89" name="Line 17"/>
            <p:cNvSpPr>
              <a:spLocks noChangeShapeType="1"/>
            </p:cNvSpPr>
            <p:nvPr/>
          </p:nvSpPr>
          <p:spPr bwMode="auto">
            <a:xfrm>
              <a:off x="1447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0" name="Rectangle 18"/>
            <p:cNvSpPr>
              <a:spLocks noChangeArrowheads="1"/>
            </p:cNvSpPr>
            <p:nvPr/>
          </p:nvSpPr>
          <p:spPr bwMode="auto">
            <a:xfrm>
              <a:off x="1445" y="3898"/>
              <a:ext cx="4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491" name="Line 19"/>
            <p:cNvSpPr>
              <a:spLocks noChangeShapeType="1"/>
            </p:cNvSpPr>
            <p:nvPr/>
          </p:nvSpPr>
          <p:spPr bwMode="auto">
            <a:xfrm flipV="1">
              <a:off x="2142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2" name="Line 20"/>
            <p:cNvSpPr>
              <a:spLocks noChangeShapeType="1"/>
            </p:cNvSpPr>
            <p:nvPr/>
          </p:nvSpPr>
          <p:spPr bwMode="auto">
            <a:xfrm>
              <a:off x="2142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3" name="Rectangle 21"/>
            <p:cNvSpPr>
              <a:spLocks noChangeArrowheads="1"/>
            </p:cNvSpPr>
            <p:nvPr/>
          </p:nvSpPr>
          <p:spPr bwMode="auto">
            <a:xfrm>
              <a:off x="2119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494" name="Line 22"/>
            <p:cNvSpPr>
              <a:spLocks noChangeShapeType="1"/>
            </p:cNvSpPr>
            <p:nvPr/>
          </p:nvSpPr>
          <p:spPr bwMode="auto">
            <a:xfrm flipV="1">
              <a:off x="2840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5" name="Line 23"/>
            <p:cNvSpPr>
              <a:spLocks noChangeShapeType="1"/>
            </p:cNvSpPr>
            <p:nvPr/>
          </p:nvSpPr>
          <p:spPr bwMode="auto">
            <a:xfrm>
              <a:off x="2840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6" name="Rectangle 24"/>
            <p:cNvSpPr>
              <a:spLocks noChangeArrowheads="1"/>
            </p:cNvSpPr>
            <p:nvPr/>
          </p:nvSpPr>
          <p:spPr bwMode="auto">
            <a:xfrm>
              <a:off x="2818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497" name="Line 25"/>
            <p:cNvSpPr>
              <a:spLocks noChangeShapeType="1"/>
            </p:cNvSpPr>
            <p:nvPr/>
          </p:nvSpPr>
          <p:spPr bwMode="auto">
            <a:xfrm flipV="1">
              <a:off x="3535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8" name="Line 26"/>
            <p:cNvSpPr>
              <a:spLocks noChangeShapeType="1"/>
            </p:cNvSpPr>
            <p:nvPr/>
          </p:nvSpPr>
          <p:spPr bwMode="auto">
            <a:xfrm>
              <a:off x="3535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499" name="Rectangle 27"/>
            <p:cNvSpPr>
              <a:spLocks noChangeArrowheads="1"/>
            </p:cNvSpPr>
            <p:nvPr/>
          </p:nvSpPr>
          <p:spPr bwMode="auto">
            <a:xfrm>
              <a:off x="3513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20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00" name="Line 28"/>
            <p:cNvSpPr>
              <a:spLocks noChangeShapeType="1"/>
            </p:cNvSpPr>
            <p:nvPr/>
          </p:nvSpPr>
          <p:spPr bwMode="auto">
            <a:xfrm flipV="1">
              <a:off x="4234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1" name="Line 29"/>
            <p:cNvSpPr>
              <a:spLocks noChangeShapeType="1"/>
            </p:cNvSpPr>
            <p:nvPr/>
          </p:nvSpPr>
          <p:spPr bwMode="auto">
            <a:xfrm>
              <a:off x="4234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2" name="Rectangle 30"/>
            <p:cNvSpPr>
              <a:spLocks noChangeArrowheads="1"/>
            </p:cNvSpPr>
            <p:nvPr/>
          </p:nvSpPr>
          <p:spPr bwMode="auto">
            <a:xfrm>
              <a:off x="4211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25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03" name="Line 31"/>
            <p:cNvSpPr>
              <a:spLocks noChangeShapeType="1"/>
            </p:cNvSpPr>
            <p:nvPr/>
          </p:nvSpPr>
          <p:spPr bwMode="auto">
            <a:xfrm flipV="1">
              <a:off x="4932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4" name="Line 32"/>
            <p:cNvSpPr>
              <a:spLocks noChangeShapeType="1"/>
            </p:cNvSpPr>
            <p:nvPr/>
          </p:nvSpPr>
          <p:spPr bwMode="auto">
            <a:xfrm>
              <a:off x="4932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5" name="Rectangle 33"/>
            <p:cNvSpPr>
              <a:spLocks noChangeArrowheads="1"/>
            </p:cNvSpPr>
            <p:nvPr/>
          </p:nvSpPr>
          <p:spPr bwMode="auto">
            <a:xfrm>
              <a:off x="4910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30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06" name="Line 34"/>
            <p:cNvSpPr>
              <a:spLocks noChangeShapeType="1"/>
            </p:cNvSpPr>
            <p:nvPr/>
          </p:nvSpPr>
          <p:spPr bwMode="auto">
            <a:xfrm>
              <a:off x="749" y="388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7" name="Line 35"/>
            <p:cNvSpPr>
              <a:spLocks noChangeShapeType="1"/>
            </p:cNvSpPr>
            <p:nvPr/>
          </p:nvSpPr>
          <p:spPr bwMode="auto">
            <a:xfrm flipH="1">
              <a:off x="5166" y="388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08" name="Rectangle 36"/>
            <p:cNvSpPr>
              <a:spLocks noChangeArrowheads="1"/>
            </p:cNvSpPr>
            <p:nvPr/>
          </p:nvSpPr>
          <p:spPr bwMode="auto">
            <a:xfrm>
              <a:off x="640" y="3848"/>
              <a:ext cx="127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-0.4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09" name="Line 37"/>
            <p:cNvSpPr>
              <a:spLocks noChangeShapeType="1"/>
            </p:cNvSpPr>
            <p:nvPr/>
          </p:nvSpPr>
          <p:spPr bwMode="auto">
            <a:xfrm>
              <a:off x="749" y="347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0" name="Line 38"/>
            <p:cNvSpPr>
              <a:spLocks noChangeShapeType="1"/>
            </p:cNvSpPr>
            <p:nvPr/>
          </p:nvSpPr>
          <p:spPr bwMode="auto">
            <a:xfrm flipH="1">
              <a:off x="5166" y="347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1" name="Rectangle 39"/>
            <p:cNvSpPr>
              <a:spLocks noChangeArrowheads="1"/>
            </p:cNvSpPr>
            <p:nvPr/>
          </p:nvSpPr>
          <p:spPr bwMode="auto">
            <a:xfrm>
              <a:off x="640" y="3445"/>
              <a:ext cx="127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-0.2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12" name="Line 40"/>
            <p:cNvSpPr>
              <a:spLocks noChangeShapeType="1"/>
            </p:cNvSpPr>
            <p:nvPr/>
          </p:nvSpPr>
          <p:spPr bwMode="auto">
            <a:xfrm>
              <a:off x="749" y="307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3" name="Line 41"/>
            <p:cNvSpPr>
              <a:spLocks noChangeShapeType="1"/>
            </p:cNvSpPr>
            <p:nvPr/>
          </p:nvSpPr>
          <p:spPr bwMode="auto">
            <a:xfrm flipH="1">
              <a:off x="5166" y="307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4" name="Rectangle 42"/>
            <p:cNvSpPr>
              <a:spLocks noChangeArrowheads="1"/>
            </p:cNvSpPr>
            <p:nvPr/>
          </p:nvSpPr>
          <p:spPr bwMode="auto">
            <a:xfrm>
              <a:off x="709" y="3038"/>
              <a:ext cx="4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15" name="Line 43"/>
            <p:cNvSpPr>
              <a:spLocks noChangeShapeType="1"/>
            </p:cNvSpPr>
            <p:nvPr/>
          </p:nvSpPr>
          <p:spPr bwMode="auto">
            <a:xfrm>
              <a:off x="749" y="266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6" name="Line 44"/>
            <p:cNvSpPr>
              <a:spLocks noChangeShapeType="1"/>
            </p:cNvSpPr>
            <p:nvPr/>
          </p:nvSpPr>
          <p:spPr bwMode="auto">
            <a:xfrm flipH="1">
              <a:off x="5166" y="266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7" name="Rectangle 45"/>
            <p:cNvSpPr>
              <a:spLocks noChangeArrowheads="1"/>
            </p:cNvSpPr>
            <p:nvPr/>
          </p:nvSpPr>
          <p:spPr bwMode="auto">
            <a:xfrm>
              <a:off x="660" y="2635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18" name="Line 46"/>
            <p:cNvSpPr>
              <a:spLocks noChangeShapeType="1"/>
            </p:cNvSpPr>
            <p:nvPr/>
          </p:nvSpPr>
          <p:spPr bwMode="auto">
            <a:xfrm>
              <a:off x="749" y="226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19" name="Line 47"/>
            <p:cNvSpPr>
              <a:spLocks noChangeShapeType="1"/>
            </p:cNvSpPr>
            <p:nvPr/>
          </p:nvSpPr>
          <p:spPr bwMode="auto">
            <a:xfrm flipH="1">
              <a:off x="5166" y="226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0" name="Rectangle 48"/>
            <p:cNvSpPr>
              <a:spLocks noChangeArrowheads="1"/>
            </p:cNvSpPr>
            <p:nvPr/>
          </p:nvSpPr>
          <p:spPr bwMode="auto">
            <a:xfrm>
              <a:off x="660" y="223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21" name="Line 49"/>
            <p:cNvSpPr>
              <a:spLocks noChangeShapeType="1"/>
            </p:cNvSpPr>
            <p:nvPr/>
          </p:nvSpPr>
          <p:spPr bwMode="auto">
            <a:xfrm>
              <a:off x="749" y="185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2" name="Line 50"/>
            <p:cNvSpPr>
              <a:spLocks noChangeShapeType="1"/>
            </p:cNvSpPr>
            <p:nvPr/>
          </p:nvSpPr>
          <p:spPr bwMode="auto">
            <a:xfrm flipH="1">
              <a:off x="5166" y="185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3" name="Rectangle 51"/>
            <p:cNvSpPr>
              <a:spLocks noChangeArrowheads="1"/>
            </p:cNvSpPr>
            <p:nvPr/>
          </p:nvSpPr>
          <p:spPr bwMode="auto">
            <a:xfrm>
              <a:off x="660" y="1825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24" name="Line 52"/>
            <p:cNvSpPr>
              <a:spLocks noChangeShapeType="1"/>
            </p:cNvSpPr>
            <p:nvPr/>
          </p:nvSpPr>
          <p:spPr bwMode="auto">
            <a:xfrm>
              <a:off x="749" y="145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5" name="Line 53"/>
            <p:cNvSpPr>
              <a:spLocks noChangeShapeType="1"/>
            </p:cNvSpPr>
            <p:nvPr/>
          </p:nvSpPr>
          <p:spPr bwMode="auto">
            <a:xfrm flipH="1">
              <a:off x="5166" y="145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6" name="Rectangle 54"/>
            <p:cNvSpPr>
              <a:spLocks noChangeArrowheads="1"/>
            </p:cNvSpPr>
            <p:nvPr/>
          </p:nvSpPr>
          <p:spPr bwMode="auto">
            <a:xfrm>
              <a:off x="660" y="142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27" name="Line 55"/>
            <p:cNvSpPr>
              <a:spLocks noChangeShapeType="1"/>
            </p:cNvSpPr>
            <p:nvPr/>
          </p:nvSpPr>
          <p:spPr bwMode="auto">
            <a:xfrm>
              <a:off x="749" y="104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8" name="Line 56"/>
            <p:cNvSpPr>
              <a:spLocks noChangeShapeType="1"/>
            </p:cNvSpPr>
            <p:nvPr/>
          </p:nvSpPr>
          <p:spPr bwMode="auto">
            <a:xfrm flipH="1">
              <a:off x="5166" y="104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29" name="Rectangle 57"/>
            <p:cNvSpPr>
              <a:spLocks noChangeArrowheads="1"/>
            </p:cNvSpPr>
            <p:nvPr/>
          </p:nvSpPr>
          <p:spPr bwMode="auto">
            <a:xfrm>
              <a:off x="709" y="1015"/>
              <a:ext cx="4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30" name="Line 58"/>
            <p:cNvSpPr>
              <a:spLocks noChangeShapeType="1"/>
            </p:cNvSpPr>
            <p:nvPr/>
          </p:nvSpPr>
          <p:spPr bwMode="auto">
            <a:xfrm>
              <a:off x="749" y="64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1" name="Line 59"/>
            <p:cNvSpPr>
              <a:spLocks noChangeShapeType="1"/>
            </p:cNvSpPr>
            <p:nvPr/>
          </p:nvSpPr>
          <p:spPr bwMode="auto">
            <a:xfrm flipH="1">
              <a:off x="5166" y="64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2" name="Rectangle 60"/>
            <p:cNvSpPr>
              <a:spLocks noChangeArrowheads="1"/>
            </p:cNvSpPr>
            <p:nvPr/>
          </p:nvSpPr>
          <p:spPr bwMode="auto">
            <a:xfrm>
              <a:off x="660" y="61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489533" name="Line 61"/>
            <p:cNvSpPr>
              <a:spLocks noChangeShapeType="1"/>
            </p:cNvSpPr>
            <p:nvPr/>
          </p:nvSpPr>
          <p:spPr bwMode="auto">
            <a:xfrm>
              <a:off x="749" y="645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4" name="Line 62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5" name="Line 63"/>
            <p:cNvSpPr>
              <a:spLocks noChangeShapeType="1"/>
            </p:cNvSpPr>
            <p:nvPr/>
          </p:nvSpPr>
          <p:spPr bwMode="auto">
            <a:xfrm flipV="1">
              <a:off x="520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6" name="Line 64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7" name="Freeform 65"/>
            <p:cNvSpPr>
              <a:spLocks/>
            </p:cNvSpPr>
            <p:nvPr/>
          </p:nvSpPr>
          <p:spPr bwMode="auto">
            <a:xfrm>
              <a:off x="749" y="3071"/>
              <a:ext cx="3683" cy="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119" y="0"/>
                </a:cxn>
                <a:cxn ang="0">
                  <a:pos x="180" y="0"/>
                </a:cxn>
                <a:cxn ang="0">
                  <a:pos x="241" y="0"/>
                </a:cxn>
                <a:cxn ang="0">
                  <a:pos x="302" y="0"/>
                </a:cxn>
                <a:cxn ang="0">
                  <a:pos x="363" y="0"/>
                </a:cxn>
                <a:cxn ang="0">
                  <a:pos x="425" y="0"/>
                </a:cxn>
                <a:cxn ang="0">
                  <a:pos x="486" y="0"/>
                </a:cxn>
                <a:cxn ang="0">
                  <a:pos x="547" y="0"/>
                </a:cxn>
                <a:cxn ang="0">
                  <a:pos x="608" y="0"/>
                </a:cxn>
                <a:cxn ang="0">
                  <a:pos x="669" y="0"/>
                </a:cxn>
                <a:cxn ang="0">
                  <a:pos x="731" y="0"/>
                </a:cxn>
                <a:cxn ang="0">
                  <a:pos x="792" y="0"/>
                </a:cxn>
                <a:cxn ang="0">
                  <a:pos x="853" y="0"/>
                </a:cxn>
                <a:cxn ang="0">
                  <a:pos x="914" y="0"/>
                </a:cxn>
                <a:cxn ang="0">
                  <a:pos x="975" y="0"/>
                </a:cxn>
                <a:cxn ang="0">
                  <a:pos x="1037" y="0"/>
                </a:cxn>
                <a:cxn ang="0">
                  <a:pos x="1098" y="0"/>
                </a:cxn>
                <a:cxn ang="0">
                  <a:pos x="1159" y="0"/>
                </a:cxn>
                <a:cxn ang="0">
                  <a:pos x="1220" y="0"/>
                </a:cxn>
                <a:cxn ang="0">
                  <a:pos x="1281" y="0"/>
                </a:cxn>
                <a:cxn ang="0">
                  <a:pos x="1343" y="0"/>
                </a:cxn>
                <a:cxn ang="0">
                  <a:pos x="1404" y="0"/>
                </a:cxn>
                <a:cxn ang="0">
                  <a:pos x="1465" y="0"/>
                </a:cxn>
                <a:cxn ang="0">
                  <a:pos x="1526" y="0"/>
                </a:cxn>
                <a:cxn ang="0">
                  <a:pos x="1587" y="0"/>
                </a:cxn>
                <a:cxn ang="0">
                  <a:pos x="1649" y="0"/>
                </a:cxn>
                <a:cxn ang="0">
                  <a:pos x="1710" y="0"/>
                </a:cxn>
                <a:cxn ang="0">
                  <a:pos x="1771" y="0"/>
                </a:cxn>
                <a:cxn ang="0">
                  <a:pos x="1832" y="0"/>
                </a:cxn>
                <a:cxn ang="0">
                  <a:pos x="1893" y="0"/>
                </a:cxn>
                <a:cxn ang="0">
                  <a:pos x="1955" y="0"/>
                </a:cxn>
                <a:cxn ang="0">
                  <a:pos x="2016" y="0"/>
                </a:cxn>
                <a:cxn ang="0">
                  <a:pos x="2077" y="0"/>
                </a:cxn>
                <a:cxn ang="0">
                  <a:pos x="2138" y="0"/>
                </a:cxn>
                <a:cxn ang="0">
                  <a:pos x="2199" y="0"/>
                </a:cxn>
                <a:cxn ang="0">
                  <a:pos x="2261" y="0"/>
                </a:cxn>
                <a:cxn ang="0">
                  <a:pos x="2322" y="0"/>
                </a:cxn>
                <a:cxn ang="0">
                  <a:pos x="2383" y="0"/>
                </a:cxn>
                <a:cxn ang="0">
                  <a:pos x="2444" y="0"/>
                </a:cxn>
                <a:cxn ang="0">
                  <a:pos x="2505" y="0"/>
                </a:cxn>
                <a:cxn ang="0">
                  <a:pos x="2567" y="0"/>
                </a:cxn>
                <a:cxn ang="0">
                  <a:pos x="2628" y="0"/>
                </a:cxn>
                <a:cxn ang="0">
                  <a:pos x="2689" y="0"/>
                </a:cxn>
                <a:cxn ang="0">
                  <a:pos x="2750" y="0"/>
                </a:cxn>
                <a:cxn ang="0">
                  <a:pos x="2811" y="0"/>
                </a:cxn>
                <a:cxn ang="0">
                  <a:pos x="2873" y="0"/>
                </a:cxn>
                <a:cxn ang="0">
                  <a:pos x="2934" y="0"/>
                </a:cxn>
                <a:cxn ang="0">
                  <a:pos x="2995" y="0"/>
                </a:cxn>
                <a:cxn ang="0">
                  <a:pos x="3056" y="0"/>
                </a:cxn>
                <a:cxn ang="0">
                  <a:pos x="3117" y="0"/>
                </a:cxn>
                <a:cxn ang="0">
                  <a:pos x="3179" y="0"/>
                </a:cxn>
                <a:cxn ang="0">
                  <a:pos x="3240" y="0"/>
                </a:cxn>
                <a:cxn ang="0">
                  <a:pos x="3301" y="0"/>
                </a:cxn>
                <a:cxn ang="0">
                  <a:pos x="3362" y="0"/>
                </a:cxn>
                <a:cxn ang="0">
                  <a:pos x="3423" y="0"/>
                </a:cxn>
                <a:cxn ang="0">
                  <a:pos x="3485" y="0"/>
                </a:cxn>
                <a:cxn ang="0">
                  <a:pos x="3546" y="0"/>
                </a:cxn>
                <a:cxn ang="0">
                  <a:pos x="3607" y="0"/>
                </a:cxn>
                <a:cxn ang="0">
                  <a:pos x="3668" y="0"/>
                </a:cxn>
              </a:cxnLst>
              <a:rect l="0" t="0" r="r" b="b"/>
              <a:pathLst>
                <a:path w="3683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32" y="0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43" y="0"/>
                  </a:lnTo>
                  <a:lnTo>
                    <a:pt x="47" y="0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61" y="0"/>
                  </a:lnTo>
                  <a:lnTo>
                    <a:pt x="65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2" y="0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33" y="0"/>
                  </a:lnTo>
                  <a:lnTo>
                    <a:pt x="137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47" y="0"/>
                  </a:lnTo>
                  <a:lnTo>
                    <a:pt x="151" y="0"/>
                  </a:lnTo>
                  <a:lnTo>
                    <a:pt x="155" y="0"/>
                  </a:lnTo>
                  <a:lnTo>
                    <a:pt x="158" y="0"/>
                  </a:lnTo>
                  <a:lnTo>
                    <a:pt x="162" y="0"/>
                  </a:lnTo>
                  <a:lnTo>
                    <a:pt x="165" y="0"/>
                  </a:lnTo>
                  <a:lnTo>
                    <a:pt x="169" y="0"/>
                  </a:lnTo>
                  <a:lnTo>
                    <a:pt x="173" y="0"/>
                  </a:lnTo>
                  <a:lnTo>
                    <a:pt x="176" y="0"/>
                  </a:lnTo>
                  <a:lnTo>
                    <a:pt x="180" y="0"/>
                  </a:lnTo>
                  <a:lnTo>
                    <a:pt x="183" y="0"/>
                  </a:lnTo>
                  <a:lnTo>
                    <a:pt x="187" y="0"/>
                  </a:lnTo>
                  <a:lnTo>
                    <a:pt x="191" y="0"/>
                  </a:lnTo>
                  <a:lnTo>
                    <a:pt x="194" y="0"/>
                  </a:lnTo>
                  <a:lnTo>
                    <a:pt x="198" y="0"/>
                  </a:lnTo>
                  <a:lnTo>
                    <a:pt x="201" y="0"/>
                  </a:lnTo>
                  <a:lnTo>
                    <a:pt x="205" y="0"/>
                  </a:lnTo>
                  <a:lnTo>
                    <a:pt x="209" y="0"/>
                  </a:lnTo>
                  <a:lnTo>
                    <a:pt x="212" y="0"/>
                  </a:lnTo>
                  <a:lnTo>
                    <a:pt x="216" y="0"/>
                  </a:lnTo>
                  <a:lnTo>
                    <a:pt x="219" y="0"/>
                  </a:lnTo>
                  <a:lnTo>
                    <a:pt x="223" y="0"/>
                  </a:lnTo>
                  <a:lnTo>
                    <a:pt x="227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7" y="0"/>
                  </a:lnTo>
                  <a:lnTo>
                    <a:pt x="241" y="0"/>
                  </a:lnTo>
                  <a:lnTo>
                    <a:pt x="245" y="0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5" y="0"/>
                  </a:lnTo>
                  <a:lnTo>
                    <a:pt x="259" y="0"/>
                  </a:lnTo>
                  <a:lnTo>
                    <a:pt x="263" y="0"/>
                  </a:lnTo>
                  <a:lnTo>
                    <a:pt x="266" y="0"/>
                  </a:lnTo>
                  <a:lnTo>
                    <a:pt x="270" y="0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1" y="0"/>
                  </a:lnTo>
                  <a:lnTo>
                    <a:pt x="284" y="0"/>
                  </a:lnTo>
                  <a:lnTo>
                    <a:pt x="288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299" y="0"/>
                  </a:lnTo>
                  <a:lnTo>
                    <a:pt x="302" y="0"/>
                  </a:lnTo>
                  <a:lnTo>
                    <a:pt x="306" y="0"/>
                  </a:lnTo>
                  <a:lnTo>
                    <a:pt x="309" y="0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20" y="0"/>
                  </a:lnTo>
                  <a:lnTo>
                    <a:pt x="324" y="0"/>
                  </a:lnTo>
                  <a:lnTo>
                    <a:pt x="327" y="0"/>
                  </a:lnTo>
                  <a:lnTo>
                    <a:pt x="331" y="0"/>
                  </a:lnTo>
                  <a:lnTo>
                    <a:pt x="335" y="0"/>
                  </a:lnTo>
                  <a:lnTo>
                    <a:pt x="338" y="0"/>
                  </a:lnTo>
                  <a:lnTo>
                    <a:pt x="342" y="0"/>
                  </a:lnTo>
                  <a:lnTo>
                    <a:pt x="345" y="0"/>
                  </a:lnTo>
                  <a:lnTo>
                    <a:pt x="349" y="0"/>
                  </a:lnTo>
                  <a:lnTo>
                    <a:pt x="353" y="0"/>
                  </a:lnTo>
                  <a:lnTo>
                    <a:pt x="356" y="0"/>
                  </a:lnTo>
                  <a:lnTo>
                    <a:pt x="360" y="0"/>
                  </a:lnTo>
                  <a:lnTo>
                    <a:pt x="363" y="0"/>
                  </a:lnTo>
                  <a:lnTo>
                    <a:pt x="367" y="0"/>
                  </a:lnTo>
                  <a:lnTo>
                    <a:pt x="371" y="0"/>
                  </a:lnTo>
                  <a:lnTo>
                    <a:pt x="374" y="0"/>
                  </a:lnTo>
                  <a:lnTo>
                    <a:pt x="378" y="0"/>
                  </a:lnTo>
                  <a:lnTo>
                    <a:pt x="381" y="0"/>
                  </a:lnTo>
                  <a:lnTo>
                    <a:pt x="385" y="0"/>
                  </a:lnTo>
                  <a:lnTo>
                    <a:pt x="389" y="0"/>
                  </a:lnTo>
                  <a:lnTo>
                    <a:pt x="392" y="0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403" y="0"/>
                  </a:lnTo>
                  <a:lnTo>
                    <a:pt x="407" y="0"/>
                  </a:lnTo>
                  <a:lnTo>
                    <a:pt x="410" y="0"/>
                  </a:lnTo>
                  <a:lnTo>
                    <a:pt x="414" y="0"/>
                  </a:lnTo>
                  <a:lnTo>
                    <a:pt x="417" y="0"/>
                  </a:lnTo>
                  <a:lnTo>
                    <a:pt x="421" y="0"/>
                  </a:lnTo>
                  <a:lnTo>
                    <a:pt x="425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5" y="0"/>
                  </a:lnTo>
                  <a:lnTo>
                    <a:pt x="439" y="0"/>
                  </a:lnTo>
                  <a:lnTo>
                    <a:pt x="443" y="0"/>
                  </a:lnTo>
                  <a:lnTo>
                    <a:pt x="446" y="0"/>
                  </a:lnTo>
                  <a:lnTo>
                    <a:pt x="450" y="0"/>
                  </a:lnTo>
                  <a:lnTo>
                    <a:pt x="453" y="0"/>
                  </a:lnTo>
                  <a:lnTo>
                    <a:pt x="457" y="0"/>
                  </a:lnTo>
                  <a:lnTo>
                    <a:pt x="461" y="0"/>
                  </a:lnTo>
                  <a:lnTo>
                    <a:pt x="464" y="0"/>
                  </a:lnTo>
                  <a:lnTo>
                    <a:pt x="468" y="0"/>
                  </a:lnTo>
                  <a:lnTo>
                    <a:pt x="471" y="0"/>
                  </a:lnTo>
                  <a:lnTo>
                    <a:pt x="475" y="0"/>
                  </a:lnTo>
                  <a:lnTo>
                    <a:pt x="479" y="0"/>
                  </a:lnTo>
                  <a:lnTo>
                    <a:pt x="482" y="0"/>
                  </a:lnTo>
                  <a:lnTo>
                    <a:pt x="486" y="0"/>
                  </a:lnTo>
                  <a:lnTo>
                    <a:pt x="489" y="0"/>
                  </a:lnTo>
                  <a:lnTo>
                    <a:pt x="493" y="0"/>
                  </a:lnTo>
                  <a:lnTo>
                    <a:pt x="497" y="0"/>
                  </a:lnTo>
                  <a:lnTo>
                    <a:pt x="500" y="0"/>
                  </a:lnTo>
                  <a:lnTo>
                    <a:pt x="504" y="0"/>
                  </a:lnTo>
                  <a:lnTo>
                    <a:pt x="507" y="0"/>
                  </a:lnTo>
                  <a:lnTo>
                    <a:pt x="511" y="0"/>
                  </a:lnTo>
                  <a:lnTo>
                    <a:pt x="515" y="0"/>
                  </a:lnTo>
                  <a:lnTo>
                    <a:pt x="518" y="0"/>
                  </a:lnTo>
                  <a:lnTo>
                    <a:pt x="522" y="0"/>
                  </a:lnTo>
                  <a:lnTo>
                    <a:pt x="525" y="0"/>
                  </a:lnTo>
                  <a:lnTo>
                    <a:pt x="529" y="0"/>
                  </a:lnTo>
                  <a:lnTo>
                    <a:pt x="533" y="0"/>
                  </a:lnTo>
                  <a:lnTo>
                    <a:pt x="536" y="0"/>
                  </a:lnTo>
                  <a:lnTo>
                    <a:pt x="540" y="0"/>
                  </a:lnTo>
                  <a:lnTo>
                    <a:pt x="543" y="0"/>
                  </a:lnTo>
                  <a:lnTo>
                    <a:pt x="547" y="0"/>
                  </a:lnTo>
                  <a:lnTo>
                    <a:pt x="551" y="0"/>
                  </a:lnTo>
                  <a:lnTo>
                    <a:pt x="554" y="0"/>
                  </a:lnTo>
                  <a:lnTo>
                    <a:pt x="558" y="0"/>
                  </a:lnTo>
                  <a:lnTo>
                    <a:pt x="561" y="0"/>
                  </a:lnTo>
                  <a:lnTo>
                    <a:pt x="565" y="0"/>
                  </a:lnTo>
                  <a:lnTo>
                    <a:pt x="569" y="0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83" y="0"/>
                  </a:lnTo>
                  <a:lnTo>
                    <a:pt x="587" y="0"/>
                  </a:lnTo>
                  <a:lnTo>
                    <a:pt x="590" y="0"/>
                  </a:lnTo>
                  <a:lnTo>
                    <a:pt x="594" y="0"/>
                  </a:lnTo>
                  <a:lnTo>
                    <a:pt x="597" y="0"/>
                  </a:lnTo>
                  <a:lnTo>
                    <a:pt x="601" y="0"/>
                  </a:lnTo>
                  <a:lnTo>
                    <a:pt x="605" y="0"/>
                  </a:lnTo>
                  <a:lnTo>
                    <a:pt x="608" y="0"/>
                  </a:lnTo>
                  <a:lnTo>
                    <a:pt x="612" y="0"/>
                  </a:lnTo>
                  <a:lnTo>
                    <a:pt x="615" y="0"/>
                  </a:lnTo>
                  <a:lnTo>
                    <a:pt x="619" y="0"/>
                  </a:lnTo>
                  <a:lnTo>
                    <a:pt x="623" y="0"/>
                  </a:lnTo>
                  <a:lnTo>
                    <a:pt x="626" y="0"/>
                  </a:lnTo>
                  <a:lnTo>
                    <a:pt x="630" y="0"/>
                  </a:lnTo>
                  <a:lnTo>
                    <a:pt x="633" y="0"/>
                  </a:lnTo>
                  <a:lnTo>
                    <a:pt x="637" y="0"/>
                  </a:lnTo>
                  <a:lnTo>
                    <a:pt x="641" y="0"/>
                  </a:lnTo>
                  <a:lnTo>
                    <a:pt x="644" y="0"/>
                  </a:lnTo>
                  <a:lnTo>
                    <a:pt x="648" y="0"/>
                  </a:lnTo>
                  <a:lnTo>
                    <a:pt x="651" y="0"/>
                  </a:lnTo>
                  <a:lnTo>
                    <a:pt x="655" y="0"/>
                  </a:lnTo>
                  <a:lnTo>
                    <a:pt x="659" y="0"/>
                  </a:lnTo>
                  <a:lnTo>
                    <a:pt x="662" y="0"/>
                  </a:lnTo>
                  <a:lnTo>
                    <a:pt x="666" y="0"/>
                  </a:lnTo>
                  <a:lnTo>
                    <a:pt x="669" y="0"/>
                  </a:lnTo>
                  <a:lnTo>
                    <a:pt x="673" y="0"/>
                  </a:lnTo>
                  <a:lnTo>
                    <a:pt x="677" y="0"/>
                  </a:lnTo>
                  <a:lnTo>
                    <a:pt x="680" y="0"/>
                  </a:lnTo>
                  <a:lnTo>
                    <a:pt x="684" y="0"/>
                  </a:lnTo>
                  <a:lnTo>
                    <a:pt x="687" y="0"/>
                  </a:lnTo>
                  <a:lnTo>
                    <a:pt x="691" y="0"/>
                  </a:lnTo>
                  <a:lnTo>
                    <a:pt x="695" y="0"/>
                  </a:lnTo>
                  <a:lnTo>
                    <a:pt x="698" y="0"/>
                  </a:lnTo>
                  <a:lnTo>
                    <a:pt x="702" y="0"/>
                  </a:lnTo>
                  <a:lnTo>
                    <a:pt x="705" y="0"/>
                  </a:lnTo>
                  <a:lnTo>
                    <a:pt x="709" y="0"/>
                  </a:lnTo>
                  <a:lnTo>
                    <a:pt x="713" y="0"/>
                  </a:lnTo>
                  <a:lnTo>
                    <a:pt x="716" y="0"/>
                  </a:lnTo>
                  <a:lnTo>
                    <a:pt x="720" y="0"/>
                  </a:lnTo>
                  <a:lnTo>
                    <a:pt x="723" y="0"/>
                  </a:lnTo>
                  <a:lnTo>
                    <a:pt x="727" y="0"/>
                  </a:lnTo>
                  <a:lnTo>
                    <a:pt x="731" y="0"/>
                  </a:lnTo>
                  <a:lnTo>
                    <a:pt x="734" y="0"/>
                  </a:lnTo>
                  <a:lnTo>
                    <a:pt x="738" y="0"/>
                  </a:lnTo>
                  <a:lnTo>
                    <a:pt x="741" y="0"/>
                  </a:lnTo>
                  <a:lnTo>
                    <a:pt x="745" y="0"/>
                  </a:lnTo>
                  <a:lnTo>
                    <a:pt x="749" y="0"/>
                  </a:lnTo>
                  <a:lnTo>
                    <a:pt x="752" y="0"/>
                  </a:lnTo>
                  <a:lnTo>
                    <a:pt x="756" y="0"/>
                  </a:lnTo>
                  <a:lnTo>
                    <a:pt x="759" y="0"/>
                  </a:lnTo>
                  <a:lnTo>
                    <a:pt x="763" y="0"/>
                  </a:lnTo>
                  <a:lnTo>
                    <a:pt x="767" y="0"/>
                  </a:lnTo>
                  <a:lnTo>
                    <a:pt x="770" y="0"/>
                  </a:lnTo>
                  <a:lnTo>
                    <a:pt x="774" y="0"/>
                  </a:lnTo>
                  <a:lnTo>
                    <a:pt x="777" y="0"/>
                  </a:lnTo>
                  <a:lnTo>
                    <a:pt x="781" y="0"/>
                  </a:lnTo>
                  <a:lnTo>
                    <a:pt x="785" y="0"/>
                  </a:lnTo>
                  <a:lnTo>
                    <a:pt x="788" y="0"/>
                  </a:lnTo>
                  <a:lnTo>
                    <a:pt x="792" y="0"/>
                  </a:lnTo>
                  <a:lnTo>
                    <a:pt x="795" y="0"/>
                  </a:lnTo>
                  <a:lnTo>
                    <a:pt x="799" y="0"/>
                  </a:lnTo>
                  <a:lnTo>
                    <a:pt x="803" y="0"/>
                  </a:lnTo>
                  <a:lnTo>
                    <a:pt x="806" y="0"/>
                  </a:lnTo>
                  <a:lnTo>
                    <a:pt x="810" y="0"/>
                  </a:lnTo>
                  <a:lnTo>
                    <a:pt x="813" y="0"/>
                  </a:lnTo>
                  <a:lnTo>
                    <a:pt x="817" y="0"/>
                  </a:lnTo>
                  <a:lnTo>
                    <a:pt x="821" y="0"/>
                  </a:lnTo>
                  <a:lnTo>
                    <a:pt x="824" y="0"/>
                  </a:lnTo>
                  <a:lnTo>
                    <a:pt x="828" y="0"/>
                  </a:lnTo>
                  <a:lnTo>
                    <a:pt x="831" y="0"/>
                  </a:lnTo>
                  <a:lnTo>
                    <a:pt x="835" y="0"/>
                  </a:lnTo>
                  <a:lnTo>
                    <a:pt x="839" y="0"/>
                  </a:lnTo>
                  <a:lnTo>
                    <a:pt x="842" y="0"/>
                  </a:lnTo>
                  <a:lnTo>
                    <a:pt x="846" y="0"/>
                  </a:lnTo>
                  <a:lnTo>
                    <a:pt x="849" y="0"/>
                  </a:lnTo>
                  <a:lnTo>
                    <a:pt x="853" y="0"/>
                  </a:lnTo>
                  <a:lnTo>
                    <a:pt x="857" y="0"/>
                  </a:lnTo>
                  <a:lnTo>
                    <a:pt x="860" y="0"/>
                  </a:lnTo>
                  <a:lnTo>
                    <a:pt x="864" y="0"/>
                  </a:lnTo>
                  <a:lnTo>
                    <a:pt x="867" y="0"/>
                  </a:lnTo>
                  <a:lnTo>
                    <a:pt x="871" y="0"/>
                  </a:lnTo>
                  <a:lnTo>
                    <a:pt x="875" y="0"/>
                  </a:lnTo>
                  <a:lnTo>
                    <a:pt x="878" y="0"/>
                  </a:lnTo>
                  <a:lnTo>
                    <a:pt x="882" y="0"/>
                  </a:lnTo>
                  <a:lnTo>
                    <a:pt x="885" y="0"/>
                  </a:lnTo>
                  <a:lnTo>
                    <a:pt x="889" y="0"/>
                  </a:lnTo>
                  <a:lnTo>
                    <a:pt x="893" y="0"/>
                  </a:lnTo>
                  <a:lnTo>
                    <a:pt x="896" y="0"/>
                  </a:lnTo>
                  <a:lnTo>
                    <a:pt x="900" y="0"/>
                  </a:lnTo>
                  <a:lnTo>
                    <a:pt x="903" y="0"/>
                  </a:lnTo>
                  <a:lnTo>
                    <a:pt x="907" y="0"/>
                  </a:lnTo>
                  <a:lnTo>
                    <a:pt x="911" y="0"/>
                  </a:lnTo>
                  <a:lnTo>
                    <a:pt x="914" y="0"/>
                  </a:lnTo>
                  <a:lnTo>
                    <a:pt x="918" y="0"/>
                  </a:lnTo>
                  <a:lnTo>
                    <a:pt x="921" y="0"/>
                  </a:lnTo>
                  <a:lnTo>
                    <a:pt x="925" y="0"/>
                  </a:lnTo>
                  <a:lnTo>
                    <a:pt x="929" y="0"/>
                  </a:lnTo>
                  <a:lnTo>
                    <a:pt x="932" y="0"/>
                  </a:lnTo>
                  <a:lnTo>
                    <a:pt x="936" y="0"/>
                  </a:lnTo>
                  <a:lnTo>
                    <a:pt x="939" y="0"/>
                  </a:lnTo>
                  <a:lnTo>
                    <a:pt x="943" y="0"/>
                  </a:lnTo>
                  <a:lnTo>
                    <a:pt x="947" y="0"/>
                  </a:lnTo>
                  <a:lnTo>
                    <a:pt x="950" y="0"/>
                  </a:lnTo>
                  <a:lnTo>
                    <a:pt x="954" y="0"/>
                  </a:lnTo>
                  <a:lnTo>
                    <a:pt x="957" y="0"/>
                  </a:lnTo>
                  <a:lnTo>
                    <a:pt x="961" y="0"/>
                  </a:lnTo>
                  <a:lnTo>
                    <a:pt x="965" y="0"/>
                  </a:lnTo>
                  <a:lnTo>
                    <a:pt x="968" y="0"/>
                  </a:lnTo>
                  <a:lnTo>
                    <a:pt x="972" y="0"/>
                  </a:lnTo>
                  <a:lnTo>
                    <a:pt x="975" y="0"/>
                  </a:lnTo>
                  <a:lnTo>
                    <a:pt x="979" y="0"/>
                  </a:lnTo>
                  <a:lnTo>
                    <a:pt x="983" y="0"/>
                  </a:lnTo>
                  <a:lnTo>
                    <a:pt x="986" y="0"/>
                  </a:lnTo>
                  <a:lnTo>
                    <a:pt x="990" y="0"/>
                  </a:lnTo>
                  <a:lnTo>
                    <a:pt x="993" y="0"/>
                  </a:lnTo>
                  <a:lnTo>
                    <a:pt x="997" y="0"/>
                  </a:lnTo>
                  <a:lnTo>
                    <a:pt x="1001" y="0"/>
                  </a:lnTo>
                  <a:lnTo>
                    <a:pt x="1004" y="0"/>
                  </a:lnTo>
                  <a:lnTo>
                    <a:pt x="1008" y="0"/>
                  </a:lnTo>
                  <a:lnTo>
                    <a:pt x="1011" y="0"/>
                  </a:lnTo>
                  <a:lnTo>
                    <a:pt x="1015" y="0"/>
                  </a:lnTo>
                  <a:lnTo>
                    <a:pt x="1019" y="0"/>
                  </a:lnTo>
                  <a:lnTo>
                    <a:pt x="1022" y="0"/>
                  </a:lnTo>
                  <a:lnTo>
                    <a:pt x="1026" y="0"/>
                  </a:lnTo>
                  <a:lnTo>
                    <a:pt x="1029" y="0"/>
                  </a:lnTo>
                  <a:lnTo>
                    <a:pt x="1033" y="0"/>
                  </a:lnTo>
                  <a:lnTo>
                    <a:pt x="1037" y="0"/>
                  </a:lnTo>
                  <a:lnTo>
                    <a:pt x="1040" y="0"/>
                  </a:lnTo>
                  <a:lnTo>
                    <a:pt x="1044" y="0"/>
                  </a:lnTo>
                  <a:lnTo>
                    <a:pt x="1047" y="0"/>
                  </a:lnTo>
                  <a:lnTo>
                    <a:pt x="1051" y="0"/>
                  </a:lnTo>
                  <a:lnTo>
                    <a:pt x="1055" y="0"/>
                  </a:lnTo>
                  <a:lnTo>
                    <a:pt x="1058" y="0"/>
                  </a:lnTo>
                  <a:lnTo>
                    <a:pt x="1062" y="0"/>
                  </a:lnTo>
                  <a:lnTo>
                    <a:pt x="1065" y="0"/>
                  </a:lnTo>
                  <a:lnTo>
                    <a:pt x="1069" y="0"/>
                  </a:lnTo>
                  <a:lnTo>
                    <a:pt x="1073" y="0"/>
                  </a:lnTo>
                  <a:lnTo>
                    <a:pt x="1076" y="0"/>
                  </a:lnTo>
                  <a:lnTo>
                    <a:pt x="1080" y="0"/>
                  </a:lnTo>
                  <a:lnTo>
                    <a:pt x="1083" y="0"/>
                  </a:lnTo>
                  <a:lnTo>
                    <a:pt x="1087" y="0"/>
                  </a:lnTo>
                  <a:lnTo>
                    <a:pt x="1091" y="0"/>
                  </a:lnTo>
                  <a:lnTo>
                    <a:pt x="1094" y="0"/>
                  </a:lnTo>
                  <a:lnTo>
                    <a:pt x="1098" y="0"/>
                  </a:lnTo>
                  <a:lnTo>
                    <a:pt x="1101" y="0"/>
                  </a:lnTo>
                  <a:lnTo>
                    <a:pt x="1105" y="0"/>
                  </a:lnTo>
                  <a:lnTo>
                    <a:pt x="1109" y="0"/>
                  </a:lnTo>
                  <a:lnTo>
                    <a:pt x="1112" y="0"/>
                  </a:lnTo>
                  <a:lnTo>
                    <a:pt x="1116" y="0"/>
                  </a:lnTo>
                  <a:lnTo>
                    <a:pt x="1119" y="0"/>
                  </a:lnTo>
                  <a:lnTo>
                    <a:pt x="1123" y="0"/>
                  </a:lnTo>
                  <a:lnTo>
                    <a:pt x="1127" y="0"/>
                  </a:lnTo>
                  <a:lnTo>
                    <a:pt x="1130" y="0"/>
                  </a:lnTo>
                  <a:lnTo>
                    <a:pt x="1134" y="0"/>
                  </a:lnTo>
                  <a:lnTo>
                    <a:pt x="1137" y="0"/>
                  </a:lnTo>
                  <a:lnTo>
                    <a:pt x="1141" y="0"/>
                  </a:lnTo>
                  <a:lnTo>
                    <a:pt x="1145" y="0"/>
                  </a:lnTo>
                  <a:lnTo>
                    <a:pt x="1148" y="0"/>
                  </a:lnTo>
                  <a:lnTo>
                    <a:pt x="1152" y="0"/>
                  </a:lnTo>
                  <a:lnTo>
                    <a:pt x="1155" y="0"/>
                  </a:lnTo>
                  <a:lnTo>
                    <a:pt x="1159" y="0"/>
                  </a:lnTo>
                  <a:lnTo>
                    <a:pt x="1163" y="0"/>
                  </a:lnTo>
                  <a:lnTo>
                    <a:pt x="1166" y="0"/>
                  </a:lnTo>
                  <a:lnTo>
                    <a:pt x="1170" y="0"/>
                  </a:lnTo>
                  <a:lnTo>
                    <a:pt x="1173" y="0"/>
                  </a:lnTo>
                  <a:lnTo>
                    <a:pt x="1177" y="0"/>
                  </a:lnTo>
                  <a:lnTo>
                    <a:pt x="1181" y="0"/>
                  </a:lnTo>
                  <a:lnTo>
                    <a:pt x="1184" y="0"/>
                  </a:lnTo>
                  <a:lnTo>
                    <a:pt x="1188" y="0"/>
                  </a:lnTo>
                  <a:lnTo>
                    <a:pt x="1191" y="0"/>
                  </a:lnTo>
                  <a:lnTo>
                    <a:pt x="1195" y="0"/>
                  </a:lnTo>
                  <a:lnTo>
                    <a:pt x="1199" y="0"/>
                  </a:lnTo>
                  <a:lnTo>
                    <a:pt x="1202" y="0"/>
                  </a:lnTo>
                  <a:lnTo>
                    <a:pt x="1206" y="0"/>
                  </a:lnTo>
                  <a:lnTo>
                    <a:pt x="1209" y="0"/>
                  </a:lnTo>
                  <a:lnTo>
                    <a:pt x="1213" y="0"/>
                  </a:lnTo>
                  <a:lnTo>
                    <a:pt x="1217" y="0"/>
                  </a:lnTo>
                  <a:lnTo>
                    <a:pt x="1220" y="0"/>
                  </a:lnTo>
                  <a:lnTo>
                    <a:pt x="1224" y="0"/>
                  </a:lnTo>
                  <a:lnTo>
                    <a:pt x="1227" y="0"/>
                  </a:lnTo>
                  <a:lnTo>
                    <a:pt x="1231" y="0"/>
                  </a:lnTo>
                  <a:lnTo>
                    <a:pt x="1235" y="0"/>
                  </a:lnTo>
                  <a:lnTo>
                    <a:pt x="1238" y="0"/>
                  </a:lnTo>
                  <a:lnTo>
                    <a:pt x="1242" y="0"/>
                  </a:lnTo>
                  <a:lnTo>
                    <a:pt x="1245" y="0"/>
                  </a:lnTo>
                  <a:lnTo>
                    <a:pt x="1249" y="0"/>
                  </a:lnTo>
                  <a:lnTo>
                    <a:pt x="1253" y="0"/>
                  </a:lnTo>
                  <a:lnTo>
                    <a:pt x="1256" y="0"/>
                  </a:lnTo>
                  <a:lnTo>
                    <a:pt x="1260" y="0"/>
                  </a:lnTo>
                  <a:lnTo>
                    <a:pt x="1263" y="0"/>
                  </a:lnTo>
                  <a:lnTo>
                    <a:pt x="1267" y="0"/>
                  </a:lnTo>
                  <a:lnTo>
                    <a:pt x="1271" y="0"/>
                  </a:lnTo>
                  <a:lnTo>
                    <a:pt x="1274" y="0"/>
                  </a:lnTo>
                  <a:lnTo>
                    <a:pt x="1278" y="0"/>
                  </a:lnTo>
                  <a:lnTo>
                    <a:pt x="1281" y="0"/>
                  </a:lnTo>
                  <a:lnTo>
                    <a:pt x="1285" y="0"/>
                  </a:lnTo>
                  <a:lnTo>
                    <a:pt x="1289" y="0"/>
                  </a:lnTo>
                  <a:lnTo>
                    <a:pt x="1292" y="0"/>
                  </a:lnTo>
                  <a:lnTo>
                    <a:pt x="1296" y="0"/>
                  </a:lnTo>
                  <a:lnTo>
                    <a:pt x="1299" y="0"/>
                  </a:lnTo>
                  <a:lnTo>
                    <a:pt x="1303" y="0"/>
                  </a:lnTo>
                  <a:lnTo>
                    <a:pt x="1307" y="0"/>
                  </a:lnTo>
                  <a:lnTo>
                    <a:pt x="1310" y="0"/>
                  </a:lnTo>
                  <a:lnTo>
                    <a:pt x="1314" y="0"/>
                  </a:lnTo>
                  <a:lnTo>
                    <a:pt x="1317" y="0"/>
                  </a:lnTo>
                  <a:lnTo>
                    <a:pt x="1321" y="0"/>
                  </a:lnTo>
                  <a:lnTo>
                    <a:pt x="1325" y="0"/>
                  </a:lnTo>
                  <a:lnTo>
                    <a:pt x="1328" y="0"/>
                  </a:lnTo>
                  <a:lnTo>
                    <a:pt x="1332" y="0"/>
                  </a:lnTo>
                  <a:lnTo>
                    <a:pt x="1335" y="0"/>
                  </a:lnTo>
                  <a:lnTo>
                    <a:pt x="1339" y="0"/>
                  </a:lnTo>
                  <a:lnTo>
                    <a:pt x="1343" y="0"/>
                  </a:lnTo>
                  <a:lnTo>
                    <a:pt x="1346" y="0"/>
                  </a:lnTo>
                  <a:lnTo>
                    <a:pt x="1350" y="0"/>
                  </a:lnTo>
                  <a:lnTo>
                    <a:pt x="1353" y="0"/>
                  </a:lnTo>
                  <a:lnTo>
                    <a:pt x="1357" y="0"/>
                  </a:lnTo>
                  <a:lnTo>
                    <a:pt x="1361" y="0"/>
                  </a:lnTo>
                  <a:lnTo>
                    <a:pt x="1364" y="0"/>
                  </a:lnTo>
                  <a:lnTo>
                    <a:pt x="1368" y="0"/>
                  </a:lnTo>
                  <a:lnTo>
                    <a:pt x="1371" y="0"/>
                  </a:lnTo>
                  <a:lnTo>
                    <a:pt x="1375" y="0"/>
                  </a:lnTo>
                  <a:lnTo>
                    <a:pt x="1379" y="0"/>
                  </a:lnTo>
                  <a:lnTo>
                    <a:pt x="1382" y="0"/>
                  </a:lnTo>
                  <a:lnTo>
                    <a:pt x="1386" y="0"/>
                  </a:lnTo>
                  <a:lnTo>
                    <a:pt x="1389" y="0"/>
                  </a:lnTo>
                  <a:lnTo>
                    <a:pt x="1393" y="0"/>
                  </a:lnTo>
                  <a:lnTo>
                    <a:pt x="1397" y="0"/>
                  </a:lnTo>
                  <a:lnTo>
                    <a:pt x="1400" y="0"/>
                  </a:lnTo>
                  <a:lnTo>
                    <a:pt x="1404" y="0"/>
                  </a:lnTo>
                  <a:lnTo>
                    <a:pt x="1407" y="0"/>
                  </a:lnTo>
                  <a:lnTo>
                    <a:pt x="1411" y="0"/>
                  </a:lnTo>
                  <a:lnTo>
                    <a:pt x="1415" y="0"/>
                  </a:lnTo>
                  <a:lnTo>
                    <a:pt x="1418" y="0"/>
                  </a:lnTo>
                  <a:lnTo>
                    <a:pt x="1422" y="0"/>
                  </a:lnTo>
                  <a:lnTo>
                    <a:pt x="1425" y="0"/>
                  </a:lnTo>
                  <a:lnTo>
                    <a:pt x="1429" y="0"/>
                  </a:lnTo>
                  <a:lnTo>
                    <a:pt x="1433" y="0"/>
                  </a:lnTo>
                  <a:lnTo>
                    <a:pt x="1436" y="0"/>
                  </a:lnTo>
                  <a:lnTo>
                    <a:pt x="1440" y="0"/>
                  </a:lnTo>
                  <a:lnTo>
                    <a:pt x="1443" y="0"/>
                  </a:lnTo>
                  <a:lnTo>
                    <a:pt x="1447" y="0"/>
                  </a:lnTo>
                  <a:lnTo>
                    <a:pt x="1451" y="0"/>
                  </a:lnTo>
                  <a:lnTo>
                    <a:pt x="1454" y="0"/>
                  </a:lnTo>
                  <a:lnTo>
                    <a:pt x="1458" y="0"/>
                  </a:lnTo>
                  <a:lnTo>
                    <a:pt x="1461" y="0"/>
                  </a:lnTo>
                  <a:lnTo>
                    <a:pt x="1465" y="0"/>
                  </a:lnTo>
                  <a:lnTo>
                    <a:pt x="1469" y="0"/>
                  </a:lnTo>
                  <a:lnTo>
                    <a:pt x="1472" y="0"/>
                  </a:lnTo>
                  <a:lnTo>
                    <a:pt x="1476" y="0"/>
                  </a:lnTo>
                  <a:lnTo>
                    <a:pt x="1479" y="0"/>
                  </a:lnTo>
                  <a:lnTo>
                    <a:pt x="1483" y="0"/>
                  </a:lnTo>
                  <a:lnTo>
                    <a:pt x="1487" y="0"/>
                  </a:lnTo>
                  <a:lnTo>
                    <a:pt x="1490" y="0"/>
                  </a:lnTo>
                  <a:lnTo>
                    <a:pt x="1494" y="0"/>
                  </a:lnTo>
                  <a:lnTo>
                    <a:pt x="1497" y="0"/>
                  </a:lnTo>
                  <a:lnTo>
                    <a:pt x="1501" y="0"/>
                  </a:lnTo>
                  <a:lnTo>
                    <a:pt x="1505" y="0"/>
                  </a:lnTo>
                  <a:lnTo>
                    <a:pt x="1508" y="0"/>
                  </a:lnTo>
                  <a:lnTo>
                    <a:pt x="1512" y="0"/>
                  </a:lnTo>
                  <a:lnTo>
                    <a:pt x="1515" y="0"/>
                  </a:lnTo>
                  <a:lnTo>
                    <a:pt x="1519" y="0"/>
                  </a:lnTo>
                  <a:lnTo>
                    <a:pt x="1523" y="0"/>
                  </a:lnTo>
                  <a:lnTo>
                    <a:pt x="1526" y="0"/>
                  </a:lnTo>
                  <a:lnTo>
                    <a:pt x="1530" y="0"/>
                  </a:lnTo>
                  <a:lnTo>
                    <a:pt x="1533" y="0"/>
                  </a:lnTo>
                  <a:lnTo>
                    <a:pt x="1537" y="0"/>
                  </a:lnTo>
                  <a:lnTo>
                    <a:pt x="1541" y="0"/>
                  </a:lnTo>
                  <a:lnTo>
                    <a:pt x="1544" y="0"/>
                  </a:lnTo>
                  <a:lnTo>
                    <a:pt x="1548" y="0"/>
                  </a:lnTo>
                  <a:lnTo>
                    <a:pt x="1551" y="0"/>
                  </a:lnTo>
                  <a:lnTo>
                    <a:pt x="1555" y="0"/>
                  </a:lnTo>
                  <a:lnTo>
                    <a:pt x="1559" y="0"/>
                  </a:lnTo>
                  <a:lnTo>
                    <a:pt x="1562" y="0"/>
                  </a:lnTo>
                  <a:lnTo>
                    <a:pt x="1566" y="0"/>
                  </a:lnTo>
                  <a:lnTo>
                    <a:pt x="1569" y="0"/>
                  </a:lnTo>
                  <a:lnTo>
                    <a:pt x="1573" y="0"/>
                  </a:lnTo>
                  <a:lnTo>
                    <a:pt x="1577" y="0"/>
                  </a:lnTo>
                  <a:lnTo>
                    <a:pt x="1580" y="0"/>
                  </a:lnTo>
                  <a:lnTo>
                    <a:pt x="1584" y="0"/>
                  </a:lnTo>
                  <a:lnTo>
                    <a:pt x="1587" y="0"/>
                  </a:lnTo>
                  <a:lnTo>
                    <a:pt x="1591" y="0"/>
                  </a:lnTo>
                  <a:lnTo>
                    <a:pt x="1595" y="0"/>
                  </a:lnTo>
                  <a:lnTo>
                    <a:pt x="1598" y="0"/>
                  </a:lnTo>
                  <a:lnTo>
                    <a:pt x="1602" y="0"/>
                  </a:lnTo>
                  <a:lnTo>
                    <a:pt x="1605" y="0"/>
                  </a:lnTo>
                  <a:lnTo>
                    <a:pt x="1609" y="0"/>
                  </a:lnTo>
                  <a:lnTo>
                    <a:pt x="1613" y="0"/>
                  </a:lnTo>
                  <a:lnTo>
                    <a:pt x="1616" y="0"/>
                  </a:lnTo>
                  <a:lnTo>
                    <a:pt x="1620" y="0"/>
                  </a:lnTo>
                  <a:lnTo>
                    <a:pt x="1623" y="0"/>
                  </a:lnTo>
                  <a:lnTo>
                    <a:pt x="1627" y="0"/>
                  </a:lnTo>
                  <a:lnTo>
                    <a:pt x="1631" y="0"/>
                  </a:lnTo>
                  <a:lnTo>
                    <a:pt x="1634" y="0"/>
                  </a:lnTo>
                  <a:lnTo>
                    <a:pt x="1638" y="0"/>
                  </a:lnTo>
                  <a:lnTo>
                    <a:pt x="1641" y="0"/>
                  </a:lnTo>
                  <a:lnTo>
                    <a:pt x="1645" y="0"/>
                  </a:lnTo>
                  <a:lnTo>
                    <a:pt x="1649" y="0"/>
                  </a:lnTo>
                  <a:lnTo>
                    <a:pt x="1652" y="0"/>
                  </a:lnTo>
                  <a:lnTo>
                    <a:pt x="1656" y="0"/>
                  </a:lnTo>
                  <a:lnTo>
                    <a:pt x="1659" y="0"/>
                  </a:lnTo>
                  <a:lnTo>
                    <a:pt x="1663" y="0"/>
                  </a:lnTo>
                  <a:lnTo>
                    <a:pt x="1667" y="0"/>
                  </a:lnTo>
                  <a:lnTo>
                    <a:pt x="1670" y="0"/>
                  </a:lnTo>
                  <a:lnTo>
                    <a:pt x="1674" y="0"/>
                  </a:lnTo>
                  <a:lnTo>
                    <a:pt x="1677" y="0"/>
                  </a:lnTo>
                  <a:lnTo>
                    <a:pt x="1681" y="0"/>
                  </a:lnTo>
                  <a:lnTo>
                    <a:pt x="1685" y="0"/>
                  </a:lnTo>
                  <a:lnTo>
                    <a:pt x="1688" y="0"/>
                  </a:lnTo>
                  <a:lnTo>
                    <a:pt x="1692" y="0"/>
                  </a:lnTo>
                  <a:lnTo>
                    <a:pt x="1695" y="0"/>
                  </a:lnTo>
                  <a:lnTo>
                    <a:pt x="1699" y="0"/>
                  </a:lnTo>
                  <a:lnTo>
                    <a:pt x="1703" y="0"/>
                  </a:lnTo>
                  <a:lnTo>
                    <a:pt x="1706" y="0"/>
                  </a:lnTo>
                  <a:lnTo>
                    <a:pt x="1710" y="0"/>
                  </a:lnTo>
                  <a:lnTo>
                    <a:pt x="1713" y="0"/>
                  </a:lnTo>
                  <a:lnTo>
                    <a:pt x="1717" y="0"/>
                  </a:lnTo>
                  <a:lnTo>
                    <a:pt x="1721" y="0"/>
                  </a:lnTo>
                  <a:lnTo>
                    <a:pt x="1724" y="0"/>
                  </a:lnTo>
                  <a:lnTo>
                    <a:pt x="1728" y="0"/>
                  </a:lnTo>
                  <a:lnTo>
                    <a:pt x="1731" y="0"/>
                  </a:lnTo>
                  <a:lnTo>
                    <a:pt x="1735" y="0"/>
                  </a:lnTo>
                  <a:lnTo>
                    <a:pt x="1739" y="0"/>
                  </a:lnTo>
                  <a:lnTo>
                    <a:pt x="1742" y="0"/>
                  </a:lnTo>
                  <a:lnTo>
                    <a:pt x="1746" y="0"/>
                  </a:lnTo>
                  <a:lnTo>
                    <a:pt x="1749" y="0"/>
                  </a:lnTo>
                  <a:lnTo>
                    <a:pt x="1753" y="0"/>
                  </a:lnTo>
                  <a:lnTo>
                    <a:pt x="1757" y="0"/>
                  </a:lnTo>
                  <a:lnTo>
                    <a:pt x="1760" y="0"/>
                  </a:lnTo>
                  <a:lnTo>
                    <a:pt x="1764" y="0"/>
                  </a:lnTo>
                  <a:lnTo>
                    <a:pt x="1767" y="0"/>
                  </a:lnTo>
                  <a:lnTo>
                    <a:pt x="1771" y="0"/>
                  </a:lnTo>
                  <a:lnTo>
                    <a:pt x="1775" y="0"/>
                  </a:lnTo>
                  <a:lnTo>
                    <a:pt x="1778" y="0"/>
                  </a:lnTo>
                  <a:lnTo>
                    <a:pt x="1782" y="0"/>
                  </a:lnTo>
                  <a:lnTo>
                    <a:pt x="1785" y="0"/>
                  </a:lnTo>
                  <a:lnTo>
                    <a:pt x="1789" y="0"/>
                  </a:lnTo>
                  <a:lnTo>
                    <a:pt x="1793" y="0"/>
                  </a:lnTo>
                  <a:lnTo>
                    <a:pt x="1796" y="0"/>
                  </a:lnTo>
                  <a:lnTo>
                    <a:pt x="1800" y="0"/>
                  </a:lnTo>
                  <a:lnTo>
                    <a:pt x="1803" y="0"/>
                  </a:lnTo>
                  <a:lnTo>
                    <a:pt x="1807" y="0"/>
                  </a:lnTo>
                  <a:lnTo>
                    <a:pt x="1811" y="0"/>
                  </a:lnTo>
                  <a:lnTo>
                    <a:pt x="1814" y="0"/>
                  </a:lnTo>
                  <a:lnTo>
                    <a:pt x="1818" y="0"/>
                  </a:lnTo>
                  <a:lnTo>
                    <a:pt x="1821" y="0"/>
                  </a:lnTo>
                  <a:lnTo>
                    <a:pt x="1825" y="0"/>
                  </a:lnTo>
                  <a:lnTo>
                    <a:pt x="1829" y="0"/>
                  </a:lnTo>
                  <a:lnTo>
                    <a:pt x="1832" y="0"/>
                  </a:lnTo>
                  <a:lnTo>
                    <a:pt x="1836" y="0"/>
                  </a:lnTo>
                  <a:lnTo>
                    <a:pt x="1839" y="0"/>
                  </a:lnTo>
                  <a:lnTo>
                    <a:pt x="1843" y="0"/>
                  </a:lnTo>
                  <a:lnTo>
                    <a:pt x="1847" y="0"/>
                  </a:lnTo>
                  <a:lnTo>
                    <a:pt x="1850" y="0"/>
                  </a:lnTo>
                  <a:lnTo>
                    <a:pt x="1854" y="0"/>
                  </a:lnTo>
                  <a:lnTo>
                    <a:pt x="1857" y="0"/>
                  </a:lnTo>
                  <a:lnTo>
                    <a:pt x="1861" y="0"/>
                  </a:lnTo>
                  <a:lnTo>
                    <a:pt x="1865" y="0"/>
                  </a:lnTo>
                  <a:lnTo>
                    <a:pt x="1868" y="0"/>
                  </a:lnTo>
                  <a:lnTo>
                    <a:pt x="1872" y="0"/>
                  </a:lnTo>
                  <a:lnTo>
                    <a:pt x="1875" y="0"/>
                  </a:lnTo>
                  <a:lnTo>
                    <a:pt x="1879" y="0"/>
                  </a:lnTo>
                  <a:lnTo>
                    <a:pt x="1883" y="0"/>
                  </a:lnTo>
                  <a:lnTo>
                    <a:pt x="1886" y="0"/>
                  </a:lnTo>
                  <a:lnTo>
                    <a:pt x="1890" y="0"/>
                  </a:lnTo>
                  <a:lnTo>
                    <a:pt x="1893" y="0"/>
                  </a:lnTo>
                  <a:lnTo>
                    <a:pt x="1897" y="0"/>
                  </a:lnTo>
                  <a:lnTo>
                    <a:pt x="1901" y="0"/>
                  </a:lnTo>
                  <a:lnTo>
                    <a:pt x="1904" y="0"/>
                  </a:lnTo>
                  <a:lnTo>
                    <a:pt x="1908" y="0"/>
                  </a:lnTo>
                  <a:lnTo>
                    <a:pt x="1911" y="0"/>
                  </a:lnTo>
                  <a:lnTo>
                    <a:pt x="1915" y="0"/>
                  </a:lnTo>
                  <a:lnTo>
                    <a:pt x="1919" y="0"/>
                  </a:lnTo>
                  <a:lnTo>
                    <a:pt x="1922" y="0"/>
                  </a:lnTo>
                  <a:lnTo>
                    <a:pt x="1926" y="0"/>
                  </a:lnTo>
                  <a:lnTo>
                    <a:pt x="1929" y="0"/>
                  </a:lnTo>
                  <a:lnTo>
                    <a:pt x="1933" y="0"/>
                  </a:lnTo>
                  <a:lnTo>
                    <a:pt x="1937" y="0"/>
                  </a:lnTo>
                  <a:lnTo>
                    <a:pt x="1940" y="0"/>
                  </a:lnTo>
                  <a:lnTo>
                    <a:pt x="1944" y="0"/>
                  </a:lnTo>
                  <a:lnTo>
                    <a:pt x="1947" y="0"/>
                  </a:lnTo>
                  <a:lnTo>
                    <a:pt x="1951" y="0"/>
                  </a:lnTo>
                  <a:lnTo>
                    <a:pt x="1955" y="0"/>
                  </a:lnTo>
                  <a:lnTo>
                    <a:pt x="1958" y="0"/>
                  </a:lnTo>
                  <a:lnTo>
                    <a:pt x="1962" y="0"/>
                  </a:lnTo>
                  <a:lnTo>
                    <a:pt x="1965" y="0"/>
                  </a:lnTo>
                  <a:lnTo>
                    <a:pt x="1969" y="0"/>
                  </a:lnTo>
                  <a:lnTo>
                    <a:pt x="1973" y="0"/>
                  </a:lnTo>
                  <a:lnTo>
                    <a:pt x="1976" y="0"/>
                  </a:lnTo>
                  <a:lnTo>
                    <a:pt x="1980" y="0"/>
                  </a:lnTo>
                  <a:lnTo>
                    <a:pt x="1983" y="0"/>
                  </a:lnTo>
                  <a:lnTo>
                    <a:pt x="1987" y="0"/>
                  </a:lnTo>
                  <a:lnTo>
                    <a:pt x="1991" y="0"/>
                  </a:lnTo>
                  <a:lnTo>
                    <a:pt x="1994" y="0"/>
                  </a:lnTo>
                  <a:lnTo>
                    <a:pt x="1998" y="0"/>
                  </a:lnTo>
                  <a:lnTo>
                    <a:pt x="2001" y="0"/>
                  </a:lnTo>
                  <a:lnTo>
                    <a:pt x="2005" y="0"/>
                  </a:lnTo>
                  <a:lnTo>
                    <a:pt x="2009" y="0"/>
                  </a:lnTo>
                  <a:lnTo>
                    <a:pt x="2012" y="0"/>
                  </a:lnTo>
                  <a:lnTo>
                    <a:pt x="2016" y="0"/>
                  </a:lnTo>
                  <a:lnTo>
                    <a:pt x="2019" y="0"/>
                  </a:lnTo>
                  <a:lnTo>
                    <a:pt x="2023" y="0"/>
                  </a:lnTo>
                  <a:lnTo>
                    <a:pt x="2027" y="0"/>
                  </a:lnTo>
                  <a:lnTo>
                    <a:pt x="2030" y="0"/>
                  </a:lnTo>
                  <a:lnTo>
                    <a:pt x="2034" y="0"/>
                  </a:lnTo>
                  <a:lnTo>
                    <a:pt x="2037" y="0"/>
                  </a:lnTo>
                  <a:lnTo>
                    <a:pt x="2041" y="0"/>
                  </a:lnTo>
                  <a:lnTo>
                    <a:pt x="2045" y="0"/>
                  </a:lnTo>
                  <a:lnTo>
                    <a:pt x="2048" y="0"/>
                  </a:lnTo>
                  <a:lnTo>
                    <a:pt x="2052" y="0"/>
                  </a:lnTo>
                  <a:lnTo>
                    <a:pt x="2055" y="0"/>
                  </a:lnTo>
                  <a:lnTo>
                    <a:pt x="2059" y="0"/>
                  </a:lnTo>
                  <a:lnTo>
                    <a:pt x="2063" y="0"/>
                  </a:lnTo>
                  <a:lnTo>
                    <a:pt x="2066" y="0"/>
                  </a:lnTo>
                  <a:lnTo>
                    <a:pt x="2070" y="0"/>
                  </a:lnTo>
                  <a:lnTo>
                    <a:pt x="2073" y="0"/>
                  </a:lnTo>
                  <a:lnTo>
                    <a:pt x="2077" y="0"/>
                  </a:lnTo>
                  <a:lnTo>
                    <a:pt x="2081" y="0"/>
                  </a:lnTo>
                  <a:lnTo>
                    <a:pt x="2084" y="0"/>
                  </a:lnTo>
                  <a:lnTo>
                    <a:pt x="2088" y="0"/>
                  </a:lnTo>
                  <a:lnTo>
                    <a:pt x="2091" y="0"/>
                  </a:lnTo>
                  <a:lnTo>
                    <a:pt x="2095" y="0"/>
                  </a:lnTo>
                  <a:lnTo>
                    <a:pt x="2099" y="0"/>
                  </a:lnTo>
                  <a:lnTo>
                    <a:pt x="2102" y="0"/>
                  </a:lnTo>
                  <a:lnTo>
                    <a:pt x="2106" y="0"/>
                  </a:lnTo>
                  <a:lnTo>
                    <a:pt x="2109" y="0"/>
                  </a:lnTo>
                  <a:lnTo>
                    <a:pt x="2113" y="0"/>
                  </a:lnTo>
                  <a:lnTo>
                    <a:pt x="2117" y="0"/>
                  </a:lnTo>
                  <a:lnTo>
                    <a:pt x="2120" y="0"/>
                  </a:lnTo>
                  <a:lnTo>
                    <a:pt x="2124" y="0"/>
                  </a:lnTo>
                  <a:lnTo>
                    <a:pt x="2127" y="0"/>
                  </a:lnTo>
                  <a:lnTo>
                    <a:pt x="2131" y="0"/>
                  </a:lnTo>
                  <a:lnTo>
                    <a:pt x="2135" y="0"/>
                  </a:lnTo>
                  <a:lnTo>
                    <a:pt x="2138" y="0"/>
                  </a:lnTo>
                  <a:lnTo>
                    <a:pt x="2142" y="0"/>
                  </a:lnTo>
                  <a:lnTo>
                    <a:pt x="2145" y="0"/>
                  </a:lnTo>
                  <a:lnTo>
                    <a:pt x="2149" y="0"/>
                  </a:lnTo>
                  <a:lnTo>
                    <a:pt x="2153" y="0"/>
                  </a:lnTo>
                  <a:lnTo>
                    <a:pt x="2156" y="0"/>
                  </a:lnTo>
                  <a:lnTo>
                    <a:pt x="2160" y="0"/>
                  </a:lnTo>
                  <a:lnTo>
                    <a:pt x="2163" y="0"/>
                  </a:lnTo>
                  <a:lnTo>
                    <a:pt x="2167" y="0"/>
                  </a:lnTo>
                  <a:lnTo>
                    <a:pt x="2171" y="0"/>
                  </a:lnTo>
                  <a:lnTo>
                    <a:pt x="2174" y="0"/>
                  </a:lnTo>
                  <a:lnTo>
                    <a:pt x="2178" y="0"/>
                  </a:lnTo>
                  <a:lnTo>
                    <a:pt x="2181" y="0"/>
                  </a:lnTo>
                  <a:lnTo>
                    <a:pt x="2185" y="0"/>
                  </a:lnTo>
                  <a:lnTo>
                    <a:pt x="2189" y="0"/>
                  </a:lnTo>
                  <a:lnTo>
                    <a:pt x="2192" y="0"/>
                  </a:lnTo>
                  <a:lnTo>
                    <a:pt x="2196" y="0"/>
                  </a:lnTo>
                  <a:lnTo>
                    <a:pt x="2199" y="0"/>
                  </a:lnTo>
                  <a:lnTo>
                    <a:pt x="2203" y="0"/>
                  </a:lnTo>
                  <a:lnTo>
                    <a:pt x="2207" y="0"/>
                  </a:lnTo>
                  <a:lnTo>
                    <a:pt x="2210" y="0"/>
                  </a:lnTo>
                  <a:lnTo>
                    <a:pt x="2214" y="0"/>
                  </a:lnTo>
                  <a:lnTo>
                    <a:pt x="2217" y="0"/>
                  </a:lnTo>
                  <a:lnTo>
                    <a:pt x="2221" y="0"/>
                  </a:lnTo>
                  <a:lnTo>
                    <a:pt x="2225" y="0"/>
                  </a:lnTo>
                  <a:lnTo>
                    <a:pt x="2228" y="0"/>
                  </a:lnTo>
                  <a:lnTo>
                    <a:pt x="2232" y="0"/>
                  </a:lnTo>
                  <a:lnTo>
                    <a:pt x="2235" y="0"/>
                  </a:lnTo>
                  <a:lnTo>
                    <a:pt x="2239" y="0"/>
                  </a:lnTo>
                  <a:lnTo>
                    <a:pt x="2243" y="0"/>
                  </a:lnTo>
                  <a:lnTo>
                    <a:pt x="2246" y="0"/>
                  </a:lnTo>
                  <a:lnTo>
                    <a:pt x="2250" y="0"/>
                  </a:lnTo>
                  <a:lnTo>
                    <a:pt x="2253" y="0"/>
                  </a:lnTo>
                  <a:lnTo>
                    <a:pt x="2257" y="0"/>
                  </a:lnTo>
                  <a:lnTo>
                    <a:pt x="2261" y="0"/>
                  </a:lnTo>
                  <a:lnTo>
                    <a:pt x="2264" y="0"/>
                  </a:lnTo>
                  <a:lnTo>
                    <a:pt x="2268" y="0"/>
                  </a:lnTo>
                  <a:lnTo>
                    <a:pt x="2271" y="0"/>
                  </a:lnTo>
                  <a:lnTo>
                    <a:pt x="2275" y="0"/>
                  </a:lnTo>
                  <a:lnTo>
                    <a:pt x="2279" y="0"/>
                  </a:lnTo>
                  <a:lnTo>
                    <a:pt x="2282" y="0"/>
                  </a:lnTo>
                  <a:lnTo>
                    <a:pt x="2286" y="0"/>
                  </a:lnTo>
                  <a:lnTo>
                    <a:pt x="2289" y="0"/>
                  </a:lnTo>
                  <a:lnTo>
                    <a:pt x="2293" y="0"/>
                  </a:lnTo>
                  <a:lnTo>
                    <a:pt x="2297" y="0"/>
                  </a:lnTo>
                  <a:lnTo>
                    <a:pt x="2300" y="0"/>
                  </a:lnTo>
                  <a:lnTo>
                    <a:pt x="2304" y="0"/>
                  </a:lnTo>
                  <a:lnTo>
                    <a:pt x="2307" y="0"/>
                  </a:lnTo>
                  <a:lnTo>
                    <a:pt x="2311" y="0"/>
                  </a:lnTo>
                  <a:lnTo>
                    <a:pt x="2315" y="0"/>
                  </a:lnTo>
                  <a:lnTo>
                    <a:pt x="2318" y="0"/>
                  </a:lnTo>
                  <a:lnTo>
                    <a:pt x="2322" y="0"/>
                  </a:lnTo>
                  <a:lnTo>
                    <a:pt x="2325" y="0"/>
                  </a:lnTo>
                  <a:lnTo>
                    <a:pt x="2329" y="0"/>
                  </a:lnTo>
                  <a:lnTo>
                    <a:pt x="2333" y="0"/>
                  </a:lnTo>
                  <a:lnTo>
                    <a:pt x="2336" y="0"/>
                  </a:lnTo>
                  <a:lnTo>
                    <a:pt x="2340" y="0"/>
                  </a:lnTo>
                  <a:lnTo>
                    <a:pt x="2343" y="0"/>
                  </a:lnTo>
                  <a:lnTo>
                    <a:pt x="2347" y="0"/>
                  </a:lnTo>
                  <a:lnTo>
                    <a:pt x="2351" y="0"/>
                  </a:lnTo>
                  <a:lnTo>
                    <a:pt x="2354" y="0"/>
                  </a:lnTo>
                  <a:lnTo>
                    <a:pt x="2358" y="0"/>
                  </a:lnTo>
                  <a:lnTo>
                    <a:pt x="2361" y="0"/>
                  </a:lnTo>
                  <a:lnTo>
                    <a:pt x="2365" y="0"/>
                  </a:lnTo>
                  <a:lnTo>
                    <a:pt x="2369" y="0"/>
                  </a:lnTo>
                  <a:lnTo>
                    <a:pt x="2372" y="0"/>
                  </a:lnTo>
                  <a:lnTo>
                    <a:pt x="2376" y="0"/>
                  </a:lnTo>
                  <a:lnTo>
                    <a:pt x="2379" y="0"/>
                  </a:lnTo>
                  <a:lnTo>
                    <a:pt x="2383" y="0"/>
                  </a:lnTo>
                  <a:lnTo>
                    <a:pt x="2387" y="0"/>
                  </a:lnTo>
                  <a:lnTo>
                    <a:pt x="2390" y="0"/>
                  </a:lnTo>
                  <a:lnTo>
                    <a:pt x="2394" y="0"/>
                  </a:lnTo>
                  <a:lnTo>
                    <a:pt x="2397" y="0"/>
                  </a:lnTo>
                  <a:lnTo>
                    <a:pt x="2401" y="0"/>
                  </a:lnTo>
                  <a:lnTo>
                    <a:pt x="2405" y="0"/>
                  </a:lnTo>
                  <a:lnTo>
                    <a:pt x="2408" y="0"/>
                  </a:lnTo>
                  <a:lnTo>
                    <a:pt x="2412" y="0"/>
                  </a:lnTo>
                  <a:lnTo>
                    <a:pt x="2415" y="0"/>
                  </a:lnTo>
                  <a:lnTo>
                    <a:pt x="2419" y="0"/>
                  </a:lnTo>
                  <a:lnTo>
                    <a:pt x="2423" y="0"/>
                  </a:lnTo>
                  <a:lnTo>
                    <a:pt x="2426" y="0"/>
                  </a:lnTo>
                  <a:lnTo>
                    <a:pt x="2430" y="0"/>
                  </a:lnTo>
                  <a:lnTo>
                    <a:pt x="2433" y="0"/>
                  </a:lnTo>
                  <a:lnTo>
                    <a:pt x="2437" y="0"/>
                  </a:lnTo>
                  <a:lnTo>
                    <a:pt x="2441" y="0"/>
                  </a:lnTo>
                  <a:lnTo>
                    <a:pt x="2444" y="0"/>
                  </a:lnTo>
                  <a:lnTo>
                    <a:pt x="2448" y="0"/>
                  </a:lnTo>
                  <a:lnTo>
                    <a:pt x="2451" y="0"/>
                  </a:lnTo>
                  <a:lnTo>
                    <a:pt x="2455" y="0"/>
                  </a:lnTo>
                  <a:lnTo>
                    <a:pt x="2459" y="0"/>
                  </a:lnTo>
                  <a:lnTo>
                    <a:pt x="2462" y="0"/>
                  </a:lnTo>
                  <a:lnTo>
                    <a:pt x="2466" y="0"/>
                  </a:lnTo>
                  <a:lnTo>
                    <a:pt x="2469" y="0"/>
                  </a:lnTo>
                  <a:lnTo>
                    <a:pt x="2473" y="0"/>
                  </a:lnTo>
                  <a:lnTo>
                    <a:pt x="2477" y="0"/>
                  </a:lnTo>
                  <a:lnTo>
                    <a:pt x="2480" y="0"/>
                  </a:lnTo>
                  <a:lnTo>
                    <a:pt x="2484" y="0"/>
                  </a:lnTo>
                  <a:lnTo>
                    <a:pt x="2487" y="0"/>
                  </a:lnTo>
                  <a:lnTo>
                    <a:pt x="2491" y="0"/>
                  </a:lnTo>
                  <a:lnTo>
                    <a:pt x="2495" y="0"/>
                  </a:lnTo>
                  <a:lnTo>
                    <a:pt x="2498" y="0"/>
                  </a:lnTo>
                  <a:lnTo>
                    <a:pt x="2502" y="0"/>
                  </a:lnTo>
                  <a:lnTo>
                    <a:pt x="2505" y="0"/>
                  </a:lnTo>
                  <a:lnTo>
                    <a:pt x="2509" y="0"/>
                  </a:lnTo>
                  <a:lnTo>
                    <a:pt x="2513" y="0"/>
                  </a:lnTo>
                  <a:lnTo>
                    <a:pt x="2516" y="0"/>
                  </a:lnTo>
                  <a:lnTo>
                    <a:pt x="2520" y="0"/>
                  </a:lnTo>
                  <a:lnTo>
                    <a:pt x="2523" y="0"/>
                  </a:lnTo>
                  <a:lnTo>
                    <a:pt x="2527" y="0"/>
                  </a:lnTo>
                  <a:lnTo>
                    <a:pt x="2531" y="0"/>
                  </a:lnTo>
                  <a:lnTo>
                    <a:pt x="2534" y="0"/>
                  </a:lnTo>
                  <a:lnTo>
                    <a:pt x="2538" y="0"/>
                  </a:lnTo>
                  <a:lnTo>
                    <a:pt x="2541" y="0"/>
                  </a:lnTo>
                  <a:lnTo>
                    <a:pt x="2545" y="0"/>
                  </a:lnTo>
                  <a:lnTo>
                    <a:pt x="2549" y="0"/>
                  </a:lnTo>
                  <a:lnTo>
                    <a:pt x="2552" y="0"/>
                  </a:lnTo>
                  <a:lnTo>
                    <a:pt x="2556" y="0"/>
                  </a:lnTo>
                  <a:lnTo>
                    <a:pt x="2559" y="0"/>
                  </a:lnTo>
                  <a:lnTo>
                    <a:pt x="2563" y="0"/>
                  </a:lnTo>
                  <a:lnTo>
                    <a:pt x="2567" y="0"/>
                  </a:lnTo>
                  <a:lnTo>
                    <a:pt x="2570" y="0"/>
                  </a:lnTo>
                  <a:lnTo>
                    <a:pt x="2574" y="0"/>
                  </a:lnTo>
                  <a:lnTo>
                    <a:pt x="2577" y="0"/>
                  </a:lnTo>
                  <a:lnTo>
                    <a:pt x="2581" y="0"/>
                  </a:lnTo>
                  <a:lnTo>
                    <a:pt x="2585" y="0"/>
                  </a:lnTo>
                  <a:lnTo>
                    <a:pt x="2588" y="0"/>
                  </a:lnTo>
                  <a:lnTo>
                    <a:pt x="2592" y="0"/>
                  </a:lnTo>
                  <a:lnTo>
                    <a:pt x="2595" y="0"/>
                  </a:lnTo>
                  <a:lnTo>
                    <a:pt x="2599" y="0"/>
                  </a:lnTo>
                  <a:lnTo>
                    <a:pt x="2603" y="0"/>
                  </a:lnTo>
                  <a:lnTo>
                    <a:pt x="2606" y="0"/>
                  </a:lnTo>
                  <a:lnTo>
                    <a:pt x="2610" y="0"/>
                  </a:lnTo>
                  <a:lnTo>
                    <a:pt x="2613" y="0"/>
                  </a:lnTo>
                  <a:lnTo>
                    <a:pt x="2617" y="0"/>
                  </a:lnTo>
                  <a:lnTo>
                    <a:pt x="2621" y="0"/>
                  </a:lnTo>
                  <a:lnTo>
                    <a:pt x="2624" y="0"/>
                  </a:lnTo>
                  <a:lnTo>
                    <a:pt x="2628" y="0"/>
                  </a:lnTo>
                  <a:lnTo>
                    <a:pt x="2631" y="0"/>
                  </a:lnTo>
                  <a:lnTo>
                    <a:pt x="2635" y="0"/>
                  </a:lnTo>
                  <a:lnTo>
                    <a:pt x="2639" y="0"/>
                  </a:lnTo>
                  <a:lnTo>
                    <a:pt x="2642" y="0"/>
                  </a:lnTo>
                  <a:lnTo>
                    <a:pt x="2646" y="0"/>
                  </a:lnTo>
                  <a:lnTo>
                    <a:pt x="2649" y="0"/>
                  </a:lnTo>
                  <a:lnTo>
                    <a:pt x="2653" y="0"/>
                  </a:lnTo>
                  <a:lnTo>
                    <a:pt x="2657" y="0"/>
                  </a:lnTo>
                  <a:lnTo>
                    <a:pt x="2660" y="0"/>
                  </a:lnTo>
                  <a:lnTo>
                    <a:pt x="2664" y="0"/>
                  </a:lnTo>
                  <a:lnTo>
                    <a:pt x="2667" y="0"/>
                  </a:lnTo>
                  <a:lnTo>
                    <a:pt x="2671" y="0"/>
                  </a:lnTo>
                  <a:lnTo>
                    <a:pt x="2675" y="0"/>
                  </a:lnTo>
                  <a:lnTo>
                    <a:pt x="2678" y="0"/>
                  </a:lnTo>
                  <a:lnTo>
                    <a:pt x="2682" y="0"/>
                  </a:lnTo>
                  <a:lnTo>
                    <a:pt x="2685" y="0"/>
                  </a:lnTo>
                  <a:lnTo>
                    <a:pt x="2689" y="0"/>
                  </a:lnTo>
                  <a:lnTo>
                    <a:pt x="2693" y="0"/>
                  </a:lnTo>
                  <a:lnTo>
                    <a:pt x="2696" y="0"/>
                  </a:lnTo>
                  <a:lnTo>
                    <a:pt x="2700" y="0"/>
                  </a:lnTo>
                  <a:lnTo>
                    <a:pt x="2703" y="0"/>
                  </a:lnTo>
                  <a:lnTo>
                    <a:pt x="2707" y="0"/>
                  </a:lnTo>
                  <a:lnTo>
                    <a:pt x="2711" y="0"/>
                  </a:lnTo>
                  <a:lnTo>
                    <a:pt x="2714" y="0"/>
                  </a:lnTo>
                  <a:lnTo>
                    <a:pt x="2718" y="0"/>
                  </a:lnTo>
                  <a:lnTo>
                    <a:pt x="2721" y="0"/>
                  </a:lnTo>
                  <a:lnTo>
                    <a:pt x="2725" y="0"/>
                  </a:lnTo>
                  <a:lnTo>
                    <a:pt x="2729" y="0"/>
                  </a:lnTo>
                  <a:lnTo>
                    <a:pt x="2732" y="0"/>
                  </a:lnTo>
                  <a:lnTo>
                    <a:pt x="2736" y="0"/>
                  </a:lnTo>
                  <a:lnTo>
                    <a:pt x="2739" y="0"/>
                  </a:lnTo>
                  <a:lnTo>
                    <a:pt x="2743" y="0"/>
                  </a:lnTo>
                  <a:lnTo>
                    <a:pt x="2747" y="0"/>
                  </a:lnTo>
                  <a:lnTo>
                    <a:pt x="2750" y="0"/>
                  </a:lnTo>
                  <a:lnTo>
                    <a:pt x="2754" y="0"/>
                  </a:lnTo>
                  <a:lnTo>
                    <a:pt x="2757" y="0"/>
                  </a:lnTo>
                  <a:lnTo>
                    <a:pt x="2761" y="0"/>
                  </a:lnTo>
                  <a:lnTo>
                    <a:pt x="2765" y="0"/>
                  </a:lnTo>
                  <a:lnTo>
                    <a:pt x="2768" y="0"/>
                  </a:lnTo>
                  <a:lnTo>
                    <a:pt x="2772" y="0"/>
                  </a:lnTo>
                  <a:lnTo>
                    <a:pt x="2775" y="0"/>
                  </a:lnTo>
                  <a:lnTo>
                    <a:pt x="2779" y="0"/>
                  </a:lnTo>
                  <a:lnTo>
                    <a:pt x="2783" y="0"/>
                  </a:lnTo>
                  <a:lnTo>
                    <a:pt x="2786" y="0"/>
                  </a:lnTo>
                  <a:lnTo>
                    <a:pt x="2790" y="0"/>
                  </a:lnTo>
                  <a:lnTo>
                    <a:pt x="2793" y="0"/>
                  </a:lnTo>
                  <a:lnTo>
                    <a:pt x="2797" y="0"/>
                  </a:lnTo>
                  <a:lnTo>
                    <a:pt x="2801" y="0"/>
                  </a:lnTo>
                  <a:lnTo>
                    <a:pt x="2804" y="0"/>
                  </a:lnTo>
                  <a:lnTo>
                    <a:pt x="2808" y="0"/>
                  </a:lnTo>
                  <a:lnTo>
                    <a:pt x="2811" y="0"/>
                  </a:lnTo>
                  <a:lnTo>
                    <a:pt x="2815" y="0"/>
                  </a:lnTo>
                  <a:lnTo>
                    <a:pt x="2819" y="0"/>
                  </a:lnTo>
                  <a:lnTo>
                    <a:pt x="2822" y="0"/>
                  </a:lnTo>
                  <a:lnTo>
                    <a:pt x="2826" y="0"/>
                  </a:lnTo>
                  <a:lnTo>
                    <a:pt x="2829" y="0"/>
                  </a:lnTo>
                  <a:lnTo>
                    <a:pt x="2833" y="0"/>
                  </a:lnTo>
                  <a:lnTo>
                    <a:pt x="2837" y="0"/>
                  </a:lnTo>
                  <a:lnTo>
                    <a:pt x="2840" y="0"/>
                  </a:lnTo>
                  <a:lnTo>
                    <a:pt x="2844" y="0"/>
                  </a:lnTo>
                  <a:lnTo>
                    <a:pt x="2847" y="0"/>
                  </a:lnTo>
                  <a:lnTo>
                    <a:pt x="2851" y="0"/>
                  </a:lnTo>
                  <a:lnTo>
                    <a:pt x="2855" y="0"/>
                  </a:lnTo>
                  <a:lnTo>
                    <a:pt x="2858" y="0"/>
                  </a:lnTo>
                  <a:lnTo>
                    <a:pt x="2862" y="0"/>
                  </a:lnTo>
                  <a:lnTo>
                    <a:pt x="2865" y="0"/>
                  </a:lnTo>
                  <a:lnTo>
                    <a:pt x="2869" y="0"/>
                  </a:lnTo>
                  <a:lnTo>
                    <a:pt x="2873" y="0"/>
                  </a:lnTo>
                  <a:lnTo>
                    <a:pt x="2876" y="0"/>
                  </a:lnTo>
                  <a:lnTo>
                    <a:pt x="2880" y="0"/>
                  </a:lnTo>
                  <a:lnTo>
                    <a:pt x="2883" y="0"/>
                  </a:lnTo>
                  <a:lnTo>
                    <a:pt x="2887" y="0"/>
                  </a:lnTo>
                  <a:lnTo>
                    <a:pt x="2891" y="0"/>
                  </a:lnTo>
                  <a:lnTo>
                    <a:pt x="2894" y="0"/>
                  </a:lnTo>
                  <a:lnTo>
                    <a:pt x="2898" y="0"/>
                  </a:lnTo>
                  <a:lnTo>
                    <a:pt x="2901" y="0"/>
                  </a:lnTo>
                  <a:lnTo>
                    <a:pt x="2905" y="0"/>
                  </a:lnTo>
                  <a:lnTo>
                    <a:pt x="2909" y="0"/>
                  </a:lnTo>
                  <a:lnTo>
                    <a:pt x="2912" y="0"/>
                  </a:lnTo>
                  <a:lnTo>
                    <a:pt x="2916" y="0"/>
                  </a:lnTo>
                  <a:lnTo>
                    <a:pt x="2919" y="0"/>
                  </a:lnTo>
                  <a:lnTo>
                    <a:pt x="2923" y="0"/>
                  </a:lnTo>
                  <a:lnTo>
                    <a:pt x="2927" y="0"/>
                  </a:lnTo>
                  <a:lnTo>
                    <a:pt x="2930" y="0"/>
                  </a:lnTo>
                  <a:lnTo>
                    <a:pt x="2934" y="0"/>
                  </a:lnTo>
                  <a:lnTo>
                    <a:pt x="2937" y="0"/>
                  </a:lnTo>
                  <a:lnTo>
                    <a:pt x="2941" y="0"/>
                  </a:lnTo>
                  <a:lnTo>
                    <a:pt x="2945" y="0"/>
                  </a:lnTo>
                  <a:lnTo>
                    <a:pt x="2948" y="0"/>
                  </a:lnTo>
                  <a:lnTo>
                    <a:pt x="2952" y="0"/>
                  </a:lnTo>
                  <a:lnTo>
                    <a:pt x="2955" y="0"/>
                  </a:lnTo>
                  <a:lnTo>
                    <a:pt x="2959" y="0"/>
                  </a:lnTo>
                  <a:lnTo>
                    <a:pt x="2963" y="0"/>
                  </a:lnTo>
                  <a:lnTo>
                    <a:pt x="2966" y="0"/>
                  </a:lnTo>
                  <a:lnTo>
                    <a:pt x="2970" y="0"/>
                  </a:lnTo>
                  <a:lnTo>
                    <a:pt x="2973" y="0"/>
                  </a:lnTo>
                  <a:lnTo>
                    <a:pt x="2977" y="0"/>
                  </a:lnTo>
                  <a:lnTo>
                    <a:pt x="2981" y="0"/>
                  </a:lnTo>
                  <a:lnTo>
                    <a:pt x="2984" y="0"/>
                  </a:lnTo>
                  <a:lnTo>
                    <a:pt x="2988" y="0"/>
                  </a:lnTo>
                  <a:lnTo>
                    <a:pt x="2991" y="0"/>
                  </a:lnTo>
                  <a:lnTo>
                    <a:pt x="2995" y="0"/>
                  </a:lnTo>
                  <a:lnTo>
                    <a:pt x="2999" y="0"/>
                  </a:lnTo>
                  <a:lnTo>
                    <a:pt x="3002" y="0"/>
                  </a:lnTo>
                  <a:lnTo>
                    <a:pt x="3006" y="0"/>
                  </a:lnTo>
                  <a:lnTo>
                    <a:pt x="3009" y="0"/>
                  </a:lnTo>
                  <a:lnTo>
                    <a:pt x="3013" y="0"/>
                  </a:lnTo>
                  <a:lnTo>
                    <a:pt x="3017" y="0"/>
                  </a:lnTo>
                  <a:lnTo>
                    <a:pt x="3020" y="0"/>
                  </a:lnTo>
                  <a:lnTo>
                    <a:pt x="3024" y="0"/>
                  </a:lnTo>
                  <a:lnTo>
                    <a:pt x="3027" y="0"/>
                  </a:lnTo>
                  <a:lnTo>
                    <a:pt x="3031" y="0"/>
                  </a:lnTo>
                  <a:lnTo>
                    <a:pt x="3035" y="0"/>
                  </a:lnTo>
                  <a:lnTo>
                    <a:pt x="3038" y="0"/>
                  </a:lnTo>
                  <a:lnTo>
                    <a:pt x="3042" y="0"/>
                  </a:lnTo>
                  <a:lnTo>
                    <a:pt x="3045" y="0"/>
                  </a:lnTo>
                  <a:lnTo>
                    <a:pt x="3049" y="0"/>
                  </a:lnTo>
                  <a:lnTo>
                    <a:pt x="3053" y="0"/>
                  </a:lnTo>
                  <a:lnTo>
                    <a:pt x="3056" y="0"/>
                  </a:lnTo>
                  <a:lnTo>
                    <a:pt x="3060" y="0"/>
                  </a:lnTo>
                  <a:lnTo>
                    <a:pt x="3063" y="0"/>
                  </a:lnTo>
                  <a:lnTo>
                    <a:pt x="3067" y="0"/>
                  </a:lnTo>
                  <a:lnTo>
                    <a:pt x="3071" y="0"/>
                  </a:lnTo>
                  <a:lnTo>
                    <a:pt x="3074" y="0"/>
                  </a:lnTo>
                  <a:lnTo>
                    <a:pt x="3078" y="0"/>
                  </a:lnTo>
                  <a:lnTo>
                    <a:pt x="3081" y="0"/>
                  </a:lnTo>
                  <a:lnTo>
                    <a:pt x="3085" y="0"/>
                  </a:lnTo>
                  <a:lnTo>
                    <a:pt x="3089" y="0"/>
                  </a:lnTo>
                  <a:lnTo>
                    <a:pt x="3092" y="0"/>
                  </a:lnTo>
                  <a:lnTo>
                    <a:pt x="3096" y="0"/>
                  </a:lnTo>
                  <a:lnTo>
                    <a:pt x="3099" y="0"/>
                  </a:lnTo>
                  <a:lnTo>
                    <a:pt x="3103" y="0"/>
                  </a:lnTo>
                  <a:lnTo>
                    <a:pt x="3107" y="0"/>
                  </a:lnTo>
                  <a:lnTo>
                    <a:pt x="3110" y="0"/>
                  </a:lnTo>
                  <a:lnTo>
                    <a:pt x="3114" y="0"/>
                  </a:lnTo>
                  <a:lnTo>
                    <a:pt x="3117" y="0"/>
                  </a:lnTo>
                  <a:lnTo>
                    <a:pt x="3121" y="0"/>
                  </a:lnTo>
                  <a:lnTo>
                    <a:pt x="3125" y="0"/>
                  </a:lnTo>
                  <a:lnTo>
                    <a:pt x="3128" y="0"/>
                  </a:lnTo>
                  <a:lnTo>
                    <a:pt x="3132" y="0"/>
                  </a:lnTo>
                  <a:lnTo>
                    <a:pt x="3135" y="0"/>
                  </a:lnTo>
                  <a:lnTo>
                    <a:pt x="3139" y="0"/>
                  </a:lnTo>
                  <a:lnTo>
                    <a:pt x="3143" y="0"/>
                  </a:lnTo>
                  <a:lnTo>
                    <a:pt x="3146" y="0"/>
                  </a:lnTo>
                  <a:lnTo>
                    <a:pt x="3150" y="0"/>
                  </a:lnTo>
                  <a:lnTo>
                    <a:pt x="3153" y="0"/>
                  </a:lnTo>
                  <a:lnTo>
                    <a:pt x="3157" y="0"/>
                  </a:lnTo>
                  <a:lnTo>
                    <a:pt x="3161" y="0"/>
                  </a:lnTo>
                  <a:lnTo>
                    <a:pt x="3164" y="0"/>
                  </a:lnTo>
                  <a:lnTo>
                    <a:pt x="3168" y="0"/>
                  </a:lnTo>
                  <a:lnTo>
                    <a:pt x="3171" y="0"/>
                  </a:lnTo>
                  <a:lnTo>
                    <a:pt x="3175" y="0"/>
                  </a:lnTo>
                  <a:lnTo>
                    <a:pt x="3179" y="0"/>
                  </a:lnTo>
                  <a:lnTo>
                    <a:pt x="3182" y="0"/>
                  </a:lnTo>
                  <a:lnTo>
                    <a:pt x="3186" y="0"/>
                  </a:lnTo>
                  <a:lnTo>
                    <a:pt x="3189" y="0"/>
                  </a:lnTo>
                  <a:lnTo>
                    <a:pt x="3193" y="0"/>
                  </a:lnTo>
                  <a:lnTo>
                    <a:pt x="3197" y="0"/>
                  </a:lnTo>
                  <a:lnTo>
                    <a:pt x="3200" y="0"/>
                  </a:lnTo>
                  <a:lnTo>
                    <a:pt x="3204" y="0"/>
                  </a:lnTo>
                  <a:lnTo>
                    <a:pt x="3207" y="0"/>
                  </a:lnTo>
                  <a:lnTo>
                    <a:pt x="3211" y="0"/>
                  </a:lnTo>
                  <a:lnTo>
                    <a:pt x="3215" y="0"/>
                  </a:lnTo>
                  <a:lnTo>
                    <a:pt x="3218" y="0"/>
                  </a:lnTo>
                  <a:lnTo>
                    <a:pt x="3222" y="0"/>
                  </a:lnTo>
                  <a:lnTo>
                    <a:pt x="3225" y="0"/>
                  </a:lnTo>
                  <a:lnTo>
                    <a:pt x="3229" y="0"/>
                  </a:lnTo>
                  <a:lnTo>
                    <a:pt x="3233" y="0"/>
                  </a:lnTo>
                  <a:lnTo>
                    <a:pt x="3236" y="0"/>
                  </a:lnTo>
                  <a:lnTo>
                    <a:pt x="3240" y="0"/>
                  </a:lnTo>
                  <a:lnTo>
                    <a:pt x="3243" y="0"/>
                  </a:lnTo>
                  <a:lnTo>
                    <a:pt x="3247" y="0"/>
                  </a:lnTo>
                  <a:lnTo>
                    <a:pt x="3251" y="0"/>
                  </a:lnTo>
                  <a:lnTo>
                    <a:pt x="3254" y="0"/>
                  </a:lnTo>
                  <a:lnTo>
                    <a:pt x="3258" y="0"/>
                  </a:lnTo>
                  <a:lnTo>
                    <a:pt x="3261" y="0"/>
                  </a:lnTo>
                  <a:lnTo>
                    <a:pt x="3265" y="0"/>
                  </a:lnTo>
                  <a:lnTo>
                    <a:pt x="3269" y="0"/>
                  </a:lnTo>
                  <a:lnTo>
                    <a:pt x="3272" y="0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0"/>
                  </a:lnTo>
                  <a:lnTo>
                    <a:pt x="3287" y="0"/>
                  </a:lnTo>
                  <a:lnTo>
                    <a:pt x="3290" y="0"/>
                  </a:lnTo>
                  <a:lnTo>
                    <a:pt x="3294" y="0"/>
                  </a:lnTo>
                  <a:lnTo>
                    <a:pt x="3297" y="0"/>
                  </a:lnTo>
                  <a:lnTo>
                    <a:pt x="3301" y="0"/>
                  </a:lnTo>
                  <a:lnTo>
                    <a:pt x="3305" y="0"/>
                  </a:lnTo>
                  <a:lnTo>
                    <a:pt x="3308" y="0"/>
                  </a:lnTo>
                  <a:lnTo>
                    <a:pt x="3312" y="0"/>
                  </a:lnTo>
                  <a:lnTo>
                    <a:pt x="3315" y="0"/>
                  </a:lnTo>
                  <a:lnTo>
                    <a:pt x="3319" y="0"/>
                  </a:lnTo>
                  <a:lnTo>
                    <a:pt x="3323" y="0"/>
                  </a:lnTo>
                  <a:lnTo>
                    <a:pt x="3326" y="0"/>
                  </a:lnTo>
                  <a:lnTo>
                    <a:pt x="3330" y="0"/>
                  </a:lnTo>
                  <a:lnTo>
                    <a:pt x="3333" y="0"/>
                  </a:lnTo>
                  <a:lnTo>
                    <a:pt x="3337" y="0"/>
                  </a:lnTo>
                  <a:lnTo>
                    <a:pt x="3341" y="0"/>
                  </a:lnTo>
                  <a:lnTo>
                    <a:pt x="3344" y="0"/>
                  </a:lnTo>
                  <a:lnTo>
                    <a:pt x="3348" y="0"/>
                  </a:lnTo>
                  <a:lnTo>
                    <a:pt x="3351" y="0"/>
                  </a:lnTo>
                  <a:lnTo>
                    <a:pt x="3355" y="0"/>
                  </a:lnTo>
                  <a:lnTo>
                    <a:pt x="3359" y="0"/>
                  </a:lnTo>
                  <a:lnTo>
                    <a:pt x="3362" y="0"/>
                  </a:lnTo>
                  <a:lnTo>
                    <a:pt x="3366" y="0"/>
                  </a:lnTo>
                  <a:lnTo>
                    <a:pt x="3369" y="0"/>
                  </a:lnTo>
                  <a:lnTo>
                    <a:pt x="3373" y="0"/>
                  </a:lnTo>
                  <a:lnTo>
                    <a:pt x="3377" y="0"/>
                  </a:lnTo>
                  <a:lnTo>
                    <a:pt x="3380" y="0"/>
                  </a:lnTo>
                  <a:lnTo>
                    <a:pt x="3384" y="0"/>
                  </a:lnTo>
                  <a:lnTo>
                    <a:pt x="3387" y="0"/>
                  </a:lnTo>
                  <a:lnTo>
                    <a:pt x="3391" y="0"/>
                  </a:lnTo>
                  <a:lnTo>
                    <a:pt x="3395" y="0"/>
                  </a:lnTo>
                  <a:lnTo>
                    <a:pt x="3398" y="0"/>
                  </a:lnTo>
                  <a:lnTo>
                    <a:pt x="3402" y="0"/>
                  </a:lnTo>
                  <a:lnTo>
                    <a:pt x="3405" y="0"/>
                  </a:lnTo>
                  <a:lnTo>
                    <a:pt x="3409" y="0"/>
                  </a:lnTo>
                  <a:lnTo>
                    <a:pt x="3413" y="0"/>
                  </a:lnTo>
                  <a:lnTo>
                    <a:pt x="3416" y="0"/>
                  </a:lnTo>
                  <a:lnTo>
                    <a:pt x="3420" y="0"/>
                  </a:lnTo>
                  <a:lnTo>
                    <a:pt x="3423" y="0"/>
                  </a:lnTo>
                  <a:lnTo>
                    <a:pt x="3427" y="0"/>
                  </a:lnTo>
                  <a:lnTo>
                    <a:pt x="3431" y="0"/>
                  </a:lnTo>
                  <a:lnTo>
                    <a:pt x="3434" y="0"/>
                  </a:lnTo>
                  <a:lnTo>
                    <a:pt x="3438" y="0"/>
                  </a:lnTo>
                  <a:lnTo>
                    <a:pt x="3441" y="0"/>
                  </a:lnTo>
                  <a:lnTo>
                    <a:pt x="3445" y="0"/>
                  </a:lnTo>
                  <a:lnTo>
                    <a:pt x="3449" y="0"/>
                  </a:lnTo>
                  <a:lnTo>
                    <a:pt x="3452" y="0"/>
                  </a:lnTo>
                  <a:lnTo>
                    <a:pt x="3456" y="0"/>
                  </a:lnTo>
                  <a:lnTo>
                    <a:pt x="3459" y="0"/>
                  </a:lnTo>
                  <a:lnTo>
                    <a:pt x="3463" y="0"/>
                  </a:lnTo>
                  <a:lnTo>
                    <a:pt x="3467" y="0"/>
                  </a:lnTo>
                  <a:lnTo>
                    <a:pt x="3470" y="0"/>
                  </a:lnTo>
                  <a:lnTo>
                    <a:pt x="3474" y="0"/>
                  </a:lnTo>
                  <a:lnTo>
                    <a:pt x="3477" y="0"/>
                  </a:lnTo>
                  <a:lnTo>
                    <a:pt x="3481" y="0"/>
                  </a:lnTo>
                  <a:lnTo>
                    <a:pt x="3485" y="0"/>
                  </a:lnTo>
                  <a:lnTo>
                    <a:pt x="3488" y="0"/>
                  </a:lnTo>
                  <a:lnTo>
                    <a:pt x="3492" y="0"/>
                  </a:lnTo>
                  <a:lnTo>
                    <a:pt x="3495" y="0"/>
                  </a:lnTo>
                  <a:lnTo>
                    <a:pt x="3499" y="0"/>
                  </a:lnTo>
                  <a:lnTo>
                    <a:pt x="3503" y="0"/>
                  </a:lnTo>
                  <a:lnTo>
                    <a:pt x="3506" y="0"/>
                  </a:lnTo>
                  <a:lnTo>
                    <a:pt x="3510" y="0"/>
                  </a:lnTo>
                  <a:lnTo>
                    <a:pt x="3513" y="0"/>
                  </a:lnTo>
                  <a:lnTo>
                    <a:pt x="3517" y="0"/>
                  </a:lnTo>
                  <a:lnTo>
                    <a:pt x="3521" y="0"/>
                  </a:lnTo>
                  <a:lnTo>
                    <a:pt x="3524" y="0"/>
                  </a:lnTo>
                  <a:lnTo>
                    <a:pt x="3528" y="0"/>
                  </a:lnTo>
                  <a:lnTo>
                    <a:pt x="3531" y="0"/>
                  </a:lnTo>
                  <a:lnTo>
                    <a:pt x="3535" y="0"/>
                  </a:lnTo>
                  <a:lnTo>
                    <a:pt x="3539" y="0"/>
                  </a:lnTo>
                  <a:lnTo>
                    <a:pt x="3542" y="0"/>
                  </a:lnTo>
                  <a:lnTo>
                    <a:pt x="3546" y="0"/>
                  </a:lnTo>
                  <a:lnTo>
                    <a:pt x="3549" y="0"/>
                  </a:lnTo>
                  <a:lnTo>
                    <a:pt x="3553" y="0"/>
                  </a:lnTo>
                  <a:lnTo>
                    <a:pt x="3557" y="0"/>
                  </a:lnTo>
                  <a:lnTo>
                    <a:pt x="3560" y="0"/>
                  </a:lnTo>
                  <a:lnTo>
                    <a:pt x="3564" y="0"/>
                  </a:lnTo>
                  <a:lnTo>
                    <a:pt x="3567" y="0"/>
                  </a:lnTo>
                  <a:lnTo>
                    <a:pt x="3571" y="0"/>
                  </a:lnTo>
                  <a:lnTo>
                    <a:pt x="3575" y="0"/>
                  </a:lnTo>
                  <a:lnTo>
                    <a:pt x="3578" y="0"/>
                  </a:lnTo>
                  <a:lnTo>
                    <a:pt x="3582" y="0"/>
                  </a:lnTo>
                  <a:lnTo>
                    <a:pt x="3585" y="0"/>
                  </a:lnTo>
                  <a:lnTo>
                    <a:pt x="3589" y="0"/>
                  </a:lnTo>
                  <a:lnTo>
                    <a:pt x="3593" y="0"/>
                  </a:lnTo>
                  <a:lnTo>
                    <a:pt x="3596" y="0"/>
                  </a:lnTo>
                  <a:lnTo>
                    <a:pt x="3600" y="0"/>
                  </a:lnTo>
                  <a:lnTo>
                    <a:pt x="3603" y="0"/>
                  </a:lnTo>
                  <a:lnTo>
                    <a:pt x="3607" y="0"/>
                  </a:lnTo>
                  <a:lnTo>
                    <a:pt x="3611" y="0"/>
                  </a:lnTo>
                  <a:lnTo>
                    <a:pt x="3614" y="0"/>
                  </a:lnTo>
                  <a:lnTo>
                    <a:pt x="3618" y="0"/>
                  </a:lnTo>
                  <a:lnTo>
                    <a:pt x="3621" y="0"/>
                  </a:lnTo>
                  <a:lnTo>
                    <a:pt x="3625" y="0"/>
                  </a:lnTo>
                  <a:lnTo>
                    <a:pt x="3629" y="0"/>
                  </a:lnTo>
                  <a:lnTo>
                    <a:pt x="3632" y="0"/>
                  </a:lnTo>
                  <a:lnTo>
                    <a:pt x="3636" y="0"/>
                  </a:lnTo>
                  <a:lnTo>
                    <a:pt x="3639" y="0"/>
                  </a:lnTo>
                  <a:lnTo>
                    <a:pt x="3643" y="0"/>
                  </a:lnTo>
                  <a:lnTo>
                    <a:pt x="3647" y="0"/>
                  </a:lnTo>
                  <a:lnTo>
                    <a:pt x="3650" y="0"/>
                  </a:lnTo>
                  <a:lnTo>
                    <a:pt x="3654" y="0"/>
                  </a:lnTo>
                  <a:lnTo>
                    <a:pt x="3657" y="0"/>
                  </a:lnTo>
                  <a:lnTo>
                    <a:pt x="3661" y="0"/>
                  </a:lnTo>
                  <a:lnTo>
                    <a:pt x="3665" y="0"/>
                  </a:lnTo>
                  <a:lnTo>
                    <a:pt x="3668" y="0"/>
                  </a:lnTo>
                  <a:lnTo>
                    <a:pt x="3672" y="0"/>
                  </a:lnTo>
                  <a:lnTo>
                    <a:pt x="3675" y="0"/>
                  </a:lnTo>
                  <a:lnTo>
                    <a:pt x="3679" y="0"/>
                  </a:lnTo>
                  <a:lnTo>
                    <a:pt x="368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8" name="Freeform 66"/>
            <p:cNvSpPr>
              <a:spLocks/>
            </p:cNvSpPr>
            <p:nvPr/>
          </p:nvSpPr>
          <p:spPr bwMode="auto">
            <a:xfrm>
              <a:off x="4432" y="3071"/>
              <a:ext cx="777" cy="1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25" y="0"/>
                </a:cxn>
                <a:cxn ang="0">
                  <a:pos x="39" y="0"/>
                </a:cxn>
                <a:cxn ang="0">
                  <a:pos x="54" y="0"/>
                </a:cxn>
                <a:cxn ang="0">
                  <a:pos x="68" y="0"/>
                </a:cxn>
                <a:cxn ang="0">
                  <a:pos x="82" y="0"/>
                </a:cxn>
                <a:cxn ang="0">
                  <a:pos x="97" y="0"/>
                </a:cxn>
                <a:cxn ang="0">
                  <a:pos x="111" y="0"/>
                </a:cxn>
                <a:cxn ang="0">
                  <a:pos x="126" y="0"/>
                </a:cxn>
                <a:cxn ang="0">
                  <a:pos x="140" y="0"/>
                </a:cxn>
                <a:cxn ang="0">
                  <a:pos x="154" y="0"/>
                </a:cxn>
                <a:cxn ang="0">
                  <a:pos x="169" y="0"/>
                </a:cxn>
                <a:cxn ang="0">
                  <a:pos x="183" y="0"/>
                </a:cxn>
                <a:cxn ang="0">
                  <a:pos x="198" y="0"/>
                </a:cxn>
                <a:cxn ang="0">
                  <a:pos x="212" y="0"/>
                </a:cxn>
                <a:cxn ang="0">
                  <a:pos x="226" y="0"/>
                </a:cxn>
                <a:cxn ang="0">
                  <a:pos x="241" y="0"/>
                </a:cxn>
                <a:cxn ang="0">
                  <a:pos x="255" y="0"/>
                </a:cxn>
                <a:cxn ang="0">
                  <a:pos x="270" y="0"/>
                </a:cxn>
                <a:cxn ang="0">
                  <a:pos x="284" y="0"/>
                </a:cxn>
                <a:cxn ang="0">
                  <a:pos x="298" y="0"/>
                </a:cxn>
                <a:cxn ang="0">
                  <a:pos x="313" y="0"/>
                </a:cxn>
                <a:cxn ang="0">
                  <a:pos x="327" y="0"/>
                </a:cxn>
                <a:cxn ang="0">
                  <a:pos x="342" y="0"/>
                </a:cxn>
                <a:cxn ang="0">
                  <a:pos x="356" y="0"/>
                </a:cxn>
                <a:cxn ang="0">
                  <a:pos x="370" y="0"/>
                </a:cxn>
                <a:cxn ang="0">
                  <a:pos x="385" y="0"/>
                </a:cxn>
                <a:cxn ang="0">
                  <a:pos x="399" y="0"/>
                </a:cxn>
                <a:cxn ang="0">
                  <a:pos x="414" y="0"/>
                </a:cxn>
                <a:cxn ang="0">
                  <a:pos x="428" y="0"/>
                </a:cxn>
                <a:cxn ang="0">
                  <a:pos x="442" y="0"/>
                </a:cxn>
                <a:cxn ang="0">
                  <a:pos x="457" y="0"/>
                </a:cxn>
                <a:cxn ang="0">
                  <a:pos x="471" y="0"/>
                </a:cxn>
                <a:cxn ang="0">
                  <a:pos x="486" y="0"/>
                </a:cxn>
                <a:cxn ang="0">
                  <a:pos x="500" y="0"/>
                </a:cxn>
                <a:cxn ang="0">
                  <a:pos x="514" y="0"/>
                </a:cxn>
                <a:cxn ang="0">
                  <a:pos x="529" y="0"/>
                </a:cxn>
                <a:cxn ang="0">
                  <a:pos x="543" y="0"/>
                </a:cxn>
                <a:cxn ang="0">
                  <a:pos x="558" y="0"/>
                </a:cxn>
                <a:cxn ang="0">
                  <a:pos x="572" y="0"/>
                </a:cxn>
                <a:cxn ang="0">
                  <a:pos x="586" y="0"/>
                </a:cxn>
                <a:cxn ang="0">
                  <a:pos x="601" y="0"/>
                </a:cxn>
                <a:cxn ang="0">
                  <a:pos x="615" y="0"/>
                </a:cxn>
                <a:cxn ang="0">
                  <a:pos x="630" y="0"/>
                </a:cxn>
                <a:cxn ang="0">
                  <a:pos x="644" y="0"/>
                </a:cxn>
                <a:cxn ang="0">
                  <a:pos x="658" y="0"/>
                </a:cxn>
                <a:cxn ang="0">
                  <a:pos x="673" y="0"/>
                </a:cxn>
                <a:cxn ang="0">
                  <a:pos x="687" y="0"/>
                </a:cxn>
                <a:cxn ang="0">
                  <a:pos x="702" y="0"/>
                </a:cxn>
                <a:cxn ang="0">
                  <a:pos x="716" y="0"/>
                </a:cxn>
                <a:cxn ang="0">
                  <a:pos x="730" y="0"/>
                </a:cxn>
                <a:cxn ang="0">
                  <a:pos x="745" y="0"/>
                </a:cxn>
                <a:cxn ang="0">
                  <a:pos x="759" y="0"/>
                </a:cxn>
                <a:cxn ang="0">
                  <a:pos x="774" y="0"/>
                </a:cxn>
              </a:cxnLst>
              <a:rect l="0" t="0" r="r" b="b"/>
              <a:pathLst>
                <a:path w="777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47" y="0"/>
                  </a:lnTo>
                  <a:lnTo>
                    <a:pt x="151" y="0"/>
                  </a:lnTo>
                  <a:lnTo>
                    <a:pt x="154" y="0"/>
                  </a:lnTo>
                  <a:lnTo>
                    <a:pt x="158" y="0"/>
                  </a:lnTo>
                  <a:lnTo>
                    <a:pt x="162" y="0"/>
                  </a:lnTo>
                  <a:lnTo>
                    <a:pt x="165" y="0"/>
                  </a:lnTo>
                  <a:lnTo>
                    <a:pt x="169" y="0"/>
                  </a:lnTo>
                  <a:lnTo>
                    <a:pt x="172" y="0"/>
                  </a:lnTo>
                  <a:lnTo>
                    <a:pt x="176" y="0"/>
                  </a:lnTo>
                  <a:lnTo>
                    <a:pt x="180" y="0"/>
                  </a:lnTo>
                  <a:lnTo>
                    <a:pt x="183" y="0"/>
                  </a:lnTo>
                  <a:lnTo>
                    <a:pt x="187" y="0"/>
                  </a:lnTo>
                  <a:lnTo>
                    <a:pt x="190" y="0"/>
                  </a:lnTo>
                  <a:lnTo>
                    <a:pt x="194" y="0"/>
                  </a:lnTo>
                  <a:lnTo>
                    <a:pt x="198" y="0"/>
                  </a:lnTo>
                  <a:lnTo>
                    <a:pt x="201" y="0"/>
                  </a:lnTo>
                  <a:lnTo>
                    <a:pt x="205" y="0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6" y="0"/>
                  </a:lnTo>
                  <a:lnTo>
                    <a:pt x="219" y="0"/>
                  </a:lnTo>
                  <a:lnTo>
                    <a:pt x="223" y="0"/>
                  </a:lnTo>
                  <a:lnTo>
                    <a:pt x="226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7" y="0"/>
                  </a:lnTo>
                  <a:lnTo>
                    <a:pt x="241" y="0"/>
                  </a:lnTo>
                  <a:lnTo>
                    <a:pt x="244" y="0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5" y="0"/>
                  </a:lnTo>
                  <a:lnTo>
                    <a:pt x="259" y="0"/>
                  </a:lnTo>
                  <a:lnTo>
                    <a:pt x="262" y="0"/>
                  </a:lnTo>
                  <a:lnTo>
                    <a:pt x="266" y="0"/>
                  </a:lnTo>
                  <a:lnTo>
                    <a:pt x="270" y="0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0" y="0"/>
                  </a:lnTo>
                  <a:lnTo>
                    <a:pt x="284" y="0"/>
                  </a:lnTo>
                  <a:lnTo>
                    <a:pt x="288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298" y="0"/>
                  </a:lnTo>
                  <a:lnTo>
                    <a:pt x="302" y="0"/>
                  </a:lnTo>
                  <a:lnTo>
                    <a:pt x="306" y="0"/>
                  </a:lnTo>
                  <a:lnTo>
                    <a:pt x="309" y="0"/>
                  </a:lnTo>
                  <a:lnTo>
                    <a:pt x="313" y="0"/>
                  </a:lnTo>
                  <a:lnTo>
                    <a:pt x="316" y="0"/>
                  </a:lnTo>
                  <a:lnTo>
                    <a:pt x="320" y="0"/>
                  </a:lnTo>
                  <a:lnTo>
                    <a:pt x="324" y="0"/>
                  </a:lnTo>
                  <a:lnTo>
                    <a:pt x="327" y="0"/>
                  </a:lnTo>
                  <a:lnTo>
                    <a:pt x="331" y="0"/>
                  </a:lnTo>
                  <a:lnTo>
                    <a:pt x="334" y="0"/>
                  </a:lnTo>
                  <a:lnTo>
                    <a:pt x="338" y="0"/>
                  </a:lnTo>
                  <a:lnTo>
                    <a:pt x="342" y="0"/>
                  </a:lnTo>
                  <a:lnTo>
                    <a:pt x="345" y="0"/>
                  </a:lnTo>
                  <a:lnTo>
                    <a:pt x="349" y="0"/>
                  </a:lnTo>
                  <a:lnTo>
                    <a:pt x="352" y="0"/>
                  </a:lnTo>
                  <a:lnTo>
                    <a:pt x="356" y="0"/>
                  </a:lnTo>
                  <a:lnTo>
                    <a:pt x="360" y="0"/>
                  </a:lnTo>
                  <a:lnTo>
                    <a:pt x="363" y="0"/>
                  </a:lnTo>
                  <a:lnTo>
                    <a:pt x="367" y="0"/>
                  </a:lnTo>
                  <a:lnTo>
                    <a:pt x="370" y="0"/>
                  </a:lnTo>
                  <a:lnTo>
                    <a:pt x="374" y="0"/>
                  </a:lnTo>
                  <a:lnTo>
                    <a:pt x="378" y="0"/>
                  </a:lnTo>
                  <a:lnTo>
                    <a:pt x="381" y="0"/>
                  </a:lnTo>
                  <a:lnTo>
                    <a:pt x="385" y="0"/>
                  </a:lnTo>
                  <a:lnTo>
                    <a:pt x="388" y="0"/>
                  </a:lnTo>
                  <a:lnTo>
                    <a:pt x="392" y="0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403" y="0"/>
                  </a:lnTo>
                  <a:lnTo>
                    <a:pt x="406" y="0"/>
                  </a:lnTo>
                  <a:lnTo>
                    <a:pt x="410" y="0"/>
                  </a:lnTo>
                  <a:lnTo>
                    <a:pt x="414" y="0"/>
                  </a:lnTo>
                  <a:lnTo>
                    <a:pt x="417" y="0"/>
                  </a:lnTo>
                  <a:lnTo>
                    <a:pt x="421" y="0"/>
                  </a:lnTo>
                  <a:lnTo>
                    <a:pt x="424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5" y="0"/>
                  </a:lnTo>
                  <a:lnTo>
                    <a:pt x="439" y="0"/>
                  </a:lnTo>
                  <a:lnTo>
                    <a:pt x="442" y="0"/>
                  </a:lnTo>
                  <a:lnTo>
                    <a:pt x="446" y="0"/>
                  </a:lnTo>
                  <a:lnTo>
                    <a:pt x="450" y="0"/>
                  </a:lnTo>
                  <a:lnTo>
                    <a:pt x="453" y="0"/>
                  </a:lnTo>
                  <a:lnTo>
                    <a:pt x="457" y="0"/>
                  </a:lnTo>
                  <a:lnTo>
                    <a:pt x="460" y="0"/>
                  </a:lnTo>
                  <a:lnTo>
                    <a:pt x="464" y="0"/>
                  </a:lnTo>
                  <a:lnTo>
                    <a:pt x="468" y="0"/>
                  </a:lnTo>
                  <a:lnTo>
                    <a:pt x="471" y="0"/>
                  </a:lnTo>
                  <a:lnTo>
                    <a:pt x="475" y="0"/>
                  </a:lnTo>
                  <a:lnTo>
                    <a:pt x="478" y="0"/>
                  </a:lnTo>
                  <a:lnTo>
                    <a:pt x="482" y="0"/>
                  </a:lnTo>
                  <a:lnTo>
                    <a:pt x="486" y="0"/>
                  </a:lnTo>
                  <a:lnTo>
                    <a:pt x="489" y="0"/>
                  </a:lnTo>
                  <a:lnTo>
                    <a:pt x="493" y="0"/>
                  </a:lnTo>
                  <a:lnTo>
                    <a:pt x="496" y="0"/>
                  </a:lnTo>
                  <a:lnTo>
                    <a:pt x="500" y="0"/>
                  </a:lnTo>
                  <a:lnTo>
                    <a:pt x="504" y="0"/>
                  </a:lnTo>
                  <a:lnTo>
                    <a:pt x="507" y="0"/>
                  </a:lnTo>
                  <a:lnTo>
                    <a:pt x="511" y="0"/>
                  </a:lnTo>
                  <a:lnTo>
                    <a:pt x="514" y="0"/>
                  </a:lnTo>
                  <a:lnTo>
                    <a:pt x="518" y="0"/>
                  </a:lnTo>
                  <a:lnTo>
                    <a:pt x="522" y="0"/>
                  </a:lnTo>
                  <a:lnTo>
                    <a:pt x="525" y="0"/>
                  </a:lnTo>
                  <a:lnTo>
                    <a:pt x="529" y="0"/>
                  </a:lnTo>
                  <a:lnTo>
                    <a:pt x="532" y="0"/>
                  </a:lnTo>
                  <a:lnTo>
                    <a:pt x="536" y="0"/>
                  </a:lnTo>
                  <a:lnTo>
                    <a:pt x="540" y="0"/>
                  </a:lnTo>
                  <a:lnTo>
                    <a:pt x="543" y="0"/>
                  </a:lnTo>
                  <a:lnTo>
                    <a:pt x="547" y="0"/>
                  </a:lnTo>
                  <a:lnTo>
                    <a:pt x="550" y="0"/>
                  </a:lnTo>
                  <a:lnTo>
                    <a:pt x="554" y="0"/>
                  </a:lnTo>
                  <a:lnTo>
                    <a:pt x="558" y="0"/>
                  </a:lnTo>
                  <a:lnTo>
                    <a:pt x="561" y="0"/>
                  </a:lnTo>
                  <a:lnTo>
                    <a:pt x="565" y="0"/>
                  </a:lnTo>
                  <a:lnTo>
                    <a:pt x="568" y="0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83" y="0"/>
                  </a:lnTo>
                  <a:lnTo>
                    <a:pt x="586" y="0"/>
                  </a:lnTo>
                  <a:lnTo>
                    <a:pt x="590" y="0"/>
                  </a:lnTo>
                  <a:lnTo>
                    <a:pt x="594" y="0"/>
                  </a:lnTo>
                  <a:lnTo>
                    <a:pt x="597" y="0"/>
                  </a:lnTo>
                  <a:lnTo>
                    <a:pt x="601" y="0"/>
                  </a:lnTo>
                  <a:lnTo>
                    <a:pt x="604" y="0"/>
                  </a:lnTo>
                  <a:lnTo>
                    <a:pt x="608" y="0"/>
                  </a:lnTo>
                  <a:lnTo>
                    <a:pt x="612" y="0"/>
                  </a:lnTo>
                  <a:lnTo>
                    <a:pt x="615" y="0"/>
                  </a:lnTo>
                  <a:lnTo>
                    <a:pt x="619" y="0"/>
                  </a:lnTo>
                  <a:lnTo>
                    <a:pt x="622" y="0"/>
                  </a:lnTo>
                  <a:lnTo>
                    <a:pt x="626" y="0"/>
                  </a:lnTo>
                  <a:lnTo>
                    <a:pt x="630" y="0"/>
                  </a:lnTo>
                  <a:lnTo>
                    <a:pt x="633" y="0"/>
                  </a:lnTo>
                  <a:lnTo>
                    <a:pt x="637" y="0"/>
                  </a:lnTo>
                  <a:lnTo>
                    <a:pt x="640" y="0"/>
                  </a:lnTo>
                  <a:lnTo>
                    <a:pt x="644" y="0"/>
                  </a:lnTo>
                  <a:lnTo>
                    <a:pt x="648" y="0"/>
                  </a:lnTo>
                  <a:lnTo>
                    <a:pt x="651" y="0"/>
                  </a:lnTo>
                  <a:lnTo>
                    <a:pt x="655" y="0"/>
                  </a:lnTo>
                  <a:lnTo>
                    <a:pt x="658" y="0"/>
                  </a:lnTo>
                  <a:lnTo>
                    <a:pt x="662" y="0"/>
                  </a:lnTo>
                  <a:lnTo>
                    <a:pt x="666" y="0"/>
                  </a:lnTo>
                  <a:lnTo>
                    <a:pt x="669" y="0"/>
                  </a:lnTo>
                  <a:lnTo>
                    <a:pt x="673" y="0"/>
                  </a:lnTo>
                  <a:lnTo>
                    <a:pt x="676" y="0"/>
                  </a:lnTo>
                  <a:lnTo>
                    <a:pt x="680" y="0"/>
                  </a:lnTo>
                  <a:lnTo>
                    <a:pt x="684" y="0"/>
                  </a:lnTo>
                  <a:lnTo>
                    <a:pt x="687" y="0"/>
                  </a:lnTo>
                  <a:lnTo>
                    <a:pt x="691" y="0"/>
                  </a:lnTo>
                  <a:lnTo>
                    <a:pt x="694" y="0"/>
                  </a:lnTo>
                  <a:lnTo>
                    <a:pt x="698" y="0"/>
                  </a:lnTo>
                  <a:lnTo>
                    <a:pt x="702" y="0"/>
                  </a:lnTo>
                  <a:lnTo>
                    <a:pt x="705" y="0"/>
                  </a:lnTo>
                  <a:lnTo>
                    <a:pt x="709" y="0"/>
                  </a:lnTo>
                  <a:lnTo>
                    <a:pt x="712" y="0"/>
                  </a:lnTo>
                  <a:lnTo>
                    <a:pt x="716" y="0"/>
                  </a:lnTo>
                  <a:lnTo>
                    <a:pt x="720" y="0"/>
                  </a:lnTo>
                  <a:lnTo>
                    <a:pt x="723" y="0"/>
                  </a:lnTo>
                  <a:lnTo>
                    <a:pt x="727" y="0"/>
                  </a:lnTo>
                  <a:lnTo>
                    <a:pt x="730" y="0"/>
                  </a:lnTo>
                  <a:lnTo>
                    <a:pt x="734" y="0"/>
                  </a:lnTo>
                  <a:lnTo>
                    <a:pt x="738" y="0"/>
                  </a:lnTo>
                  <a:lnTo>
                    <a:pt x="741" y="0"/>
                  </a:lnTo>
                  <a:lnTo>
                    <a:pt x="745" y="0"/>
                  </a:lnTo>
                  <a:lnTo>
                    <a:pt x="748" y="0"/>
                  </a:lnTo>
                  <a:lnTo>
                    <a:pt x="752" y="0"/>
                  </a:lnTo>
                  <a:lnTo>
                    <a:pt x="756" y="0"/>
                  </a:lnTo>
                  <a:lnTo>
                    <a:pt x="759" y="0"/>
                  </a:lnTo>
                  <a:lnTo>
                    <a:pt x="763" y="0"/>
                  </a:lnTo>
                  <a:lnTo>
                    <a:pt x="766" y="0"/>
                  </a:lnTo>
                  <a:lnTo>
                    <a:pt x="770" y="0"/>
                  </a:lnTo>
                  <a:lnTo>
                    <a:pt x="774" y="0"/>
                  </a:lnTo>
                  <a:lnTo>
                    <a:pt x="777" y="0"/>
                  </a:lnTo>
                  <a:lnTo>
                    <a:pt x="77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39" name="Freeform 67"/>
            <p:cNvSpPr>
              <a:spLocks/>
            </p:cNvSpPr>
            <p:nvPr/>
          </p:nvSpPr>
          <p:spPr bwMode="auto">
            <a:xfrm>
              <a:off x="749" y="1048"/>
              <a:ext cx="137" cy="2023"/>
            </a:xfrm>
            <a:custGeom>
              <a:avLst/>
              <a:gdLst/>
              <a:ahLst/>
              <a:cxnLst>
                <a:cxn ang="0">
                  <a:pos x="0" y="2005"/>
                </a:cxn>
                <a:cxn ang="0">
                  <a:pos x="3" y="1962"/>
                </a:cxn>
                <a:cxn ang="0">
                  <a:pos x="7" y="1919"/>
                </a:cxn>
                <a:cxn ang="0">
                  <a:pos x="11" y="1872"/>
                </a:cxn>
                <a:cxn ang="0">
                  <a:pos x="11" y="1825"/>
                </a:cxn>
                <a:cxn ang="0">
                  <a:pos x="14" y="1778"/>
                </a:cxn>
                <a:cxn ang="0">
                  <a:pos x="18" y="1731"/>
                </a:cxn>
                <a:cxn ang="0">
                  <a:pos x="21" y="1681"/>
                </a:cxn>
                <a:cxn ang="0">
                  <a:pos x="25" y="1631"/>
                </a:cxn>
                <a:cxn ang="0">
                  <a:pos x="25" y="1577"/>
                </a:cxn>
                <a:cxn ang="0">
                  <a:pos x="29" y="1523"/>
                </a:cxn>
                <a:cxn ang="0">
                  <a:pos x="32" y="1472"/>
                </a:cxn>
                <a:cxn ang="0">
                  <a:pos x="36" y="1418"/>
                </a:cxn>
                <a:cxn ang="0">
                  <a:pos x="36" y="1361"/>
                </a:cxn>
                <a:cxn ang="0">
                  <a:pos x="39" y="1307"/>
                </a:cxn>
                <a:cxn ang="0">
                  <a:pos x="43" y="1253"/>
                </a:cxn>
                <a:cxn ang="0">
                  <a:pos x="47" y="1195"/>
                </a:cxn>
                <a:cxn ang="0">
                  <a:pos x="50" y="1141"/>
                </a:cxn>
                <a:cxn ang="0">
                  <a:pos x="50" y="1087"/>
                </a:cxn>
                <a:cxn ang="0">
                  <a:pos x="54" y="1029"/>
                </a:cxn>
                <a:cxn ang="0">
                  <a:pos x="57" y="975"/>
                </a:cxn>
                <a:cxn ang="0">
                  <a:pos x="61" y="921"/>
                </a:cxn>
                <a:cxn ang="0">
                  <a:pos x="61" y="867"/>
                </a:cxn>
                <a:cxn ang="0">
                  <a:pos x="65" y="813"/>
                </a:cxn>
                <a:cxn ang="0">
                  <a:pos x="68" y="763"/>
                </a:cxn>
                <a:cxn ang="0">
                  <a:pos x="72" y="709"/>
                </a:cxn>
                <a:cxn ang="0">
                  <a:pos x="75" y="659"/>
                </a:cxn>
                <a:cxn ang="0">
                  <a:pos x="75" y="612"/>
                </a:cxn>
                <a:cxn ang="0">
                  <a:pos x="79" y="562"/>
                </a:cxn>
                <a:cxn ang="0">
                  <a:pos x="83" y="515"/>
                </a:cxn>
                <a:cxn ang="0">
                  <a:pos x="86" y="472"/>
                </a:cxn>
                <a:cxn ang="0">
                  <a:pos x="86" y="428"/>
                </a:cxn>
                <a:cxn ang="0">
                  <a:pos x="90" y="385"/>
                </a:cxn>
                <a:cxn ang="0">
                  <a:pos x="93" y="346"/>
                </a:cxn>
                <a:cxn ang="0">
                  <a:pos x="97" y="306"/>
                </a:cxn>
                <a:cxn ang="0">
                  <a:pos x="97" y="270"/>
                </a:cxn>
                <a:cxn ang="0">
                  <a:pos x="101" y="234"/>
                </a:cxn>
                <a:cxn ang="0">
                  <a:pos x="104" y="202"/>
                </a:cxn>
                <a:cxn ang="0">
                  <a:pos x="108" y="173"/>
                </a:cxn>
                <a:cxn ang="0">
                  <a:pos x="111" y="144"/>
                </a:cxn>
                <a:cxn ang="0">
                  <a:pos x="111" y="119"/>
                </a:cxn>
                <a:cxn ang="0">
                  <a:pos x="115" y="97"/>
                </a:cxn>
                <a:cxn ang="0">
                  <a:pos x="119" y="76"/>
                </a:cxn>
                <a:cxn ang="0">
                  <a:pos x="122" y="58"/>
                </a:cxn>
                <a:cxn ang="0">
                  <a:pos x="122" y="40"/>
                </a:cxn>
                <a:cxn ang="0">
                  <a:pos x="126" y="29"/>
                </a:cxn>
                <a:cxn ang="0">
                  <a:pos x="129" y="18"/>
                </a:cxn>
                <a:cxn ang="0">
                  <a:pos x="133" y="11"/>
                </a:cxn>
                <a:cxn ang="0">
                  <a:pos x="137" y="4"/>
                </a:cxn>
              </a:cxnLst>
              <a:rect l="0" t="0" r="r" b="b"/>
              <a:pathLst>
                <a:path w="137" h="2023">
                  <a:moveTo>
                    <a:pt x="0" y="2023"/>
                  </a:moveTo>
                  <a:lnTo>
                    <a:pt x="0" y="2005"/>
                  </a:lnTo>
                  <a:lnTo>
                    <a:pt x="3" y="1983"/>
                  </a:lnTo>
                  <a:lnTo>
                    <a:pt x="3" y="1962"/>
                  </a:lnTo>
                  <a:lnTo>
                    <a:pt x="7" y="1940"/>
                  </a:lnTo>
                  <a:lnTo>
                    <a:pt x="7" y="1919"/>
                  </a:lnTo>
                  <a:lnTo>
                    <a:pt x="7" y="1897"/>
                  </a:lnTo>
                  <a:lnTo>
                    <a:pt x="11" y="1872"/>
                  </a:lnTo>
                  <a:lnTo>
                    <a:pt x="11" y="1850"/>
                  </a:lnTo>
                  <a:lnTo>
                    <a:pt x="11" y="1825"/>
                  </a:lnTo>
                  <a:lnTo>
                    <a:pt x="14" y="1803"/>
                  </a:lnTo>
                  <a:lnTo>
                    <a:pt x="14" y="1778"/>
                  </a:lnTo>
                  <a:lnTo>
                    <a:pt x="18" y="1753"/>
                  </a:lnTo>
                  <a:lnTo>
                    <a:pt x="18" y="1731"/>
                  </a:lnTo>
                  <a:lnTo>
                    <a:pt x="18" y="1706"/>
                  </a:lnTo>
                  <a:lnTo>
                    <a:pt x="21" y="1681"/>
                  </a:lnTo>
                  <a:lnTo>
                    <a:pt x="21" y="1656"/>
                  </a:lnTo>
                  <a:lnTo>
                    <a:pt x="25" y="1631"/>
                  </a:lnTo>
                  <a:lnTo>
                    <a:pt x="25" y="1602"/>
                  </a:lnTo>
                  <a:lnTo>
                    <a:pt x="25" y="1577"/>
                  </a:lnTo>
                  <a:lnTo>
                    <a:pt x="29" y="1551"/>
                  </a:lnTo>
                  <a:lnTo>
                    <a:pt x="29" y="1523"/>
                  </a:lnTo>
                  <a:lnTo>
                    <a:pt x="32" y="1497"/>
                  </a:lnTo>
                  <a:lnTo>
                    <a:pt x="32" y="1472"/>
                  </a:lnTo>
                  <a:lnTo>
                    <a:pt x="32" y="1443"/>
                  </a:lnTo>
                  <a:lnTo>
                    <a:pt x="36" y="1418"/>
                  </a:lnTo>
                  <a:lnTo>
                    <a:pt x="36" y="1389"/>
                  </a:lnTo>
                  <a:lnTo>
                    <a:pt x="36" y="1361"/>
                  </a:lnTo>
                  <a:lnTo>
                    <a:pt x="39" y="1335"/>
                  </a:lnTo>
                  <a:lnTo>
                    <a:pt x="39" y="1307"/>
                  </a:lnTo>
                  <a:lnTo>
                    <a:pt x="43" y="1281"/>
                  </a:lnTo>
                  <a:lnTo>
                    <a:pt x="43" y="1253"/>
                  </a:lnTo>
                  <a:lnTo>
                    <a:pt x="43" y="1224"/>
                  </a:lnTo>
                  <a:lnTo>
                    <a:pt x="47" y="1195"/>
                  </a:lnTo>
                  <a:lnTo>
                    <a:pt x="47" y="1170"/>
                  </a:lnTo>
                  <a:lnTo>
                    <a:pt x="50" y="1141"/>
                  </a:lnTo>
                  <a:lnTo>
                    <a:pt x="50" y="1112"/>
                  </a:lnTo>
                  <a:lnTo>
                    <a:pt x="50" y="1087"/>
                  </a:lnTo>
                  <a:lnTo>
                    <a:pt x="54" y="1058"/>
                  </a:lnTo>
                  <a:lnTo>
                    <a:pt x="54" y="1029"/>
                  </a:lnTo>
                  <a:lnTo>
                    <a:pt x="54" y="1004"/>
                  </a:lnTo>
                  <a:lnTo>
                    <a:pt x="57" y="975"/>
                  </a:lnTo>
                  <a:lnTo>
                    <a:pt x="57" y="950"/>
                  </a:lnTo>
                  <a:lnTo>
                    <a:pt x="61" y="921"/>
                  </a:lnTo>
                  <a:lnTo>
                    <a:pt x="61" y="896"/>
                  </a:lnTo>
                  <a:lnTo>
                    <a:pt x="61" y="867"/>
                  </a:lnTo>
                  <a:lnTo>
                    <a:pt x="65" y="842"/>
                  </a:lnTo>
                  <a:lnTo>
                    <a:pt x="65" y="813"/>
                  </a:lnTo>
                  <a:lnTo>
                    <a:pt x="68" y="788"/>
                  </a:lnTo>
                  <a:lnTo>
                    <a:pt x="68" y="763"/>
                  </a:lnTo>
                  <a:lnTo>
                    <a:pt x="68" y="738"/>
                  </a:lnTo>
                  <a:lnTo>
                    <a:pt x="72" y="709"/>
                  </a:lnTo>
                  <a:lnTo>
                    <a:pt x="72" y="684"/>
                  </a:lnTo>
                  <a:lnTo>
                    <a:pt x="75" y="659"/>
                  </a:lnTo>
                  <a:lnTo>
                    <a:pt x="75" y="637"/>
                  </a:lnTo>
                  <a:lnTo>
                    <a:pt x="75" y="612"/>
                  </a:lnTo>
                  <a:lnTo>
                    <a:pt x="79" y="587"/>
                  </a:lnTo>
                  <a:lnTo>
                    <a:pt x="79" y="562"/>
                  </a:lnTo>
                  <a:lnTo>
                    <a:pt x="79" y="540"/>
                  </a:lnTo>
                  <a:lnTo>
                    <a:pt x="83" y="515"/>
                  </a:lnTo>
                  <a:lnTo>
                    <a:pt x="83" y="493"/>
                  </a:lnTo>
                  <a:lnTo>
                    <a:pt x="86" y="472"/>
                  </a:lnTo>
                  <a:lnTo>
                    <a:pt x="86" y="450"/>
                  </a:lnTo>
                  <a:lnTo>
                    <a:pt x="86" y="428"/>
                  </a:lnTo>
                  <a:lnTo>
                    <a:pt x="90" y="407"/>
                  </a:lnTo>
                  <a:lnTo>
                    <a:pt x="90" y="385"/>
                  </a:lnTo>
                  <a:lnTo>
                    <a:pt x="93" y="364"/>
                  </a:lnTo>
                  <a:lnTo>
                    <a:pt x="93" y="346"/>
                  </a:lnTo>
                  <a:lnTo>
                    <a:pt x="93" y="324"/>
                  </a:lnTo>
                  <a:lnTo>
                    <a:pt x="97" y="306"/>
                  </a:lnTo>
                  <a:lnTo>
                    <a:pt x="97" y="288"/>
                  </a:lnTo>
                  <a:lnTo>
                    <a:pt x="97" y="270"/>
                  </a:lnTo>
                  <a:lnTo>
                    <a:pt x="101" y="252"/>
                  </a:lnTo>
                  <a:lnTo>
                    <a:pt x="101" y="234"/>
                  </a:lnTo>
                  <a:lnTo>
                    <a:pt x="104" y="220"/>
                  </a:lnTo>
                  <a:lnTo>
                    <a:pt x="104" y="202"/>
                  </a:lnTo>
                  <a:lnTo>
                    <a:pt x="104" y="187"/>
                  </a:lnTo>
                  <a:lnTo>
                    <a:pt x="108" y="173"/>
                  </a:lnTo>
                  <a:lnTo>
                    <a:pt x="108" y="158"/>
                  </a:lnTo>
                  <a:lnTo>
                    <a:pt x="111" y="144"/>
                  </a:lnTo>
                  <a:lnTo>
                    <a:pt x="111" y="133"/>
                  </a:lnTo>
                  <a:lnTo>
                    <a:pt x="111" y="119"/>
                  </a:lnTo>
                  <a:lnTo>
                    <a:pt x="115" y="108"/>
                  </a:lnTo>
                  <a:lnTo>
                    <a:pt x="115" y="97"/>
                  </a:lnTo>
                  <a:lnTo>
                    <a:pt x="119" y="86"/>
                  </a:lnTo>
                  <a:lnTo>
                    <a:pt x="119" y="76"/>
                  </a:lnTo>
                  <a:lnTo>
                    <a:pt x="119" y="65"/>
                  </a:lnTo>
                  <a:lnTo>
                    <a:pt x="122" y="58"/>
                  </a:lnTo>
                  <a:lnTo>
                    <a:pt x="122" y="50"/>
                  </a:lnTo>
                  <a:lnTo>
                    <a:pt x="122" y="40"/>
                  </a:lnTo>
                  <a:lnTo>
                    <a:pt x="126" y="36"/>
                  </a:lnTo>
                  <a:lnTo>
                    <a:pt x="126" y="29"/>
                  </a:lnTo>
                  <a:lnTo>
                    <a:pt x="129" y="22"/>
                  </a:lnTo>
                  <a:lnTo>
                    <a:pt x="129" y="18"/>
                  </a:lnTo>
                  <a:lnTo>
                    <a:pt x="129" y="14"/>
                  </a:lnTo>
                  <a:lnTo>
                    <a:pt x="133" y="11"/>
                  </a:lnTo>
                  <a:lnTo>
                    <a:pt x="133" y="7"/>
                  </a:lnTo>
                  <a:lnTo>
                    <a:pt x="137" y="4"/>
                  </a:lnTo>
                  <a:lnTo>
                    <a:pt x="137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0" name="Freeform 68"/>
            <p:cNvSpPr>
              <a:spLocks/>
            </p:cNvSpPr>
            <p:nvPr/>
          </p:nvSpPr>
          <p:spPr bwMode="auto">
            <a:xfrm>
              <a:off x="889" y="1048"/>
              <a:ext cx="2481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5" y="1904"/>
                </a:cxn>
                <a:cxn ang="0">
                  <a:pos x="321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4" y="2171"/>
                </a:cxn>
                <a:cxn ang="0">
                  <a:pos x="501" y="2196"/>
                </a:cxn>
                <a:cxn ang="0">
                  <a:pos x="526" y="2131"/>
                </a:cxn>
                <a:cxn ang="0">
                  <a:pos x="551" y="2048"/>
                </a:cxn>
                <a:cxn ang="0">
                  <a:pos x="573" y="1965"/>
                </a:cxn>
                <a:cxn ang="0">
                  <a:pos x="601" y="1901"/>
                </a:cxn>
                <a:cxn ang="0">
                  <a:pos x="655" y="1911"/>
                </a:cxn>
                <a:cxn ang="0">
                  <a:pos x="681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3" y="2009"/>
                </a:cxn>
                <a:cxn ang="0">
                  <a:pos x="871" y="1947"/>
                </a:cxn>
                <a:cxn ang="0">
                  <a:pos x="933" y="1944"/>
                </a:cxn>
                <a:cxn ang="0">
                  <a:pos x="965" y="2005"/>
                </a:cxn>
                <a:cxn ang="0">
                  <a:pos x="997" y="2066"/>
                </a:cxn>
                <a:cxn ang="0">
                  <a:pos x="1051" y="2106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9" y="2001"/>
                </a:cxn>
                <a:cxn ang="0">
                  <a:pos x="1282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4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7" y="2077"/>
                </a:cxn>
                <a:cxn ang="0">
                  <a:pos x="1674" y="2023"/>
                </a:cxn>
                <a:cxn ang="0">
                  <a:pos x="1732" y="1973"/>
                </a:cxn>
                <a:cxn ang="0">
                  <a:pos x="1793" y="2005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7" y="1998"/>
                </a:cxn>
                <a:cxn ang="0">
                  <a:pos x="2038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3" y="1987"/>
                </a:cxn>
                <a:cxn ang="0">
                  <a:pos x="2344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1" y="2045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1" name="Freeform 69"/>
            <p:cNvSpPr>
              <a:spLocks/>
            </p:cNvSpPr>
            <p:nvPr/>
          </p:nvSpPr>
          <p:spPr bwMode="auto">
            <a:xfrm>
              <a:off x="3370" y="3039"/>
              <a:ext cx="1839" cy="64"/>
            </a:xfrm>
            <a:custGeom>
              <a:avLst/>
              <a:gdLst/>
              <a:ahLst/>
              <a:cxnLst>
                <a:cxn ang="0">
                  <a:pos x="28" y="32"/>
                </a:cxn>
                <a:cxn ang="0">
                  <a:pos x="61" y="7"/>
                </a:cxn>
                <a:cxn ang="0">
                  <a:pos x="93" y="0"/>
                </a:cxn>
                <a:cxn ang="0">
                  <a:pos x="126" y="7"/>
                </a:cxn>
                <a:cxn ang="0">
                  <a:pos x="158" y="28"/>
                </a:cxn>
                <a:cxn ang="0">
                  <a:pos x="190" y="50"/>
                </a:cxn>
                <a:cxn ang="0">
                  <a:pos x="223" y="64"/>
                </a:cxn>
                <a:cxn ang="0">
                  <a:pos x="255" y="61"/>
                </a:cxn>
                <a:cxn ang="0">
                  <a:pos x="288" y="46"/>
                </a:cxn>
                <a:cxn ang="0">
                  <a:pos x="320" y="21"/>
                </a:cxn>
                <a:cxn ang="0">
                  <a:pos x="352" y="7"/>
                </a:cxn>
                <a:cxn ang="0">
                  <a:pos x="385" y="3"/>
                </a:cxn>
                <a:cxn ang="0">
                  <a:pos x="417" y="14"/>
                </a:cxn>
                <a:cxn ang="0">
                  <a:pos x="450" y="36"/>
                </a:cxn>
                <a:cxn ang="0">
                  <a:pos x="482" y="57"/>
                </a:cxn>
                <a:cxn ang="0">
                  <a:pos x="514" y="64"/>
                </a:cxn>
                <a:cxn ang="0">
                  <a:pos x="547" y="54"/>
                </a:cxn>
                <a:cxn ang="0">
                  <a:pos x="579" y="36"/>
                </a:cxn>
                <a:cxn ang="0">
                  <a:pos x="612" y="18"/>
                </a:cxn>
                <a:cxn ang="0">
                  <a:pos x="644" y="3"/>
                </a:cxn>
                <a:cxn ang="0">
                  <a:pos x="676" y="7"/>
                </a:cxn>
                <a:cxn ang="0">
                  <a:pos x="709" y="25"/>
                </a:cxn>
                <a:cxn ang="0">
                  <a:pos x="741" y="43"/>
                </a:cxn>
                <a:cxn ang="0">
                  <a:pos x="774" y="57"/>
                </a:cxn>
                <a:cxn ang="0">
                  <a:pos x="806" y="57"/>
                </a:cxn>
                <a:cxn ang="0">
                  <a:pos x="838" y="46"/>
                </a:cxn>
                <a:cxn ang="0">
                  <a:pos x="871" y="28"/>
                </a:cxn>
                <a:cxn ang="0">
                  <a:pos x="903" y="10"/>
                </a:cxn>
                <a:cxn ang="0">
                  <a:pos x="936" y="7"/>
                </a:cxn>
                <a:cxn ang="0">
                  <a:pos x="968" y="14"/>
                </a:cxn>
                <a:cxn ang="0">
                  <a:pos x="1000" y="32"/>
                </a:cxn>
                <a:cxn ang="0">
                  <a:pos x="1033" y="50"/>
                </a:cxn>
                <a:cxn ang="0">
                  <a:pos x="1065" y="57"/>
                </a:cxn>
                <a:cxn ang="0">
                  <a:pos x="1098" y="54"/>
                </a:cxn>
                <a:cxn ang="0">
                  <a:pos x="1130" y="39"/>
                </a:cxn>
                <a:cxn ang="0">
                  <a:pos x="1162" y="21"/>
                </a:cxn>
                <a:cxn ang="0">
                  <a:pos x="1195" y="10"/>
                </a:cxn>
                <a:cxn ang="0">
                  <a:pos x="1227" y="10"/>
                </a:cxn>
                <a:cxn ang="0">
                  <a:pos x="1260" y="21"/>
                </a:cxn>
                <a:cxn ang="0">
                  <a:pos x="1292" y="39"/>
                </a:cxn>
                <a:cxn ang="0">
                  <a:pos x="1324" y="54"/>
                </a:cxn>
                <a:cxn ang="0">
                  <a:pos x="1357" y="57"/>
                </a:cxn>
                <a:cxn ang="0">
                  <a:pos x="1389" y="46"/>
                </a:cxn>
                <a:cxn ang="0">
                  <a:pos x="1422" y="32"/>
                </a:cxn>
                <a:cxn ang="0">
                  <a:pos x="1454" y="18"/>
                </a:cxn>
                <a:cxn ang="0">
                  <a:pos x="1486" y="10"/>
                </a:cxn>
                <a:cxn ang="0">
                  <a:pos x="1519" y="14"/>
                </a:cxn>
                <a:cxn ang="0">
                  <a:pos x="1551" y="28"/>
                </a:cxn>
                <a:cxn ang="0">
                  <a:pos x="1584" y="43"/>
                </a:cxn>
                <a:cxn ang="0">
                  <a:pos x="1616" y="54"/>
                </a:cxn>
                <a:cxn ang="0">
                  <a:pos x="1648" y="54"/>
                </a:cxn>
                <a:cxn ang="0">
                  <a:pos x="1681" y="43"/>
                </a:cxn>
                <a:cxn ang="0">
                  <a:pos x="1713" y="25"/>
                </a:cxn>
                <a:cxn ang="0">
                  <a:pos x="1746" y="14"/>
                </a:cxn>
                <a:cxn ang="0">
                  <a:pos x="1778" y="14"/>
                </a:cxn>
                <a:cxn ang="0">
                  <a:pos x="1810" y="21"/>
                </a:cxn>
                <a:cxn ang="0">
                  <a:pos x="1839" y="32"/>
                </a:cxn>
              </a:cxnLst>
              <a:rect l="0" t="0" r="r" b="b"/>
              <a:pathLst>
                <a:path w="1839" h="64">
                  <a:moveTo>
                    <a:pt x="0" y="54"/>
                  </a:moveTo>
                  <a:lnTo>
                    <a:pt x="3" y="50"/>
                  </a:lnTo>
                  <a:lnTo>
                    <a:pt x="7" y="50"/>
                  </a:lnTo>
                  <a:lnTo>
                    <a:pt x="10" y="46"/>
                  </a:lnTo>
                  <a:lnTo>
                    <a:pt x="14" y="43"/>
                  </a:lnTo>
                  <a:lnTo>
                    <a:pt x="18" y="39"/>
                  </a:lnTo>
                  <a:lnTo>
                    <a:pt x="21" y="36"/>
                  </a:lnTo>
                  <a:lnTo>
                    <a:pt x="25" y="36"/>
                  </a:lnTo>
                  <a:lnTo>
                    <a:pt x="28" y="32"/>
                  </a:lnTo>
                  <a:lnTo>
                    <a:pt x="32" y="28"/>
                  </a:lnTo>
                  <a:lnTo>
                    <a:pt x="36" y="25"/>
                  </a:lnTo>
                  <a:lnTo>
                    <a:pt x="39" y="21"/>
                  </a:lnTo>
                  <a:lnTo>
                    <a:pt x="43" y="21"/>
                  </a:lnTo>
                  <a:lnTo>
                    <a:pt x="46" y="18"/>
                  </a:lnTo>
                  <a:lnTo>
                    <a:pt x="50" y="14"/>
                  </a:lnTo>
                  <a:lnTo>
                    <a:pt x="54" y="10"/>
                  </a:lnTo>
                  <a:lnTo>
                    <a:pt x="57" y="10"/>
                  </a:lnTo>
                  <a:lnTo>
                    <a:pt x="61" y="7"/>
                  </a:lnTo>
                  <a:lnTo>
                    <a:pt x="64" y="7"/>
                  </a:lnTo>
                  <a:lnTo>
                    <a:pt x="68" y="3"/>
                  </a:lnTo>
                  <a:lnTo>
                    <a:pt x="72" y="3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3"/>
                  </a:lnTo>
                  <a:lnTo>
                    <a:pt x="118" y="3"/>
                  </a:lnTo>
                  <a:lnTo>
                    <a:pt x="122" y="3"/>
                  </a:lnTo>
                  <a:lnTo>
                    <a:pt x="126" y="7"/>
                  </a:lnTo>
                  <a:lnTo>
                    <a:pt x="129" y="7"/>
                  </a:lnTo>
                  <a:lnTo>
                    <a:pt x="133" y="10"/>
                  </a:lnTo>
                  <a:lnTo>
                    <a:pt x="136" y="10"/>
                  </a:lnTo>
                  <a:lnTo>
                    <a:pt x="140" y="14"/>
                  </a:lnTo>
                  <a:lnTo>
                    <a:pt x="144" y="18"/>
                  </a:lnTo>
                  <a:lnTo>
                    <a:pt x="147" y="18"/>
                  </a:lnTo>
                  <a:lnTo>
                    <a:pt x="151" y="21"/>
                  </a:lnTo>
                  <a:lnTo>
                    <a:pt x="154" y="25"/>
                  </a:lnTo>
                  <a:lnTo>
                    <a:pt x="158" y="28"/>
                  </a:lnTo>
                  <a:lnTo>
                    <a:pt x="162" y="28"/>
                  </a:lnTo>
                  <a:lnTo>
                    <a:pt x="165" y="32"/>
                  </a:lnTo>
                  <a:lnTo>
                    <a:pt x="169" y="36"/>
                  </a:lnTo>
                  <a:lnTo>
                    <a:pt x="172" y="39"/>
                  </a:lnTo>
                  <a:lnTo>
                    <a:pt x="176" y="43"/>
                  </a:lnTo>
                  <a:lnTo>
                    <a:pt x="180" y="43"/>
                  </a:lnTo>
                  <a:lnTo>
                    <a:pt x="183" y="46"/>
                  </a:lnTo>
                  <a:lnTo>
                    <a:pt x="187" y="46"/>
                  </a:lnTo>
                  <a:lnTo>
                    <a:pt x="190" y="50"/>
                  </a:lnTo>
                  <a:lnTo>
                    <a:pt x="194" y="54"/>
                  </a:lnTo>
                  <a:lnTo>
                    <a:pt x="198" y="54"/>
                  </a:lnTo>
                  <a:lnTo>
                    <a:pt x="201" y="57"/>
                  </a:lnTo>
                  <a:lnTo>
                    <a:pt x="205" y="57"/>
                  </a:lnTo>
                  <a:lnTo>
                    <a:pt x="208" y="61"/>
                  </a:lnTo>
                  <a:lnTo>
                    <a:pt x="212" y="61"/>
                  </a:lnTo>
                  <a:lnTo>
                    <a:pt x="216" y="64"/>
                  </a:lnTo>
                  <a:lnTo>
                    <a:pt x="219" y="64"/>
                  </a:lnTo>
                  <a:lnTo>
                    <a:pt x="223" y="64"/>
                  </a:lnTo>
                  <a:lnTo>
                    <a:pt x="226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7" y="64"/>
                  </a:lnTo>
                  <a:lnTo>
                    <a:pt x="241" y="64"/>
                  </a:lnTo>
                  <a:lnTo>
                    <a:pt x="244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5" y="61"/>
                  </a:lnTo>
                  <a:lnTo>
                    <a:pt x="259" y="61"/>
                  </a:lnTo>
                  <a:lnTo>
                    <a:pt x="262" y="61"/>
                  </a:lnTo>
                  <a:lnTo>
                    <a:pt x="266" y="57"/>
                  </a:lnTo>
                  <a:lnTo>
                    <a:pt x="270" y="57"/>
                  </a:lnTo>
                  <a:lnTo>
                    <a:pt x="273" y="54"/>
                  </a:lnTo>
                  <a:lnTo>
                    <a:pt x="277" y="54"/>
                  </a:lnTo>
                  <a:lnTo>
                    <a:pt x="280" y="50"/>
                  </a:lnTo>
                  <a:lnTo>
                    <a:pt x="284" y="46"/>
                  </a:lnTo>
                  <a:lnTo>
                    <a:pt x="288" y="46"/>
                  </a:lnTo>
                  <a:lnTo>
                    <a:pt x="291" y="43"/>
                  </a:lnTo>
                  <a:lnTo>
                    <a:pt x="295" y="39"/>
                  </a:lnTo>
                  <a:lnTo>
                    <a:pt x="298" y="39"/>
                  </a:lnTo>
                  <a:lnTo>
                    <a:pt x="302" y="36"/>
                  </a:lnTo>
                  <a:lnTo>
                    <a:pt x="306" y="32"/>
                  </a:lnTo>
                  <a:lnTo>
                    <a:pt x="309" y="28"/>
                  </a:lnTo>
                  <a:lnTo>
                    <a:pt x="313" y="28"/>
                  </a:lnTo>
                  <a:lnTo>
                    <a:pt x="316" y="25"/>
                  </a:lnTo>
                  <a:lnTo>
                    <a:pt x="320" y="21"/>
                  </a:lnTo>
                  <a:lnTo>
                    <a:pt x="324" y="21"/>
                  </a:lnTo>
                  <a:lnTo>
                    <a:pt x="327" y="18"/>
                  </a:lnTo>
                  <a:lnTo>
                    <a:pt x="331" y="14"/>
                  </a:lnTo>
                  <a:lnTo>
                    <a:pt x="334" y="14"/>
                  </a:lnTo>
                  <a:lnTo>
                    <a:pt x="338" y="10"/>
                  </a:lnTo>
                  <a:lnTo>
                    <a:pt x="342" y="10"/>
                  </a:lnTo>
                  <a:lnTo>
                    <a:pt x="345" y="7"/>
                  </a:lnTo>
                  <a:lnTo>
                    <a:pt x="349" y="7"/>
                  </a:lnTo>
                  <a:lnTo>
                    <a:pt x="352" y="7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3" y="3"/>
                  </a:lnTo>
                  <a:lnTo>
                    <a:pt x="367" y="3"/>
                  </a:lnTo>
                  <a:lnTo>
                    <a:pt x="370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1" y="3"/>
                  </a:lnTo>
                  <a:lnTo>
                    <a:pt x="385" y="3"/>
                  </a:lnTo>
                  <a:lnTo>
                    <a:pt x="388" y="3"/>
                  </a:lnTo>
                  <a:lnTo>
                    <a:pt x="392" y="3"/>
                  </a:lnTo>
                  <a:lnTo>
                    <a:pt x="396" y="7"/>
                  </a:lnTo>
                  <a:lnTo>
                    <a:pt x="399" y="7"/>
                  </a:lnTo>
                  <a:lnTo>
                    <a:pt x="403" y="7"/>
                  </a:lnTo>
                  <a:lnTo>
                    <a:pt x="406" y="10"/>
                  </a:lnTo>
                  <a:lnTo>
                    <a:pt x="410" y="10"/>
                  </a:lnTo>
                  <a:lnTo>
                    <a:pt x="414" y="14"/>
                  </a:lnTo>
                  <a:lnTo>
                    <a:pt x="417" y="14"/>
                  </a:lnTo>
                  <a:lnTo>
                    <a:pt x="421" y="18"/>
                  </a:lnTo>
                  <a:lnTo>
                    <a:pt x="424" y="21"/>
                  </a:lnTo>
                  <a:lnTo>
                    <a:pt x="428" y="21"/>
                  </a:lnTo>
                  <a:lnTo>
                    <a:pt x="432" y="25"/>
                  </a:lnTo>
                  <a:lnTo>
                    <a:pt x="435" y="28"/>
                  </a:lnTo>
                  <a:lnTo>
                    <a:pt x="439" y="28"/>
                  </a:lnTo>
                  <a:lnTo>
                    <a:pt x="442" y="32"/>
                  </a:lnTo>
                  <a:lnTo>
                    <a:pt x="446" y="36"/>
                  </a:lnTo>
                  <a:lnTo>
                    <a:pt x="450" y="36"/>
                  </a:lnTo>
                  <a:lnTo>
                    <a:pt x="453" y="39"/>
                  </a:lnTo>
                  <a:lnTo>
                    <a:pt x="457" y="43"/>
                  </a:lnTo>
                  <a:lnTo>
                    <a:pt x="460" y="43"/>
                  </a:lnTo>
                  <a:lnTo>
                    <a:pt x="464" y="46"/>
                  </a:lnTo>
                  <a:lnTo>
                    <a:pt x="468" y="50"/>
                  </a:lnTo>
                  <a:lnTo>
                    <a:pt x="471" y="50"/>
                  </a:lnTo>
                  <a:lnTo>
                    <a:pt x="475" y="54"/>
                  </a:lnTo>
                  <a:lnTo>
                    <a:pt x="478" y="54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89" y="57"/>
                  </a:lnTo>
                  <a:lnTo>
                    <a:pt x="493" y="61"/>
                  </a:lnTo>
                  <a:lnTo>
                    <a:pt x="496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7" y="61"/>
                  </a:lnTo>
                  <a:lnTo>
                    <a:pt x="511" y="64"/>
                  </a:lnTo>
                  <a:lnTo>
                    <a:pt x="514" y="64"/>
                  </a:lnTo>
                  <a:lnTo>
                    <a:pt x="518" y="64"/>
                  </a:lnTo>
                  <a:lnTo>
                    <a:pt x="522" y="61"/>
                  </a:lnTo>
                  <a:lnTo>
                    <a:pt x="525" y="61"/>
                  </a:lnTo>
                  <a:lnTo>
                    <a:pt x="529" y="61"/>
                  </a:lnTo>
                  <a:lnTo>
                    <a:pt x="532" y="61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3" y="57"/>
                  </a:lnTo>
                  <a:lnTo>
                    <a:pt x="547" y="54"/>
                  </a:lnTo>
                  <a:lnTo>
                    <a:pt x="550" y="54"/>
                  </a:lnTo>
                  <a:lnTo>
                    <a:pt x="554" y="50"/>
                  </a:lnTo>
                  <a:lnTo>
                    <a:pt x="558" y="50"/>
                  </a:lnTo>
                  <a:lnTo>
                    <a:pt x="561" y="46"/>
                  </a:lnTo>
                  <a:lnTo>
                    <a:pt x="565" y="43"/>
                  </a:lnTo>
                  <a:lnTo>
                    <a:pt x="568" y="43"/>
                  </a:lnTo>
                  <a:lnTo>
                    <a:pt x="572" y="39"/>
                  </a:lnTo>
                  <a:lnTo>
                    <a:pt x="576" y="39"/>
                  </a:lnTo>
                  <a:lnTo>
                    <a:pt x="579" y="36"/>
                  </a:lnTo>
                  <a:lnTo>
                    <a:pt x="583" y="36"/>
                  </a:lnTo>
                  <a:lnTo>
                    <a:pt x="586" y="32"/>
                  </a:lnTo>
                  <a:lnTo>
                    <a:pt x="590" y="28"/>
                  </a:lnTo>
                  <a:lnTo>
                    <a:pt x="594" y="25"/>
                  </a:lnTo>
                  <a:lnTo>
                    <a:pt x="597" y="25"/>
                  </a:lnTo>
                  <a:lnTo>
                    <a:pt x="601" y="21"/>
                  </a:lnTo>
                  <a:lnTo>
                    <a:pt x="604" y="21"/>
                  </a:lnTo>
                  <a:lnTo>
                    <a:pt x="608" y="18"/>
                  </a:lnTo>
                  <a:lnTo>
                    <a:pt x="612" y="18"/>
                  </a:lnTo>
                  <a:lnTo>
                    <a:pt x="615" y="14"/>
                  </a:lnTo>
                  <a:lnTo>
                    <a:pt x="619" y="14"/>
                  </a:lnTo>
                  <a:lnTo>
                    <a:pt x="622" y="10"/>
                  </a:lnTo>
                  <a:lnTo>
                    <a:pt x="626" y="10"/>
                  </a:lnTo>
                  <a:lnTo>
                    <a:pt x="630" y="7"/>
                  </a:lnTo>
                  <a:lnTo>
                    <a:pt x="633" y="7"/>
                  </a:lnTo>
                  <a:lnTo>
                    <a:pt x="637" y="7"/>
                  </a:lnTo>
                  <a:lnTo>
                    <a:pt x="640" y="7"/>
                  </a:lnTo>
                  <a:lnTo>
                    <a:pt x="644" y="3"/>
                  </a:lnTo>
                  <a:lnTo>
                    <a:pt x="648" y="3"/>
                  </a:lnTo>
                  <a:lnTo>
                    <a:pt x="651" y="3"/>
                  </a:lnTo>
                  <a:lnTo>
                    <a:pt x="655" y="3"/>
                  </a:lnTo>
                  <a:lnTo>
                    <a:pt x="658" y="3"/>
                  </a:lnTo>
                  <a:lnTo>
                    <a:pt x="662" y="3"/>
                  </a:lnTo>
                  <a:lnTo>
                    <a:pt x="666" y="7"/>
                  </a:lnTo>
                  <a:lnTo>
                    <a:pt x="669" y="7"/>
                  </a:lnTo>
                  <a:lnTo>
                    <a:pt x="673" y="7"/>
                  </a:lnTo>
                  <a:lnTo>
                    <a:pt x="676" y="7"/>
                  </a:lnTo>
                  <a:lnTo>
                    <a:pt x="680" y="10"/>
                  </a:lnTo>
                  <a:lnTo>
                    <a:pt x="684" y="10"/>
                  </a:lnTo>
                  <a:lnTo>
                    <a:pt x="687" y="14"/>
                  </a:lnTo>
                  <a:lnTo>
                    <a:pt x="691" y="14"/>
                  </a:lnTo>
                  <a:lnTo>
                    <a:pt x="694" y="14"/>
                  </a:lnTo>
                  <a:lnTo>
                    <a:pt x="698" y="18"/>
                  </a:lnTo>
                  <a:lnTo>
                    <a:pt x="702" y="21"/>
                  </a:lnTo>
                  <a:lnTo>
                    <a:pt x="705" y="21"/>
                  </a:lnTo>
                  <a:lnTo>
                    <a:pt x="709" y="25"/>
                  </a:lnTo>
                  <a:lnTo>
                    <a:pt x="712" y="25"/>
                  </a:lnTo>
                  <a:lnTo>
                    <a:pt x="716" y="28"/>
                  </a:lnTo>
                  <a:lnTo>
                    <a:pt x="720" y="32"/>
                  </a:lnTo>
                  <a:lnTo>
                    <a:pt x="723" y="32"/>
                  </a:lnTo>
                  <a:lnTo>
                    <a:pt x="727" y="36"/>
                  </a:lnTo>
                  <a:lnTo>
                    <a:pt x="730" y="36"/>
                  </a:lnTo>
                  <a:lnTo>
                    <a:pt x="734" y="39"/>
                  </a:lnTo>
                  <a:lnTo>
                    <a:pt x="738" y="43"/>
                  </a:lnTo>
                  <a:lnTo>
                    <a:pt x="741" y="43"/>
                  </a:lnTo>
                  <a:lnTo>
                    <a:pt x="745" y="46"/>
                  </a:lnTo>
                  <a:lnTo>
                    <a:pt x="748" y="46"/>
                  </a:lnTo>
                  <a:lnTo>
                    <a:pt x="752" y="50"/>
                  </a:lnTo>
                  <a:lnTo>
                    <a:pt x="756" y="50"/>
                  </a:lnTo>
                  <a:lnTo>
                    <a:pt x="759" y="54"/>
                  </a:lnTo>
                  <a:lnTo>
                    <a:pt x="763" y="54"/>
                  </a:lnTo>
                  <a:lnTo>
                    <a:pt x="766" y="57"/>
                  </a:lnTo>
                  <a:lnTo>
                    <a:pt x="770" y="57"/>
                  </a:lnTo>
                  <a:lnTo>
                    <a:pt x="774" y="57"/>
                  </a:lnTo>
                  <a:lnTo>
                    <a:pt x="777" y="57"/>
                  </a:lnTo>
                  <a:lnTo>
                    <a:pt x="781" y="61"/>
                  </a:lnTo>
                  <a:lnTo>
                    <a:pt x="784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5" y="61"/>
                  </a:lnTo>
                  <a:lnTo>
                    <a:pt x="799" y="61"/>
                  </a:lnTo>
                  <a:lnTo>
                    <a:pt x="802" y="61"/>
                  </a:lnTo>
                  <a:lnTo>
                    <a:pt x="806" y="57"/>
                  </a:lnTo>
                  <a:lnTo>
                    <a:pt x="810" y="57"/>
                  </a:lnTo>
                  <a:lnTo>
                    <a:pt x="813" y="57"/>
                  </a:lnTo>
                  <a:lnTo>
                    <a:pt x="817" y="57"/>
                  </a:lnTo>
                  <a:lnTo>
                    <a:pt x="820" y="54"/>
                  </a:lnTo>
                  <a:lnTo>
                    <a:pt x="824" y="54"/>
                  </a:lnTo>
                  <a:lnTo>
                    <a:pt x="828" y="54"/>
                  </a:lnTo>
                  <a:lnTo>
                    <a:pt x="831" y="50"/>
                  </a:lnTo>
                  <a:lnTo>
                    <a:pt x="835" y="50"/>
                  </a:lnTo>
                  <a:lnTo>
                    <a:pt x="838" y="46"/>
                  </a:lnTo>
                  <a:lnTo>
                    <a:pt x="842" y="46"/>
                  </a:lnTo>
                  <a:lnTo>
                    <a:pt x="846" y="43"/>
                  </a:lnTo>
                  <a:lnTo>
                    <a:pt x="849" y="39"/>
                  </a:lnTo>
                  <a:lnTo>
                    <a:pt x="853" y="39"/>
                  </a:lnTo>
                  <a:lnTo>
                    <a:pt x="856" y="36"/>
                  </a:lnTo>
                  <a:lnTo>
                    <a:pt x="860" y="36"/>
                  </a:lnTo>
                  <a:lnTo>
                    <a:pt x="864" y="32"/>
                  </a:lnTo>
                  <a:lnTo>
                    <a:pt x="867" y="32"/>
                  </a:lnTo>
                  <a:lnTo>
                    <a:pt x="871" y="28"/>
                  </a:lnTo>
                  <a:lnTo>
                    <a:pt x="874" y="25"/>
                  </a:lnTo>
                  <a:lnTo>
                    <a:pt x="878" y="25"/>
                  </a:lnTo>
                  <a:lnTo>
                    <a:pt x="882" y="21"/>
                  </a:lnTo>
                  <a:lnTo>
                    <a:pt x="885" y="21"/>
                  </a:lnTo>
                  <a:lnTo>
                    <a:pt x="889" y="18"/>
                  </a:lnTo>
                  <a:lnTo>
                    <a:pt x="892" y="18"/>
                  </a:lnTo>
                  <a:lnTo>
                    <a:pt x="896" y="14"/>
                  </a:lnTo>
                  <a:lnTo>
                    <a:pt x="900" y="14"/>
                  </a:lnTo>
                  <a:lnTo>
                    <a:pt x="903" y="10"/>
                  </a:lnTo>
                  <a:lnTo>
                    <a:pt x="907" y="10"/>
                  </a:lnTo>
                  <a:lnTo>
                    <a:pt x="910" y="10"/>
                  </a:lnTo>
                  <a:lnTo>
                    <a:pt x="914" y="10"/>
                  </a:lnTo>
                  <a:lnTo>
                    <a:pt x="918" y="7"/>
                  </a:lnTo>
                  <a:lnTo>
                    <a:pt x="921" y="7"/>
                  </a:lnTo>
                  <a:lnTo>
                    <a:pt x="925" y="7"/>
                  </a:lnTo>
                  <a:lnTo>
                    <a:pt x="928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39" y="7"/>
                  </a:lnTo>
                  <a:lnTo>
                    <a:pt x="943" y="7"/>
                  </a:lnTo>
                  <a:lnTo>
                    <a:pt x="946" y="7"/>
                  </a:lnTo>
                  <a:lnTo>
                    <a:pt x="950" y="10"/>
                  </a:lnTo>
                  <a:lnTo>
                    <a:pt x="954" y="10"/>
                  </a:lnTo>
                  <a:lnTo>
                    <a:pt x="957" y="10"/>
                  </a:lnTo>
                  <a:lnTo>
                    <a:pt x="961" y="14"/>
                  </a:lnTo>
                  <a:lnTo>
                    <a:pt x="964" y="14"/>
                  </a:lnTo>
                  <a:lnTo>
                    <a:pt x="968" y="14"/>
                  </a:lnTo>
                  <a:lnTo>
                    <a:pt x="972" y="18"/>
                  </a:lnTo>
                  <a:lnTo>
                    <a:pt x="975" y="18"/>
                  </a:lnTo>
                  <a:lnTo>
                    <a:pt x="979" y="21"/>
                  </a:lnTo>
                  <a:lnTo>
                    <a:pt x="982" y="21"/>
                  </a:lnTo>
                  <a:lnTo>
                    <a:pt x="986" y="25"/>
                  </a:lnTo>
                  <a:lnTo>
                    <a:pt x="990" y="25"/>
                  </a:lnTo>
                  <a:lnTo>
                    <a:pt x="993" y="28"/>
                  </a:lnTo>
                  <a:lnTo>
                    <a:pt x="997" y="28"/>
                  </a:lnTo>
                  <a:lnTo>
                    <a:pt x="1000" y="32"/>
                  </a:lnTo>
                  <a:lnTo>
                    <a:pt x="1004" y="36"/>
                  </a:lnTo>
                  <a:lnTo>
                    <a:pt x="1008" y="36"/>
                  </a:lnTo>
                  <a:lnTo>
                    <a:pt x="1011" y="39"/>
                  </a:lnTo>
                  <a:lnTo>
                    <a:pt x="1015" y="39"/>
                  </a:lnTo>
                  <a:lnTo>
                    <a:pt x="1018" y="43"/>
                  </a:lnTo>
                  <a:lnTo>
                    <a:pt x="1022" y="43"/>
                  </a:lnTo>
                  <a:lnTo>
                    <a:pt x="1026" y="46"/>
                  </a:lnTo>
                  <a:lnTo>
                    <a:pt x="1029" y="46"/>
                  </a:lnTo>
                  <a:lnTo>
                    <a:pt x="1033" y="50"/>
                  </a:lnTo>
                  <a:lnTo>
                    <a:pt x="1036" y="50"/>
                  </a:lnTo>
                  <a:lnTo>
                    <a:pt x="1040" y="54"/>
                  </a:lnTo>
                  <a:lnTo>
                    <a:pt x="1044" y="54"/>
                  </a:lnTo>
                  <a:lnTo>
                    <a:pt x="1047" y="54"/>
                  </a:lnTo>
                  <a:lnTo>
                    <a:pt x="1051" y="57"/>
                  </a:lnTo>
                  <a:lnTo>
                    <a:pt x="1054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5" y="57"/>
                  </a:lnTo>
                  <a:lnTo>
                    <a:pt x="1069" y="57"/>
                  </a:lnTo>
                  <a:lnTo>
                    <a:pt x="1072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3" y="57"/>
                  </a:lnTo>
                  <a:lnTo>
                    <a:pt x="1087" y="57"/>
                  </a:lnTo>
                  <a:lnTo>
                    <a:pt x="1090" y="57"/>
                  </a:lnTo>
                  <a:lnTo>
                    <a:pt x="1094" y="54"/>
                  </a:lnTo>
                  <a:lnTo>
                    <a:pt x="1098" y="54"/>
                  </a:lnTo>
                  <a:lnTo>
                    <a:pt x="1101" y="54"/>
                  </a:lnTo>
                  <a:lnTo>
                    <a:pt x="1105" y="50"/>
                  </a:lnTo>
                  <a:lnTo>
                    <a:pt x="1108" y="50"/>
                  </a:lnTo>
                  <a:lnTo>
                    <a:pt x="1112" y="50"/>
                  </a:lnTo>
                  <a:lnTo>
                    <a:pt x="1116" y="46"/>
                  </a:lnTo>
                  <a:lnTo>
                    <a:pt x="1119" y="46"/>
                  </a:lnTo>
                  <a:lnTo>
                    <a:pt x="1123" y="43"/>
                  </a:lnTo>
                  <a:lnTo>
                    <a:pt x="1126" y="43"/>
                  </a:lnTo>
                  <a:lnTo>
                    <a:pt x="1130" y="39"/>
                  </a:lnTo>
                  <a:lnTo>
                    <a:pt x="1134" y="36"/>
                  </a:lnTo>
                  <a:lnTo>
                    <a:pt x="1137" y="36"/>
                  </a:lnTo>
                  <a:lnTo>
                    <a:pt x="1141" y="32"/>
                  </a:lnTo>
                  <a:lnTo>
                    <a:pt x="1144" y="32"/>
                  </a:lnTo>
                  <a:lnTo>
                    <a:pt x="1148" y="28"/>
                  </a:lnTo>
                  <a:lnTo>
                    <a:pt x="1152" y="28"/>
                  </a:lnTo>
                  <a:lnTo>
                    <a:pt x="1155" y="25"/>
                  </a:lnTo>
                  <a:lnTo>
                    <a:pt x="1159" y="25"/>
                  </a:lnTo>
                  <a:lnTo>
                    <a:pt x="1162" y="21"/>
                  </a:lnTo>
                  <a:lnTo>
                    <a:pt x="1166" y="21"/>
                  </a:lnTo>
                  <a:lnTo>
                    <a:pt x="1170" y="18"/>
                  </a:lnTo>
                  <a:lnTo>
                    <a:pt x="1173" y="18"/>
                  </a:lnTo>
                  <a:lnTo>
                    <a:pt x="1177" y="14"/>
                  </a:lnTo>
                  <a:lnTo>
                    <a:pt x="1180" y="14"/>
                  </a:lnTo>
                  <a:lnTo>
                    <a:pt x="1184" y="14"/>
                  </a:lnTo>
                  <a:lnTo>
                    <a:pt x="1188" y="10"/>
                  </a:lnTo>
                  <a:lnTo>
                    <a:pt x="1191" y="10"/>
                  </a:lnTo>
                  <a:lnTo>
                    <a:pt x="1195" y="10"/>
                  </a:lnTo>
                  <a:lnTo>
                    <a:pt x="1198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09" y="10"/>
                  </a:lnTo>
                  <a:lnTo>
                    <a:pt x="1213" y="10"/>
                  </a:lnTo>
                  <a:lnTo>
                    <a:pt x="1216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7" y="10"/>
                  </a:lnTo>
                  <a:lnTo>
                    <a:pt x="1231" y="10"/>
                  </a:lnTo>
                  <a:lnTo>
                    <a:pt x="1234" y="10"/>
                  </a:lnTo>
                  <a:lnTo>
                    <a:pt x="1238" y="14"/>
                  </a:lnTo>
                  <a:lnTo>
                    <a:pt x="1242" y="14"/>
                  </a:lnTo>
                  <a:lnTo>
                    <a:pt x="1245" y="18"/>
                  </a:lnTo>
                  <a:lnTo>
                    <a:pt x="1249" y="18"/>
                  </a:lnTo>
                  <a:lnTo>
                    <a:pt x="1252" y="18"/>
                  </a:lnTo>
                  <a:lnTo>
                    <a:pt x="1256" y="21"/>
                  </a:lnTo>
                  <a:lnTo>
                    <a:pt x="1260" y="21"/>
                  </a:lnTo>
                  <a:lnTo>
                    <a:pt x="1263" y="25"/>
                  </a:lnTo>
                  <a:lnTo>
                    <a:pt x="1267" y="25"/>
                  </a:lnTo>
                  <a:lnTo>
                    <a:pt x="1270" y="28"/>
                  </a:lnTo>
                  <a:lnTo>
                    <a:pt x="1274" y="28"/>
                  </a:lnTo>
                  <a:lnTo>
                    <a:pt x="1278" y="32"/>
                  </a:lnTo>
                  <a:lnTo>
                    <a:pt x="1281" y="32"/>
                  </a:lnTo>
                  <a:lnTo>
                    <a:pt x="1285" y="36"/>
                  </a:lnTo>
                  <a:lnTo>
                    <a:pt x="1288" y="36"/>
                  </a:lnTo>
                  <a:lnTo>
                    <a:pt x="1292" y="39"/>
                  </a:lnTo>
                  <a:lnTo>
                    <a:pt x="1296" y="39"/>
                  </a:lnTo>
                  <a:lnTo>
                    <a:pt x="1299" y="43"/>
                  </a:lnTo>
                  <a:lnTo>
                    <a:pt x="1303" y="43"/>
                  </a:lnTo>
                  <a:lnTo>
                    <a:pt x="1306" y="46"/>
                  </a:lnTo>
                  <a:lnTo>
                    <a:pt x="1310" y="46"/>
                  </a:lnTo>
                  <a:lnTo>
                    <a:pt x="1314" y="50"/>
                  </a:lnTo>
                  <a:lnTo>
                    <a:pt x="1317" y="50"/>
                  </a:lnTo>
                  <a:lnTo>
                    <a:pt x="1321" y="50"/>
                  </a:lnTo>
                  <a:lnTo>
                    <a:pt x="1324" y="54"/>
                  </a:lnTo>
                  <a:lnTo>
                    <a:pt x="1328" y="54"/>
                  </a:lnTo>
                  <a:lnTo>
                    <a:pt x="1332" y="54"/>
                  </a:lnTo>
                  <a:lnTo>
                    <a:pt x="1335" y="54"/>
                  </a:lnTo>
                  <a:lnTo>
                    <a:pt x="1339" y="57"/>
                  </a:lnTo>
                  <a:lnTo>
                    <a:pt x="1342" y="57"/>
                  </a:lnTo>
                  <a:lnTo>
                    <a:pt x="1346" y="57"/>
                  </a:lnTo>
                  <a:lnTo>
                    <a:pt x="1350" y="57"/>
                  </a:lnTo>
                  <a:lnTo>
                    <a:pt x="1353" y="57"/>
                  </a:lnTo>
                  <a:lnTo>
                    <a:pt x="1357" y="57"/>
                  </a:lnTo>
                  <a:lnTo>
                    <a:pt x="1360" y="57"/>
                  </a:lnTo>
                  <a:lnTo>
                    <a:pt x="1364" y="54"/>
                  </a:lnTo>
                  <a:lnTo>
                    <a:pt x="1368" y="54"/>
                  </a:lnTo>
                  <a:lnTo>
                    <a:pt x="1371" y="54"/>
                  </a:lnTo>
                  <a:lnTo>
                    <a:pt x="1375" y="54"/>
                  </a:lnTo>
                  <a:lnTo>
                    <a:pt x="1378" y="50"/>
                  </a:lnTo>
                  <a:lnTo>
                    <a:pt x="1382" y="50"/>
                  </a:lnTo>
                  <a:lnTo>
                    <a:pt x="1386" y="50"/>
                  </a:lnTo>
                  <a:lnTo>
                    <a:pt x="1389" y="46"/>
                  </a:lnTo>
                  <a:lnTo>
                    <a:pt x="1393" y="46"/>
                  </a:lnTo>
                  <a:lnTo>
                    <a:pt x="1396" y="46"/>
                  </a:lnTo>
                  <a:lnTo>
                    <a:pt x="1400" y="43"/>
                  </a:lnTo>
                  <a:lnTo>
                    <a:pt x="1404" y="43"/>
                  </a:lnTo>
                  <a:lnTo>
                    <a:pt x="1407" y="39"/>
                  </a:lnTo>
                  <a:lnTo>
                    <a:pt x="1411" y="39"/>
                  </a:lnTo>
                  <a:lnTo>
                    <a:pt x="1414" y="36"/>
                  </a:lnTo>
                  <a:lnTo>
                    <a:pt x="1418" y="32"/>
                  </a:lnTo>
                  <a:lnTo>
                    <a:pt x="1422" y="32"/>
                  </a:lnTo>
                  <a:lnTo>
                    <a:pt x="1425" y="28"/>
                  </a:lnTo>
                  <a:lnTo>
                    <a:pt x="1429" y="28"/>
                  </a:lnTo>
                  <a:lnTo>
                    <a:pt x="1432" y="25"/>
                  </a:lnTo>
                  <a:lnTo>
                    <a:pt x="1436" y="25"/>
                  </a:lnTo>
                  <a:lnTo>
                    <a:pt x="1440" y="25"/>
                  </a:lnTo>
                  <a:lnTo>
                    <a:pt x="1443" y="21"/>
                  </a:lnTo>
                  <a:lnTo>
                    <a:pt x="1447" y="21"/>
                  </a:lnTo>
                  <a:lnTo>
                    <a:pt x="1450" y="18"/>
                  </a:lnTo>
                  <a:lnTo>
                    <a:pt x="1454" y="18"/>
                  </a:lnTo>
                  <a:lnTo>
                    <a:pt x="1458" y="18"/>
                  </a:lnTo>
                  <a:lnTo>
                    <a:pt x="1461" y="14"/>
                  </a:lnTo>
                  <a:lnTo>
                    <a:pt x="1465" y="14"/>
                  </a:lnTo>
                  <a:lnTo>
                    <a:pt x="1468" y="14"/>
                  </a:lnTo>
                  <a:lnTo>
                    <a:pt x="1472" y="10"/>
                  </a:lnTo>
                  <a:lnTo>
                    <a:pt x="1476" y="10"/>
                  </a:lnTo>
                  <a:lnTo>
                    <a:pt x="1479" y="10"/>
                  </a:lnTo>
                  <a:lnTo>
                    <a:pt x="1483" y="10"/>
                  </a:lnTo>
                  <a:lnTo>
                    <a:pt x="1486" y="10"/>
                  </a:lnTo>
                  <a:lnTo>
                    <a:pt x="1490" y="10"/>
                  </a:lnTo>
                  <a:lnTo>
                    <a:pt x="1494" y="10"/>
                  </a:lnTo>
                  <a:lnTo>
                    <a:pt x="1497" y="10"/>
                  </a:lnTo>
                  <a:lnTo>
                    <a:pt x="1501" y="10"/>
                  </a:lnTo>
                  <a:lnTo>
                    <a:pt x="1504" y="10"/>
                  </a:lnTo>
                  <a:lnTo>
                    <a:pt x="1508" y="14"/>
                  </a:lnTo>
                  <a:lnTo>
                    <a:pt x="1512" y="14"/>
                  </a:lnTo>
                  <a:lnTo>
                    <a:pt x="1515" y="14"/>
                  </a:lnTo>
                  <a:lnTo>
                    <a:pt x="1519" y="14"/>
                  </a:lnTo>
                  <a:lnTo>
                    <a:pt x="1522" y="18"/>
                  </a:lnTo>
                  <a:lnTo>
                    <a:pt x="1526" y="18"/>
                  </a:lnTo>
                  <a:lnTo>
                    <a:pt x="1530" y="18"/>
                  </a:lnTo>
                  <a:lnTo>
                    <a:pt x="1533" y="21"/>
                  </a:lnTo>
                  <a:lnTo>
                    <a:pt x="1537" y="21"/>
                  </a:lnTo>
                  <a:lnTo>
                    <a:pt x="1540" y="25"/>
                  </a:lnTo>
                  <a:lnTo>
                    <a:pt x="1544" y="25"/>
                  </a:lnTo>
                  <a:lnTo>
                    <a:pt x="1548" y="28"/>
                  </a:lnTo>
                  <a:lnTo>
                    <a:pt x="1551" y="28"/>
                  </a:lnTo>
                  <a:lnTo>
                    <a:pt x="1555" y="32"/>
                  </a:lnTo>
                  <a:lnTo>
                    <a:pt x="1558" y="32"/>
                  </a:lnTo>
                  <a:lnTo>
                    <a:pt x="1562" y="36"/>
                  </a:lnTo>
                  <a:lnTo>
                    <a:pt x="1566" y="36"/>
                  </a:lnTo>
                  <a:lnTo>
                    <a:pt x="1569" y="39"/>
                  </a:lnTo>
                  <a:lnTo>
                    <a:pt x="1573" y="39"/>
                  </a:lnTo>
                  <a:lnTo>
                    <a:pt x="1576" y="43"/>
                  </a:lnTo>
                  <a:lnTo>
                    <a:pt x="1580" y="43"/>
                  </a:lnTo>
                  <a:lnTo>
                    <a:pt x="1584" y="43"/>
                  </a:lnTo>
                  <a:lnTo>
                    <a:pt x="1587" y="46"/>
                  </a:lnTo>
                  <a:lnTo>
                    <a:pt x="1591" y="46"/>
                  </a:lnTo>
                  <a:lnTo>
                    <a:pt x="1594" y="50"/>
                  </a:lnTo>
                  <a:lnTo>
                    <a:pt x="1598" y="50"/>
                  </a:lnTo>
                  <a:lnTo>
                    <a:pt x="1602" y="50"/>
                  </a:lnTo>
                  <a:lnTo>
                    <a:pt x="1605" y="50"/>
                  </a:lnTo>
                  <a:lnTo>
                    <a:pt x="1609" y="54"/>
                  </a:lnTo>
                  <a:lnTo>
                    <a:pt x="1612" y="54"/>
                  </a:lnTo>
                  <a:lnTo>
                    <a:pt x="1616" y="54"/>
                  </a:lnTo>
                  <a:lnTo>
                    <a:pt x="1620" y="54"/>
                  </a:lnTo>
                  <a:lnTo>
                    <a:pt x="1623" y="54"/>
                  </a:lnTo>
                  <a:lnTo>
                    <a:pt x="1627" y="54"/>
                  </a:lnTo>
                  <a:lnTo>
                    <a:pt x="1630" y="54"/>
                  </a:lnTo>
                  <a:lnTo>
                    <a:pt x="1634" y="54"/>
                  </a:lnTo>
                  <a:lnTo>
                    <a:pt x="1638" y="54"/>
                  </a:lnTo>
                  <a:lnTo>
                    <a:pt x="1641" y="54"/>
                  </a:lnTo>
                  <a:lnTo>
                    <a:pt x="1645" y="54"/>
                  </a:lnTo>
                  <a:lnTo>
                    <a:pt x="1648" y="54"/>
                  </a:lnTo>
                  <a:lnTo>
                    <a:pt x="1652" y="54"/>
                  </a:lnTo>
                  <a:lnTo>
                    <a:pt x="1656" y="50"/>
                  </a:lnTo>
                  <a:lnTo>
                    <a:pt x="1659" y="50"/>
                  </a:lnTo>
                  <a:lnTo>
                    <a:pt x="1663" y="50"/>
                  </a:lnTo>
                  <a:lnTo>
                    <a:pt x="1666" y="46"/>
                  </a:lnTo>
                  <a:lnTo>
                    <a:pt x="1670" y="46"/>
                  </a:lnTo>
                  <a:lnTo>
                    <a:pt x="1674" y="43"/>
                  </a:lnTo>
                  <a:lnTo>
                    <a:pt x="1677" y="43"/>
                  </a:lnTo>
                  <a:lnTo>
                    <a:pt x="1681" y="43"/>
                  </a:lnTo>
                  <a:lnTo>
                    <a:pt x="1684" y="39"/>
                  </a:lnTo>
                  <a:lnTo>
                    <a:pt x="1688" y="39"/>
                  </a:lnTo>
                  <a:lnTo>
                    <a:pt x="1692" y="36"/>
                  </a:lnTo>
                  <a:lnTo>
                    <a:pt x="1695" y="36"/>
                  </a:lnTo>
                  <a:lnTo>
                    <a:pt x="1699" y="32"/>
                  </a:lnTo>
                  <a:lnTo>
                    <a:pt x="1702" y="32"/>
                  </a:lnTo>
                  <a:lnTo>
                    <a:pt x="1706" y="28"/>
                  </a:lnTo>
                  <a:lnTo>
                    <a:pt x="1710" y="28"/>
                  </a:lnTo>
                  <a:lnTo>
                    <a:pt x="1713" y="25"/>
                  </a:lnTo>
                  <a:lnTo>
                    <a:pt x="1717" y="25"/>
                  </a:lnTo>
                  <a:lnTo>
                    <a:pt x="1720" y="21"/>
                  </a:lnTo>
                  <a:lnTo>
                    <a:pt x="1724" y="21"/>
                  </a:lnTo>
                  <a:lnTo>
                    <a:pt x="1728" y="21"/>
                  </a:lnTo>
                  <a:lnTo>
                    <a:pt x="1731" y="18"/>
                  </a:lnTo>
                  <a:lnTo>
                    <a:pt x="1735" y="18"/>
                  </a:lnTo>
                  <a:lnTo>
                    <a:pt x="1738" y="18"/>
                  </a:lnTo>
                  <a:lnTo>
                    <a:pt x="1742" y="14"/>
                  </a:lnTo>
                  <a:lnTo>
                    <a:pt x="1746" y="14"/>
                  </a:lnTo>
                  <a:lnTo>
                    <a:pt x="1749" y="14"/>
                  </a:lnTo>
                  <a:lnTo>
                    <a:pt x="1753" y="14"/>
                  </a:lnTo>
                  <a:lnTo>
                    <a:pt x="1756" y="14"/>
                  </a:lnTo>
                  <a:lnTo>
                    <a:pt x="1760" y="10"/>
                  </a:lnTo>
                  <a:lnTo>
                    <a:pt x="1764" y="10"/>
                  </a:lnTo>
                  <a:lnTo>
                    <a:pt x="1767" y="10"/>
                  </a:lnTo>
                  <a:lnTo>
                    <a:pt x="1771" y="10"/>
                  </a:lnTo>
                  <a:lnTo>
                    <a:pt x="1774" y="10"/>
                  </a:lnTo>
                  <a:lnTo>
                    <a:pt x="1778" y="14"/>
                  </a:lnTo>
                  <a:lnTo>
                    <a:pt x="1782" y="14"/>
                  </a:lnTo>
                  <a:lnTo>
                    <a:pt x="1785" y="14"/>
                  </a:lnTo>
                  <a:lnTo>
                    <a:pt x="1789" y="14"/>
                  </a:lnTo>
                  <a:lnTo>
                    <a:pt x="1792" y="14"/>
                  </a:lnTo>
                  <a:lnTo>
                    <a:pt x="1796" y="18"/>
                  </a:lnTo>
                  <a:lnTo>
                    <a:pt x="1800" y="18"/>
                  </a:lnTo>
                  <a:lnTo>
                    <a:pt x="1803" y="18"/>
                  </a:lnTo>
                  <a:lnTo>
                    <a:pt x="1807" y="21"/>
                  </a:lnTo>
                  <a:lnTo>
                    <a:pt x="1810" y="21"/>
                  </a:lnTo>
                  <a:lnTo>
                    <a:pt x="1814" y="21"/>
                  </a:lnTo>
                  <a:lnTo>
                    <a:pt x="1818" y="25"/>
                  </a:lnTo>
                  <a:lnTo>
                    <a:pt x="1821" y="25"/>
                  </a:lnTo>
                  <a:lnTo>
                    <a:pt x="1825" y="25"/>
                  </a:lnTo>
                  <a:lnTo>
                    <a:pt x="1828" y="28"/>
                  </a:lnTo>
                  <a:lnTo>
                    <a:pt x="1832" y="32"/>
                  </a:lnTo>
                  <a:lnTo>
                    <a:pt x="1836" y="32"/>
                  </a:lnTo>
                  <a:lnTo>
                    <a:pt x="1839" y="32"/>
                  </a:lnTo>
                  <a:lnTo>
                    <a:pt x="1839" y="32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2" name="Freeform 70"/>
            <p:cNvSpPr>
              <a:spLocks/>
            </p:cNvSpPr>
            <p:nvPr/>
          </p:nvSpPr>
          <p:spPr bwMode="auto">
            <a:xfrm>
              <a:off x="749" y="1048"/>
              <a:ext cx="277" cy="2462"/>
            </a:xfrm>
            <a:custGeom>
              <a:avLst/>
              <a:gdLst/>
              <a:ahLst/>
              <a:cxnLst>
                <a:cxn ang="0">
                  <a:pos x="3" y="2045"/>
                </a:cxn>
                <a:cxn ang="0">
                  <a:pos x="7" y="2077"/>
                </a:cxn>
                <a:cxn ang="0">
                  <a:pos x="11" y="2106"/>
                </a:cxn>
                <a:cxn ang="0">
                  <a:pos x="14" y="2138"/>
                </a:cxn>
                <a:cxn ang="0">
                  <a:pos x="18" y="2171"/>
                </a:cxn>
                <a:cxn ang="0">
                  <a:pos x="25" y="2203"/>
                </a:cxn>
                <a:cxn ang="0">
                  <a:pos x="29" y="2235"/>
                </a:cxn>
                <a:cxn ang="0">
                  <a:pos x="32" y="2264"/>
                </a:cxn>
                <a:cxn ang="0">
                  <a:pos x="36" y="2293"/>
                </a:cxn>
                <a:cxn ang="0">
                  <a:pos x="39" y="2322"/>
                </a:cxn>
                <a:cxn ang="0">
                  <a:pos x="43" y="2347"/>
                </a:cxn>
                <a:cxn ang="0">
                  <a:pos x="50" y="2372"/>
                </a:cxn>
                <a:cxn ang="0">
                  <a:pos x="54" y="2394"/>
                </a:cxn>
                <a:cxn ang="0">
                  <a:pos x="57" y="2412"/>
                </a:cxn>
                <a:cxn ang="0">
                  <a:pos x="61" y="2430"/>
                </a:cxn>
                <a:cxn ang="0">
                  <a:pos x="65" y="2444"/>
                </a:cxn>
                <a:cxn ang="0">
                  <a:pos x="72" y="2455"/>
                </a:cxn>
                <a:cxn ang="0">
                  <a:pos x="83" y="2462"/>
                </a:cxn>
                <a:cxn ang="0">
                  <a:pos x="90" y="2451"/>
                </a:cxn>
                <a:cxn ang="0">
                  <a:pos x="93" y="2441"/>
                </a:cxn>
                <a:cxn ang="0">
                  <a:pos x="97" y="2426"/>
                </a:cxn>
                <a:cxn ang="0">
                  <a:pos x="101" y="2405"/>
                </a:cxn>
                <a:cxn ang="0">
                  <a:pos x="104" y="2379"/>
                </a:cxn>
                <a:cxn ang="0">
                  <a:pos x="111" y="2351"/>
                </a:cxn>
                <a:cxn ang="0">
                  <a:pos x="115" y="2315"/>
                </a:cxn>
                <a:cxn ang="0">
                  <a:pos x="119" y="2279"/>
                </a:cxn>
                <a:cxn ang="0">
                  <a:pos x="122" y="2235"/>
                </a:cxn>
                <a:cxn ang="0">
                  <a:pos x="126" y="2189"/>
                </a:cxn>
                <a:cxn ang="0">
                  <a:pos x="129" y="2138"/>
                </a:cxn>
                <a:cxn ang="0">
                  <a:pos x="137" y="2084"/>
                </a:cxn>
                <a:cxn ang="0">
                  <a:pos x="140" y="2023"/>
                </a:cxn>
                <a:cxn ang="0">
                  <a:pos x="144" y="1962"/>
                </a:cxn>
                <a:cxn ang="0">
                  <a:pos x="147" y="1897"/>
                </a:cxn>
                <a:cxn ang="0">
                  <a:pos x="151" y="1825"/>
                </a:cxn>
                <a:cxn ang="0">
                  <a:pos x="155" y="1753"/>
                </a:cxn>
                <a:cxn ang="0">
                  <a:pos x="162" y="1681"/>
                </a:cxn>
                <a:cxn ang="0">
                  <a:pos x="165" y="1602"/>
                </a:cxn>
                <a:cxn ang="0">
                  <a:pos x="169" y="1523"/>
                </a:cxn>
                <a:cxn ang="0">
                  <a:pos x="173" y="1443"/>
                </a:cxn>
                <a:cxn ang="0">
                  <a:pos x="176" y="1361"/>
                </a:cxn>
                <a:cxn ang="0">
                  <a:pos x="180" y="1281"/>
                </a:cxn>
                <a:cxn ang="0">
                  <a:pos x="183" y="1195"/>
                </a:cxn>
                <a:cxn ang="0">
                  <a:pos x="191" y="1112"/>
                </a:cxn>
                <a:cxn ang="0">
                  <a:pos x="194" y="1029"/>
                </a:cxn>
                <a:cxn ang="0">
                  <a:pos x="198" y="950"/>
                </a:cxn>
                <a:cxn ang="0">
                  <a:pos x="201" y="867"/>
                </a:cxn>
                <a:cxn ang="0">
                  <a:pos x="205" y="788"/>
                </a:cxn>
                <a:cxn ang="0">
                  <a:pos x="209" y="709"/>
                </a:cxn>
                <a:cxn ang="0">
                  <a:pos x="216" y="637"/>
                </a:cxn>
                <a:cxn ang="0">
                  <a:pos x="219" y="562"/>
                </a:cxn>
                <a:cxn ang="0">
                  <a:pos x="223" y="493"/>
                </a:cxn>
                <a:cxn ang="0">
                  <a:pos x="227" y="428"/>
                </a:cxn>
                <a:cxn ang="0">
                  <a:pos x="230" y="364"/>
                </a:cxn>
                <a:cxn ang="0">
                  <a:pos x="234" y="306"/>
                </a:cxn>
                <a:cxn ang="0">
                  <a:pos x="241" y="252"/>
                </a:cxn>
                <a:cxn ang="0">
                  <a:pos x="245" y="202"/>
                </a:cxn>
                <a:cxn ang="0">
                  <a:pos x="248" y="158"/>
                </a:cxn>
                <a:cxn ang="0">
                  <a:pos x="252" y="119"/>
                </a:cxn>
                <a:cxn ang="0">
                  <a:pos x="255" y="86"/>
                </a:cxn>
                <a:cxn ang="0">
                  <a:pos x="259" y="58"/>
                </a:cxn>
                <a:cxn ang="0">
                  <a:pos x="266" y="36"/>
                </a:cxn>
                <a:cxn ang="0">
                  <a:pos x="270" y="18"/>
                </a:cxn>
                <a:cxn ang="0">
                  <a:pos x="273" y="7"/>
                </a:cxn>
              </a:cxnLst>
              <a:rect l="0" t="0" r="r" b="b"/>
              <a:pathLst>
                <a:path w="277" h="2462">
                  <a:moveTo>
                    <a:pt x="0" y="2023"/>
                  </a:moveTo>
                  <a:lnTo>
                    <a:pt x="0" y="2034"/>
                  </a:lnTo>
                  <a:lnTo>
                    <a:pt x="3" y="2045"/>
                  </a:lnTo>
                  <a:lnTo>
                    <a:pt x="3" y="2055"/>
                  </a:lnTo>
                  <a:lnTo>
                    <a:pt x="7" y="2066"/>
                  </a:lnTo>
                  <a:lnTo>
                    <a:pt x="7" y="2077"/>
                  </a:lnTo>
                  <a:lnTo>
                    <a:pt x="7" y="2088"/>
                  </a:lnTo>
                  <a:lnTo>
                    <a:pt x="11" y="2095"/>
                  </a:lnTo>
                  <a:lnTo>
                    <a:pt x="11" y="2106"/>
                  </a:lnTo>
                  <a:lnTo>
                    <a:pt x="11" y="2117"/>
                  </a:lnTo>
                  <a:lnTo>
                    <a:pt x="14" y="2127"/>
                  </a:lnTo>
                  <a:lnTo>
                    <a:pt x="14" y="2138"/>
                  </a:lnTo>
                  <a:lnTo>
                    <a:pt x="18" y="2149"/>
                  </a:lnTo>
                  <a:lnTo>
                    <a:pt x="18" y="2160"/>
                  </a:lnTo>
                  <a:lnTo>
                    <a:pt x="18" y="2171"/>
                  </a:lnTo>
                  <a:lnTo>
                    <a:pt x="21" y="2181"/>
                  </a:lnTo>
                  <a:lnTo>
                    <a:pt x="21" y="2192"/>
                  </a:lnTo>
                  <a:lnTo>
                    <a:pt x="25" y="2203"/>
                  </a:lnTo>
                  <a:lnTo>
                    <a:pt x="25" y="2214"/>
                  </a:lnTo>
                  <a:lnTo>
                    <a:pt x="25" y="2225"/>
                  </a:lnTo>
                  <a:lnTo>
                    <a:pt x="29" y="2235"/>
                  </a:lnTo>
                  <a:lnTo>
                    <a:pt x="29" y="2243"/>
                  </a:lnTo>
                  <a:lnTo>
                    <a:pt x="32" y="2253"/>
                  </a:lnTo>
                  <a:lnTo>
                    <a:pt x="32" y="2264"/>
                  </a:lnTo>
                  <a:lnTo>
                    <a:pt x="32" y="2275"/>
                  </a:lnTo>
                  <a:lnTo>
                    <a:pt x="36" y="2286"/>
                  </a:lnTo>
                  <a:lnTo>
                    <a:pt x="36" y="2293"/>
                  </a:lnTo>
                  <a:lnTo>
                    <a:pt x="36" y="2304"/>
                  </a:lnTo>
                  <a:lnTo>
                    <a:pt x="39" y="2311"/>
                  </a:lnTo>
                  <a:lnTo>
                    <a:pt x="39" y="2322"/>
                  </a:lnTo>
                  <a:lnTo>
                    <a:pt x="43" y="2329"/>
                  </a:lnTo>
                  <a:lnTo>
                    <a:pt x="43" y="2340"/>
                  </a:lnTo>
                  <a:lnTo>
                    <a:pt x="43" y="2347"/>
                  </a:lnTo>
                  <a:lnTo>
                    <a:pt x="47" y="2354"/>
                  </a:lnTo>
                  <a:lnTo>
                    <a:pt x="47" y="2365"/>
                  </a:lnTo>
                  <a:lnTo>
                    <a:pt x="50" y="2372"/>
                  </a:lnTo>
                  <a:lnTo>
                    <a:pt x="50" y="2379"/>
                  </a:lnTo>
                  <a:lnTo>
                    <a:pt x="50" y="2387"/>
                  </a:lnTo>
                  <a:lnTo>
                    <a:pt x="54" y="2394"/>
                  </a:lnTo>
                  <a:lnTo>
                    <a:pt x="54" y="2401"/>
                  </a:lnTo>
                  <a:lnTo>
                    <a:pt x="54" y="2408"/>
                  </a:lnTo>
                  <a:lnTo>
                    <a:pt x="57" y="2412"/>
                  </a:lnTo>
                  <a:lnTo>
                    <a:pt x="57" y="2419"/>
                  </a:lnTo>
                  <a:lnTo>
                    <a:pt x="61" y="2423"/>
                  </a:lnTo>
                  <a:lnTo>
                    <a:pt x="61" y="2430"/>
                  </a:lnTo>
                  <a:lnTo>
                    <a:pt x="61" y="2433"/>
                  </a:lnTo>
                  <a:lnTo>
                    <a:pt x="65" y="2437"/>
                  </a:lnTo>
                  <a:lnTo>
                    <a:pt x="65" y="2444"/>
                  </a:lnTo>
                  <a:lnTo>
                    <a:pt x="68" y="2448"/>
                  </a:lnTo>
                  <a:lnTo>
                    <a:pt x="68" y="2451"/>
                  </a:lnTo>
                  <a:lnTo>
                    <a:pt x="72" y="2455"/>
                  </a:lnTo>
                  <a:lnTo>
                    <a:pt x="75" y="2459"/>
                  </a:lnTo>
                  <a:lnTo>
                    <a:pt x="79" y="2462"/>
                  </a:lnTo>
                  <a:lnTo>
                    <a:pt x="83" y="2462"/>
                  </a:lnTo>
                  <a:lnTo>
                    <a:pt x="86" y="2459"/>
                  </a:lnTo>
                  <a:lnTo>
                    <a:pt x="86" y="2455"/>
                  </a:lnTo>
                  <a:lnTo>
                    <a:pt x="90" y="2451"/>
                  </a:lnTo>
                  <a:lnTo>
                    <a:pt x="90" y="2448"/>
                  </a:lnTo>
                  <a:lnTo>
                    <a:pt x="93" y="2444"/>
                  </a:lnTo>
                  <a:lnTo>
                    <a:pt x="93" y="2441"/>
                  </a:lnTo>
                  <a:lnTo>
                    <a:pt x="93" y="2437"/>
                  </a:lnTo>
                  <a:lnTo>
                    <a:pt x="97" y="2430"/>
                  </a:lnTo>
                  <a:lnTo>
                    <a:pt x="97" y="2426"/>
                  </a:lnTo>
                  <a:lnTo>
                    <a:pt x="97" y="2419"/>
                  </a:lnTo>
                  <a:lnTo>
                    <a:pt x="101" y="2412"/>
                  </a:lnTo>
                  <a:lnTo>
                    <a:pt x="101" y="2405"/>
                  </a:lnTo>
                  <a:lnTo>
                    <a:pt x="104" y="2397"/>
                  </a:lnTo>
                  <a:lnTo>
                    <a:pt x="104" y="2387"/>
                  </a:lnTo>
                  <a:lnTo>
                    <a:pt x="104" y="2379"/>
                  </a:lnTo>
                  <a:lnTo>
                    <a:pt x="108" y="2369"/>
                  </a:lnTo>
                  <a:lnTo>
                    <a:pt x="108" y="2361"/>
                  </a:lnTo>
                  <a:lnTo>
                    <a:pt x="111" y="2351"/>
                  </a:lnTo>
                  <a:lnTo>
                    <a:pt x="111" y="2340"/>
                  </a:lnTo>
                  <a:lnTo>
                    <a:pt x="111" y="2329"/>
                  </a:lnTo>
                  <a:lnTo>
                    <a:pt x="115" y="2315"/>
                  </a:lnTo>
                  <a:lnTo>
                    <a:pt x="115" y="2304"/>
                  </a:lnTo>
                  <a:lnTo>
                    <a:pt x="119" y="2293"/>
                  </a:lnTo>
                  <a:lnTo>
                    <a:pt x="119" y="2279"/>
                  </a:lnTo>
                  <a:lnTo>
                    <a:pt x="119" y="2264"/>
                  </a:lnTo>
                  <a:lnTo>
                    <a:pt x="122" y="2250"/>
                  </a:lnTo>
                  <a:lnTo>
                    <a:pt x="122" y="2235"/>
                  </a:lnTo>
                  <a:lnTo>
                    <a:pt x="122" y="2221"/>
                  </a:lnTo>
                  <a:lnTo>
                    <a:pt x="126" y="2203"/>
                  </a:lnTo>
                  <a:lnTo>
                    <a:pt x="126" y="2189"/>
                  </a:lnTo>
                  <a:lnTo>
                    <a:pt x="129" y="2171"/>
                  </a:lnTo>
                  <a:lnTo>
                    <a:pt x="129" y="2156"/>
                  </a:lnTo>
                  <a:lnTo>
                    <a:pt x="129" y="2138"/>
                  </a:lnTo>
                  <a:lnTo>
                    <a:pt x="133" y="2120"/>
                  </a:lnTo>
                  <a:lnTo>
                    <a:pt x="133" y="2102"/>
                  </a:lnTo>
                  <a:lnTo>
                    <a:pt x="137" y="2084"/>
                  </a:lnTo>
                  <a:lnTo>
                    <a:pt x="137" y="2063"/>
                  </a:lnTo>
                  <a:lnTo>
                    <a:pt x="137" y="2045"/>
                  </a:lnTo>
                  <a:lnTo>
                    <a:pt x="140" y="2023"/>
                  </a:lnTo>
                  <a:lnTo>
                    <a:pt x="140" y="2005"/>
                  </a:lnTo>
                  <a:lnTo>
                    <a:pt x="140" y="1983"/>
                  </a:lnTo>
                  <a:lnTo>
                    <a:pt x="144" y="1962"/>
                  </a:lnTo>
                  <a:lnTo>
                    <a:pt x="144" y="1940"/>
                  </a:lnTo>
                  <a:lnTo>
                    <a:pt x="147" y="1919"/>
                  </a:lnTo>
                  <a:lnTo>
                    <a:pt x="147" y="1897"/>
                  </a:lnTo>
                  <a:lnTo>
                    <a:pt x="147" y="1872"/>
                  </a:lnTo>
                  <a:lnTo>
                    <a:pt x="151" y="1850"/>
                  </a:lnTo>
                  <a:lnTo>
                    <a:pt x="151" y="1825"/>
                  </a:lnTo>
                  <a:lnTo>
                    <a:pt x="155" y="1803"/>
                  </a:lnTo>
                  <a:lnTo>
                    <a:pt x="155" y="1778"/>
                  </a:lnTo>
                  <a:lnTo>
                    <a:pt x="155" y="1753"/>
                  </a:lnTo>
                  <a:lnTo>
                    <a:pt x="158" y="1731"/>
                  </a:lnTo>
                  <a:lnTo>
                    <a:pt x="158" y="1706"/>
                  </a:lnTo>
                  <a:lnTo>
                    <a:pt x="162" y="1681"/>
                  </a:lnTo>
                  <a:lnTo>
                    <a:pt x="162" y="1656"/>
                  </a:lnTo>
                  <a:lnTo>
                    <a:pt x="162" y="1631"/>
                  </a:lnTo>
                  <a:lnTo>
                    <a:pt x="165" y="1602"/>
                  </a:lnTo>
                  <a:lnTo>
                    <a:pt x="165" y="1577"/>
                  </a:lnTo>
                  <a:lnTo>
                    <a:pt x="165" y="1551"/>
                  </a:lnTo>
                  <a:lnTo>
                    <a:pt x="169" y="1523"/>
                  </a:lnTo>
                  <a:lnTo>
                    <a:pt x="169" y="1497"/>
                  </a:lnTo>
                  <a:lnTo>
                    <a:pt x="173" y="1472"/>
                  </a:lnTo>
                  <a:lnTo>
                    <a:pt x="173" y="1443"/>
                  </a:lnTo>
                  <a:lnTo>
                    <a:pt x="173" y="1418"/>
                  </a:lnTo>
                  <a:lnTo>
                    <a:pt x="176" y="1389"/>
                  </a:lnTo>
                  <a:lnTo>
                    <a:pt x="176" y="1361"/>
                  </a:lnTo>
                  <a:lnTo>
                    <a:pt x="180" y="1335"/>
                  </a:lnTo>
                  <a:lnTo>
                    <a:pt x="180" y="1307"/>
                  </a:lnTo>
                  <a:lnTo>
                    <a:pt x="180" y="1281"/>
                  </a:lnTo>
                  <a:lnTo>
                    <a:pt x="183" y="1253"/>
                  </a:lnTo>
                  <a:lnTo>
                    <a:pt x="183" y="1224"/>
                  </a:lnTo>
                  <a:lnTo>
                    <a:pt x="183" y="1195"/>
                  </a:lnTo>
                  <a:lnTo>
                    <a:pt x="187" y="1170"/>
                  </a:lnTo>
                  <a:lnTo>
                    <a:pt x="187" y="1141"/>
                  </a:lnTo>
                  <a:lnTo>
                    <a:pt x="191" y="1112"/>
                  </a:lnTo>
                  <a:lnTo>
                    <a:pt x="191" y="1087"/>
                  </a:lnTo>
                  <a:lnTo>
                    <a:pt x="191" y="1058"/>
                  </a:lnTo>
                  <a:lnTo>
                    <a:pt x="194" y="1029"/>
                  </a:lnTo>
                  <a:lnTo>
                    <a:pt x="194" y="1004"/>
                  </a:lnTo>
                  <a:lnTo>
                    <a:pt x="198" y="975"/>
                  </a:lnTo>
                  <a:lnTo>
                    <a:pt x="198" y="950"/>
                  </a:lnTo>
                  <a:lnTo>
                    <a:pt x="198" y="921"/>
                  </a:lnTo>
                  <a:lnTo>
                    <a:pt x="201" y="896"/>
                  </a:lnTo>
                  <a:lnTo>
                    <a:pt x="201" y="867"/>
                  </a:lnTo>
                  <a:lnTo>
                    <a:pt x="205" y="842"/>
                  </a:lnTo>
                  <a:lnTo>
                    <a:pt x="205" y="813"/>
                  </a:lnTo>
                  <a:lnTo>
                    <a:pt x="205" y="788"/>
                  </a:lnTo>
                  <a:lnTo>
                    <a:pt x="209" y="763"/>
                  </a:lnTo>
                  <a:lnTo>
                    <a:pt x="209" y="738"/>
                  </a:lnTo>
                  <a:lnTo>
                    <a:pt x="209" y="709"/>
                  </a:lnTo>
                  <a:lnTo>
                    <a:pt x="212" y="684"/>
                  </a:lnTo>
                  <a:lnTo>
                    <a:pt x="212" y="659"/>
                  </a:lnTo>
                  <a:lnTo>
                    <a:pt x="216" y="637"/>
                  </a:lnTo>
                  <a:lnTo>
                    <a:pt x="216" y="612"/>
                  </a:lnTo>
                  <a:lnTo>
                    <a:pt x="216" y="587"/>
                  </a:lnTo>
                  <a:lnTo>
                    <a:pt x="219" y="562"/>
                  </a:lnTo>
                  <a:lnTo>
                    <a:pt x="219" y="540"/>
                  </a:lnTo>
                  <a:lnTo>
                    <a:pt x="223" y="515"/>
                  </a:lnTo>
                  <a:lnTo>
                    <a:pt x="223" y="493"/>
                  </a:lnTo>
                  <a:lnTo>
                    <a:pt x="223" y="472"/>
                  </a:lnTo>
                  <a:lnTo>
                    <a:pt x="227" y="450"/>
                  </a:lnTo>
                  <a:lnTo>
                    <a:pt x="227" y="428"/>
                  </a:lnTo>
                  <a:lnTo>
                    <a:pt x="227" y="407"/>
                  </a:lnTo>
                  <a:lnTo>
                    <a:pt x="230" y="385"/>
                  </a:lnTo>
                  <a:lnTo>
                    <a:pt x="230" y="364"/>
                  </a:lnTo>
                  <a:lnTo>
                    <a:pt x="234" y="346"/>
                  </a:lnTo>
                  <a:lnTo>
                    <a:pt x="234" y="324"/>
                  </a:lnTo>
                  <a:lnTo>
                    <a:pt x="234" y="306"/>
                  </a:lnTo>
                  <a:lnTo>
                    <a:pt x="237" y="288"/>
                  </a:lnTo>
                  <a:lnTo>
                    <a:pt x="237" y="270"/>
                  </a:lnTo>
                  <a:lnTo>
                    <a:pt x="241" y="252"/>
                  </a:lnTo>
                  <a:lnTo>
                    <a:pt x="241" y="234"/>
                  </a:lnTo>
                  <a:lnTo>
                    <a:pt x="241" y="220"/>
                  </a:lnTo>
                  <a:lnTo>
                    <a:pt x="245" y="202"/>
                  </a:lnTo>
                  <a:lnTo>
                    <a:pt x="245" y="187"/>
                  </a:lnTo>
                  <a:lnTo>
                    <a:pt x="248" y="173"/>
                  </a:lnTo>
                  <a:lnTo>
                    <a:pt x="248" y="158"/>
                  </a:lnTo>
                  <a:lnTo>
                    <a:pt x="248" y="144"/>
                  </a:lnTo>
                  <a:lnTo>
                    <a:pt x="252" y="133"/>
                  </a:lnTo>
                  <a:lnTo>
                    <a:pt x="252" y="119"/>
                  </a:lnTo>
                  <a:lnTo>
                    <a:pt x="252" y="108"/>
                  </a:lnTo>
                  <a:lnTo>
                    <a:pt x="255" y="97"/>
                  </a:lnTo>
                  <a:lnTo>
                    <a:pt x="255" y="86"/>
                  </a:lnTo>
                  <a:lnTo>
                    <a:pt x="259" y="76"/>
                  </a:lnTo>
                  <a:lnTo>
                    <a:pt x="259" y="65"/>
                  </a:lnTo>
                  <a:lnTo>
                    <a:pt x="259" y="58"/>
                  </a:lnTo>
                  <a:lnTo>
                    <a:pt x="263" y="50"/>
                  </a:lnTo>
                  <a:lnTo>
                    <a:pt x="263" y="40"/>
                  </a:lnTo>
                  <a:lnTo>
                    <a:pt x="266" y="36"/>
                  </a:lnTo>
                  <a:lnTo>
                    <a:pt x="266" y="29"/>
                  </a:lnTo>
                  <a:lnTo>
                    <a:pt x="266" y="22"/>
                  </a:lnTo>
                  <a:lnTo>
                    <a:pt x="270" y="18"/>
                  </a:lnTo>
                  <a:lnTo>
                    <a:pt x="270" y="14"/>
                  </a:lnTo>
                  <a:lnTo>
                    <a:pt x="273" y="11"/>
                  </a:lnTo>
                  <a:lnTo>
                    <a:pt x="273" y="7"/>
                  </a:lnTo>
                  <a:lnTo>
                    <a:pt x="277" y="4"/>
                  </a:lnTo>
                  <a:lnTo>
                    <a:pt x="277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3" name="Freeform 71"/>
            <p:cNvSpPr>
              <a:spLocks/>
            </p:cNvSpPr>
            <p:nvPr/>
          </p:nvSpPr>
          <p:spPr bwMode="auto">
            <a:xfrm>
              <a:off x="1030" y="1048"/>
              <a:ext cx="2484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8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92"/>
                </a:cxn>
                <a:cxn ang="0">
                  <a:pos x="525" y="2127"/>
                </a:cxn>
                <a:cxn ang="0">
                  <a:pos x="550" y="2045"/>
                </a:cxn>
                <a:cxn ang="0">
                  <a:pos x="572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30" y="2109"/>
                </a:cxn>
                <a:cxn ang="0">
                  <a:pos x="784" y="2127"/>
                </a:cxn>
                <a:cxn ang="0">
                  <a:pos x="817" y="2066"/>
                </a:cxn>
                <a:cxn ang="0">
                  <a:pos x="842" y="2005"/>
                </a:cxn>
                <a:cxn ang="0">
                  <a:pos x="874" y="1944"/>
                </a:cxn>
                <a:cxn ang="0">
                  <a:pos x="932" y="1947"/>
                </a:cxn>
                <a:cxn ang="0">
                  <a:pos x="968" y="2009"/>
                </a:cxn>
                <a:cxn ang="0">
                  <a:pos x="997" y="2070"/>
                </a:cxn>
                <a:cxn ang="0">
                  <a:pos x="1051" y="2106"/>
                </a:cxn>
                <a:cxn ang="0">
                  <a:pos x="1101" y="2048"/>
                </a:cxn>
                <a:cxn ang="0">
                  <a:pos x="1134" y="1987"/>
                </a:cxn>
                <a:cxn ang="0">
                  <a:pos x="1191" y="1951"/>
                </a:cxn>
                <a:cxn ang="0">
                  <a:pos x="1242" y="2005"/>
                </a:cxn>
                <a:cxn ang="0">
                  <a:pos x="1281" y="2066"/>
                </a:cxn>
                <a:cxn ang="0">
                  <a:pos x="1342" y="2081"/>
                </a:cxn>
                <a:cxn ang="0">
                  <a:pos x="1393" y="2023"/>
                </a:cxn>
                <a:cxn ang="0">
                  <a:pos x="1447" y="1965"/>
                </a:cxn>
                <a:cxn ang="0">
                  <a:pos x="1508" y="1994"/>
                </a:cxn>
                <a:cxn ang="0">
                  <a:pos x="1558" y="2055"/>
                </a:cxn>
                <a:cxn ang="0">
                  <a:pos x="1620" y="2073"/>
                </a:cxn>
                <a:cxn ang="0">
                  <a:pos x="1677" y="2016"/>
                </a:cxn>
                <a:cxn ang="0">
                  <a:pos x="1738" y="1973"/>
                </a:cxn>
                <a:cxn ang="0">
                  <a:pos x="1800" y="2012"/>
                </a:cxn>
                <a:cxn ang="0">
                  <a:pos x="1857" y="2066"/>
                </a:cxn>
                <a:cxn ang="0">
                  <a:pos x="1918" y="2052"/>
                </a:cxn>
                <a:cxn ang="0">
                  <a:pos x="1980" y="1994"/>
                </a:cxn>
                <a:cxn ang="0">
                  <a:pos x="2041" y="1987"/>
                </a:cxn>
                <a:cxn ang="0">
                  <a:pos x="2102" y="2037"/>
                </a:cxn>
                <a:cxn ang="0">
                  <a:pos x="2163" y="2066"/>
                </a:cxn>
                <a:cxn ang="0">
                  <a:pos x="2224" y="2027"/>
                </a:cxn>
                <a:cxn ang="0">
                  <a:pos x="2286" y="1987"/>
                </a:cxn>
                <a:cxn ang="0">
                  <a:pos x="2347" y="2009"/>
                </a:cxn>
                <a:cxn ang="0">
                  <a:pos x="2408" y="2055"/>
                </a:cxn>
                <a:cxn ang="0">
                  <a:pos x="2469" y="2052"/>
                </a:cxn>
              </a:cxnLst>
              <a:rect l="0" t="0" r="r" b="b"/>
              <a:pathLst>
                <a:path w="2484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6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8" y="1706"/>
                  </a:lnTo>
                  <a:lnTo>
                    <a:pt x="118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4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2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6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4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2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0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4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2" y="2109"/>
                  </a:lnTo>
                  <a:lnTo>
                    <a:pt x="532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8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6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4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2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8" y="2016"/>
                  </a:lnTo>
                  <a:lnTo>
                    <a:pt x="838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6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90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8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6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6" y="1969"/>
                  </a:lnTo>
                  <a:lnTo>
                    <a:pt x="1220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0" y="2048"/>
                  </a:lnTo>
                  <a:lnTo>
                    <a:pt x="1270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2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0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8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6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2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6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4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2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0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0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  <a:lnTo>
                    <a:pt x="2484" y="2041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4" name="Freeform 72"/>
            <p:cNvSpPr>
              <a:spLocks/>
            </p:cNvSpPr>
            <p:nvPr/>
          </p:nvSpPr>
          <p:spPr bwMode="auto">
            <a:xfrm>
              <a:off x="3514" y="3039"/>
              <a:ext cx="1695" cy="64"/>
            </a:xfrm>
            <a:custGeom>
              <a:avLst/>
              <a:gdLst/>
              <a:ahLst/>
              <a:cxnLst>
                <a:cxn ang="0">
                  <a:pos x="25" y="32"/>
                </a:cxn>
                <a:cxn ang="0">
                  <a:pos x="54" y="10"/>
                </a:cxn>
                <a:cxn ang="0">
                  <a:pos x="82" y="0"/>
                </a:cxn>
                <a:cxn ang="0">
                  <a:pos x="111" y="3"/>
                </a:cxn>
                <a:cxn ang="0">
                  <a:pos x="140" y="18"/>
                </a:cxn>
                <a:cxn ang="0">
                  <a:pos x="169" y="39"/>
                </a:cxn>
                <a:cxn ang="0">
                  <a:pos x="198" y="57"/>
                </a:cxn>
                <a:cxn ang="0">
                  <a:pos x="226" y="64"/>
                </a:cxn>
                <a:cxn ang="0">
                  <a:pos x="255" y="61"/>
                </a:cxn>
                <a:cxn ang="0">
                  <a:pos x="284" y="46"/>
                </a:cxn>
                <a:cxn ang="0">
                  <a:pos x="313" y="25"/>
                </a:cxn>
                <a:cxn ang="0">
                  <a:pos x="342" y="7"/>
                </a:cxn>
                <a:cxn ang="0">
                  <a:pos x="370" y="3"/>
                </a:cxn>
                <a:cxn ang="0">
                  <a:pos x="399" y="7"/>
                </a:cxn>
                <a:cxn ang="0">
                  <a:pos x="428" y="25"/>
                </a:cxn>
                <a:cxn ang="0">
                  <a:pos x="457" y="43"/>
                </a:cxn>
                <a:cxn ang="0">
                  <a:pos x="486" y="57"/>
                </a:cxn>
                <a:cxn ang="0">
                  <a:pos x="514" y="61"/>
                </a:cxn>
                <a:cxn ang="0">
                  <a:pos x="543" y="54"/>
                </a:cxn>
                <a:cxn ang="0">
                  <a:pos x="572" y="39"/>
                </a:cxn>
                <a:cxn ang="0">
                  <a:pos x="601" y="18"/>
                </a:cxn>
                <a:cxn ang="0">
                  <a:pos x="630" y="7"/>
                </a:cxn>
                <a:cxn ang="0">
                  <a:pos x="658" y="7"/>
                </a:cxn>
                <a:cxn ang="0">
                  <a:pos x="687" y="14"/>
                </a:cxn>
                <a:cxn ang="0">
                  <a:pos x="716" y="32"/>
                </a:cxn>
                <a:cxn ang="0">
                  <a:pos x="745" y="50"/>
                </a:cxn>
                <a:cxn ang="0">
                  <a:pos x="774" y="61"/>
                </a:cxn>
                <a:cxn ang="0">
                  <a:pos x="802" y="57"/>
                </a:cxn>
                <a:cxn ang="0">
                  <a:pos x="831" y="46"/>
                </a:cxn>
                <a:cxn ang="0">
                  <a:pos x="860" y="32"/>
                </a:cxn>
                <a:cxn ang="0">
                  <a:pos x="889" y="18"/>
                </a:cxn>
                <a:cxn ang="0">
                  <a:pos x="918" y="7"/>
                </a:cxn>
                <a:cxn ang="0">
                  <a:pos x="946" y="10"/>
                </a:cxn>
                <a:cxn ang="0">
                  <a:pos x="975" y="21"/>
                </a:cxn>
                <a:cxn ang="0">
                  <a:pos x="1004" y="36"/>
                </a:cxn>
                <a:cxn ang="0">
                  <a:pos x="1033" y="50"/>
                </a:cxn>
                <a:cxn ang="0">
                  <a:pos x="1062" y="57"/>
                </a:cxn>
                <a:cxn ang="0">
                  <a:pos x="1090" y="54"/>
                </a:cxn>
                <a:cxn ang="0">
                  <a:pos x="1119" y="43"/>
                </a:cxn>
                <a:cxn ang="0">
                  <a:pos x="1148" y="28"/>
                </a:cxn>
                <a:cxn ang="0">
                  <a:pos x="1177" y="14"/>
                </a:cxn>
                <a:cxn ang="0">
                  <a:pos x="1206" y="10"/>
                </a:cxn>
                <a:cxn ang="0">
                  <a:pos x="1234" y="14"/>
                </a:cxn>
                <a:cxn ang="0">
                  <a:pos x="1263" y="25"/>
                </a:cxn>
                <a:cxn ang="0">
                  <a:pos x="1292" y="43"/>
                </a:cxn>
                <a:cxn ang="0">
                  <a:pos x="1321" y="54"/>
                </a:cxn>
                <a:cxn ang="0">
                  <a:pos x="1350" y="57"/>
                </a:cxn>
                <a:cxn ang="0">
                  <a:pos x="1378" y="50"/>
                </a:cxn>
                <a:cxn ang="0">
                  <a:pos x="1407" y="36"/>
                </a:cxn>
                <a:cxn ang="0">
                  <a:pos x="1436" y="21"/>
                </a:cxn>
                <a:cxn ang="0">
                  <a:pos x="1465" y="14"/>
                </a:cxn>
                <a:cxn ang="0">
                  <a:pos x="1494" y="10"/>
                </a:cxn>
                <a:cxn ang="0">
                  <a:pos x="1522" y="18"/>
                </a:cxn>
                <a:cxn ang="0">
                  <a:pos x="1551" y="32"/>
                </a:cxn>
                <a:cxn ang="0">
                  <a:pos x="1580" y="46"/>
                </a:cxn>
                <a:cxn ang="0">
                  <a:pos x="1609" y="54"/>
                </a:cxn>
                <a:cxn ang="0">
                  <a:pos x="1638" y="54"/>
                </a:cxn>
                <a:cxn ang="0">
                  <a:pos x="1666" y="46"/>
                </a:cxn>
                <a:cxn ang="0">
                  <a:pos x="1695" y="32"/>
                </a:cxn>
              </a:cxnLst>
              <a:rect l="0" t="0" r="r" b="b"/>
              <a:pathLst>
                <a:path w="1695" h="64">
                  <a:moveTo>
                    <a:pt x="0" y="50"/>
                  </a:moveTo>
                  <a:lnTo>
                    <a:pt x="3" y="46"/>
                  </a:lnTo>
                  <a:lnTo>
                    <a:pt x="7" y="46"/>
                  </a:lnTo>
                  <a:lnTo>
                    <a:pt x="10" y="43"/>
                  </a:lnTo>
                  <a:lnTo>
                    <a:pt x="14" y="39"/>
                  </a:lnTo>
                  <a:lnTo>
                    <a:pt x="18" y="36"/>
                  </a:lnTo>
                  <a:lnTo>
                    <a:pt x="21" y="32"/>
                  </a:lnTo>
                  <a:lnTo>
                    <a:pt x="25" y="32"/>
                  </a:lnTo>
                  <a:lnTo>
                    <a:pt x="28" y="28"/>
                  </a:lnTo>
                  <a:lnTo>
                    <a:pt x="32" y="25"/>
                  </a:lnTo>
                  <a:lnTo>
                    <a:pt x="36" y="21"/>
                  </a:lnTo>
                  <a:lnTo>
                    <a:pt x="39" y="18"/>
                  </a:lnTo>
                  <a:lnTo>
                    <a:pt x="43" y="18"/>
                  </a:lnTo>
                  <a:lnTo>
                    <a:pt x="46" y="14"/>
                  </a:lnTo>
                  <a:lnTo>
                    <a:pt x="50" y="10"/>
                  </a:lnTo>
                  <a:lnTo>
                    <a:pt x="54" y="10"/>
                  </a:lnTo>
                  <a:lnTo>
                    <a:pt x="57" y="7"/>
                  </a:lnTo>
                  <a:lnTo>
                    <a:pt x="61" y="7"/>
                  </a:lnTo>
                  <a:lnTo>
                    <a:pt x="64" y="3"/>
                  </a:lnTo>
                  <a:lnTo>
                    <a:pt x="68" y="3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3"/>
                  </a:lnTo>
                  <a:lnTo>
                    <a:pt x="115" y="3"/>
                  </a:lnTo>
                  <a:lnTo>
                    <a:pt x="118" y="7"/>
                  </a:lnTo>
                  <a:lnTo>
                    <a:pt x="122" y="7"/>
                  </a:lnTo>
                  <a:lnTo>
                    <a:pt x="126" y="10"/>
                  </a:lnTo>
                  <a:lnTo>
                    <a:pt x="129" y="10"/>
                  </a:lnTo>
                  <a:lnTo>
                    <a:pt x="133" y="14"/>
                  </a:lnTo>
                  <a:lnTo>
                    <a:pt x="136" y="14"/>
                  </a:lnTo>
                  <a:lnTo>
                    <a:pt x="140" y="18"/>
                  </a:lnTo>
                  <a:lnTo>
                    <a:pt x="144" y="21"/>
                  </a:lnTo>
                  <a:lnTo>
                    <a:pt x="147" y="21"/>
                  </a:lnTo>
                  <a:lnTo>
                    <a:pt x="151" y="25"/>
                  </a:lnTo>
                  <a:lnTo>
                    <a:pt x="154" y="28"/>
                  </a:lnTo>
                  <a:lnTo>
                    <a:pt x="158" y="32"/>
                  </a:lnTo>
                  <a:lnTo>
                    <a:pt x="162" y="36"/>
                  </a:lnTo>
                  <a:lnTo>
                    <a:pt x="165" y="36"/>
                  </a:lnTo>
                  <a:lnTo>
                    <a:pt x="169" y="39"/>
                  </a:lnTo>
                  <a:lnTo>
                    <a:pt x="172" y="43"/>
                  </a:lnTo>
                  <a:lnTo>
                    <a:pt x="176" y="43"/>
                  </a:lnTo>
                  <a:lnTo>
                    <a:pt x="180" y="46"/>
                  </a:lnTo>
                  <a:lnTo>
                    <a:pt x="183" y="50"/>
                  </a:lnTo>
                  <a:lnTo>
                    <a:pt x="187" y="50"/>
                  </a:lnTo>
                  <a:lnTo>
                    <a:pt x="190" y="54"/>
                  </a:lnTo>
                  <a:lnTo>
                    <a:pt x="194" y="57"/>
                  </a:lnTo>
                  <a:lnTo>
                    <a:pt x="198" y="57"/>
                  </a:lnTo>
                  <a:lnTo>
                    <a:pt x="201" y="61"/>
                  </a:lnTo>
                  <a:lnTo>
                    <a:pt x="205" y="61"/>
                  </a:lnTo>
                  <a:lnTo>
                    <a:pt x="208" y="61"/>
                  </a:lnTo>
                  <a:lnTo>
                    <a:pt x="212" y="64"/>
                  </a:lnTo>
                  <a:lnTo>
                    <a:pt x="216" y="64"/>
                  </a:lnTo>
                  <a:lnTo>
                    <a:pt x="219" y="64"/>
                  </a:lnTo>
                  <a:lnTo>
                    <a:pt x="223" y="64"/>
                  </a:lnTo>
                  <a:lnTo>
                    <a:pt x="226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7" y="64"/>
                  </a:lnTo>
                  <a:lnTo>
                    <a:pt x="241" y="64"/>
                  </a:lnTo>
                  <a:lnTo>
                    <a:pt x="244" y="64"/>
                  </a:lnTo>
                  <a:lnTo>
                    <a:pt x="248" y="64"/>
                  </a:lnTo>
                  <a:lnTo>
                    <a:pt x="252" y="61"/>
                  </a:lnTo>
                  <a:lnTo>
                    <a:pt x="255" y="61"/>
                  </a:lnTo>
                  <a:lnTo>
                    <a:pt x="259" y="61"/>
                  </a:lnTo>
                  <a:lnTo>
                    <a:pt x="262" y="57"/>
                  </a:lnTo>
                  <a:lnTo>
                    <a:pt x="266" y="57"/>
                  </a:lnTo>
                  <a:lnTo>
                    <a:pt x="270" y="54"/>
                  </a:lnTo>
                  <a:lnTo>
                    <a:pt x="273" y="50"/>
                  </a:lnTo>
                  <a:lnTo>
                    <a:pt x="277" y="50"/>
                  </a:lnTo>
                  <a:lnTo>
                    <a:pt x="280" y="46"/>
                  </a:lnTo>
                  <a:lnTo>
                    <a:pt x="284" y="46"/>
                  </a:lnTo>
                  <a:lnTo>
                    <a:pt x="288" y="43"/>
                  </a:lnTo>
                  <a:lnTo>
                    <a:pt x="291" y="39"/>
                  </a:lnTo>
                  <a:lnTo>
                    <a:pt x="295" y="36"/>
                  </a:lnTo>
                  <a:lnTo>
                    <a:pt x="298" y="36"/>
                  </a:lnTo>
                  <a:lnTo>
                    <a:pt x="302" y="32"/>
                  </a:lnTo>
                  <a:lnTo>
                    <a:pt x="306" y="28"/>
                  </a:lnTo>
                  <a:lnTo>
                    <a:pt x="309" y="28"/>
                  </a:lnTo>
                  <a:lnTo>
                    <a:pt x="313" y="25"/>
                  </a:lnTo>
                  <a:lnTo>
                    <a:pt x="316" y="21"/>
                  </a:lnTo>
                  <a:lnTo>
                    <a:pt x="320" y="18"/>
                  </a:lnTo>
                  <a:lnTo>
                    <a:pt x="324" y="18"/>
                  </a:lnTo>
                  <a:lnTo>
                    <a:pt x="327" y="14"/>
                  </a:lnTo>
                  <a:lnTo>
                    <a:pt x="331" y="14"/>
                  </a:lnTo>
                  <a:lnTo>
                    <a:pt x="334" y="10"/>
                  </a:lnTo>
                  <a:lnTo>
                    <a:pt x="338" y="10"/>
                  </a:lnTo>
                  <a:lnTo>
                    <a:pt x="342" y="7"/>
                  </a:lnTo>
                  <a:lnTo>
                    <a:pt x="345" y="7"/>
                  </a:lnTo>
                  <a:lnTo>
                    <a:pt x="349" y="3"/>
                  </a:lnTo>
                  <a:lnTo>
                    <a:pt x="352" y="3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3" y="3"/>
                  </a:lnTo>
                  <a:lnTo>
                    <a:pt x="367" y="3"/>
                  </a:lnTo>
                  <a:lnTo>
                    <a:pt x="370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1" y="3"/>
                  </a:lnTo>
                  <a:lnTo>
                    <a:pt x="385" y="3"/>
                  </a:lnTo>
                  <a:lnTo>
                    <a:pt x="388" y="3"/>
                  </a:lnTo>
                  <a:lnTo>
                    <a:pt x="392" y="7"/>
                  </a:lnTo>
                  <a:lnTo>
                    <a:pt x="396" y="7"/>
                  </a:lnTo>
                  <a:lnTo>
                    <a:pt x="399" y="7"/>
                  </a:lnTo>
                  <a:lnTo>
                    <a:pt x="403" y="10"/>
                  </a:lnTo>
                  <a:lnTo>
                    <a:pt x="406" y="10"/>
                  </a:lnTo>
                  <a:lnTo>
                    <a:pt x="410" y="14"/>
                  </a:lnTo>
                  <a:lnTo>
                    <a:pt x="414" y="14"/>
                  </a:lnTo>
                  <a:lnTo>
                    <a:pt x="417" y="18"/>
                  </a:lnTo>
                  <a:lnTo>
                    <a:pt x="421" y="21"/>
                  </a:lnTo>
                  <a:lnTo>
                    <a:pt x="424" y="21"/>
                  </a:lnTo>
                  <a:lnTo>
                    <a:pt x="428" y="25"/>
                  </a:lnTo>
                  <a:lnTo>
                    <a:pt x="432" y="28"/>
                  </a:lnTo>
                  <a:lnTo>
                    <a:pt x="435" y="28"/>
                  </a:lnTo>
                  <a:lnTo>
                    <a:pt x="439" y="32"/>
                  </a:lnTo>
                  <a:lnTo>
                    <a:pt x="442" y="36"/>
                  </a:lnTo>
                  <a:lnTo>
                    <a:pt x="446" y="39"/>
                  </a:lnTo>
                  <a:lnTo>
                    <a:pt x="450" y="39"/>
                  </a:lnTo>
                  <a:lnTo>
                    <a:pt x="453" y="43"/>
                  </a:lnTo>
                  <a:lnTo>
                    <a:pt x="457" y="43"/>
                  </a:lnTo>
                  <a:lnTo>
                    <a:pt x="460" y="46"/>
                  </a:lnTo>
                  <a:lnTo>
                    <a:pt x="464" y="50"/>
                  </a:lnTo>
                  <a:lnTo>
                    <a:pt x="468" y="50"/>
                  </a:lnTo>
                  <a:lnTo>
                    <a:pt x="471" y="54"/>
                  </a:lnTo>
                  <a:lnTo>
                    <a:pt x="475" y="54"/>
                  </a:lnTo>
                  <a:lnTo>
                    <a:pt x="478" y="57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89" y="61"/>
                  </a:lnTo>
                  <a:lnTo>
                    <a:pt x="493" y="61"/>
                  </a:lnTo>
                  <a:lnTo>
                    <a:pt x="496" y="61"/>
                  </a:lnTo>
                  <a:lnTo>
                    <a:pt x="500" y="61"/>
                  </a:lnTo>
                  <a:lnTo>
                    <a:pt x="504" y="64"/>
                  </a:lnTo>
                  <a:lnTo>
                    <a:pt x="507" y="64"/>
                  </a:lnTo>
                  <a:lnTo>
                    <a:pt x="511" y="64"/>
                  </a:lnTo>
                  <a:lnTo>
                    <a:pt x="514" y="61"/>
                  </a:lnTo>
                  <a:lnTo>
                    <a:pt x="518" y="61"/>
                  </a:lnTo>
                  <a:lnTo>
                    <a:pt x="522" y="61"/>
                  </a:lnTo>
                  <a:lnTo>
                    <a:pt x="525" y="61"/>
                  </a:lnTo>
                  <a:lnTo>
                    <a:pt x="529" y="61"/>
                  </a:lnTo>
                  <a:lnTo>
                    <a:pt x="532" y="57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3" y="54"/>
                  </a:lnTo>
                  <a:lnTo>
                    <a:pt x="547" y="54"/>
                  </a:lnTo>
                  <a:lnTo>
                    <a:pt x="550" y="50"/>
                  </a:lnTo>
                  <a:lnTo>
                    <a:pt x="554" y="50"/>
                  </a:lnTo>
                  <a:lnTo>
                    <a:pt x="558" y="46"/>
                  </a:lnTo>
                  <a:lnTo>
                    <a:pt x="561" y="43"/>
                  </a:lnTo>
                  <a:lnTo>
                    <a:pt x="565" y="43"/>
                  </a:lnTo>
                  <a:lnTo>
                    <a:pt x="568" y="39"/>
                  </a:lnTo>
                  <a:lnTo>
                    <a:pt x="572" y="39"/>
                  </a:lnTo>
                  <a:lnTo>
                    <a:pt x="576" y="36"/>
                  </a:lnTo>
                  <a:lnTo>
                    <a:pt x="579" y="32"/>
                  </a:lnTo>
                  <a:lnTo>
                    <a:pt x="583" y="28"/>
                  </a:lnTo>
                  <a:lnTo>
                    <a:pt x="586" y="28"/>
                  </a:lnTo>
                  <a:lnTo>
                    <a:pt x="590" y="25"/>
                  </a:lnTo>
                  <a:lnTo>
                    <a:pt x="594" y="25"/>
                  </a:lnTo>
                  <a:lnTo>
                    <a:pt x="597" y="21"/>
                  </a:lnTo>
                  <a:lnTo>
                    <a:pt x="601" y="18"/>
                  </a:lnTo>
                  <a:lnTo>
                    <a:pt x="604" y="18"/>
                  </a:lnTo>
                  <a:lnTo>
                    <a:pt x="608" y="14"/>
                  </a:lnTo>
                  <a:lnTo>
                    <a:pt x="612" y="14"/>
                  </a:lnTo>
                  <a:lnTo>
                    <a:pt x="615" y="10"/>
                  </a:lnTo>
                  <a:lnTo>
                    <a:pt x="619" y="10"/>
                  </a:lnTo>
                  <a:lnTo>
                    <a:pt x="622" y="10"/>
                  </a:lnTo>
                  <a:lnTo>
                    <a:pt x="626" y="7"/>
                  </a:lnTo>
                  <a:lnTo>
                    <a:pt x="630" y="7"/>
                  </a:lnTo>
                  <a:lnTo>
                    <a:pt x="633" y="7"/>
                  </a:lnTo>
                  <a:lnTo>
                    <a:pt x="637" y="7"/>
                  </a:lnTo>
                  <a:lnTo>
                    <a:pt x="640" y="3"/>
                  </a:lnTo>
                  <a:lnTo>
                    <a:pt x="644" y="3"/>
                  </a:lnTo>
                  <a:lnTo>
                    <a:pt x="648" y="3"/>
                  </a:lnTo>
                  <a:lnTo>
                    <a:pt x="651" y="3"/>
                  </a:lnTo>
                  <a:lnTo>
                    <a:pt x="655" y="3"/>
                  </a:lnTo>
                  <a:lnTo>
                    <a:pt x="658" y="7"/>
                  </a:lnTo>
                  <a:lnTo>
                    <a:pt x="662" y="7"/>
                  </a:lnTo>
                  <a:lnTo>
                    <a:pt x="666" y="7"/>
                  </a:lnTo>
                  <a:lnTo>
                    <a:pt x="669" y="7"/>
                  </a:lnTo>
                  <a:lnTo>
                    <a:pt x="673" y="7"/>
                  </a:lnTo>
                  <a:lnTo>
                    <a:pt x="676" y="10"/>
                  </a:lnTo>
                  <a:lnTo>
                    <a:pt x="680" y="10"/>
                  </a:lnTo>
                  <a:lnTo>
                    <a:pt x="684" y="14"/>
                  </a:lnTo>
                  <a:lnTo>
                    <a:pt x="687" y="14"/>
                  </a:lnTo>
                  <a:lnTo>
                    <a:pt x="691" y="18"/>
                  </a:lnTo>
                  <a:lnTo>
                    <a:pt x="694" y="18"/>
                  </a:lnTo>
                  <a:lnTo>
                    <a:pt x="698" y="21"/>
                  </a:lnTo>
                  <a:lnTo>
                    <a:pt x="702" y="21"/>
                  </a:lnTo>
                  <a:lnTo>
                    <a:pt x="705" y="25"/>
                  </a:lnTo>
                  <a:lnTo>
                    <a:pt x="709" y="28"/>
                  </a:lnTo>
                  <a:lnTo>
                    <a:pt x="712" y="28"/>
                  </a:lnTo>
                  <a:lnTo>
                    <a:pt x="716" y="32"/>
                  </a:lnTo>
                  <a:lnTo>
                    <a:pt x="720" y="32"/>
                  </a:lnTo>
                  <a:lnTo>
                    <a:pt x="723" y="36"/>
                  </a:lnTo>
                  <a:lnTo>
                    <a:pt x="727" y="39"/>
                  </a:lnTo>
                  <a:lnTo>
                    <a:pt x="730" y="39"/>
                  </a:lnTo>
                  <a:lnTo>
                    <a:pt x="734" y="43"/>
                  </a:lnTo>
                  <a:lnTo>
                    <a:pt x="738" y="46"/>
                  </a:lnTo>
                  <a:lnTo>
                    <a:pt x="741" y="46"/>
                  </a:lnTo>
                  <a:lnTo>
                    <a:pt x="745" y="50"/>
                  </a:lnTo>
                  <a:lnTo>
                    <a:pt x="748" y="50"/>
                  </a:lnTo>
                  <a:lnTo>
                    <a:pt x="752" y="54"/>
                  </a:lnTo>
                  <a:lnTo>
                    <a:pt x="756" y="54"/>
                  </a:lnTo>
                  <a:lnTo>
                    <a:pt x="759" y="54"/>
                  </a:lnTo>
                  <a:lnTo>
                    <a:pt x="763" y="57"/>
                  </a:lnTo>
                  <a:lnTo>
                    <a:pt x="766" y="57"/>
                  </a:lnTo>
                  <a:lnTo>
                    <a:pt x="770" y="57"/>
                  </a:lnTo>
                  <a:lnTo>
                    <a:pt x="774" y="61"/>
                  </a:lnTo>
                  <a:lnTo>
                    <a:pt x="777" y="61"/>
                  </a:lnTo>
                  <a:lnTo>
                    <a:pt x="781" y="61"/>
                  </a:lnTo>
                  <a:lnTo>
                    <a:pt x="784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5" y="61"/>
                  </a:lnTo>
                  <a:lnTo>
                    <a:pt x="799" y="61"/>
                  </a:lnTo>
                  <a:lnTo>
                    <a:pt x="802" y="57"/>
                  </a:lnTo>
                  <a:lnTo>
                    <a:pt x="806" y="57"/>
                  </a:lnTo>
                  <a:lnTo>
                    <a:pt x="810" y="57"/>
                  </a:lnTo>
                  <a:lnTo>
                    <a:pt x="813" y="57"/>
                  </a:lnTo>
                  <a:lnTo>
                    <a:pt x="817" y="54"/>
                  </a:lnTo>
                  <a:lnTo>
                    <a:pt x="820" y="54"/>
                  </a:lnTo>
                  <a:lnTo>
                    <a:pt x="824" y="50"/>
                  </a:lnTo>
                  <a:lnTo>
                    <a:pt x="828" y="50"/>
                  </a:lnTo>
                  <a:lnTo>
                    <a:pt x="831" y="46"/>
                  </a:lnTo>
                  <a:lnTo>
                    <a:pt x="835" y="46"/>
                  </a:lnTo>
                  <a:lnTo>
                    <a:pt x="838" y="43"/>
                  </a:lnTo>
                  <a:lnTo>
                    <a:pt x="842" y="43"/>
                  </a:lnTo>
                  <a:lnTo>
                    <a:pt x="846" y="39"/>
                  </a:lnTo>
                  <a:lnTo>
                    <a:pt x="849" y="39"/>
                  </a:lnTo>
                  <a:lnTo>
                    <a:pt x="853" y="36"/>
                  </a:lnTo>
                  <a:lnTo>
                    <a:pt x="856" y="32"/>
                  </a:lnTo>
                  <a:lnTo>
                    <a:pt x="860" y="32"/>
                  </a:lnTo>
                  <a:lnTo>
                    <a:pt x="864" y="28"/>
                  </a:lnTo>
                  <a:lnTo>
                    <a:pt x="867" y="28"/>
                  </a:lnTo>
                  <a:lnTo>
                    <a:pt x="871" y="25"/>
                  </a:lnTo>
                  <a:lnTo>
                    <a:pt x="874" y="25"/>
                  </a:lnTo>
                  <a:lnTo>
                    <a:pt x="878" y="21"/>
                  </a:lnTo>
                  <a:lnTo>
                    <a:pt x="882" y="18"/>
                  </a:lnTo>
                  <a:lnTo>
                    <a:pt x="885" y="18"/>
                  </a:lnTo>
                  <a:lnTo>
                    <a:pt x="889" y="18"/>
                  </a:lnTo>
                  <a:lnTo>
                    <a:pt x="892" y="14"/>
                  </a:lnTo>
                  <a:lnTo>
                    <a:pt x="896" y="14"/>
                  </a:lnTo>
                  <a:lnTo>
                    <a:pt x="900" y="10"/>
                  </a:lnTo>
                  <a:lnTo>
                    <a:pt x="903" y="10"/>
                  </a:lnTo>
                  <a:lnTo>
                    <a:pt x="907" y="10"/>
                  </a:lnTo>
                  <a:lnTo>
                    <a:pt x="910" y="7"/>
                  </a:lnTo>
                  <a:lnTo>
                    <a:pt x="914" y="7"/>
                  </a:lnTo>
                  <a:lnTo>
                    <a:pt x="918" y="7"/>
                  </a:lnTo>
                  <a:lnTo>
                    <a:pt x="921" y="7"/>
                  </a:lnTo>
                  <a:lnTo>
                    <a:pt x="925" y="7"/>
                  </a:lnTo>
                  <a:lnTo>
                    <a:pt x="928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39" y="7"/>
                  </a:lnTo>
                  <a:lnTo>
                    <a:pt x="943" y="7"/>
                  </a:lnTo>
                  <a:lnTo>
                    <a:pt x="946" y="10"/>
                  </a:lnTo>
                  <a:lnTo>
                    <a:pt x="950" y="10"/>
                  </a:lnTo>
                  <a:lnTo>
                    <a:pt x="954" y="10"/>
                  </a:lnTo>
                  <a:lnTo>
                    <a:pt x="957" y="14"/>
                  </a:lnTo>
                  <a:lnTo>
                    <a:pt x="961" y="14"/>
                  </a:lnTo>
                  <a:lnTo>
                    <a:pt x="964" y="14"/>
                  </a:lnTo>
                  <a:lnTo>
                    <a:pt x="968" y="18"/>
                  </a:lnTo>
                  <a:lnTo>
                    <a:pt x="972" y="18"/>
                  </a:lnTo>
                  <a:lnTo>
                    <a:pt x="975" y="21"/>
                  </a:lnTo>
                  <a:lnTo>
                    <a:pt x="979" y="21"/>
                  </a:lnTo>
                  <a:lnTo>
                    <a:pt x="982" y="25"/>
                  </a:lnTo>
                  <a:lnTo>
                    <a:pt x="986" y="25"/>
                  </a:lnTo>
                  <a:lnTo>
                    <a:pt x="990" y="28"/>
                  </a:lnTo>
                  <a:lnTo>
                    <a:pt x="993" y="32"/>
                  </a:lnTo>
                  <a:lnTo>
                    <a:pt x="997" y="32"/>
                  </a:lnTo>
                  <a:lnTo>
                    <a:pt x="1000" y="36"/>
                  </a:lnTo>
                  <a:lnTo>
                    <a:pt x="1004" y="36"/>
                  </a:lnTo>
                  <a:lnTo>
                    <a:pt x="1008" y="39"/>
                  </a:lnTo>
                  <a:lnTo>
                    <a:pt x="1011" y="39"/>
                  </a:lnTo>
                  <a:lnTo>
                    <a:pt x="1015" y="43"/>
                  </a:lnTo>
                  <a:lnTo>
                    <a:pt x="1018" y="43"/>
                  </a:lnTo>
                  <a:lnTo>
                    <a:pt x="1022" y="46"/>
                  </a:lnTo>
                  <a:lnTo>
                    <a:pt x="1026" y="46"/>
                  </a:lnTo>
                  <a:lnTo>
                    <a:pt x="1029" y="50"/>
                  </a:lnTo>
                  <a:lnTo>
                    <a:pt x="1033" y="50"/>
                  </a:lnTo>
                  <a:lnTo>
                    <a:pt x="1036" y="54"/>
                  </a:lnTo>
                  <a:lnTo>
                    <a:pt x="1040" y="54"/>
                  </a:lnTo>
                  <a:lnTo>
                    <a:pt x="1044" y="54"/>
                  </a:lnTo>
                  <a:lnTo>
                    <a:pt x="1047" y="57"/>
                  </a:lnTo>
                  <a:lnTo>
                    <a:pt x="1051" y="57"/>
                  </a:lnTo>
                  <a:lnTo>
                    <a:pt x="1054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5" y="57"/>
                  </a:lnTo>
                  <a:lnTo>
                    <a:pt x="1069" y="57"/>
                  </a:lnTo>
                  <a:lnTo>
                    <a:pt x="1072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3" y="57"/>
                  </a:lnTo>
                  <a:lnTo>
                    <a:pt x="1087" y="57"/>
                  </a:lnTo>
                  <a:lnTo>
                    <a:pt x="1090" y="54"/>
                  </a:lnTo>
                  <a:lnTo>
                    <a:pt x="1094" y="54"/>
                  </a:lnTo>
                  <a:lnTo>
                    <a:pt x="1098" y="54"/>
                  </a:lnTo>
                  <a:lnTo>
                    <a:pt x="1101" y="50"/>
                  </a:lnTo>
                  <a:lnTo>
                    <a:pt x="1105" y="50"/>
                  </a:lnTo>
                  <a:lnTo>
                    <a:pt x="1108" y="46"/>
                  </a:lnTo>
                  <a:lnTo>
                    <a:pt x="1112" y="46"/>
                  </a:lnTo>
                  <a:lnTo>
                    <a:pt x="1116" y="43"/>
                  </a:lnTo>
                  <a:lnTo>
                    <a:pt x="1119" y="43"/>
                  </a:lnTo>
                  <a:lnTo>
                    <a:pt x="1123" y="39"/>
                  </a:lnTo>
                  <a:lnTo>
                    <a:pt x="1126" y="39"/>
                  </a:lnTo>
                  <a:lnTo>
                    <a:pt x="1130" y="36"/>
                  </a:lnTo>
                  <a:lnTo>
                    <a:pt x="1134" y="36"/>
                  </a:lnTo>
                  <a:lnTo>
                    <a:pt x="1137" y="32"/>
                  </a:lnTo>
                  <a:lnTo>
                    <a:pt x="1141" y="32"/>
                  </a:lnTo>
                  <a:lnTo>
                    <a:pt x="1144" y="28"/>
                  </a:lnTo>
                  <a:lnTo>
                    <a:pt x="1148" y="28"/>
                  </a:lnTo>
                  <a:lnTo>
                    <a:pt x="1152" y="25"/>
                  </a:lnTo>
                  <a:lnTo>
                    <a:pt x="1155" y="25"/>
                  </a:lnTo>
                  <a:lnTo>
                    <a:pt x="1159" y="21"/>
                  </a:lnTo>
                  <a:lnTo>
                    <a:pt x="1162" y="18"/>
                  </a:lnTo>
                  <a:lnTo>
                    <a:pt x="1166" y="18"/>
                  </a:lnTo>
                  <a:lnTo>
                    <a:pt x="1170" y="18"/>
                  </a:lnTo>
                  <a:lnTo>
                    <a:pt x="1173" y="14"/>
                  </a:lnTo>
                  <a:lnTo>
                    <a:pt x="1177" y="14"/>
                  </a:lnTo>
                  <a:lnTo>
                    <a:pt x="1180" y="14"/>
                  </a:lnTo>
                  <a:lnTo>
                    <a:pt x="1184" y="10"/>
                  </a:lnTo>
                  <a:lnTo>
                    <a:pt x="1188" y="10"/>
                  </a:lnTo>
                  <a:lnTo>
                    <a:pt x="1191" y="10"/>
                  </a:lnTo>
                  <a:lnTo>
                    <a:pt x="1195" y="10"/>
                  </a:lnTo>
                  <a:lnTo>
                    <a:pt x="1198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09" y="10"/>
                  </a:lnTo>
                  <a:lnTo>
                    <a:pt x="1213" y="10"/>
                  </a:lnTo>
                  <a:lnTo>
                    <a:pt x="1216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7" y="10"/>
                  </a:lnTo>
                  <a:lnTo>
                    <a:pt x="1231" y="14"/>
                  </a:lnTo>
                  <a:lnTo>
                    <a:pt x="1234" y="14"/>
                  </a:lnTo>
                  <a:lnTo>
                    <a:pt x="1238" y="14"/>
                  </a:lnTo>
                  <a:lnTo>
                    <a:pt x="1242" y="18"/>
                  </a:lnTo>
                  <a:lnTo>
                    <a:pt x="1245" y="18"/>
                  </a:lnTo>
                  <a:lnTo>
                    <a:pt x="1249" y="21"/>
                  </a:lnTo>
                  <a:lnTo>
                    <a:pt x="1252" y="21"/>
                  </a:lnTo>
                  <a:lnTo>
                    <a:pt x="1256" y="21"/>
                  </a:lnTo>
                  <a:lnTo>
                    <a:pt x="1260" y="25"/>
                  </a:lnTo>
                  <a:lnTo>
                    <a:pt x="1263" y="25"/>
                  </a:lnTo>
                  <a:lnTo>
                    <a:pt x="1267" y="28"/>
                  </a:lnTo>
                  <a:lnTo>
                    <a:pt x="1270" y="28"/>
                  </a:lnTo>
                  <a:lnTo>
                    <a:pt x="1274" y="32"/>
                  </a:lnTo>
                  <a:lnTo>
                    <a:pt x="1278" y="32"/>
                  </a:lnTo>
                  <a:lnTo>
                    <a:pt x="1281" y="36"/>
                  </a:lnTo>
                  <a:lnTo>
                    <a:pt x="1285" y="36"/>
                  </a:lnTo>
                  <a:lnTo>
                    <a:pt x="1288" y="39"/>
                  </a:lnTo>
                  <a:lnTo>
                    <a:pt x="1292" y="43"/>
                  </a:lnTo>
                  <a:lnTo>
                    <a:pt x="1296" y="43"/>
                  </a:lnTo>
                  <a:lnTo>
                    <a:pt x="1299" y="46"/>
                  </a:lnTo>
                  <a:lnTo>
                    <a:pt x="1303" y="46"/>
                  </a:lnTo>
                  <a:lnTo>
                    <a:pt x="1306" y="46"/>
                  </a:lnTo>
                  <a:lnTo>
                    <a:pt x="1310" y="50"/>
                  </a:lnTo>
                  <a:lnTo>
                    <a:pt x="1314" y="50"/>
                  </a:lnTo>
                  <a:lnTo>
                    <a:pt x="1317" y="54"/>
                  </a:lnTo>
                  <a:lnTo>
                    <a:pt x="1321" y="54"/>
                  </a:lnTo>
                  <a:lnTo>
                    <a:pt x="1324" y="54"/>
                  </a:lnTo>
                  <a:lnTo>
                    <a:pt x="1328" y="54"/>
                  </a:lnTo>
                  <a:lnTo>
                    <a:pt x="1332" y="54"/>
                  </a:lnTo>
                  <a:lnTo>
                    <a:pt x="1335" y="57"/>
                  </a:lnTo>
                  <a:lnTo>
                    <a:pt x="1339" y="57"/>
                  </a:lnTo>
                  <a:lnTo>
                    <a:pt x="1342" y="57"/>
                  </a:lnTo>
                  <a:lnTo>
                    <a:pt x="1346" y="57"/>
                  </a:lnTo>
                  <a:lnTo>
                    <a:pt x="1350" y="57"/>
                  </a:lnTo>
                  <a:lnTo>
                    <a:pt x="1353" y="57"/>
                  </a:lnTo>
                  <a:lnTo>
                    <a:pt x="1357" y="57"/>
                  </a:lnTo>
                  <a:lnTo>
                    <a:pt x="1360" y="54"/>
                  </a:lnTo>
                  <a:lnTo>
                    <a:pt x="1364" y="54"/>
                  </a:lnTo>
                  <a:lnTo>
                    <a:pt x="1368" y="54"/>
                  </a:lnTo>
                  <a:lnTo>
                    <a:pt x="1371" y="54"/>
                  </a:lnTo>
                  <a:lnTo>
                    <a:pt x="1375" y="50"/>
                  </a:lnTo>
                  <a:lnTo>
                    <a:pt x="1378" y="50"/>
                  </a:lnTo>
                  <a:lnTo>
                    <a:pt x="1382" y="50"/>
                  </a:lnTo>
                  <a:lnTo>
                    <a:pt x="1386" y="46"/>
                  </a:lnTo>
                  <a:lnTo>
                    <a:pt x="1389" y="46"/>
                  </a:lnTo>
                  <a:lnTo>
                    <a:pt x="1393" y="43"/>
                  </a:lnTo>
                  <a:lnTo>
                    <a:pt x="1396" y="43"/>
                  </a:lnTo>
                  <a:lnTo>
                    <a:pt x="1400" y="39"/>
                  </a:lnTo>
                  <a:lnTo>
                    <a:pt x="1404" y="39"/>
                  </a:lnTo>
                  <a:lnTo>
                    <a:pt x="1407" y="36"/>
                  </a:lnTo>
                  <a:lnTo>
                    <a:pt x="1411" y="36"/>
                  </a:lnTo>
                  <a:lnTo>
                    <a:pt x="1414" y="32"/>
                  </a:lnTo>
                  <a:lnTo>
                    <a:pt x="1418" y="32"/>
                  </a:lnTo>
                  <a:lnTo>
                    <a:pt x="1422" y="28"/>
                  </a:lnTo>
                  <a:lnTo>
                    <a:pt x="1425" y="28"/>
                  </a:lnTo>
                  <a:lnTo>
                    <a:pt x="1429" y="25"/>
                  </a:lnTo>
                  <a:lnTo>
                    <a:pt x="1432" y="25"/>
                  </a:lnTo>
                  <a:lnTo>
                    <a:pt x="1436" y="21"/>
                  </a:lnTo>
                  <a:lnTo>
                    <a:pt x="1440" y="21"/>
                  </a:lnTo>
                  <a:lnTo>
                    <a:pt x="1443" y="21"/>
                  </a:lnTo>
                  <a:lnTo>
                    <a:pt x="1447" y="18"/>
                  </a:lnTo>
                  <a:lnTo>
                    <a:pt x="1450" y="18"/>
                  </a:lnTo>
                  <a:lnTo>
                    <a:pt x="1454" y="14"/>
                  </a:lnTo>
                  <a:lnTo>
                    <a:pt x="1458" y="14"/>
                  </a:lnTo>
                  <a:lnTo>
                    <a:pt x="1461" y="14"/>
                  </a:lnTo>
                  <a:lnTo>
                    <a:pt x="1465" y="14"/>
                  </a:lnTo>
                  <a:lnTo>
                    <a:pt x="1468" y="10"/>
                  </a:lnTo>
                  <a:lnTo>
                    <a:pt x="1472" y="10"/>
                  </a:lnTo>
                  <a:lnTo>
                    <a:pt x="1476" y="10"/>
                  </a:lnTo>
                  <a:lnTo>
                    <a:pt x="1479" y="10"/>
                  </a:lnTo>
                  <a:lnTo>
                    <a:pt x="1483" y="10"/>
                  </a:lnTo>
                  <a:lnTo>
                    <a:pt x="1486" y="10"/>
                  </a:lnTo>
                  <a:lnTo>
                    <a:pt x="1490" y="10"/>
                  </a:lnTo>
                  <a:lnTo>
                    <a:pt x="1494" y="10"/>
                  </a:lnTo>
                  <a:lnTo>
                    <a:pt x="1497" y="10"/>
                  </a:lnTo>
                  <a:lnTo>
                    <a:pt x="1501" y="10"/>
                  </a:lnTo>
                  <a:lnTo>
                    <a:pt x="1504" y="14"/>
                  </a:lnTo>
                  <a:lnTo>
                    <a:pt x="1508" y="14"/>
                  </a:lnTo>
                  <a:lnTo>
                    <a:pt x="1512" y="14"/>
                  </a:lnTo>
                  <a:lnTo>
                    <a:pt x="1515" y="14"/>
                  </a:lnTo>
                  <a:lnTo>
                    <a:pt x="1519" y="18"/>
                  </a:lnTo>
                  <a:lnTo>
                    <a:pt x="1522" y="18"/>
                  </a:lnTo>
                  <a:lnTo>
                    <a:pt x="1526" y="18"/>
                  </a:lnTo>
                  <a:lnTo>
                    <a:pt x="1530" y="21"/>
                  </a:lnTo>
                  <a:lnTo>
                    <a:pt x="1533" y="21"/>
                  </a:lnTo>
                  <a:lnTo>
                    <a:pt x="1537" y="25"/>
                  </a:lnTo>
                  <a:lnTo>
                    <a:pt x="1540" y="25"/>
                  </a:lnTo>
                  <a:lnTo>
                    <a:pt x="1544" y="28"/>
                  </a:lnTo>
                  <a:lnTo>
                    <a:pt x="1548" y="28"/>
                  </a:lnTo>
                  <a:lnTo>
                    <a:pt x="1551" y="32"/>
                  </a:lnTo>
                  <a:lnTo>
                    <a:pt x="1555" y="32"/>
                  </a:lnTo>
                  <a:lnTo>
                    <a:pt x="1558" y="36"/>
                  </a:lnTo>
                  <a:lnTo>
                    <a:pt x="1562" y="36"/>
                  </a:lnTo>
                  <a:lnTo>
                    <a:pt x="1566" y="39"/>
                  </a:lnTo>
                  <a:lnTo>
                    <a:pt x="1569" y="39"/>
                  </a:lnTo>
                  <a:lnTo>
                    <a:pt x="1573" y="43"/>
                  </a:lnTo>
                  <a:lnTo>
                    <a:pt x="1576" y="43"/>
                  </a:lnTo>
                  <a:lnTo>
                    <a:pt x="1580" y="46"/>
                  </a:lnTo>
                  <a:lnTo>
                    <a:pt x="1584" y="46"/>
                  </a:lnTo>
                  <a:lnTo>
                    <a:pt x="1587" y="46"/>
                  </a:lnTo>
                  <a:lnTo>
                    <a:pt x="1591" y="50"/>
                  </a:lnTo>
                  <a:lnTo>
                    <a:pt x="1594" y="50"/>
                  </a:lnTo>
                  <a:lnTo>
                    <a:pt x="1598" y="50"/>
                  </a:lnTo>
                  <a:lnTo>
                    <a:pt x="1602" y="54"/>
                  </a:lnTo>
                  <a:lnTo>
                    <a:pt x="1605" y="54"/>
                  </a:lnTo>
                  <a:lnTo>
                    <a:pt x="1609" y="54"/>
                  </a:lnTo>
                  <a:lnTo>
                    <a:pt x="1612" y="54"/>
                  </a:lnTo>
                  <a:lnTo>
                    <a:pt x="1616" y="54"/>
                  </a:lnTo>
                  <a:lnTo>
                    <a:pt x="1620" y="54"/>
                  </a:lnTo>
                  <a:lnTo>
                    <a:pt x="1623" y="54"/>
                  </a:lnTo>
                  <a:lnTo>
                    <a:pt x="1627" y="54"/>
                  </a:lnTo>
                  <a:lnTo>
                    <a:pt x="1630" y="54"/>
                  </a:lnTo>
                  <a:lnTo>
                    <a:pt x="1634" y="54"/>
                  </a:lnTo>
                  <a:lnTo>
                    <a:pt x="1638" y="54"/>
                  </a:lnTo>
                  <a:lnTo>
                    <a:pt x="1641" y="54"/>
                  </a:lnTo>
                  <a:lnTo>
                    <a:pt x="1645" y="54"/>
                  </a:lnTo>
                  <a:lnTo>
                    <a:pt x="1648" y="50"/>
                  </a:lnTo>
                  <a:lnTo>
                    <a:pt x="1652" y="50"/>
                  </a:lnTo>
                  <a:lnTo>
                    <a:pt x="1656" y="50"/>
                  </a:lnTo>
                  <a:lnTo>
                    <a:pt x="1659" y="50"/>
                  </a:lnTo>
                  <a:lnTo>
                    <a:pt x="1663" y="46"/>
                  </a:lnTo>
                  <a:lnTo>
                    <a:pt x="1666" y="46"/>
                  </a:lnTo>
                  <a:lnTo>
                    <a:pt x="1670" y="43"/>
                  </a:lnTo>
                  <a:lnTo>
                    <a:pt x="1674" y="43"/>
                  </a:lnTo>
                  <a:lnTo>
                    <a:pt x="1677" y="39"/>
                  </a:lnTo>
                  <a:lnTo>
                    <a:pt x="1681" y="39"/>
                  </a:lnTo>
                  <a:lnTo>
                    <a:pt x="1684" y="39"/>
                  </a:lnTo>
                  <a:lnTo>
                    <a:pt x="1688" y="36"/>
                  </a:lnTo>
                  <a:lnTo>
                    <a:pt x="1692" y="36"/>
                  </a:lnTo>
                  <a:lnTo>
                    <a:pt x="1695" y="32"/>
                  </a:lnTo>
                  <a:lnTo>
                    <a:pt x="1695" y="3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5" name="Freeform 73"/>
            <p:cNvSpPr>
              <a:spLocks/>
            </p:cNvSpPr>
            <p:nvPr/>
          </p:nvSpPr>
          <p:spPr bwMode="auto">
            <a:xfrm>
              <a:off x="749" y="1048"/>
              <a:ext cx="417" cy="2462"/>
            </a:xfrm>
            <a:custGeom>
              <a:avLst/>
              <a:gdLst/>
              <a:ahLst/>
              <a:cxnLst>
                <a:cxn ang="0">
                  <a:pos x="7" y="1998"/>
                </a:cxn>
                <a:cxn ang="0">
                  <a:pos x="11" y="1962"/>
                </a:cxn>
                <a:cxn ang="0">
                  <a:pos x="18" y="1929"/>
                </a:cxn>
                <a:cxn ang="0">
                  <a:pos x="25" y="1893"/>
                </a:cxn>
                <a:cxn ang="0">
                  <a:pos x="32" y="1865"/>
                </a:cxn>
                <a:cxn ang="0">
                  <a:pos x="39" y="1836"/>
                </a:cxn>
                <a:cxn ang="0">
                  <a:pos x="47" y="1811"/>
                </a:cxn>
                <a:cxn ang="0">
                  <a:pos x="54" y="1793"/>
                </a:cxn>
                <a:cxn ang="0">
                  <a:pos x="61" y="1775"/>
                </a:cxn>
                <a:cxn ang="0">
                  <a:pos x="79" y="1767"/>
                </a:cxn>
                <a:cxn ang="0">
                  <a:pos x="93" y="1782"/>
                </a:cxn>
                <a:cxn ang="0">
                  <a:pos x="97" y="1803"/>
                </a:cxn>
                <a:cxn ang="0">
                  <a:pos x="104" y="1829"/>
                </a:cxn>
                <a:cxn ang="0">
                  <a:pos x="111" y="1857"/>
                </a:cxn>
                <a:cxn ang="0">
                  <a:pos x="119" y="1897"/>
                </a:cxn>
                <a:cxn ang="0">
                  <a:pos x="126" y="1937"/>
                </a:cxn>
                <a:cxn ang="0">
                  <a:pos x="133" y="1983"/>
                </a:cxn>
                <a:cxn ang="0">
                  <a:pos x="140" y="2034"/>
                </a:cxn>
                <a:cxn ang="0">
                  <a:pos x="147" y="2088"/>
                </a:cxn>
                <a:cxn ang="0">
                  <a:pos x="155" y="2138"/>
                </a:cxn>
                <a:cxn ang="0">
                  <a:pos x="162" y="2192"/>
                </a:cxn>
                <a:cxn ang="0">
                  <a:pos x="169" y="2243"/>
                </a:cxn>
                <a:cxn ang="0">
                  <a:pos x="176" y="2293"/>
                </a:cxn>
                <a:cxn ang="0">
                  <a:pos x="183" y="2340"/>
                </a:cxn>
                <a:cxn ang="0">
                  <a:pos x="191" y="2379"/>
                </a:cxn>
                <a:cxn ang="0">
                  <a:pos x="198" y="2412"/>
                </a:cxn>
                <a:cxn ang="0">
                  <a:pos x="205" y="2437"/>
                </a:cxn>
                <a:cxn ang="0">
                  <a:pos x="212" y="2459"/>
                </a:cxn>
                <a:cxn ang="0">
                  <a:pos x="227" y="2451"/>
                </a:cxn>
                <a:cxn ang="0">
                  <a:pos x="234" y="2430"/>
                </a:cxn>
                <a:cxn ang="0">
                  <a:pos x="241" y="2397"/>
                </a:cxn>
                <a:cxn ang="0">
                  <a:pos x="248" y="2351"/>
                </a:cxn>
                <a:cxn ang="0">
                  <a:pos x="255" y="2293"/>
                </a:cxn>
                <a:cxn ang="0">
                  <a:pos x="263" y="2221"/>
                </a:cxn>
                <a:cxn ang="0">
                  <a:pos x="270" y="2138"/>
                </a:cxn>
                <a:cxn ang="0">
                  <a:pos x="277" y="2045"/>
                </a:cxn>
                <a:cxn ang="0">
                  <a:pos x="284" y="1940"/>
                </a:cxn>
                <a:cxn ang="0">
                  <a:pos x="291" y="1825"/>
                </a:cxn>
                <a:cxn ang="0">
                  <a:pos x="299" y="1706"/>
                </a:cxn>
                <a:cxn ang="0">
                  <a:pos x="306" y="1577"/>
                </a:cxn>
                <a:cxn ang="0">
                  <a:pos x="313" y="1443"/>
                </a:cxn>
                <a:cxn ang="0">
                  <a:pos x="320" y="1307"/>
                </a:cxn>
                <a:cxn ang="0">
                  <a:pos x="327" y="1170"/>
                </a:cxn>
                <a:cxn ang="0">
                  <a:pos x="335" y="1029"/>
                </a:cxn>
                <a:cxn ang="0">
                  <a:pos x="338" y="896"/>
                </a:cxn>
                <a:cxn ang="0">
                  <a:pos x="345" y="763"/>
                </a:cxn>
                <a:cxn ang="0">
                  <a:pos x="353" y="637"/>
                </a:cxn>
                <a:cxn ang="0">
                  <a:pos x="360" y="515"/>
                </a:cxn>
                <a:cxn ang="0">
                  <a:pos x="367" y="407"/>
                </a:cxn>
                <a:cxn ang="0">
                  <a:pos x="374" y="306"/>
                </a:cxn>
                <a:cxn ang="0">
                  <a:pos x="381" y="220"/>
                </a:cxn>
                <a:cxn ang="0">
                  <a:pos x="389" y="144"/>
                </a:cxn>
                <a:cxn ang="0">
                  <a:pos x="396" y="86"/>
                </a:cxn>
                <a:cxn ang="0">
                  <a:pos x="403" y="40"/>
                </a:cxn>
                <a:cxn ang="0">
                  <a:pos x="410" y="14"/>
                </a:cxn>
              </a:cxnLst>
              <a:rect l="0" t="0" r="r" b="b"/>
              <a:pathLst>
                <a:path w="417" h="2462">
                  <a:moveTo>
                    <a:pt x="0" y="2023"/>
                  </a:moveTo>
                  <a:lnTo>
                    <a:pt x="0" y="2016"/>
                  </a:lnTo>
                  <a:lnTo>
                    <a:pt x="3" y="2009"/>
                  </a:lnTo>
                  <a:lnTo>
                    <a:pt x="3" y="2005"/>
                  </a:lnTo>
                  <a:lnTo>
                    <a:pt x="7" y="1998"/>
                  </a:lnTo>
                  <a:lnTo>
                    <a:pt x="7" y="1991"/>
                  </a:lnTo>
                  <a:lnTo>
                    <a:pt x="7" y="1983"/>
                  </a:lnTo>
                  <a:lnTo>
                    <a:pt x="11" y="1976"/>
                  </a:lnTo>
                  <a:lnTo>
                    <a:pt x="11" y="1969"/>
                  </a:lnTo>
                  <a:lnTo>
                    <a:pt x="11" y="1962"/>
                  </a:lnTo>
                  <a:lnTo>
                    <a:pt x="14" y="1955"/>
                  </a:lnTo>
                  <a:lnTo>
                    <a:pt x="14" y="1947"/>
                  </a:lnTo>
                  <a:lnTo>
                    <a:pt x="18" y="1940"/>
                  </a:lnTo>
                  <a:lnTo>
                    <a:pt x="18" y="1937"/>
                  </a:lnTo>
                  <a:lnTo>
                    <a:pt x="18" y="1929"/>
                  </a:lnTo>
                  <a:lnTo>
                    <a:pt x="21" y="1922"/>
                  </a:lnTo>
                  <a:lnTo>
                    <a:pt x="21" y="1915"/>
                  </a:lnTo>
                  <a:lnTo>
                    <a:pt x="25" y="1908"/>
                  </a:lnTo>
                  <a:lnTo>
                    <a:pt x="25" y="1901"/>
                  </a:lnTo>
                  <a:lnTo>
                    <a:pt x="25" y="1893"/>
                  </a:lnTo>
                  <a:lnTo>
                    <a:pt x="29" y="1890"/>
                  </a:lnTo>
                  <a:lnTo>
                    <a:pt x="29" y="1883"/>
                  </a:lnTo>
                  <a:lnTo>
                    <a:pt x="32" y="1875"/>
                  </a:lnTo>
                  <a:lnTo>
                    <a:pt x="32" y="1872"/>
                  </a:lnTo>
                  <a:lnTo>
                    <a:pt x="32" y="1865"/>
                  </a:lnTo>
                  <a:lnTo>
                    <a:pt x="36" y="1857"/>
                  </a:lnTo>
                  <a:lnTo>
                    <a:pt x="36" y="1854"/>
                  </a:lnTo>
                  <a:lnTo>
                    <a:pt x="36" y="1847"/>
                  </a:lnTo>
                  <a:lnTo>
                    <a:pt x="39" y="1843"/>
                  </a:lnTo>
                  <a:lnTo>
                    <a:pt x="39" y="1836"/>
                  </a:lnTo>
                  <a:lnTo>
                    <a:pt x="43" y="1832"/>
                  </a:lnTo>
                  <a:lnTo>
                    <a:pt x="43" y="1825"/>
                  </a:lnTo>
                  <a:lnTo>
                    <a:pt x="43" y="1821"/>
                  </a:lnTo>
                  <a:lnTo>
                    <a:pt x="47" y="1818"/>
                  </a:lnTo>
                  <a:lnTo>
                    <a:pt x="47" y="1811"/>
                  </a:lnTo>
                  <a:lnTo>
                    <a:pt x="50" y="1807"/>
                  </a:lnTo>
                  <a:lnTo>
                    <a:pt x="50" y="1803"/>
                  </a:lnTo>
                  <a:lnTo>
                    <a:pt x="50" y="1800"/>
                  </a:lnTo>
                  <a:lnTo>
                    <a:pt x="54" y="1796"/>
                  </a:lnTo>
                  <a:lnTo>
                    <a:pt x="54" y="1793"/>
                  </a:lnTo>
                  <a:lnTo>
                    <a:pt x="54" y="1789"/>
                  </a:lnTo>
                  <a:lnTo>
                    <a:pt x="57" y="1785"/>
                  </a:lnTo>
                  <a:lnTo>
                    <a:pt x="57" y="1782"/>
                  </a:lnTo>
                  <a:lnTo>
                    <a:pt x="61" y="1778"/>
                  </a:lnTo>
                  <a:lnTo>
                    <a:pt x="61" y="1775"/>
                  </a:lnTo>
                  <a:lnTo>
                    <a:pt x="65" y="1771"/>
                  </a:lnTo>
                  <a:lnTo>
                    <a:pt x="68" y="1767"/>
                  </a:lnTo>
                  <a:lnTo>
                    <a:pt x="72" y="1764"/>
                  </a:lnTo>
                  <a:lnTo>
                    <a:pt x="75" y="1764"/>
                  </a:lnTo>
                  <a:lnTo>
                    <a:pt x="79" y="1767"/>
                  </a:lnTo>
                  <a:lnTo>
                    <a:pt x="83" y="1767"/>
                  </a:lnTo>
                  <a:lnTo>
                    <a:pt x="86" y="1771"/>
                  </a:lnTo>
                  <a:lnTo>
                    <a:pt x="86" y="1775"/>
                  </a:lnTo>
                  <a:lnTo>
                    <a:pt x="90" y="1778"/>
                  </a:lnTo>
                  <a:lnTo>
                    <a:pt x="93" y="1782"/>
                  </a:lnTo>
                  <a:lnTo>
                    <a:pt x="93" y="1785"/>
                  </a:lnTo>
                  <a:lnTo>
                    <a:pt x="93" y="1789"/>
                  </a:lnTo>
                  <a:lnTo>
                    <a:pt x="97" y="1793"/>
                  </a:lnTo>
                  <a:lnTo>
                    <a:pt x="97" y="1796"/>
                  </a:lnTo>
                  <a:lnTo>
                    <a:pt x="97" y="1803"/>
                  </a:lnTo>
                  <a:lnTo>
                    <a:pt x="101" y="1807"/>
                  </a:lnTo>
                  <a:lnTo>
                    <a:pt x="101" y="1811"/>
                  </a:lnTo>
                  <a:lnTo>
                    <a:pt x="104" y="1818"/>
                  </a:lnTo>
                  <a:lnTo>
                    <a:pt x="104" y="1821"/>
                  </a:lnTo>
                  <a:lnTo>
                    <a:pt x="104" y="1829"/>
                  </a:lnTo>
                  <a:lnTo>
                    <a:pt x="108" y="1832"/>
                  </a:lnTo>
                  <a:lnTo>
                    <a:pt x="108" y="1839"/>
                  </a:lnTo>
                  <a:lnTo>
                    <a:pt x="111" y="1847"/>
                  </a:lnTo>
                  <a:lnTo>
                    <a:pt x="111" y="1850"/>
                  </a:lnTo>
                  <a:lnTo>
                    <a:pt x="111" y="1857"/>
                  </a:lnTo>
                  <a:lnTo>
                    <a:pt x="115" y="1865"/>
                  </a:lnTo>
                  <a:lnTo>
                    <a:pt x="115" y="1872"/>
                  </a:lnTo>
                  <a:lnTo>
                    <a:pt x="119" y="1879"/>
                  </a:lnTo>
                  <a:lnTo>
                    <a:pt x="119" y="1886"/>
                  </a:lnTo>
                  <a:lnTo>
                    <a:pt x="119" y="1897"/>
                  </a:lnTo>
                  <a:lnTo>
                    <a:pt x="122" y="1904"/>
                  </a:lnTo>
                  <a:lnTo>
                    <a:pt x="122" y="1911"/>
                  </a:lnTo>
                  <a:lnTo>
                    <a:pt x="122" y="1922"/>
                  </a:lnTo>
                  <a:lnTo>
                    <a:pt x="126" y="1929"/>
                  </a:lnTo>
                  <a:lnTo>
                    <a:pt x="126" y="1937"/>
                  </a:lnTo>
                  <a:lnTo>
                    <a:pt x="129" y="1947"/>
                  </a:lnTo>
                  <a:lnTo>
                    <a:pt x="129" y="1955"/>
                  </a:lnTo>
                  <a:lnTo>
                    <a:pt x="129" y="1965"/>
                  </a:lnTo>
                  <a:lnTo>
                    <a:pt x="133" y="1976"/>
                  </a:lnTo>
                  <a:lnTo>
                    <a:pt x="133" y="1983"/>
                  </a:lnTo>
                  <a:lnTo>
                    <a:pt x="137" y="1994"/>
                  </a:lnTo>
                  <a:lnTo>
                    <a:pt x="137" y="2005"/>
                  </a:lnTo>
                  <a:lnTo>
                    <a:pt x="137" y="2012"/>
                  </a:lnTo>
                  <a:lnTo>
                    <a:pt x="140" y="2023"/>
                  </a:lnTo>
                  <a:lnTo>
                    <a:pt x="140" y="2034"/>
                  </a:lnTo>
                  <a:lnTo>
                    <a:pt x="140" y="2045"/>
                  </a:lnTo>
                  <a:lnTo>
                    <a:pt x="144" y="2055"/>
                  </a:lnTo>
                  <a:lnTo>
                    <a:pt x="144" y="2066"/>
                  </a:lnTo>
                  <a:lnTo>
                    <a:pt x="147" y="2077"/>
                  </a:lnTo>
                  <a:lnTo>
                    <a:pt x="147" y="2088"/>
                  </a:lnTo>
                  <a:lnTo>
                    <a:pt x="147" y="2095"/>
                  </a:lnTo>
                  <a:lnTo>
                    <a:pt x="151" y="2106"/>
                  </a:lnTo>
                  <a:lnTo>
                    <a:pt x="151" y="2117"/>
                  </a:lnTo>
                  <a:lnTo>
                    <a:pt x="155" y="2127"/>
                  </a:lnTo>
                  <a:lnTo>
                    <a:pt x="155" y="2138"/>
                  </a:lnTo>
                  <a:lnTo>
                    <a:pt x="155" y="2149"/>
                  </a:lnTo>
                  <a:lnTo>
                    <a:pt x="158" y="2160"/>
                  </a:lnTo>
                  <a:lnTo>
                    <a:pt x="158" y="2171"/>
                  </a:lnTo>
                  <a:lnTo>
                    <a:pt x="162" y="2181"/>
                  </a:lnTo>
                  <a:lnTo>
                    <a:pt x="162" y="2192"/>
                  </a:lnTo>
                  <a:lnTo>
                    <a:pt x="162" y="2203"/>
                  </a:lnTo>
                  <a:lnTo>
                    <a:pt x="165" y="2214"/>
                  </a:lnTo>
                  <a:lnTo>
                    <a:pt x="165" y="2225"/>
                  </a:lnTo>
                  <a:lnTo>
                    <a:pt x="165" y="2235"/>
                  </a:lnTo>
                  <a:lnTo>
                    <a:pt x="169" y="2243"/>
                  </a:lnTo>
                  <a:lnTo>
                    <a:pt x="169" y="2253"/>
                  </a:lnTo>
                  <a:lnTo>
                    <a:pt x="173" y="2264"/>
                  </a:lnTo>
                  <a:lnTo>
                    <a:pt x="173" y="2275"/>
                  </a:lnTo>
                  <a:lnTo>
                    <a:pt x="173" y="2286"/>
                  </a:lnTo>
                  <a:lnTo>
                    <a:pt x="176" y="2293"/>
                  </a:lnTo>
                  <a:lnTo>
                    <a:pt x="176" y="2304"/>
                  </a:lnTo>
                  <a:lnTo>
                    <a:pt x="180" y="2311"/>
                  </a:lnTo>
                  <a:lnTo>
                    <a:pt x="180" y="2322"/>
                  </a:lnTo>
                  <a:lnTo>
                    <a:pt x="180" y="2329"/>
                  </a:lnTo>
                  <a:lnTo>
                    <a:pt x="183" y="2340"/>
                  </a:lnTo>
                  <a:lnTo>
                    <a:pt x="183" y="2347"/>
                  </a:lnTo>
                  <a:lnTo>
                    <a:pt x="183" y="2354"/>
                  </a:lnTo>
                  <a:lnTo>
                    <a:pt x="187" y="2365"/>
                  </a:lnTo>
                  <a:lnTo>
                    <a:pt x="187" y="2372"/>
                  </a:lnTo>
                  <a:lnTo>
                    <a:pt x="191" y="2379"/>
                  </a:lnTo>
                  <a:lnTo>
                    <a:pt x="191" y="2387"/>
                  </a:lnTo>
                  <a:lnTo>
                    <a:pt x="191" y="2394"/>
                  </a:lnTo>
                  <a:lnTo>
                    <a:pt x="194" y="2401"/>
                  </a:lnTo>
                  <a:lnTo>
                    <a:pt x="194" y="2408"/>
                  </a:lnTo>
                  <a:lnTo>
                    <a:pt x="198" y="2412"/>
                  </a:lnTo>
                  <a:lnTo>
                    <a:pt x="198" y="2419"/>
                  </a:lnTo>
                  <a:lnTo>
                    <a:pt x="198" y="2423"/>
                  </a:lnTo>
                  <a:lnTo>
                    <a:pt x="201" y="2430"/>
                  </a:lnTo>
                  <a:lnTo>
                    <a:pt x="201" y="2433"/>
                  </a:lnTo>
                  <a:lnTo>
                    <a:pt x="205" y="2437"/>
                  </a:lnTo>
                  <a:lnTo>
                    <a:pt x="205" y="2444"/>
                  </a:lnTo>
                  <a:lnTo>
                    <a:pt x="205" y="2448"/>
                  </a:lnTo>
                  <a:lnTo>
                    <a:pt x="209" y="2451"/>
                  </a:lnTo>
                  <a:lnTo>
                    <a:pt x="209" y="2455"/>
                  </a:lnTo>
                  <a:lnTo>
                    <a:pt x="212" y="2459"/>
                  </a:lnTo>
                  <a:lnTo>
                    <a:pt x="216" y="2462"/>
                  </a:lnTo>
                  <a:lnTo>
                    <a:pt x="219" y="2462"/>
                  </a:lnTo>
                  <a:lnTo>
                    <a:pt x="223" y="2459"/>
                  </a:lnTo>
                  <a:lnTo>
                    <a:pt x="227" y="2455"/>
                  </a:lnTo>
                  <a:lnTo>
                    <a:pt x="227" y="2451"/>
                  </a:lnTo>
                  <a:lnTo>
                    <a:pt x="230" y="2448"/>
                  </a:lnTo>
                  <a:lnTo>
                    <a:pt x="230" y="2444"/>
                  </a:lnTo>
                  <a:lnTo>
                    <a:pt x="234" y="2441"/>
                  </a:lnTo>
                  <a:lnTo>
                    <a:pt x="234" y="2437"/>
                  </a:lnTo>
                  <a:lnTo>
                    <a:pt x="234" y="2430"/>
                  </a:lnTo>
                  <a:lnTo>
                    <a:pt x="237" y="2426"/>
                  </a:lnTo>
                  <a:lnTo>
                    <a:pt x="237" y="2419"/>
                  </a:lnTo>
                  <a:lnTo>
                    <a:pt x="241" y="2412"/>
                  </a:lnTo>
                  <a:lnTo>
                    <a:pt x="241" y="2405"/>
                  </a:lnTo>
                  <a:lnTo>
                    <a:pt x="241" y="2397"/>
                  </a:lnTo>
                  <a:lnTo>
                    <a:pt x="245" y="2387"/>
                  </a:lnTo>
                  <a:lnTo>
                    <a:pt x="245" y="2379"/>
                  </a:lnTo>
                  <a:lnTo>
                    <a:pt x="248" y="2369"/>
                  </a:lnTo>
                  <a:lnTo>
                    <a:pt x="248" y="2361"/>
                  </a:lnTo>
                  <a:lnTo>
                    <a:pt x="248" y="2351"/>
                  </a:lnTo>
                  <a:lnTo>
                    <a:pt x="252" y="2340"/>
                  </a:lnTo>
                  <a:lnTo>
                    <a:pt x="252" y="2329"/>
                  </a:lnTo>
                  <a:lnTo>
                    <a:pt x="252" y="2315"/>
                  </a:lnTo>
                  <a:lnTo>
                    <a:pt x="255" y="2304"/>
                  </a:lnTo>
                  <a:lnTo>
                    <a:pt x="255" y="2293"/>
                  </a:lnTo>
                  <a:lnTo>
                    <a:pt x="259" y="2279"/>
                  </a:lnTo>
                  <a:lnTo>
                    <a:pt x="259" y="2264"/>
                  </a:lnTo>
                  <a:lnTo>
                    <a:pt x="259" y="2250"/>
                  </a:lnTo>
                  <a:lnTo>
                    <a:pt x="263" y="2235"/>
                  </a:lnTo>
                  <a:lnTo>
                    <a:pt x="263" y="2221"/>
                  </a:lnTo>
                  <a:lnTo>
                    <a:pt x="266" y="2203"/>
                  </a:lnTo>
                  <a:lnTo>
                    <a:pt x="266" y="2189"/>
                  </a:lnTo>
                  <a:lnTo>
                    <a:pt x="266" y="2171"/>
                  </a:lnTo>
                  <a:lnTo>
                    <a:pt x="270" y="2156"/>
                  </a:lnTo>
                  <a:lnTo>
                    <a:pt x="270" y="2138"/>
                  </a:lnTo>
                  <a:lnTo>
                    <a:pt x="273" y="2120"/>
                  </a:lnTo>
                  <a:lnTo>
                    <a:pt x="273" y="2102"/>
                  </a:lnTo>
                  <a:lnTo>
                    <a:pt x="273" y="2084"/>
                  </a:lnTo>
                  <a:lnTo>
                    <a:pt x="277" y="2063"/>
                  </a:lnTo>
                  <a:lnTo>
                    <a:pt x="277" y="2045"/>
                  </a:lnTo>
                  <a:lnTo>
                    <a:pt x="277" y="2023"/>
                  </a:lnTo>
                  <a:lnTo>
                    <a:pt x="281" y="2005"/>
                  </a:lnTo>
                  <a:lnTo>
                    <a:pt x="281" y="1983"/>
                  </a:lnTo>
                  <a:lnTo>
                    <a:pt x="284" y="1962"/>
                  </a:lnTo>
                  <a:lnTo>
                    <a:pt x="284" y="1940"/>
                  </a:lnTo>
                  <a:lnTo>
                    <a:pt x="284" y="1919"/>
                  </a:lnTo>
                  <a:lnTo>
                    <a:pt x="288" y="1897"/>
                  </a:lnTo>
                  <a:lnTo>
                    <a:pt x="288" y="1872"/>
                  </a:lnTo>
                  <a:lnTo>
                    <a:pt x="291" y="1850"/>
                  </a:lnTo>
                  <a:lnTo>
                    <a:pt x="291" y="1825"/>
                  </a:lnTo>
                  <a:lnTo>
                    <a:pt x="291" y="1803"/>
                  </a:lnTo>
                  <a:lnTo>
                    <a:pt x="295" y="1778"/>
                  </a:lnTo>
                  <a:lnTo>
                    <a:pt x="295" y="1753"/>
                  </a:lnTo>
                  <a:lnTo>
                    <a:pt x="295" y="1731"/>
                  </a:lnTo>
                  <a:lnTo>
                    <a:pt x="299" y="1706"/>
                  </a:lnTo>
                  <a:lnTo>
                    <a:pt x="299" y="1681"/>
                  </a:lnTo>
                  <a:lnTo>
                    <a:pt x="302" y="1656"/>
                  </a:lnTo>
                  <a:lnTo>
                    <a:pt x="302" y="1631"/>
                  </a:lnTo>
                  <a:lnTo>
                    <a:pt x="302" y="1602"/>
                  </a:lnTo>
                  <a:lnTo>
                    <a:pt x="306" y="1577"/>
                  </a:lnTo>
                  <a:lnTo>
                    <a:pt x="306" y="1551"/>
                  </a:lnTo>
                  <a:lnTo>
                    <a:pt x="309" y="1523"/>
                  </a:lnTo>
                  <a:lnTo>
                    <a:pt x="309" y="1497"/>
                  </a:lnTo>
                  <a:lnTo>
                    <a:pt x="309" y="1472"/>
                  </a:lnTo>
                  <a:lnTo>
                    <a:pt x="313" y="1443"/>
                  </a:lnTo>
                  <a:lnTo>
                    <a:pt x="313" y="1418"/>
                  </a:lnTo>
                  <a:lnTo>
                    <a:pt x="317" y="1389"/>
                  </a:lnTo>
                  <a:lnTo>
                    <a:pt x="317" y="1361"/>
                  </a:lnTo>
                  <a:lnTo>
                    <a:pt x="317" y="1335"/>
                  </a:lnTo>
                  <a:lnTo>
                    <a:pt x="320" y="1307"/>
                  </a:lnTo>
                  <a:lnTo>
                    <a:pt x="320" y="1281"/>
                  </a:lnTo>
                  <a:lnTo>
                    <a:pt x="320" y="1253"/>
                  </a:lnTo>
                  <a:lnTo>
                    <a:pt x="324" y="1224"/>
                  </a:lnTo>
                  <a:lnTo>
                    <a:pt x="324" y="1195"/>
                  </a:lnTo>
                  <a:lnTo>
                    <a:pt x="327" y="1170"/>
                  </a:lnTo>
                  <a:lnTo>
                    <a:pt x="327" y="1141"/>
                  </a:lnTo>
                  <a:lnTo>
                    <a:pt x="327" y="1112"/>
                  </a:lnTo>
                  <a:lnTo>
                    <a:pt x="331" y="1087"/>
                  </a:lnTo>
                  <a:lnTo>
                    <a:pt x="331" y="1058"/>
                  </a:lnTo>
                  <a:lnTo>
                    <a:pt x="335" y="1029"/>
                  </a:lnTo>
                  <a:lnTo>
                    <a:pt x="335" y="1004"/>
                  </a:lnTo>
                  <a:lnTo>
                    <a:pt x="335" y="975"/>
                  </a:lnTo>
                  <a:lnTo>
                    <a:pt x="338" y="950"/>
                  </a:lnTo>
                  <a:lnTo>
                    <a:pt x="338" y="921"/>
                  </a:lnTo>
                  <a:lnTo>
                    <a:pt x="338" y="896"/>
                  </a:lnTo>
                  <a:lnTo>
                    <a:pt x="342" y="867"/>
                  </a:lnTo>
                  <a:lnTo>
                    <a:pt x="342" y="842"/>
                  </a:lnTo>
                  <a:lnTo>
                    <a:pt x="345" y="813"/>
                  </a:lnTo>
                  <a:lnTo>
                    <a:pt x="345" y="788"/>
                  </a:lnTo>
                  <a:lnTo>
                    <a:pt x="345" y="763"/>
                  </a:lnTo>
                  <a:lnTo>
                    <a:pt x="349" y="738"/>
                  </a:lnTo>
                  <a:lnTo>
                    <a:pt x="349" y="709"/>
                  </a:lnTo>
                  <a:lnTo>
                    <a:pt x="353" y="684"/>
                  </a:lnTo>
                  <a:lnTo>
                    <a:pt x="353" y="659"/>
                  </a:lnTo>
                  <a:lnTo>
                    <a:pt x="353" y="637"/>
                  </a:lnTo>
                  <a:lnTo>
                    <a:pt x="356" y="612"/>
                  </a:lnTo>
                  <a:lnTo>
                    <a:pt x="356" y="587"/>
                  </a:lnTo>
                  <a:lnTo>
                    <a:pt x="360" y="562"/>
                  </a:lnTo>
                  <a:lnTo>
                    <a:pt x="360" y="540"/>
                  </a:lnTo>
                  <a:lnTo>
                    <a:pt x="360" y="515"/>
                  </a:lnTo>
                  <a:lnTo>
                    <a:pt x="363" y="493"/>
                  </a:lnTo>
                  <a:lnTo>
                    <a:pt x="363" y="472"/>
                  </a:lnTo>
                  <a:lnTo>
                    <a:pt x="363" y="450"/>
                  </a:lnTo>
                  <a:lnTo>
                    <a:pt x="367" y="428"/>
                  </a:lnTo>
                  <a:lnTo>
                    <a:pt x="367" y="407"/>
                  </a:lnTo>
                  <a:lnTo>
                    <a:pt x="371" y="385"/>
                  </a:lnTo>
                  <a:lnTo>
                    <a:pt x="371" y="364"/>
                  </a:lnTo>
                  <a:lnTo>
                    <a:pt x="371" y="346"/>
                  </a:lnTo>
                  <a:lnTo>
                    <a:pt x="374" y="324"/>
                  </a:lnTo>
                  <a:lnTo>
                    <a:pt x="374" y="306"/>
                  </a:lnTo>
                  <a:lnTo>
                    <a:pt x="378" y="288"/>
                  </a:lnTo>
                  <a:lnTo>
                    <a:pt x="378" y="270"/>
                  </a:lnTo>
                  <a:lnTo>
                    <a:pt x="378" y="252"/>
                  </a:lnTo>
                  <a:lnTo>
                    <a:pt x="381" y="234"/>
                  </a:lnTo>
                  <a:lnTo>
                    <a:pt x="381" y="220"/>
                  </a:lnTo>
                  <a:lnTo>
                    <a:pt x="381" y="202"/>
                  </a:lnTo>
                  <a:lnTo>
                    <a:pt x="385" y="187"/>
                  </a:lnTo>
                  <a:lnTo>
                    <a:pt x="385" y="173"/>
                  </a:lnTo>
                  <a:lnTo>
                    <a:pt x="389" y="158"/>
                  </a:lnTo>
                  <a:lnTo>
                    <a:pt x="389" y="144"/>
                  </a:lnTo>
                  <a:lnTo>
                    <a:pt x="389" y="133"/>
                  </a:lnTo>
                  <a:lnTo>
                    <a:pt x="392" y="119"/>
                  </a:lnTo>
                  <a:lnTo>
                    <a:pt x="392" y="108"/>
                  </a:lnTo>
                  <a:lnTo>
                    <a:pt x="396" y="97"/>
                  </a:lnTo>
                  <a:lnTo>
                    <a:pt x="396" y="86"/>
                  </a:lnTo>
                  <a:lnTo>
                    <a:pt x="396" y="76"/>
                  </a:lnTo>
                  <a:lnTo>
                    <a:pt x="399" y="65"/>
                  </a:lnTo>
                  <a:lnTo>
                    <a:pt x="399" y="58"/>
                  </a:lnTo>
                  <a:lnTo>
                    <a:pt x="403" y="50"/>
                  </a:lnTo>
                  <a:lnTo>
                    <a:pt x="403" y="40"/>
                  </a:lnTo>
                  <a:lnTo>
                    <a:pt x="403" y="36"/>
                  </a:lnTo>
                  <a:lnTo>
                    <a:pt x="407" y="29"/>
                  </a:lnTo>
                  <a:lnTo>
                    <a:pt x="407" y="22"/>
                  </a:lnTo>
                  <a:lnTo>
                    <a:pt x="407" y="18"/>
                  </a:lnTo>
                  <a:lnTo>
                    <a:pt x="410" y="14"/>
                  </a:lnTo>
                  <a:lnTo>
                    <a:pt x="410" y="11"/>
                  </a:lnTo>
                  <a:lnTo>
                    <a:pt x="414" y="7"/>
                  </a:lnTo>
                  <a:lnTo>
                    <a:pt x="414" y="4"/>
                  </a:lnTo>
                  <a:lnTo>
                    <a:pt x="417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6" name="Freeform 74"/>
            <p:cNvSpPr>
              <a:spLocks/>
            </p:cNvSpPr>
            <p:nvPr/>
          </p:nvSpPr>
          <p:spPr bwMode="auto">
            <a:xfrm>
              <a:off x="1170" y="1048"/>
              <a:ext cx="2480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68" y="788"/>
                </a:cxn>
                <a:cxn ang="0">
                  <a:pos x="94" y="1253"/>
                </a:cxn>
                <a:cxn ang="0">
                  <a:pos x="115" y="1706"/>
                </a:cxn>
                <a:cxn ang="0">
                  <a:pos x="140" y="2084"/>
                </a:cxn>
                <a:cxn ang="0">
                  <a:pos x="166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5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7" y="1796"/>
                </a:cxn>
                <a:cxn ang="0">
                  <a:pos x="360" y="1789"/>
                </a:cxn>
                <a:cxn ang="0">
                  <a:pos x="382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0" y="2189"/>
                </a:cxn>
                <a:cxn ang="0">
                  <a:pos x="526" y="2124"/>
                </a:cxn>
                <a:cxn ang="0">
                  <a:pos x="551" y="2037"/>
                </a:cxn>
                <a:cxn ang="0">
                  <a:pos x="572" y="1958"/>
                </a:cxn>
                <a:cxn ang="0">
                  <a:pos x="605" y="1893"/>
                </a:cxn>
                <a:cxn ang="0">
                  <a:pos x="655" y="1915"/>
                </a:cxn>
                <a:cxn ang="0">
                  <a:pos x="677" y="1980"/>
                </a:cxn>
                <a:cxn ang="0">
                  <a:pos x="702" y="2048"/>
                </a:cxn>
                <a:cxn ang="0">
                  <a:pos x="727" y="2109"/>
                </a:cxn>
                <a:cxn ang="0">
                  <a:pos x="785" y="2124"/>
                </a:cxn>
                <a:cxn ang="0">
                  <a:pos x="817" y="2063"/>
                </a:cxn>
                <a:cxn ang="0">
                  <a:pos x="842" y="2001"/>
                </a:cxn>
                <a:cxn ang="0">
                  <a:pos x="875" y="1940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1" y="2073"/>
                </a:cxn>
                <a:cxn ang="0">
                  <a:pos x="1055" y="2106"/>
                </a:cxn>
                <a:cxn ang="0">
                  <a:pos x="1102" y="2045"/>
                </a:cxn>
                <a:cxn ang="0">
                  <a:pos x="1138" y="1983"/>
                </a:cxn>
                <a:cxn ang="0">
                  <a:pos x="1195" y="1951"/>
                </a:cxn>
                <a:cxn ang="0">
                  <a:pos x="1246" y="2012"/>
                </a:cxn>
                <a:cxn ang="0">
                  <a:pos x="1289" y="2073"/>
                </a:cxn>
                <a:cxn ang="0">
                  <a:pos x="1350" y="2077"/>
                </a:cxn>
                <a:cxn ang="0">
                  <a:pos x="1397" y="2016"/>
                </a:cxn>
                <a:cxn ang="0">
                  <a:pos x="1451" y="1962"/>
                </a:cxn>
                <a:cxn ang="0">
                  <a:pos x="1512" y="1998"/>
                </a:cxn>
                <a:cxn ang="0">
                  <a:pos x="1559" y="2059"/>
                </a:cxn>
                <a:cxn ang="0">
                  <a:pos x="1620" y="2073"/>
                </a:cxn>
                <a:cxn ang="0">
                  <a:pos x="1678" y="2016"/>
                </a:cxn>
                <a:cxn ang="0">
                  <a:pos x="1735" y="1973"/>
                </a:cxn>
                <a:cxn ang="0">
                  <a:pos x="1796" y="2009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8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27"/>
                </a:cxn>
                <a:cxn ang="0">
                  <a:pos x="2282" y="1987"/>
                </a:cxn>
                <a:cxn ang="0">
                  <a:pos x="2344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29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47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0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3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48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6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76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4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0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5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3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6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4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4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2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0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18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3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1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4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4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2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2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0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0" y="1915"/>
                  </a:lnTo>
                  <a:lnTo>
                    <a:pt x="590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77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2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0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8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6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6" y="2088"/>
                  </a:lnTo>
                  <a:lnTo>
                    <a:pt x="806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4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2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57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5" y="1940"/>
                  </a:lnTo>
                  <a:lnTo>
                    <a:pt x="878" y="1937"/>
                  </a:lnTo>
                  <a:lnTo>
                    <a:pt x="882" y="1933"/>
                  </a:lnTo>
                  <a:lnTo>
                    <a:pt x="886" y="1929"/>
                  </a:lnTo>
                  <a:lnTo>
                    <a:pt x="889" y="1926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58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4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4" y="2081"/>
                  </a:lnTo>
                  <a:lnTo>
                    <a:pt x="1004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30" y="2109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1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5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6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3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4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1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91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5" y="2045"/>
                  </a:lnTo>
                  <a:lnTo>
                    <a:pt x="1379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5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2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9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6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1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48" y="2048"/>
                  </a:lnTo>
                  <a:lnTo>
                    <a:pt x="1552" y="2052"/>
                  </a:lnTo>
                  <a:lnTo>
                    <a:pt x="1555" y="2055"/>
                  </a:lnTo>
                  <a:lnTo>
                    <a:pt x="1559" y="2059"/>
                  </a:lnTo>
                  <a:lnTo>
                    <a:pt x="1562" y="2063"/>
                  </a:lnTo>
                  <a:lnTo>
                    <a:pt x="1566" y="2066"/>
                  </a:lnTo>
                  <a:lnTo>
                    <a:pt x="1570" y="2070"/>
                  </a:lnTo>
                  <a:lnTo>
                    <a:pt x="1573" y="2073"/>
                  </a:lnTo>
                  <a:lnTo>
                    <a:pt x="1577" y="2073"/>
                  </a:lnTo>
                  <a:lnTo>
                    <a:pt x="1580" y="2077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3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67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5" y="2005"/>
                  </a:lnTo>
                  <a:lnTo>
                    <a:pt x="1688" y="2001"/>
                  </a:lnTo>
                  <a:lnTo>
                    <a:pt x="1692" y="1998"/>
                  </a:lnTo>
                  <a:lnTo>
                    <a:pt x="1696" y="1994"/>
                  </a:lnTo>
                  <a:lnTo>
                    <a:pt x="1699" y="1991"/>
                  </a:lnTo>
                  <a:lnTo>
                    <a:pt x="1703" y="1987"/>
                  </a:lnTo>
                  <a:lnTo>
                    <a:pt x="1706" y="1983"/>
                  </a:lnTo>
                  <a:lnTo>
                    <a:pt x="1710" y="1980"/>
                  </a:lnTo>
                  <a:lnTo>
                    <a:pt x="1714" y="1980"/>
                  </a:lnTo>
                  <a:lnTo>
                    <a:pt x="1717" y="1976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3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8" y="1994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3"/>
                  </a:lnTo>
                  <a:lnTo>
                    <a:pt x="1879" y="2070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59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37"/>
                  </a:lnTo>
                  <a:lnTo>
                    <a:pt x="1937" y="2034"/>
                  </a:lnTo>
                  <a:lnTo>
                    <a:pt x="1940" y="2030"/>
                  </a:lnTo>
                  <a:lnTo>
                    <a:pt x="1944" y="2027"/>
                  </a:lnTo>
                  <a:lnTo>
                    <a:pt x="1948" y="2023"/>
                  </a:lnTo>
                  <a:lnTo>
                    <a:pt x="1951" y="2019"/>
                  </a:lnTo>
                  <a:lnTo>
                    <a:pt x="1955" y="2016"/>
                  </a:lnTo>
                  <a:lnTo>
                    <a:pt x="1958" y="2012"/>
                  </a:lnTo>
                  <a:lnTo>
                    <a:pt x="1962" y="2009"/>
                  </a:lnTo>
                  <a:lnTo>
                    <a:pt x="1966" y="2005"/>
                  </a:lnTo>
                  <a:lnTo>
                    <a:pt x="1969" y="2001"/>
                  </a:lnTo>
                  <a:lnTo>
                    <a:pt x="1973" y="1998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87"/>
                  </a:lnTo>
                  <a:lnTo>
                    <a:pt x="1991" y="1987"/>
                  </a:lnTo>
                  <a:lnTo>
                    <a:pt x="1994" y="1983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3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6" y="1998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9"/>
                  </a:lnTo>
                  <a:lnTo>
                    <a:pt x="2084" y="2023"/>
                  </a:lnTo>
                  <a:lnTo>
                    <a:pt x="2088" y="2027"/>
                  </a:lnTo>
                  <a:lnTo>
                    <a:pt x="2092" y="2030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52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63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8" y="2030"/>
                  </a:lnTo>
                  <a:lnTo>
                    <a:pt x="2221" y="2027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6" y="2005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90" y="1983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91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2001"/>
                  </a:lnTo>
                  <a:lnTo>
                    <a:pt x="2340" y="2005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4" y="2016"/>
                  </a:lnTo>
                  <a:lnTo>
                    <a:pt x="2358" y="2019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6" y="2059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2" y="2052"/>
                  </a:lnTo>
                  <a:lnTo>
                    <a:pt x="2466" y="2052"/>
                  </a:lnTo>
                  <a:lnTo>
                    <a:pt x="2470" y="2048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7" name="Freeform 75"/>
            <p:cNvSpPr>
              <a:spLocks/>
            </p:cNvSpPr>
            <p:nvPr/>
          </p:nvSpPr>
          <p:spPr bwMode="auto">
            <a:xfrm>
              <a:off x="3650" y="3039"/>
              <a:ext cx="1559" cy="64"/>
            </a:xfrm>
            <a:custGeom>
              <a:avLst/>
              <a:gdLst/>
              <a:ahLst/>
              <a:cxnLst>
                <a:cxn ang="0">
                  <a:pos x="22" y="36"/>
                </a:cxn>
                <a:cxn ang="0">
                  <a:pos x="47" y="18"/>
                </a:cxn>
                <a:cxn ang="0">
                  <a:pos x="72" y="3"/>
                </a:cxn>
                <a:cxn ang="0">
                  <a:pos x="98" y="0"/>
                </a:cxn>
                <a:cxn ang="0">
                  <a:pos x="123" y="7"/>
                </a:cxn>
                <a:cxn ang="0">
                  <a:pos x="148" y="21"/>
                </a:cxn>
                <a:cxn ang="0">
                  <a:pos x="173" y="39"/>
                </a:cxn>
                <a:cxn ang="0">
                  <a:pos x="198" y="57"/>
                </a:cxn>
                <a:cxn ang="0">
                  <a:pos x="224" y="64"/>
                </a:cxn>
                <a:cxn ang="0">
                  <a:pos x="249" y="64"/>
                </a:cxn>
                <a:cxn ang="0">
                  <a:pos x="274" y="54"/>
                </a:cxn>
                <a:cxn ang="0">
                  <a:pos x="299" y="36"/>
                </a:cxn>
                <a:cxn ang="0">
                  <a:pos x="324" y="18"/>
                </a:cxn>
                <a:cxn ang="0">
                  <a:pos x="350" y="7"/>
                </a:cxn>
                <a:cxn ang="0">
                  <a:pos x="375" y="3"/>
                </a:cxn>
                <a:cxn ang="0">
                  <a:pos x="400" y="7"/>
                </a:cxn>
                <a:cxn ang="0">
                  <a:pos x="425" y="21"/>
                </a:cxn>
                <a:cxn ang="0">
                  <a:pos x="450" y="39"/>
                </a:cxn>
                <a:cxn ang="0">
                  <a:pos x="476" y="54"/>
                </a:cxn>
                <a:cxn ang="0">
                  <a:pos x="501" y="61"/>
                </a:cxn>
                <a:cxn ang="0">
                  <a:pos x="526" y="61"/>
                </a:cxn>
                <a:cxn ang="0">
                  <a:pos x="551" y="50"/>
                </a:cxn>
                <a:cxn ang="0">
                  <a:pos x="576" y="36"/>
                </a:cxn>
                <a:cxn ang="0">
                  <a:pos x="602" y="21"/>
                </a:cxn>
                <a:cxn ang="0">
                  <a:pos x="627" y="7"/>
                </a:cxn>
                <a:cxn ang="0">
                  <a:pos x="652" y="3"/>
                </a:cxn>
                <a:cxn ang="0">
                  <a:pos x="677" y="10"/>
                </a:cxn>
                <a:cxn ang="0">
                  <a:pos x="702" y="21"/>
                </a:cxn>
                <a:cxn ang="0">
                  <a:pos x="728" y="36"/>
                </a:cxn>
                <a:cxn ang="0">
                  <a:pos x="753" y="50"/>
                </a:cxn>
                <a:cxn ang="0">
                  <a:pos x="778" y="61"/>
                </a:cxn>
                <a:cxn ang="0">
                  <a:pos x="803" y="61"/>
                </a:cxn>
                <a:cxn ang="0">
                  <a:pos x="828" y="50"/>
                </a:cxn>
                <a:cxn ang="0">
                  <a:pos x="854" y="36"/>
                </a:cxn>
                <a:cxn ang="0">
                  <a:pos x="879" y="21"/>
                </a:cxn>
                <a:cxn ang="0">
                  <a:pos x="904" y="10"/>
                </a:cxn>
                <a:cxn ang="0">
                  <a:pos x="929" y="7"/>
                </a:cxn>
                <a:cxn ang="0">
                  <a:pos x="954" y="10"/>
                </a:cxn>
                <a:cxn ang="0">
                  <a:pos x="980" y="21"/>
                </a:cxn>
                <a:cxn ang="0">
                  <a:pos x="1005" y="36"/>
                </a:cxn>
                <a:cxn ang="0">
                  <a:pos x="1030" y="50"/>
                </a:cxn>
                <a:cxn ang="0">
                  <a:pos x="1055" y="57"/>
                </a:cxn>
                <a:cxn ang="0">
                  <a:pos x="1080" y="57"/>
                </a:cxn>
                <a:cxn ang="0">
                  <a:pos x="1106" y="50"/>
                </a:cxn>
                <a:cxn ang="0">
                  <a:pos x="1131" y="39"/>
                </a:cxn>
                <a:cxn ang="0">
                  <a:pos x="1156" y="25"/>
                </a:cxn>
                <a:cxn ang="0">
                  <a:pos x="1181" y="14"/>
                </a:cxn>
                <a:cxn ang="0">
                  <a:pos x="1206" y="10"/>
                </a:cxn>
                <a:cxn ang="0">
                  <a:pos x="1232" y="10"/>
                </a:cxn>
                <a:cxn ang="0">
                  <a:pos x="1257" y="21"/>
                </a:cxn>
                <a:cxn ang="0">
                  <a:pos x="1282" y="36"/>
                </a:cxn>
                <a:cxn ang="0">
                  <a:pos x="1307" y="46"/>
                </a:cxn>
                <a:cxn ang="0">
                  <a:pos x="1332" y="54"/>
                </a:cxn>
                <a:cxn ang="0">
                  <a:pos x="1358" y="57"/>
                </a:cxn>
                <a:cxn ang="0">
                  <a:pos x="1383" y="50"/>
                </a:cxn>
                <a:cxn ang="0">
                  <a:pos x="1408" y="39"/>
                </a:cxn>
                <a:cxn ang="0">
                  <a:pos x="1433" y="25"/>
                </a:cxn>
                <a:cxn ang="0">
                  <a:pos x="1458" y="14"/>
                </a:cxn>
                <a:cxn ang="0">
                  <a:pos x="1484" y="10"/>
                </a:cxn>
                <a:cxn ang="0">
                  <a:pos x="1509" y="14"/>
                </a:cxn>
                <a:cxn ang="0">
                  <a:pos x="1534" y="21"/>
                </a:cxn>
                <a:cxn ang="0">
                  <a:pos x="1559" y="32"/>
                </a:cxn>
              </a:cxnLst>
              <a:rect l="0" t="0" r="r" b="b"/>
              <a:pathLst>
                <a:path w="1559" h="64">
                  <a:moveTo>
                    <a:pt x="0" y="54"/>
                  </a:moveTo>
                  <a:lnTo>
                    <a:pt x="4" y="50"/>
                  </a:lnTo>
                  <a:lnTo>
                    <a:pt x="8" y="46"/>
                  </a:lnTo>
                  <a:lnTo>
                    <a:pt x="11" y="43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6" y="32"/>
                  </a:lnTo>
                  <a:lnTo>
                    <a:pt x="29" y="28"/>
                  </a:lnTo>
                  <a:lnTo>
                    <a:pt x="33" y="25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2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8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6" y="3"/>
                  </a:lnTo>
                  <a:lnTo>
                    <a:pt x="119" y="3"/>
                  </a:lnTo>
                  <a:lnTo>
                    <a:pt x="123" y="7"/>
                  </a:lnTo>
                  <a:lnTo>
                    <a:pt x="126" y="7"/>
                  </a:lnTo>
                  <a:lnTo>
                    <a:pt x="130" y="10"/>
                  </a:lnTo>
                  <a:lnTo>
                    <a:pt x="134" y="10"/>
                  </a:lnTo>
                  <a:lnTo>
                    <a:pt x="137" y="14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21"/>
                  </a:lnTo>
                  <a:lnTo>
                    <a:pt x="152" y="25"/>
                  </a:lnTo>
                  <a:lnTo>
                    <a:pt x="155" y="25"/>
                  </a:lnTo>
                  <a:lnTo>
                    <a:pt x="159" y="28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70" y="36"/>
                  </a:lnTo>
                  <a:lnTo>
                    <a:pt x="173" y="39"/>
                  </a:lnTo>
                  <a:lnTo>
                    <a:pt x="177" y="43"/>
                  </a:lnTo>
                  <a:lnTo>
                    <a:pt x="180" y="46"/>
                  </a:lnTo>
                  <a:lnTo>
                    <a:pt x="184" y="46"/>
                  </a:lnTo>
                  <a:lnTo>
                    <a:pt x="188" y="50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7"/>
                  </a:lnTo>
                  <a:lnTo>
                    <a:pt x="202" y="57"/>
                  </a:lnTo>
                  <a:lnTo>
                    <a:pt x="206" y="61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4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2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60" y="61"/>
                  </a:lnTo>
                  <a:lnTo>
                    <a:pt x="263" y="57"/>
                  </a:lnTo>
                  <a:lnTo>
                    <a:pt x="267" y="57"/>
                  </a:lnTo>
                  <a:lnTo>
                    <a:pt x="270" y="54"/>
                  </a:lnTo>
                  <a:lnTo>
                    <a:pt x="274" y="54"/>
                  </a:lnTo>
                  <a:lnTo>
                    <a:pt x="278" y="50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6" y="39"/>
                  </a:lnTo>
                  <a:lnTo>
                    <a:pt x="299" y="36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4" y="25"/>
                  </a:lnTo>
                  <a:lnTo>
                    <a:pt x="317" y="25"/>
                  </a:lnTo>
                  <a:lnTo>
                    <a:pt x="321" y="21"/>
                  </a:lnTo>
                  <a:lnTo>
                    <a:pt x="324" y="18"/>
                  </a:lnTo>
                  <a:lnTo>
                    <a:pt x="328" y="18"/>
                  </a:lnTo>
                  <a:lnTo>
                    <a:pt x="332" y="14"/>
                  </a:lnTo>
                  <a:lnTo>
                    <a:pt x="335" y="10"/>
                  </a:lnTo>
                  <a:lnTo>
                    <a:pt x="339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50" y="7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8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6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4" y="10"/>
                  </a:lnTo>
                  <a:lnTo>
                    <a:pt x="407" y="10"/>
                  </a:lnTo>
                  <a:lnTo>
                    <a:pt x="411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2" y="18"/>
                  </a:lnTo>
                  <a:lnTo>
                    <a:pt x="425" y="21"/>
                  </a:lnTo>
                  <a:lnTo>
                    <a:pt x="429" y="25"/>
                  </a:lnTo>
                  <a:lnTo>
                    <a:pt x="432" y="25"/>
                  </a:lnTo>
                  <a:lnTo>
                    <a:pt x="436" y="28"/>
                  </a:lnTo>
                  <a:lnTo>
                    <a:pt x="440" y="32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9"/>
                  </a:lnTo>
                  <a:lnTo>
                    <a:pt x="454" y="39"/>
                  </a:lnTo>
                  <a:lnTo>
                    <a:pt x="458" y="43"/>
                  </a:lnTo>
                  <a:lnTo>
                    <a:pt x="461" y="46"/>
                  </a:lnTo>
                  <a:lnTo>
                    <a:pt x="465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6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4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4"/>
                  </a:lnTo>
                  <a:lnTo>
                    <a:pt x="512" y="64"/>
                  </a:lnTo>
                  <a:lnTo>
                    <a:pt x="515" y="64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30" y="61"/>
                  </a:lnTo>
                  <a:lnTo>
                    <a:pt x="533" y="61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8" y="54"/>
                  </a:lnTo>
                  <a:lnTo>
                    <a:pt x="551" y="50"/>
                  </a:lnTo>
                  <a:lnTo>
                    <a:pt x="555" y="50"/>
                  </a:lnTo>
                  <a:lnTo>
                    <a:pt x="558" y="46"/>
                  </a:lnTo>
                  <a:lnTo>
                    <a:pt x="562" y="46"/>
                  </a:lnTo>
                  <a:lnTo>
                    <a:pt x="566" y="43"/>
                  </a:lnTo>
                  <a:lnTo>
                    <a:pt x="569" y="43"/>
                  </a:lnTo>
                  <a:lnTo>
                    <a:pt x="573" y="39"/>
                  </a:lnTo>
                  <a:lnTo>
                    <a:pt x="576" y="36"/>
                  </a:lnTo>
                  <a:lnTo>
                    <a:pt x="580" y="36"/>
                  </a:lnTo>
                  <a:lnTo>
                    <a:pt x="584" y="32"/>
                  </a:lnTo>
                  <a:lnTo>
                    <a:pt x="587" y="28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2" y="21"/>
                  </a:lnTo>
                  <a:lnTo>
                    <a:pt x="605" y="18"/>
                  </a:lnTo>
                  <a:lnTo>
                    <a:pt x="609" y="18"/>
                  </a:lnTo>
                  <a:lnTo>
                    <a:pt x="612" y="14"/>
                  </a:lnTo>
                  <a:lnTo>
                    <a:pt x="616" y="14"/>
                  </a:lnTo>
                  <a:lnTo>
                    <a:pt x="620" y="10"/>
                  </a:lnTo>
                  <a:lnTo>
                    <a:pt x="623" y="10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8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6" y="3"/>
                  </a:lnTo>
                  <a:lnTo>
                    <a:pt x="659" y="3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4" y="7"/>
                  </a:lnTo>
                  <a:lnTo>
                    <a:pt x="677" y="10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2" y="14"/>
                  </a:lnTo>
                  <a:lnTo>
                    <a:pt x="695" y="18"/>
                  </a:lnTo>
                  <a:lnTo>
                    <a:pt x="699" y="18"/>
                  </a:lnTo>
                  <a:lnTo>
                    <a:pt x="702" y="21"/>
                  </a:lnTo>
                  <a:lnTo>
                    <a:pt x="706" y="25"/>
                  </a:lnTo>
                  <a:lnTo>
                    <a:pt x="710" y="25"/>
                  </a:lnTo>
                  <a:lnTo>
                    <a:pt x="713" y="28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6"/>
                  </a:lnTo>
                  <a:lnTo>
                    <a:pt x="728" y="36"/>
                  </a:lnTo>
                  <a:lnTo>
                    <a:pt x="731" y="39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6"/>
                  </a:lnTo>
                  <a:lnTo>
                    <a:pt x="746" y="46"/>
                  </a:lnTo>
                  <a:lnTo>
                    <a:pt x="749" y="50"/>
                  </a:lnTo>
                  <a:lnTo>
                    <a:pt x="753" y="50"/>
                  </a:lnTo>
                  <a:lnTo>
                    <a:pt x="756" y="54"/>
                  </a:lnTo>
                  <a:lnTo>
                    <a:pt x="760" y="54"/>
                  </a:lnTo>
                  <a:lnTo>
                    <a:pt x="764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61"/>
                  </a:lnTo>
                  <a:lnTo>
                    <a:pt x="782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800" y="61"/>
                  </a:lnTo>
                  <a:lnTo>
                    <a:pt x="803" y="61"/>
                  </a:lnTo>
                  <a:lnTo>
                    <a:pt x="807" y="57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8" y="54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0"/>
                  </a:lnTo>
                  <a:lnTo>
                    <a:pt x="832" y="50"/>
                  </a:lnTo>
                  <a:lnTo>
                    <a:pt x="836" y="46"/>
                  </a:lnTo>
                  <a:lnTo>
                    <a:pt x="839" y="46"/>
                  </a:lnTo>
                  <a:lnTo>
                    <a:pt x="843" y="43"/>
                  </a:lnTo>
                  <a:lnTo>
                    <a:pt x="846" y="43"/>
                  </a:lnTo>
                  <a:lnTo>
                    <a:pt x="850" y="39"/>
                  </a:lnTo>
                  <a:lnTo>
                    <a:pt x="854" y="36"/>
                  </a:lnTo>
                  <a:lnTo>
                    <a:pt x="857" y="36"/>
                  </a:lnTo>
                  <a:lnTo>
                    <a:pt x="861" y="32"/>
                  </a:lnTo>
                  <a:lnTo>
                    <a:pt x="864" y="32"/>
                  </a:lnTo>
                  <a:lnTo>
                    <a:pt x="868" y="28"/>
                  </a:lnTo>
                  <a:lnTo>
                    <a:pt x="872" y="28"/>
                  </a:lnTo>
                  <a:lnTo>
                    <a:pt x="875" y="25"/>
                  </a:lnTo>
                  <a:lnTo>
                    <a:pt x="879" y="21"/>
                  </a:lnTo>
                  <a:lnTo>
                    <a:pt x="882" y="21"/>
                  </a:lnTo>
                  <a:lnTo>
                    <a:pt x="886" y="18"/>
                  </a:lnTo>
                  <a:lnTo>
                    <a:pt x="890" y="18"/>
                  </a:lnTo>
                  <a:lnTo>
                    <a:pt x="893" y="14"/>
                  </a:lnTo>
                  <a:lnTo>
                    <a:pt x="897" y="14"/>
                  </a:lnTo>
                  <a:lnTo>
                    <a:pt x="900" y="14"/>
                  </a:lnTo>
                  <a:lnTo>
                    <a:pt x="904" y="10"/>
                  </a:lnTo>
                  <a:lnTo>
                    <a:pt x="908" y="10"/>
                  </a:lnTo>
                  <a:lnTo>
                    <a:pt x="911" y="10"/>
                  </a:lnTo>
                  <a:lnTo>
                    <a:pt x="915" y="7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6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4" y="7"/>
                  </a:lnTo>
                  <a:lnTo>
                    <a:pt x="947" y="7"/>
                  </a:lnTo>
                  <a:lnTo>
                    <a:pt x="951" y="10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2" y="14"/>
                  </a:lnTo>
                  <a:lnTo>
                    <a:pt x="965" y="14"/>
                  </a:lnTo>
                  <a:lnTo>
                    <a:pt x="969" y="14"/>
                  </a:lnTo>
                  <a:lnTo>
                    <a:pt x="972" y="18"/>
                  </a:lnTo>
                  <a:lnTo>
                    <a:pt x="976" y="18"/>
                  </a:lnTo>
                  <a:lnTo>
                    <a:pt x="980" y="21"/>
                  </a:lnTo>
                  <a:lnTo>
                    <a:pt x="983" y="25"/>
                  </a:lnTo>
                  <a:lnTo>
                    <a:pt x="987" y="25"/>
                  </a:lnTo>
                  <a:lnTo>
                    <a:pt x="990" y="28"/>
                  </a:lnTo>
                  <a:lnTo>
                    <a:pt x="994" y="28"/>
                  </a:lnTo>
                  <a:lnTo>
                    <a:pt x="998" y="32"/>
                  </a:lnTo>
                  <a:lnTo>
                    <a:pt x="1001" y="32"/>
                  </a:lnTo>
                  <a:lnTo>
                    <a:pt x="1005" y="36"/>
                  </a:lnTo>
                  <a:lnTo>
                    <a:pt x="1008" y="39"/>
                  </a:lnTo>
                  <a:lnTo>
                    <a:pt x="1012" y="39"/>
                  </a:lnTo>
                  <a:lnTo>
                    <a:pt x="1016" y="43"/>
                  </a:lnTo>
                  <a:lnTo>
                    <a:pt x="1019" y="43"/>
                  </a:lnTo>
                  <a:lnTo>
                    <a:pt x="1023" y="46"/>
                  </a:lnTo>
                  <a:lnTo>
                    <a:pt x="1026" y="46"/>
                  </a:lnTo>
                  <a:lnTo>
                    <a:pt x="1030" y="50"/>
                  </a:lnTo>
                  <a:lnTo>
                    <a:pt x="1034" y="50"/>
                  </a:lnTo>
                  <a:lnTo>
                    <a:pt x="1037" y="50"/>
                  </a:lnTo>
                  <a:lnTo>
                    <a:pt x="1041" y="54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2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70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8" y="57"/>
                  </a:lnTo>
                  <a:lnTo>
                    <a:pt x="1091" y="54"/>
                  </a:lnTo>
                  <a:lnTo>
                    <a:pt x="1095" y="54"/>
                  </a:lnTo>
                  <a:lnTo>
                    <a:pt x="1098" y="54"/>
                  </a:lnTo>
                  <a:lnTo>
                    <a:pt x="1102" y="50"/>
                  </a:lnTo>
                  <a:lnTo>
                    <a:pt x="1106" y="50"/>
                  </a:lnTo>
                  <a:lnTo>
                    <a:pt x="1109" y="50"/>
                  </a:lnTo>
                  <a:lnTo>
                    <a:pt x="1113" y="46"/>
                  </a:lnTo>
                  <a:lnTo>
                    <a:pt x="1116" y="46"/>
                  </a:lnTo>
                  <a:lnTo>
                    <a:pt x="1120" y="43"/>
                  </a:lnTo>
                  <a:lnTo>
                    <a:pt x="1124" y="43"/>
                  </a:lnTo>
                  <a:lnTo>
                    <a:pt x="1127" y="39"/>
                  </a:lnTo>
                  <a:lnTo>
                    <a:pt x="1131" y="39"/>
                  </a:lnTo>
                  <a:lnTo>
                    <a:pt x="1134" y="36"/>
                  </a:lnTo>
                  <a:lnTo>
                    <a:pt x="1138" y="32"/>
                  </a:lnTo>
                  <a:lnTo>
                    <a:pt x="1142" y="32"/>
                  </a:lnTo>
                  <a:lnTo>
                    <a:pt x="1145" y="28"/>
                  </a:lnTo>
                  <a:lnTo>
                    <a:pt x="1149" y="28"/>
                  </a:lnTo>
                  <a:lnTo>
                    <a:pt x="1152" y="25"/>
                  </a:lnTo>
                  <a:lnTo>
                    <a:pt x="1156" y="25"/>
                  </a:lnTo>
                  <a:lnTo>
                    <a:pt x="1160" y="21"/>
                  </a:lnTo>
                  <a:lnTo>
                    <a:pt x="1163" y="21"/>
                  </a:lnTo>
                  <a:lnTo>
                    <a:pt x="1167" y="18"/>
                  </a:lnTo>
                  <a:lnTo>
                    <a:pt x="1170" y="18"/>
                  </a:lnTo>
                  <a:lnTo>
                    <a:pt x="1174" y="18"/>
                  </a:lnTo>
                  <a:lnTo>
                    <a:pt x="1178" y="14"/>
                  </a:lnTo>
                  <a:lnTo>
                    <a:pt x="1181" y="14"/>
                  </a:lnTo>
                  <a:lnTo>
                    <a:pt x="1185" y="14"/>
                  </a:lnTo>
                  <a:lnTo>
                    <a:pt x="1188" y="10"/>
                  </a:lnTo>
                  <a:lnTo>
                    <a:pt x="1192" y="10"/>
                  </a:lnTo>
                  <a:lnTo>
                    <a:pt x="1196" y="10"/>
                  </a:lnTo>
                  <a:lnTo>
                    <a:pt x="1199" y="10"/>
                  </a:lnTo>
                  <a:lnTo>
                    <a:pt x="1203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4" y="10"/>
                  </a:lnTo>
                  <a:lnTo>
                    <a:pt x="1217" y="10"/>
                  </a:lnTo>
                  <a:lnTo>
                    <a:pt x="1221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2" y="10"/>
                  </a:lnTo>
                  <a:lnTo>
                    <a:pt x="1235" y="14"/>
                  </a:lnTo>
                  <a:lnTo>
                    <a:pt x="1239" y="14"/>
                  </a:lnTo>
                  <a:lnTo>
                    <a:pt x="1242" y="14"/>
                  </a:lnTo>
                  <a:lnTo>
                    <a:pt x="1246" y="18"/>
                  </a:lnTo>
                  <a:lnTo>
                    <a:pt x="1250" y="18"/>
                  </a:lnTo>
                  <a:lnTo>
                    <a:pt x="1253" y="21"/>
                  </a:lnTo>
                  <a:lnTo>
                    <a:pt x="1257" y="21"/>
                  </a:lnTo>
                  <a:lnTo>
                    <a:pt x="1260" y="21"/>
                  </a:lnTo>
                  <a:lnTo>
                    <a:pt x="1264" y="25"/>
                  </a:lnTo>
                  <a:lnTo>
                    <a:pt x="1268" y="28"/>
                  </a:lnTo>
                  <a:lnTo>
                    <a:pt x="1271" y="28"/>
                  </a:lnTo>
                  <a:lnTo>
                    <a:pt x="1275" y="32"/>
                  </a:lnTo>
                  <a:lnTo>
                    <a:pt x="1278" y="32"/>
                  </a:lnTo>
                  <a:lnTo>
                    <a:pt x="1282" y="36"/>
                  </a:lnTo>
                  <a:lnTo>
                    <a:pt x="1286" y="36"/>
                  </a:lnTo>
                  <a:lnTo>
                    <a:pt x="1289" y="39"/>
                  </a:lnTo>
                  <a:lnTo>
                    <a:pt x="1293" y="39"/>
                  </a:lnTo>
                  <a:lnTo>
                    <a:pt x="1296" y="43"/>
                  </a:lnTo>
                  <a:lnTo>
                    <a:pt x="1300" y="43"/>
                  </a:lnTo>
                  <a:lnTo>
                    <a:pt x="1304" y="46"/>
                  </a:lnTo>
                  <a:lnTo>
                    <a:pt x="1307" y="46"/>
                  </a:lnTo>
                  <a:lnTo>
                    <a:pt x="1311" y="50"/>
                  </a:lnTo>
                  <a:lnTo>
                    <a:pt x="1314" y="50"/>
                  </a:lnTo>
                  <a:lnTo>
                    <a:pt x="1318" y="50"/>
                  </a:lnTo>
                  <a:lnTo>
                    <a:pt x="1322" y="54"/>
                  </a:lnTo>
                  <a:lnTo>
                    <a:pt x="1325" y="54"/>
                  </a:lnTo>
                  <a:lnTo>
                    <a:pt x="1329" y="54"/>
                  </a:lnTo>
                  <a:lnTo>
                    <a:pt x="1332" y="54"/>
                  </a:lnTo>
                  <a:lnTo>
                    <a:pt x="1336" y="57"/>
                  </a:lnTo>
                  <a:lnTo>
                    <a:pt x="1340" y="57"/>
                  </a:lnTo>
                  <a:lnTo>
                    <a:pt x="1343" y="57"/>
                  </a:lnTo>
                  <a:lnTo>
                    <a:pt x="1347" y="57"/>
                  </a:lnTo>
                  <a:lnTo>
                    <a:pt x="1350" y="57"/>
                  </a:lnTo>
                  <a:lnTo>
                    <a:pt x="1354" y="57"/>
                  </a:lnTo>
                  <a:lnTo>
                    <a:pt x="1358" y="57"/>
                  </a:lnTo>
                  <a:lnTo>
                    <a:pt x="1361" y="54"/>
                  </a:lnTo>
                  <a:lnTo>
                    <a:pt x="1365" y="54"/>
                  </a:lnTo>
                  <a:lnTo>
                    <a:pt x="1368" y="54"/>
                  </a:lnTo>
                  <a:lnTo>
                    <a:pt x="1372" y="54"/>
                  </a:lnTo>
                  <a:lnTo>
                    <a:pt x="1376" y="54"/>
                  </a:lnTo>
                  <a:lnTo>
                    <a:pt x="1379" y="50"/>
                  </a:lnTo>
                  <a:lnTo>
                    <a:pt x="1383" y="50"/>
                  </a:lnTo>
                  <a:lnTo>
                    <a:pt x="1386" y="50"/>
                  </a:lnTo>
                  <a:lnTo>
                    <a:pt x="1390" y="46"/>
                  </a:lnTo>
                  <a:lnTo>
                    <a:pt x="1394" y="46"/>
                  </a:lnTo>
                  <a:lnTo>
                    <a:pt x="1397" y="43"/>
                  </a:lnTo>
                  <a:lnTo>
                    <a:pt x="1401" y="43"/>
                  </a:lnTo>
                  <a:lnTo>
                    <a:pt x="1404" y="39"/>
                  </a:lnTo>
                  <a:lnTo>
                    <a:pt x="1408" y="39"/>
                  </a:lnTo>
                  <a:lnTo>
                    <a:pt x="1412" y="36"/>
                  </a:lnTo>
                  <a:lnTo>
                    <a:pt x="1415" y="36"/>
                  </a:lnTo>
                  <a:lnTo>
                    <a:pt x="1419" y="32"/>
                  </a:lnTo>
                  <a:lnTo>
                    <a:pt x="1422" y="32"/>
                  </a:lnTo>
                  <a:lnTo>
                    <a:pt x="1426" y="28"/>
                  </a:lnTo>
                  <a:lnTo>
                    <a:pt x="1430" y="28"/>
                  </a:lnTo>
                  <a:lnTo>
                    <a:pt x="1433" y="25"/>
                  </a:lnTo>
                  <a:lnTo>
                    <a:pt x="1437" y="25"/>
                  </a:lnTo>
                  <a:lnTo>
                    <a:pt x="1440" y="21"/>
                  </a:lnTo>
                  <a:lnTo>
                    <a:pt x="1444" y="21"/>
                  </a:lnTo>
                  <a:lnTo>
                    <a:pt x="1448" y="18"/>
                  </a:lnTo>
                  <a:lnTo>
                    <a:pt x="1451" y="18"/>
                  </a:lnTo>
                  <a:lnTo>
                    <a:pt x="1455" y="18"/>
                  </a:lnTo>
                  <a:lnTo>
                    <a:pt x="1458" y="14"/>
                  </a:lnTo>
                  <a:lnTo>
                    <a:pt x="1462" y="14"/>
                  </a:lnTo>
                  <a:lnTo>
                    <a:pt x="1466" y="14"/>
                  </a:lnTo>
                  <a:lnTo>
                    <a:pt x="1469" y="14"/>
                  </a:lnTo>
                  <a:lnTo>
                    <a:pt x="1473" y="10"/>
                  </a:lnTo>
                  <a:lnTo>
                    <a:pt x="1476" y="10"/>
                  </a:lnTo>
                  <a:lnTo>
                    <a:pt x="1480" y="10"/>
                  </a:lnTo>
                  <a:lnTo>
                    <a:pt x="1484" y="10"/>
                  </a:lnTo>
                  <a:lnTo>
                    <a:pt x="1487" y="10"/>
                  </a:lnTo>
                  <a:lnTo>
                    <a:pt x="1491" y="10"/>
                  </a:lnTo>
                  <a:lnTo>
                    <a:pt x="1494" y="10"/>
                  </a:lnTo>
                  <a:lnTo>
                    <a:pt x="1498" y="10"/>
                  </a:lnTo>
                  <a:lnTo>
                    <a:pt x="1502" y="10"/>
                  </a:lnTo>
                  <a:lnTo>
                    <a:pt x="1505" y="10"/>
                  </a:lnTo>
                  <a:lnTo>
                    <a:pt x="1509" y="14"/>
                  </a:lnTo>
                  <a:lnTo>
                    <a:pt x="1512" y="14"/>
                  </a:lnTo>
                  <a:lnTo>
                    <a:pt x="1516" y="14"/>
                  </a:lnTo>
                  <a:lnTo>
                    <a:pt x="1520" y="14"/>
                  </a:lnTo>
                  <a:lnTo>
                    <a:pt x="1523" y="18"/>
                  </a:lnTo>
                  <a:lnTo>
                    <a:pt x="1527" y="18"/>
                  </a:lnTo>
                  <a:lnTo>
                    <a:pt x="1530" y="21"/>
                  </a:lnTo>
                  <a:lnTo>
                    <a:pt x="1534" y="21"/>
                  </a:lnTo>
                  <a:lnTo>
                    <a:pt x="1538" y="21"/>
                  </a:lnTo>
                  <a:lnTo>
                    <a:pt x="1541" y="25"/>
                  </a:lnTo>
                  <a:lnTo>
                    <a:pt x="1545" y="25"/>
                  </a:lnTo>
                  <a:lnTo>
                    <a:pt x="1548" y="28"/>
                  </a:lnTo>
                  <a:lnTo>
                    <a:pt x="1552" y="28"/>
                  </a:lnTo>
                  <a:lnTo>
                    <a:pt x="1556" y="32"/>
                  </a:lnTo>
                  <a:lnTo>
                    <a:pt x="1559" y="32"/>
                  </a:lnTo>
                  <a:lnTo>
                    <a:pt x="1559" y="32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8" name="Freeform 76"/>
            <p:cNvSpPr>
              <a:spLocks/>
            </p:cNvSpPr>
            <p:nvPr/>
          </p:nvSpPr>
          <p:spPr bwMode="auto">
            <a:xfrm>
              <a:off x="749" y="1048"/>
              <a:ext cx="554" cy="2462"/>
            </a:xfrm>
            <a:custGeom>
              <a:avLst/>
              <a:gdLst/>
              <a:ahLst/>
              <a:cxnLst>
                <a:cxn ang="0">
                  <a:pos x="7" y="2048"/>
                </a:cxn>
                <a:cxn ang="0">
                  <a:pos x="14" y="2081"/>
                </a:cxn>
                <a:cxn ang="0">
                  <a:pos x="25" y="2109"/>
                </a:cxn>
                <a:cxn ang="0">
                  <a:pos x="32" y="2138"/>
                </a:cxn>
                <a:cxn ang="0">
                  <a:pos x="39" y="2160"/>
                </a:cxn>
                <a:cxn ang="0">
                  <a:pos x="50" y="2181"/>
                </a:cxn>
                <a:cxn ang="0">
                  <a:pos x="65" y="2203"/>
                </a:cxn>
                <a:cxn ang="0">
                  <a:pos x="86" y="2199"/>
                </a:cxn>
                <a:cxn ang="0">
                  <a:pos x="97" y="2178"/>
                </a:cxn>
                <a:cxn ang="0">
                  <a:pos x="108" y="2156"/>
                </a:cxn>
                <a:cxn ang="0">
                  <a:pos x="115" y="2127"/>
                </a:cxn>
                <a:cxn ang="0">
                  <a:pos x="122" y="2095"/>
                </a:cxn>
                <a:cxn ang="0">
                  <a:pos x="133" y="2055"/>
                </a:cxn>
                <a:cxn ang="0">
                  <a:pos x="140" y="2016"/>
                </a:cxn>
                <a:cxn ang="0">
                  <a:pos x="147" y="1976"/>
                </a:cxn>
                <a:cxn ang="0">
                  <a:pos x="158" y="1937"/>
                </a:cxn>
                <a:cxn ang="0">
                  <a:pos x="165" y="1893"/>
                </a:cxn>
                <a:cxn ang="0">
                  <a:pos x="173" y="1857"/>
                </a:cxn>
                <a:cxn ang="0">
                  <a:pos x="183" y="1825"/>
                </a:cxn>
                <a:cxn ang="0">
                  <a:pos x="191" y="1800"/>
                </a:cxn>
                <a:cxn ang="0">
                  <a:pos x="201" y="1778"/>
                </a:cxn>
                <a:cxn ang="0">
                  <a:pos x="219" y="1767"/>
                </a:cxn>
                <a:cxn ang="0">
                  <a:pos x="234" y="1789"/>
                </a:cxn>
                <a:cxn ang="0">
                  <a:pos x="241" y="1818"/>
                </a:cxn>
                <a:cxn ang="0">
                  <a:pos x="252" y="1850"/>
                </a:cxn>
                <a:cxn ang="0">
                  <a:pos x="259" y="1897"/>
                </a:cxn>
                <a:cxn ang="0">
                  <a:pos x="266" y="1947"/>
                </a:cxn>
                <a:cxn ang="0">
                  <a:pos x="277" y="2005"/>
                </a:cxn>
                <a:cxn ang="0">
                  <a:pos x="284" y="2066"/>
                </a:cxn>
                <a:cxn ang="0">
                  <a:pos x="291" y="2127"/>
                </a:cxn>
                <a:cxn ang="0">
                  <a:pos x="302" y="2192"/>
                </a:cxn>
                <a:cxn ang="0">
                  <a:pos x="309" y="2253"/>
                </a:cxn>
                <a:cxn ang="0">
                  <a:pos x="317" y="2311"/>
                </a:cxn>
                <a:cxn ang="0">
                  <a:pos x="327" y="2365"/>
                </a:cxn>
                <a:cxn ang="0">
                  <a:pos x="335" y="2408"/>
                </a:cxn>
                <a:cxn ang="0">
                  <a:pos x="342" y="2437"/>
                </a:cxn>
                <a:cxn ang="0">
                  <a:pos x="356" y="2462"/>
                </a:cxn>
                <a:cxn ang="0">
                  <a:pos x="371" y="2444"/>
                </a:cxn>
                <a:cxn ang="0">
                  <a:pos x="378" y="2412"/>
                </a:cxn>
                <a:cxn ang="0">
                  <a:pos x="389" y="2361"/>
                </a:cxn>
                <a:cxn ang="0">
                  <a:pos x="396" y="2293"/>
                </a:cxn>
                <a:cxn ang="0">
                  <a:pos x="403" y="2203"/>
                </a:cxn>
                <a:cxn ang="0">
                  <a:pos x="414" y="2102"/>
                </a:cxn>
                <a:cxn ang="0">
                  <a:pos x="421" y="1983"/>
                </a:cxn>
                <a:cxn ang="0">
                  <a:pos x="428" y="1850"/>
                </a:cxn>
                <a:cxn ang="0">
                  <a:pos x="439" y="1706"/>
                </a:cxn>
                <a:cxn ang="0">
                  <a:pos x="446" y="1551"/>
                </a:cxn>
                <a:cxn ang="0">
                  <a:pos x="453" y="1389"/>
                </a:cxn>
                <a:cxn ang="0">
                  <a:pos x="464" y="1224"/>
                </a:cxn>
                <a:cxn ang="0">
                  <a:pos x="471" y="1058"/>
                </a:cxn>
                <a:cxn ang="0">
                  <a:pos x="479" y="896"/>
                </a:cxn>
                <a:cxn ang="0">
                  <a:pos x="489" y="738"/>
                </a:cxn>
                <a:cxn ang="0">
                  <a:pos x="497" y="587"/>
                </a:cxn>
                <a:cxn ang="0">
                  <a:pos x="504" y="450"/>
                </a:cxn>
                <a:cxn ang="0">
                  <a:pos x="511" y="324"/>
                </a:cxn>
                <a:cxn ang="0">
                  <a:pos x="522" y="220"/>
                </a:cxn>
                <a:cxn ang="0">
                  <a:pos x="529" y="133"/>
                </a:cxn>
                <a:cxn ang="0">
                  <a:pos x="536" y="65"/>
                </a:cxn>
                <a:cxn ang="0">
                  <a:pos x="547" y="22"/>
                </a:cxn>
                <a:cxn ang="0">
                  <a:pos x="554" y="0"/>
                </a:cxn>
              </a:cxnLst>
              <a:rect l="0" t="0" r="r" b="b"/>
              <a:pathLst>
                <a:path w="554" h="2462">
                  <a:moveTo>
                    <a:pt x="0" y="2023"/>
                  </a:moveTo>
                  <a:lnTo>
                    <a:pt x="0" y="2030"/>
                  </a:lnTo>
                  <a:lnTo>
                    <a:pt x="3" y="2034"/>
                  </a:lnTo>
                  <a:lnTo>
                    <a:pt x="3" y="2037"/>
                  </a:lnTo>
                  <a:lnTo>
                    <a:pt x="7" y="2045"/>
                  </a:lnTo>
                  <a:lnTo>
                    <a:pt x="7" y="2048"/>
                  </a:lnTo>
                  <a:lnTo>
                    <a:pt x="7" y="2055"/>
                  </a:lnTo>
                  <a:lnTo>
                    <a:pt x="11" y="2059"/>
                  </a:lnTo>
                  <a:lnTo>
                    <a:pt x="11" y="2066"/>
                  </a:lnTo>
                  <a:lnTo>
                    <a:pt x="11" y="2070"/>
                  </a:lnTo>
                  <a:lnTo>
                    <a:pt x="14" y="2073"/>
                  </a:lnTo>
                  <a:lnTo>
                    <a:pt x="14" y="2081"/>
                  </a:lnTo>
                  <a:lnTo>
                    <a:pt x="18" y="2084"/>
                  </a:lnTo>
                  <a:lnTo>
                    <a:pt x="18" y="2091"/>
                  </a:lnTo>
                  <a:lnTo>
                    <a:pt x="18" y="2095"/>
                  </a:lnTo>
                  <a:lnTo>
                    <a:pt x="21" y="2099"/>
                  </a:lnTo>
                  <a:lnTo>
                    <a:pt x="21" y="2106"/>
                  </a:lnTo>
                  <a:lnTo>
                    <a:pt x="25" y="2109"/>
                  </a:lnTo>
                  <a:lnTo>
                    <a:pt x="25" y="2113"/>
                  </a:lnTo>
                  <a:lnTo>
                    <a:pt x="25" y="2120"/>
                  </a:lnTo>
                  <a:lnTo>
                    <a:pt x="29" y="2124"/>
                  </a:lnTo>
                  <a:lnTo>
                    <a:pt x="29" y="2127"/>
                  </a:lnTo>
                  <a:lnTo>
                    <a:pt x="32" y="2131"/>
                  </a:lnTo>
                  <a:lnTo>
                    <a:pt x="32" y="2138"/>
                  </a:lnTo>
                  <a:lnTo>
                    <a:pt x="32" y="2142"/>
                  </a:lnTo>
                  <a:lnTo>
                    <a:pt x="36" y="2145"/>
                  </a:lnTo>
                  <a:lnTo>
                    <a:pt x="36" y="2149"/>
                  </a:lnTo>
                  <a:lnTo>
                    <a:pt x="36" y="2153"/>
                  </a:lnTo>
                  <a:lnTo>
                    <a:pt x="39" y="2156"/>
                  </a:lnTo>
                  <a:lnTo>
                    <a:pt x="39" y="2160"/>
                  </a:lnTo>
                  <a:lnTo>
                    <a:pt x="43" y="2163"/>
                  </a:lnTo>
                  <a:lnTo>
                    <a:pt x="43" y="2167"/>
                  </a:lnTo>
                  <a:lnTo>
                    <a:pt x="43" y="2171"/>
                  </a:lnTo>
                  <a:lnTo>
                    <a:pt x="47" y="2174"/>
                  </a:lnTo>
                  <a:lnTo>
                    <a:pt x="47" y="2178"/>
                  </a:lnTo>
                  <a:lnTo>
                    <a:pt x="50" y="2181"/>
                  </a:lnTo>
                  <a:lnTo>
                    <a:pt x="50" y="2185"/>
                  </a:lnTo>
                  <a:lnTo>
                    <a:pt x="54" y="2189"/>
                  </a:lnTo>
                  <a:lnTo>
                    <a:pt x="54" y="2192"/>
                  </a:lnTo>
                  <a:lnTo>
                    <a:pt x="57" y="2196"/>
                  </a:lnTo>
                  <a:lnTo>
                    <a:pt x="61" y="2199"/>
                  </a:lnTo>
                  <a:lnTo>
                    <a:pt x="65" y="2203"/>
                  </a:lnTo>
                  <a:lnTo>
                    <a:pt x="68" y="2207"/>
                  </a:lnTo>
                  <a:lnTo>
                    <a:pt x="72" y="2210"/>
                  </a:lnTo>
                  <a:lnTo>
                    <a:pt x="75" y="2207"/>
                  </a:lnTo>
                  <a:lnTo>
                    <a:pt x="79" y="2207"/>
                  </a:lnTo>
                  <a:lnTo>
                    <a:pt x="83" y="2203"/>
                  </a:lnTo>
                  <a:lnTo>
                    <a:pt x="86" y="2199"/>
                  </a:lnTo>
                  <a:lnTo>
                    <a:pt x="90" y="2196"/>
                  </a:lnTo>
                  <a:lnTo>
                    <a:pt x="93" y="2192"/>
                  </a:lnTo>
                  <a:lnTo>
                    <a:pt x="93" y="2189"/>
                  </a:lnTo>
                  <a:lnTo>
                    <a:pt x="97" y="2185"/>
                  </a:lnTo>
                  <a:lnTo>
                    <a:pt x="97" y="2181"/>
                  </a:lnTo>
                  <a:lnTo>
                    <a:pt x="97" y="2178"/>
                  </a:lnTo>
                  <a:lnTo>
                    <a:pt x="101" y="2174"/>
                  </a:lnTo>
                  <a:lnTo>
                    <a:pt x="101" y="2171"/>
                  </a:lnTo>
                  <a:lnTo>
                    <a:pt x="104" y="2167"/>
                  </a:lnTo>
                  <a:lnTo>
                    <a:pt x="104" y="2163"/>
                  </a:lnTo>
                  <a:lnTo>
                    <a:pt x="104" y="2160"/>
                  </a:lnTo>
                  <a:lnTo>
                    <a:pt x="108" y="2156"/>
                  </a:lnTo>
                  <a:lnTo>
                    <a:pt x="108" y="2153"/>
                  </a:lnTo>
                  <a:lnTo>
                    <a:pt x="111" y="2145"/>
                  </a:lnTo>
                  <a:lnTo>
                    <a:pt x="111" y="2142"/>
                  </a:lnTo>
                  <a:lnTo>
                    <a:pt x="111" y="2138"/>
                  </a:lnTo>
                  <a:lnTo>
                    <a:pt x="115" y="2131"/>
                  </a:lnTo>
                  <a:lnTo>
                    <a:pt x="115" y="2127"/>
                  </a:lnTo>
                  <a:lnTo>
                    <a:pt x="119" y="2124"/>
                  </a:lnTo>
                  <a:lnTo>
                    <a:pt x="119" y="2117"/>
                  </a:lnTo>
                  <a:lnTo>
                    <a:pt x="119" y="2113"/>
                  </a:lnTo>
                  <a:lnTo>
                    <a:pt x="122" y="2106"/>
                  </a:lnTo>
                  <a:lnTo>
                    <a:pt x="122" y="2099"/>
                  </a:lnTo>
                  <a:lnTo>
                    <a:pt x="122" y="2095"/>
                  </a:lnTo>
                  <a:lnTo>
                    <a:pt x="126" y="2088"/>
                  </a:lnTo>
                  <a:lnTo>
                    <a:pt x="126" y="2081"/>
                  </a:lnTo>
                  <a:lnTo>
                    <a:pt x="129" y="2077"/>
                  </a:lnTo>
                  <a:lnTo>
                    <a:pt x="129" y="2070"/>
                  </a:lnTo>
                  <a:lnTo>
                    <a:pt x="129" y="2063"/>
                  </a:lnTo>
                  <a:lnTo>
                    <a:pt x="133" y="2055"/>
                  </a:lnTo>
                  <a:lnTo>
                    <a:pt x="133" y="2052"/>
                  </a:lnTo>
                  <a:lnTo>
                    <a:pt x="137" y="2045"/>
                  </a:lnTo>
                  <a:lnTo>
                    <a:pt x="137" y="2037"/>
                  </a:lnTo>
                  <a:lnTo>
                    <a:pt x="137" y="2030"/>
                  </a:lnTo>
                  <a:lnTo>
                    <a:pt x="140" y="2023"/>
                  </a:lnTo>
                  <a:lnTo>
                    <a:pt x="140" y="2016"/>
                  </a:lnTo>
                  <a:lnTo>
                    <a:pt x="140" y="2009"/>
                  </a:lnTo>
                  <a:lnTo>
                    <a:pt x="144" y="2005"/>
                  </a:lnTo>
                  <a:lnTo>
                    <a:pt x="144" y="1998"/>
                  </a:lnTo>
                  <a:lnTo>
                    <a:pt x="147" y="1991"/>
                  </a:lnTo>
                  <a:lnTo>
                    <a:pt x="147" y="1983"/>
                  </a:lnTo>
                  <a:lnTo>
                    <a:pt x="147" y="1976"/>
                  </a:lnTo>
                  <a:lnTo>
                    <a:pt x="151" y="1969"/>
                  </a:lnTo>
                  <a:lnTo>
                    <a:pt x="151" y="1962"/>
                  </a:lnTo>
                  <a:lnTo>
                    <a:pt x="155" y="1955"/>
                  </a:lnTo>
                  <a:lnTo>
                    <a:pt x="155" y="1947"/>
                  </a:lnTo>
                  <a:lnTo>
                    <a:pt x="155" y="1940"/>
                  </a:lnTo>
                  <a:lnTo>
                    <a:pt x="158" y="1937"/>
                  </a:lnTo>
                  <a:lnTo>
                    <a:pt x="158" y="1929"/>
                  </a:lnTo>
                  <a:lnTo>
                    <a:pt x="162" y="1922"/>
                  </a:lnTo>
                  <a:lnTo>
                    <a:pt x="162" y="1915"/>
                  </a:lnTo>
                  <a:lnTo>
                    <a:pt x="162" y="1908"/>
                  </a:lnTo>
                  <a:lnTo>
                    <a:pt x="165" y="1901"/>
                  </a:lnTo>
                  <a:lnTo>
                    <a:pt x="165" y="1893"/>
                  </a:lnTo>
                  <a:lnTo>
                    <a:pt x="165" y="1890"/>
                  </a:lnTo>
                  <a:lnTo>
                    <a:pt x="169" y="1883"/>
                  </a:lnTo>
                  <a:lnTo>
                    <a:pt x="169" y="1875"/>
                  </a:lnTo>
                  <a:lnTo>
                    <a:pt x="173" y="1872"/>
                  </a:lnTo>
                  <a:lnTo>
                    <a:pt x="173" y="1865"/>
                  </a:lnTo>
                  <a:lnTo>
                    <a:pt x="173" y="1857"/>
                  </a:lnTo>
                  <a:lnTo>
                    <a:pt x="176" y="1854"/>
                  </a:lnTo>
                  <a:lnTo>
                    <a:pt x="176" y="1847"/>
                  </a:lnTo>
                  <a:lnTo>
                    <a:pt x="180" y="1843"/>
                  </a:lnTo>
                  <a:lnTo>
                    <a:pt x="180" y="1836"/>
                  </a:lnTo>
                  <a:lnTo>
                    <a:pt x="180" y="1832"/>
                  </a:lnTo>
                  <a:lnTo>
                    <a:pt x="183" y="1825"/>
                  </a:lnTo>
                  <a:lnTo>
                    <a:pt x="183" y="1821"/>
                  </a:lnTo>
                  <a:lnTo>
                    <a:pt x="183" y="1818"/>
                  </a:lnTo>
                  <a:lnTo>
                    <a:pt x="187" y="1811"/>
                  </a:lnTo>
                  <a:lnTo>
                    <a:pt x="187" y="1807"/>
                  </a:lnTo>
                  <a:lnTo>
                    <a:pt x="191" y="1803"/>
                  </a:lnTo>
                  <a:lnTo>
                    <a:pt x="191" y="1800"/>
                  </a:lnTo>
                  <a:lnTo>
                    <a:pt x="191" y="1796"/>
                  </a:lnTo>
                  <a:lnTo>
                    <a:pt x="194" y="1793"/>
                  </a:lnTo>
                  <a:lnTo>
                    <a:pt x="194" y="1789"/>
                  </a:lnTo>
                  <a:lnTo>
                    <a:pt x="198" y="1785"/>
                  </a:lnTo>
                  <a:lnTo>
                    <a:pt x="198" y="1782"/>
                  </a:lnTo>
                  <a:lnTo>
                    <a:pt x="201" y="1778"/>
                  </a:lnTo>
                  <a:lnTo>
                    <a:pt x="201" y="1775"/>
                  </a:lnTo>
                  <a:lnTo>
                    <a:pt x="205" y="1771"/>
                  </a:lnTo>
                  <a:lnTo>
                    <a:pt x="209" y="1767"/>
                  </a:lnTo>
                  <a:lnTo>
                    <a:pt x="212" y="1764"/>
                  </a:lnTo>
                  <a:lnTo>
                    <a:pt x="216" y="1764"/>
                  </a:lnTo>
                  <a:lnTo>
                    <a:pt x="219" y="1767"/>
                  </a:lnTo>
                  <a:lnTo>
                    <a:pt x="223" y="1771"/>
                  </a:lnTo>
                  <a:lnTo>
                    <a:pt x="227" y="1775"/>
                  </a:lnTo>
                  <a:lnTo>
                    <a:pt x="230" y="1778"/>
                  </a:lnTo>
                  <a:lnTo>
                    <a:pt x="230" y="1782"/>
                  </a:lnTo>
                  <a:lnTo>
                    <a:pt x="234" y="1785"/>
                  </a:lnTo>
                  <a:lnTo>
                    <a:pt x="234" y="1789"/>
                  </a:lnTo>
                  <a:lnTo>
                    <a:pt x="234" y="1793"/>
                  </a:lnTo>
                  <a:lnTo>
                    <a:pt x="237" y="1796"/>
                  </a:lnTo>
                  <a:lnTo>
                    <a:pt x="237" y="1803"/>
                  </a:lnTo>
                  <a:lnTo>
                    <a:pt x="241" y="1807"/>
                  </a:lnTo>
                  <a:lnTo>
                    <a:pt x="241" y="1811"/>
                  </a:lnTo>
                  <a:lnTo>
                    <a:pt x="241" y="1818"/>
                  </a:lnTo>
                  <a:lnTo>
                    <a:pt x="245" y="1821"/>
                  </a:lnTo>
                  <a:lnTo>
                    <a:pt x="245" y="1829"/>
                  </a:lnTo>
                  <a:lnTo>
                    <a:pt x="248" y="1832"/>
                  </a:lnTo>
                  <a:lnTo>
                    <a:pt x="248" y="1839"/>
                  </a:lnTo>
                  <a:lnTo>
                    <a:pt x="248" y="1847"/>
                  </a:lnTo>
                  <a:lnTo>
                    <a:pt x="252" y="1850"/>
                  </a:lnTo>
                  <a:lnTo>
                    <a:pt x="252" y="1857"/>
                  </a:lnTo>
                  <a:lnTo>
                    <a:pt x="252" y="1865"/>
                  </a:lnTo>
                  <a:lnTo>
                    <a:pt x="255" y="1872"/>
                  </a:lnTo>
                  <a:lnTo>
                    <a:pt x="255" y="1879"/>
                  </a:lnTo>
                  <a:lnTo>
                    <a:pt x="259" y="1886"/>
                  </a:lnTo>
                  <a:lnTo>
                    <a:pt x="259" y="1897"/>
                  </a:lnTo>
                  <a:lnTo>
                    <a:pt x="259" y="1904"/>
                  </a:lnTo>
                  <a:lnTo>
                    <a:pt x="263" y="1911"/>
                  </a:lnTo>
                  <a:lnTo>
                    <a:pt x="263" y="1922"/>
                  </a:lnTo>
                  <a:lnTo>
                    <a:pt x="266" y="1929"/>
                  </a:lnTo>
                  <a:lnTo>
                    <a:pt x="266" y="1937"/>
                  </a:lnTo>
                  <a:lnTo>
                    <a:pt x="266" y="1947"/>
                  </a:lnTo>
                  <a:lnTo>
                    <a:pt x="270" y="1955"/>
                  </a:lnTo>
                  <a:lnTo>
                    <a:pt x="270" y="1965"/>
                  </a:lnTo>
                  <a:lnTo>
                    <a:pt x="273" y="1976"/>
                  </a:lnTo>
                  <a:lnTo>
                    <a:pt x="273" y="1983"/>
                  </a:lnTo>
                  <a:lnTo>
                    <a:pt x="273" y="1994"/>
                  </a:lnTo>
                  <a:lnTo>
                    <a:pt x="277" y="2005"/>
                  </a:lnTo>
                  <a:lnTo>
                    <a:pt x="277" y="2012"/>
                  </a:lnTo>
                  <a:lnTo>
                    <a:pt x="277" y="2023"/>
                  </a:lnTo>
                  <a:lnTo>
                    <a:pt x="281" y="2034"/>
                  </a:lnTo>
                  <a:lnTo>
                    <a:pt x="281" y="2045"/>
                  </a:lnTo>
                  <a:lnTo>
                    <a:pt x="284" y="2055"/>
                  </a:lnTo>
                  <a:lnTo>
                    <a:pt x="284" y="2066"/>
                  </a:lnTo>
                  <a:lnTo>
                    <a:pt x="284" y="2077"/>
                  </a:lnTo>
                  <a:lnTo>
                    <a:pt x="288" y="2088"/>
                  </a:lnTo>
                  <a:lnTo>
                    <a:pt x="288" y="2095"/>
                  </a:lnTo>
                  <a:lnTo>
                    <a:pt x="291" y="2106"/>
                  </a:lnTo>
                  <a:lnTo>
                    <a:pt x="291" y="2117"/>
                  </a:lnTo>
                  <a:lnTo>
                    <a:pt x="291" y="2127"/>
                  </a:lnTo>
                  <a:lnTo>
                    <a:pt x="295" y="2138"/>
                  </a:lnTo>
                  <a:lnTo>
                    <a:pt x="295" y="2149"/>
                  </a:lnTo>
                  <a:lnTo>
                    <a:pt x="295" y="2160"/>
                  </a:lnTo>
                  <a:lnTo>
                    <a:pt x="299" y="2171"/>
                  </a:lnTo>
                  <a:lnTo>
                    <a:pt x="299" y="2181"/>
                  </a:lnTo>
                  <a:lnTo>
                    <a:pt x="302" y="2192"/>
                  </a:lnTo>
                  <a:lnTo>
                    <a:pt x="302" y="2203"/>
                  </a:lnTo>
                  <a:lnTo>
                    <a:pt x="302" y="2214"/>
                  </a:lnTo>
                  <a:lnTo>
                    <a:pt x="306" y="2225"/>
                  </a:lnTo>
                  <a:lnTo>
                    <a:pt x="306" y="2235"/>
                  </a:lnTo>
                  <a:lnTo>
                    <a:pt x="309" y="2243"/>
                  </a:lnTo>
                  <a:lnTo>
                    <a:pt x="309" y="2253"/>
                  </a:lnTo>
                  <a:lnTo>
                    <a:pt x="309" y="2264"/>
                  </a:lnTo>
                  <a:lnTo>
                    <a:pt x="313" y="2275"/>
                  </a:lnTo>
                  <a:lnTo>
                    <a:pt x="313" y="2286"/>
                  </a:lnTo>
                  <a:lnTo>
                    <a:pt x="317" y="2293"/>
                  </a:lnTo>
                  <a:lnTo>
                    <a:pt x="317" y="2304"/>
                  </a:lnTo>
                  <a:lnTo>
                    <a:pt x="317" y="2311"/>
                  </a:lnTo>
                  <a:lnTo>
                    <a:pt x="320" y="2322"/>
                  </a:lnTo>
                  <a:lnTo>
                    <a:pt x="320" y="2329"/>
                  </a:lnTo>
                  <a:lnTo>
                    <a:pt x="320" y="2340"/>
                  </a:lnTo>
                  <a:lnTo>
                    <a:pt x="324" y="2347"/>
                  </a:lnTo>
                  <a:lnTo>
                    <a:pt x="324" y="2354"/>
                  </a:lnTo>
                  <a:lnTo>
                    <a:pt x="327" y="2365"/>
                  </a:lnTo>
                  <a:lnTo>
                    <a:pt x="327" y="2372"/>
                  </a:lnTo>
                  <a:lnTo>
                    <a:pt x="327" y="2379"/>
                  </a:lnTo>
                  <a:lnTo>
                    <a:pt x="331" y="2387"/>
                  </a:lnTo>
                  <a:lnTo>
                    <a:pt x="331" y="2394"/>
                  </a:lnTo>
                  <a:lnTo>
                    <a:pt x="335" y="2401"/>
                  </a:lnTo>
                  <a:lnTo>
                    <a:pt x="335" y="2408"/>
                  </a:lnTo>
                  <a:lnTo>
                    <a:pt x="335" y="2412"/>
                  </a:lnTo>
                  <a:lnTo>
                    <a:pt x="338" y="2419"/>
                  </a:lnTo>
                  <a:lnTo>
                    <a:pt x="338" y="2423"/>
                  </a:lnTo>
                  <a:lnTo>
                    <a:pt x="338" y="2430"/>
                  </a:lnTo>
                  <a:lnTo>
                    <a:pt x="342" y="2433"/>
                  </a:lnTo>
                  <a:lnTo>
                    <a:pt x="342" y="2437"/>
                  </a:lnTo>
                  <a:lnTo>
                    <a:pt x="345" y="2444"/>
                  </a:lnTo>
                  <a:lnTo>
                    <a:pt x="345" y="2448"/>
                  </a:lnTo>
                  <a:lnTo>
                    <a:pt x="349" y="2451"/>
                  </a:lnTo>
                  <a:lnTo>
                    <a:pt x="349" y="2455"/>
                  </a:lnTo>
                  <a:lnTo>
                    <a:pt x="353" y="2459"/>
                  </a:lnTo>
                  <a:lnTo>
                    <a:pt x="356" y="2462"/>
                  </a:lnTo>
                  <a:lnTo>
                    <a:pt x="360" y="2462"/>
                  </a:lnTo>
                  <a:lnTo>
                    <a:pt x="363" y="2459"/>
                  </a:lnTo>
                  <a:lnTo>
                    <a:pt x="367" y="2455"/>
                  </a:lnTo>
                  <a:lnTo>
                    <a:pt x="367" y="2451"/>
                  </a:lnTo>
                  <a:lnTo>
                    <a:pt x="371" y="2448"/>
                  </a:lnTo>
                  <a:lnTo>
                    <a:pt x="371" y="2444"/>
                  </a:lnTo>
                  <a:lnTo>
                    <a:pt x="371" y="2441"/>
                  </a:lnTo>
                  <a:lnTo>
                    <a:pt x="374" y="2437"/>
                  </a:lnTo>
                  <a:lnTo>
                    <a:pt x="374" y="2430"/>
                  </a:lnTo>
                  <a:lnTo>
                    <a:pt x="378" y="2426"/>
                  </a:lnTo>
                  <a:lnTo>
                    <a:pt x="378" y="2419"/>
                  </a:lnTo>
                  <a:lnTo>
                    <a:pt x="378" y="2412"/>
                  </a:lnTo>
                  <a:lnTo>
                    <a:pt x="381" y="2405"/>
                  </a:lnTo>
                  <a:lnTo>
                    <a:pt x="381" y="2397"/>
                  </a:lnTo>
                  <a:lnTo>
                    <a:pt x="381" y="2387"/>
                  </a:lnTo>
                  <a:lnTo>
                    <a:pt x="385" y="2379"/>
                  </a:lnTo>
                  <a:lnTo>
                    <a:pt x="385" y="2369"/>
                  </a:lnTo>
                  <a:lnTo>
                    <a:pt x="389" y="2361"/>
                  </a:lnTo>
                  <a:lnTo>
                    <a:pt x="389" y="2351"/>
                  </a:lnTo>
                  <a:lnTo>
                    <a:pt x="389" y="2340"/>
                  </a:lnTo>
                  <a:lnTo>
                    <a:pt x="392" y="2329"/>
                  </a:lnTo>
                  <a:lnTo>
                    <a:pt x="392" y="2315"/>
                  </a:lnTo>
                  <a:lnTo>
                    <a:pt x="396" y="2304"/>
                  </a:lnTo>
                  <a:lnTo>
                    <a:pt x="396" y="2293"/>
                  </a:lnTo>
                  <a:lnTo>
                    <a:pt x="396" y="2279"/>
                  </a:lnTo>
                  <a:lnTo>
                    <a:pt x="399" y="2264"/>
                  </a:lnTo>
                  <a:lnTo>
                    <a:pt x="399" y="2250"/>
                  </a:lnTo>
                  <a:lnTo>
                    <a:pt x="403" y="2235"/>
                  </a:lnTo>
                  <a:lnTo>
                    <a:pt x="403" y="2221"/>
                  </a:lnTo>
                  <a:lnTo>
                    <a:pt x="403" y="2203"/>
                  </a:lnTo>
                  <a:lnTo>
                    <a:pt x="407" y="2189"/>
                  </a:lnTo>
                  <a:lnTo>
                    <a:pt x="407" y="2171"/>
                  </a:lnTo>
                  <a:lnTo>
                    <a:pt x="407" y="2156"/>
                  </a:lnTo>
                  <a:lnTo>
                    <a:pt x="410" y="2138"/>
                  </a:lnTo>
                  <a:lnTo>
                    <a:pt x="410" y="2120"/>
                  </a:lnTo>
                  <a:lnTo>
                    <a:pt x="414" y="2102"/>
                  </a:lnTo>
                  <a:lnTo>
                    <a:pt x="414" y="2084"/>
                  </a:lnTo>
                  <a:lnTo>
                    <a:pt x="414" y="2063"/>
                  </a:lnTo>
                  <a:lnTo>
                    <a:pt x="417" y="2045"/>
                  </a:lnTo>
                  <a:lnTo>
                    <a:pt x="417" y="2023"/>
                  </a:lnTo>
                  <a:lnTo>
                    <a:pt x="421" y="2005"/>
                  </a:lnTo>
                  <a:lnTo>
                    <a:pt x="421" y="1983"/>
                  </a:lnTo>
                  <a:lnTo>
                    <a:pt x="421" y="1962"/>
                  </a:lnTo>
                  <a:lnTo>
                    <a:pt x="425" y="1940"/>
                  </a:lnTo>
                  <a:lnTo>
                    <a:pt x="425" y="1919"/>
                  </a:lnTo>
                  <a:lnTo>
                    <a:pt x="425" y="1897"/>
                  </a:lnTo>
                  <a:lnTo>
                    <a:pt x="428" y="1872"/>
                  </a:lnTo>
                  <a:lnTo>
                    <a:pt x="428" y="1850"/>
                  </a:lnTo>
                  <a:lnTo>
                    <a:pt x="432" y="1825"/>
                  </a:lnTo>
                  <a:lnTo>
                    <a:pt x="432" y="1803"/>
                  </a:lnTo>
                  <a:lnTo>
                    <a:pt x="432" y="1778"/>
                  </a:lnTo>
                  <a:lnTo>
                    <a:pt x="435" y="1753"/>
                  </a:lnTo>
                  <a:lnTo>
                    <a:pt x="435" y="1731"/>
                  </a:lnTo>
                  <a:lnTo>
                    <a:pt x="439" y="1706"/>
                  </a:lnTo>
                  <a:lnTo>
                    <a:pt x="439" y="1681"/>
                  </a:lnTo>
                  <a:lnTo>
                    <a:pt x="439" y="1656"/>
                  </a:lnTo>
                  <a:lnTo>
                    <a:pt x="443" y="1631"/>
                  </a:lnTo>
                  <a:lnTo>
                    <a:pt x="443" y="1602"/>
                  </a:lnTo>
                  <a:lnTo>
                    <a:pt x="446" y="1577"/>
                  </a:lnTo>
                  <a:lnTo>
                    <a:pt x="446" y="1551"/>
                  </a:lnTo>
                  <a:lnTo>
                    <a:pt x="446" y="1523"/>
                  </a:lnTo>
                  <a:lnTo>
                    <a:pt x="450" y="1497"/>
                  </a:lnTo>
                  <a:lnTo>
                    <a:pt x="450" y="1472"/>
                  </a:lnTo>
                  <a:lnTo>
                    <a:pt x="450" y="1443"/>
                  </a:lnTo>
                  <a:lnTo>
                    <a:pt x="453" y="1418"/>
                  </a:lnTo>
                  <a:lnTo>
                    <a:pt x="453" y="1389"/>
                  </a:lnTo>
                  <a:lnTo>
                    <a:pt x="457" y="1361"/>
                  </a:lnTo>
                  <a:lnTo>
                    <a:pt x="457" y="1335"/>
                  </a:lnTo>
                  <a:lnTo>
                    <a:pt x="457" y="1307"/>
                  </a:lnTo>
                  <a:lnTo>
                    <a:pt x="461" y="1281"/>
                  </a:lnTo>
                  <a:lnTo>
                    <a:pt x="461" y="1253"/>
                  </a:lnTo>
                  <a:lnTo>
                    <a:pt x="464" y="1224"/>
                  </a:lnTo>
                  <a:lnTo>
                    <a:pt x="464" y="1195"/>
                  </a:lnTo>
                  <a:lnTo>
                    <a:pt x="464" y="1170"/>
                  </a:lnTo>
                  <a:lnTo>
                    <a:pt x="468" y="1141"/>
                  </a:lnTo>
                  <a:lnTo>
                    <a:pt x="468" y="1112"/>
                  </a:lnTo>
                  <a:lnTo>
                    <a:pt x="468" y="1087"/>
                  </a:lnTo>
                  <a:lnTo>
                    <a:pt x="471" y="1058"/>
                  </a:lnTo>
                  <a:lnTo>
                    <a:pt x="471" y="1029"/>
                  </a:lnTo>
                  <a:lnTo>
                    <a:pt x="475" y="1004"/>
                  </a:lnTo>
                  <a:lnTo>
                    <a:pt x="475" y="975"/>
                  </a:lnTo>
                  <a:lnTo>
                    <a:pt x="475" y="950"/>
                  </a:lnTo>
                  <a:lnTo>
                    <a:pt x="479" y="921"/>
                  </a:lnTo>
                  <a:lnTo>
                    <a:pt x="479" y="896"/>
                  </a:lnTo>
                  <a:lnTo>
                    <a:pt x="482" y="867"/>
                  </a:lnTo>
                  <a:lnTo>
                    <a:pt x="482" y="842"/>
                  </a:lnTo>
                  <a:lnTo>
                    <a:pt x="482" y="813"/>
                  </a:lnTo>
                  <a:lnTo>
                    <a:pt x="486" y="788"/>
                  </a:lnTo>
                  <a:lnTo>
                    <a:pt x="486" y="763"/>
                  </a:lnTo>
                  <a:lnTo>
                    <a:pt x="489" y="738"/>
                  </a:lnTo>
                  <a:lnTo>
                    <a:pt x="489" y="709"/>
                  </a:lnTo>
                  <a:lnTo>
                    <a:pt x="489" y="684"/>
                  </a:lnTo>
                  <a:lnTo>
                    <a:pt x="493" y="659"/>
                  </a:lnTo>
                  <a:lnTo>
                    <a:pt x="493" y="637"/>
                  </a:lnTo>
                  <a:lnTo>
                    <a:pt x="493" y="612"/>
                  </a:lnTo>
                  <a:lnTo>
                    <a:pt x="497" y="587"/>
                  </a:lnTo>
                  <a:lnTo>
                    <a:pt x="497" y="562"/>
                  </a:lnTo>
                  <a:lnTo>
                    <a:pt x="500" y="540"/>
                  </a:lnTo>
                  <a:lnTo>
                    <a:pt x="500" y="515"/>
                  </a:lnTo>
                  <a:lnTo>
                    <a:pt x="500" y="493"/>
                  </a:lnTo>
                  <a:lnTo>
                    <a:pt x="504" y="472"/>
                  </a:lnTo>
                  <a:lnTo>
                    <a:pt x="504" y="450"/>
                  </a:lnTo>
                  <a:lnTo>
                    <a:pt x="507" y="428"/>
                  </a:lnTo>
                  <a:lnTo>
                    <a:pt x="507" y="407"/>
                  </a:lnTo>
                  <a:lnTo>
                    <a:pt x="507" y="385"/>
                  </a:lnTo>
                  <a:lnTo>
                    <a:pt x="511" y="364"/>
                  </a:lnTo>
                  <a:lnTo>
                    <a:pt x="511" y="346"/>
                  </a:lnTo>
                  <a:lnTo>
                    <a:pt x="511" y="324"/>
                  </a:lnTo>
                  <a:lnTo>
                    <a:pt x="515" y="306"/>
                  </a:lnTo>
                  <a:lnTo>
                    <a:pt x="515" y="288"/>
                  </a:lnTo>
                  <a:lnTo>
                    <a:pt x="518" y="270"/>
                  </a:lnTo>
                  <a:lnTo>
                    <a:pt x="518" y="252"/>
                  </a:lnTo>
                  <a:lnTo>
                    <a:pt x="518" y="234"/>
                  </a:lnTo>
                  <a:lnTo>
                    <a:pt x="522" y="220"/>
                  </a:lnTo>
                  <a:lnTo>
                    <a:pt x="522" y="202"/>
                  </a:lnTo>
                  <a:lnTo>
                    <a:pt x="525" y="187"/>
                  </a:lnTo>
                  <a:lnTo>
                    <a:pt x="525" y="173"/>
                  </a:lnTo>
                  <a:lnTo>
                    <a:pt x="525" y="158"/>
                  </a:lnTo>
                  <a:lnTo>
                    <a:pt x="529" y="144"/>
                  </a:lnTo>
                  <a:lnTo>
                    <a:pt x="529" y="133"/>
                  </a:lnTo>
                  <a:lnTo>
                    <a:pt x="533" y="119"/>
                  </a:lnTo>
                  <a:lnTo>
                    <a:pt x="533" y="108"/>
                  </a:lnTo>
                  <a:lnTo>
                    <a:pt x="533" y="97"/>
                  </a:lnTo>
                  <a:lnTo>
                    <a:pt x="536" y="86"/>
                  </a:lnTo>
                  <a:lnTo>
                    <a:pt x="536" y="76"/>
                  </a:lnTo>
                  <a:lnTo>
                    <a:pt x="536" y="65"/>
                  </a:lnTo>
                  <a:lnTo>
                    <a:pt x="540" y="58"/>
                  </a:lnTo>
                  <a:lnTo>
                    <a:pt x="540" y="50"/>
                  </a:lnTo>
                  <a:lnTo>
                    <a:pt x="543" y="40"/>
                  </a:lnTo>
                  <a:lnTo>
                    <a:pt x="543" y="36"/>
                  </a:lnTo>
                  <a:lnTo>
                    <a:pt x="543" y="29"/>
                  </a:lnTo>
                  <a:lnTo>
                    <a:pt x="547" y="22"/>
                  </a:lnTo>
                  <a:lnTo>
                    <a:pt x="547" y="18"/>
                  </a:lnTo>
                  <a:lnTo>
                    <a:pt x="551" y="14"/>
                  </a:lnTo>
                  <a:lnTo>
                    <a:pt x="551" y="11"/>
                  </a:lnTo>
                  <a:lnTo>
                    <a:pt x="551" y="7"/>
                  </a:lnTo>
                  <a:lnTo>
                    <a:pt x="554" y="4"/>
                  </a:lnTo>
                  <a:lnTo>
                    <a:pt x="554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49" name="Freeform 77"/>
            <p:cNvSpPr>
              <a:spLocks/>
            </p:cNvSpPr>
            <p:nvPr/>
          </p:nvSpPr>
          <p:spPr bwMode="auto">
            <a:xfrm>
              <a:off x="1307" y="1048"/>
              <a:ext cx="2480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7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8" y="2243"/>
                </a:cxn>
                <a:cxn ang="0">
                  <a:pos x="273" y="2066"/>
                </a:cxn>
                <a:cxn ang="0">
                  <a:pos x="295" y="1904"/>
                </a:cxn>
                <a:cxn ang="0">
                  <a:pos x="320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3" y="2171"/>
                </a:cxn>
                <a:cxn ang="0">
                  <a:pos x="504" y="2192"/>
                </a:cxn>
                <a:cxn ang="0">
                  <a:pos x="529" y="2127"/>
                </a:cxn>
                <a:cxn ang="0">
                  <a:pos x="551" y="2045"/>
                </a:cxn>
                <a:cxn ang="0">
                  <a:pos x="576" y="1962"/>
                </a:cxn>
                <a:cxn ang="0">
                  <a:pos x="605" y="1897"/>
                </a:cxn>
                <a:cxn ang="0">
                  <a:pos x="655" y="1911"/>
                </a:cxn>
                <a:cxn ang="0">
                  <a:pos x="680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2" y="2009"/>
                </a:cxn>
                <a:cxn ang="0">
                  <a:pos x="875" y="1947"/>
                </a:cxn>
                <a:cxn ang="0">
                  <a:pos x="932" y="1944"/>
                </a:cxn>
                <a:cxn ang="0">
                  <a:pos x="968" y="2005"/>
                </a:cxn>
                <a:cxn ang="0">
                  <a:pos x="997" y="2066"/>
                </a:cxn>
                <a:cxn ang="0">
                  <a:pos x="1051" y="2109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8" y="2001"/>
                </a:cxn>
                <a:cxn ang="0">
                  <a:pos x="1281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3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6" y="2077"/>
                </a:cxn>
                <a:cxn ang="0">
                  <a:pos x="1674" y="2023"/>
                </a:cxn>
                <a:cxn ang="0">
                  <a:pos x="1731" y="1973"/>
                </a:cxn>
                <a:cxn ang="0">
                  <a:pos x="1793" y="2005"/>
                </a:cxn>
                <a:cxn ang="0">
                  <a:pos x="1854" y="2063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7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7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63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9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7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7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4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5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23"/>
                  </a:lnTo>
                  <a:lnTo>
                    <a:pt x="2235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2001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37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0" name="Freeform 78"/>
            <p:cNvSpPr>
              <a:spLocks/>
            </p:cNvSpPr>
            <p:nvPr/>
          </p:nvSpPr>
          <p:spPr bwMode="auto">
            <a:xfrm>
              <a:off x="3787" y="3039"/>
              <a:ext cx="1422" cy="64"/>
            </a:xfrm>
            <a:custGeom>
              <a:avLst/>
              <a:gdLst/>
              <a:ahLst/>
              <a:cxnLst>
                <a:cxn ang="0">
                  <a:pos x="22" y="36"/>
                </a:cxn>
                <a:cxn ang="0">
                  <a:pos x="47" y="18"/>
                </a:cxn>
                <a:cxn ang="0">
                  <a:pos x="72" y="3"/>
                </a:cxn>
                <a:cxn ang="0">
                  <a:pos x="97" y="0"/>
                </a:cxn>
                <a:cxn ang="0">
                  <a:pos x="123" y="3"/>
                </a:cxn>
                <a:cxn ang="0">
                  <a:pos x="148" y="18"/>
                </a:cxn>
                <a:cxn ang="0">
                  <a:pos x="173" y="39"/>
                </a:cxn>
                <a:cxn ang="0">
                  <a:pos x="198" y="54"/>
                </a:cxn>
                <a:cxn ang="0">
                  <a:pos x="223" y="64"/>
                </a:cxn>
                <a:cxn ang="0">
                  <a:pos x="249" y="64"/>
                </a:cxn>
                <a:cxn ang="0">
                  <a:pos x="274" y="54"/>
                </a:cxn>
                <a:cxn ang="0">
                  <a:pos x="299" y="39"/>
                </a:cxn>
                <a:cxn ang="0">
                  <a:pos x="324" y="21"/>
                </a:cxn>
                <a:cxn ang="0">
                  <a:pos x="349" y="7"/>
                </a:cxn>
                <a:cxn ang="0">
                  <a:pos x="375" y="3"/>
                </a:cxn>
                <a:cxn ang="0">
                  <a:pos x="400" y="7"/>
                </a:cxn>
                <a:cxn ang="0">
                  <a:pos x="425" y="18"/>
                </a:cxn>
                <a:cxn ang="0">
                  <a:pos x="450" y="36"/>
                </a:cxn>
                <a:cxn ang="0">
                  <a:pos x="475" y="54"/>
                </a:cxn>
                <a:cxn ang="0">
                  <a:pos x="501" y="61"/>
                </a:cxn>
                <a:cxn ang="0">
                  <a:pos x="526" y="61"/>
                </a:cxn>
                <a:cxn ang="0">
                  <a:pos x="551" y="54"/>
                </a:cxn>
                <a:cxn ang="0">
                  <a:pos x="576" y="39"/>
                </a:cxn>
                <a:cxn ang="0">
                  <a:pos x="601" y="21"/>
                </a:cxn>
                <a:cxn ang="0">
                  <a:pos x="627" y="10"/>
                </a:cxn>
                <a:cxn ang="0">
                  <a:pos x="652" y="3"/>
                </a:cxn>
                <a:cxn ang="0">
                  <a:pos x="677" y="7"/>
                </a:cxn>
                <a:cxn ang="0">
                  <a:pos x="702" y="18"/>
                </a:cxn>
                <a:cxn ang="0">
                  <a:pos x="727" y="36"/>
                </a:cxn>
                <a:cxn ang="0">
                  <a:pos x="753" y="50"/>
                </a:cxn>
                <a:cxn ang="0">
                  <a:pos x="778" y="57"/>
                </a:cxn>
                <a:cxn ang="0">
                  <a:pos x="803" y="61"/>
                </a:cxn>
                <a:cxn ang="0">
                  <a:pos x="828" y="54"/>
                </a:cxn>
                <a:cxn ang="0">
                  <a:pos x="853" y="39"/>
                </a:cxn>
                <a:cxn ang="0">
                  <a:pos x="879" y="25"/>
                </a:cxn>
                <a:cxn ang="0">
                  <a:pos x="904" y="10"/>
                </a:cxn>
                <a:cxn ang="0">
                  <a:pos x="929" y="7"/>
                </a:cxn>
                <a:cxn ang="0">
                  <a:pos x="954" y="10"/>
                </a:cxn>
                <a:cxn ang="0">
                  <a:pos x="979" y="21"/>
                </a:cxn>
                <a:cxn ang="0">
                  <a:pos x="1005" y="32"/>
                </a:cxn>
                <a:cxn ang="0">
                  <a:pos x="1030" y="46"/>
                </a:cxn>
                <a:cxn ang="0">
                  <a:pos x="1055" y="57"/>
                </a:cxn>
                <a:cxn ang="0">
                  <a:pos x="1080" y="57"/>
                </a:cxn>
                <a:cxn ang="0">
                  <a:pos x="1105" y="50"/>
                </a:cxn>
                <a:cxn ang="0">
                  <a:pos x="1131" y="39"/>
                </a:cxn>
                <a:cxn ang="0">
                  <a:pos x="1156" y="25"/>
                </a:cxn>
                <a:cxn ang="0">
                  <a:pos x="1181" y="14"/>
                </a:cxn>
                <a:cxn ang="0">
                  <a:pos x="1206" y="10"/>
                </a:cxn>
                <a:cxn ang="0">
                  <a:pos x="1231" y="10"/>
                </a:cxn>
                <a:cxn ang="0">
                  <a:pos x="1257" y="21"/>
                </a:cxn>
                <a:cxn ang="0">
                  <a:pos x="1282" y="32"/>
                </a:cxn>
                <a:cxn ang="0">
                  <a:pos x="1307" y="46"/>
                </a:cxn>
                <a:cxn ang="0">
                  <a:pos x="1332" y="54"/>
                </a:cxn>
                <a:cxn ang="0">
                  <a:pos x="1357" y="57"/>
                </a:cxn>
                <a:cxn ang="0">
                  <a:pos x="1383" y="50"/>
                </a:cxn>
                <a:cxn ang="0">
                  <a:pos x="1408" y="39"/>
                </a:cxn>
              </a:cxnLst>
              <a:rect l="0" t="0" r="r" b="b"/>
              <a:pathLst>
                <a:path w="1422" h="64">
                  <a:moveTo>
                    <a:pt x="0" y="54"/>
                  </a:moveTo>
                  <a:lnTo>
                    <a:pt x="4" y="50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5" y="43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6"/>
                  </a:lnTo>
                  <a:lnTo>
                    <a:pt x="29" y="32"/>
                  </a:lnTo>
                  <a:lnTo>
                    <a:pt x="33" y="28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21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4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3"/>
                  </a:lnTo>
                  <a:lnTo>
                    <a:pt x="123" y="3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3" y="10"/>
                  </a:lnTo>
                  <a:lnTo>
                    <a:pt x="137" y="10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18"/>
                  </a:lnTo>
                  <a:lnTo>
                    <a:pt x="151" y="21"/>
                  </a:lnTo>
                  <a:lnTo>
                    <a:pt x="155" y="25"/>
                  </a:lnTo>
                  <a:lnTo>
                    <a:pt x="159" y="25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7" y="39"/>
                  </a:lnTo>
                  <a:lnTo>
                    <a:pt x="180" y="43"/>
                  </a:lnTo>
                  <a:lnTo>
                    <a:pt x="184" y="46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4"/>
                  </a:lnTo>
                  <a:lnTo>
                    <a:pt x="202" y="57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57"/>
                  </a:lnTo>
                  <a:lnTo>
                    <a:pt x="270" y="57"/>
                  </a:lnTo>
                  <a:lnTo>
                    <a:pt x="274" y="54"/>
                  </a:lnTo>
                  <a:lnTo>
                    <a:pt x="277" y="54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6"/>
                  </a:lnTo>
                  <a:lnTo>
                    <a:pt x="292" y="43"/>
                  </a:lnTo>
                  <a:lnTo>
                    <a:pt x="295" y="39"/>
                  </a:lnTo>
                  <a:lnTo>
                    <a:pt x="299" y="39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8"/>
                  </a:lnTo>
                  <a:lnTo>
                    <a:pt x="317" y="25"/>
                  </a:lnTo>
                  <a:lnTo>
                    <a:pt x="321" y="25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8"/>
                  </a:lnTo>
                  <a:lnTo>
                    <a:pt x="335" y="14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10"/>
                  </a:lnTo>
                  <a:lnTo>
                    <a:pt x="411" y="10"/>
                  </a:lnTo>
                  <a:lnTo>
                    <a:pt x="414" y="14"/>
                  </a:lnTo>
                  <a:lnTo>
                    <a:pt x="418" y="14"/>
                  </a:lnTo>
                  <a:lnTo>
                    <a:pt x="421" y="18"/>
                  </a:lnTo>
                  <a:lnTo>
                    <a:pt x="425" y="18"/>
                  </a:lnTo>
                  <a:lnTo>
                    <a:pt x="429" y="21"/>
                  </a:lnTo>
                  <a:lnTo>
                    <a:pt x="432" y="25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6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3"/>
                  </a:lnTo>
                  <a:lnTo>
                    <a:pt x="465" y="46"/>
                  </a:lnTo>
                  <a:lnTo>
                    <a:pt x="468" y="46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61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4"/>
                  </a:lnTo>
                  <a:lnTo>
                    <a:pt x="555" y="50"/>
                  </a:lnTo>
                  <a:lnTo>
                    <a:pt x="558" y="50"/>
                  </a:lnTo>
                  <a:lnTo>
                    <a:pt x="562" y="46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3" y="43"/>
                  </a:lnTo>
                  <a:lnTo>
                    <a:pt x="576" y="39"/>
                  </a:lnTo>
                  <a:lnTo>
                    <a:pt x="580" y="36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1" y="21"/>
                  </a:lnTo>
                  <a:lnTo>
                    <a:pt x="605" y="21"/>
                  </a:lnTo>
                  <a:lnTo>
                    <a:pt x="609" y="18"/>
                  </a:lnTo>
                  <a:lnTo>
                    <a:pt x="612" y="18"/>
                  </a:lnTo>
                  <a:lnTo>
                    <a:pt x="616" y="14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7" y="10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8"/>
                  </a:lnTo>
                  <a:lnTo>
                    <a:pt x="702" y="18"/>
                  </a:lnTo>
                  <a:lnTo>
                    <a:pt x="706" y="21"/>
                  </a:lnTo>
                  <a:lnTo>
                    <a:pt x="709" y="25"/>
                  </a:lnTo>
                  <a:lnTo>
                    <a:pt x="713" y="25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2"/>
                  </a:lnTo>
                  <a:lnTo>
                    <a:pt x="727" y="36"/>
                  </a:lnTo>
                  <a:lnTo>
                    <a:pt x="731" y="36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3"/>
                  </a:lnTo>
                  <a:lnTo>
                    <a:pt x="745" y="46"/>
                  </a:lnTo>
                  <a:lnTo>
                    <a:pt x="749" y="46"/>
                  </a:lnTo>
                  <a:lnTo>
                    <a:pt x="753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0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3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6"/>
                  </a:lnTo>
                  <a:lnTo>
                    <a:pt x="861" y="36"/>
                  </a:lnTo>
                  <a:lnTo>
                    <a:pt x="864" y="32"/>
                  </a:lnTo>
                  <a:lnTo>
                    <a:pt x="868" y="32"/>
                  </a:lnTo>
                  <a:lnTo>
                    <a:pt x="871" y="28"/>
                  </a:lnTo>
                  <a:lnTo>
                    <a:pt x="875" y="25"/>
                  </a:lnTo>
                  <a:lnTo>
                    <a:pt x="879" y="25"/>
                  </a:lnTo>
                  <a:lnTo>
                    <a:pt x="882" y="21"/>
                  </a:lnTo>
                  <a:lnTo>
                    <a:pt x="886" y="21"/>
                  </a:lnTo>
                  <a:lnTo>
                    <a:pt x="889" y="18"/>
                  </a:lnTo>
                  <a:lnTo>
                    <a:pt x="893" y="18"/>
                  </a:lnTo>
                  <a:lnTo>
                    <a:pt x="897" y="14"/>
                  </a:lnTo>
                  <a:lnTo>
                    <a:pt x="900" y="14"/>
                  </a:lnTo>
                  <a:lnTo>
                    <a:pt x="904" y="10"/>
                  </a:lnTo>
                  <a:lnTo>
                    <a:pt x="907" y="10"/>
                  </a:lnTo>
                  <a:lnTo>
                    <a:pt x="911" y="10"/>
                  </a:lnTo>
                  <a:lnTo>
                    <a:pt x="915" y="10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1" y="7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4"/>
                  </a:lnTo>
                  <a:lnTo>
                    <a:pt x="969" y="14"/>
                  </a:lnTo>
                  <a:lnTo>
                    <a:pt x="972" y="18"/>
                  </a:lnTo>
                  <a:lnTo>
                    <a:pt x="976" y="18"/>
                  </a:lnTo>
                  <a:lnTo>
                    <a:pt x="979" y="21"/>
                  </a:lnTo>
                  <a:lnTo>
                    <a:pt x="983" y="21"/>
                  </a:lnTo>
                  <a:lnTo>
                    <a:pt x="987" y="25"/>
                  </a:lnTo>
                  <a:lnTo>
                    <a:pt x="990" y="25"/>
                  </a:lnTo>
                  <a:lnTo>
                    <a:pt x="994" y="28"/>
                  </a:lnTo>
                  <a:lnTo>
                    <a:pt x="997" y="28"/>
                  </a:lnTo>
                  <a:lnTo>
                    <a:pt x="1001" y="32"/>
                  </a:lnTo>
                  <a:lnTo>
                    <a:pt x="1005" y="32"/>
                  </a:lnTo>
                  <a:lnTo>
                    <a:pt x="1008" y="36"/>
                  </a:lnTo>
                  <a:lnTo>
                    <a:pt x="1012" y="39"/>
                  </a:lnTo>
                  <a:lnTo>
                    <a:pt x="1015" y="39"/>
                  </a:lnTo>
                  <a:lnTo>
                    <a:pt x="1019" y="43"/>
                  </a:lnTo>
                  <a:lnTo>
                    <a:pt x="1023" y="43"/>
                  </a:lnTo>
                  <a:lnTo>
                    <a:pt x="1026" y="46"/>
                  </a:lnTo>
                  <a:lnTo>
                    <a:pt x="1030" y="46"/>
                  </a:lnTo>
                  <a:lnTo>
                    <a:pt x="1033" y="50"/>
                  </a:lnTo>
                  <a:lnTo>
                    <a:pt x="1037" y="50"/>
                  </a:lnTo>
                  <a:lnTo>
                    <a:pt x="1041" y="54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1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7" y="57"/>
                  </a:lnTo>
                  <a:lnTo>
                    <a:pt x="1091" y="57"/>
                  </a:lnTo>
                  <a:lnTo>
                    <a:pt x="1095" y="54"/>
                  </a:lnTo>
                  <a:lnTo>
                    <a:pt x="1098" y="54"/>
                  </a:lnTo>
                  <a:lnTo>
                    <a:pt x="1102" y="54"/>
                  </a:lnTo>
                  <a:lnTo>
                    <a:pt x="1105" y="50"/>
                  </a:lnTo>
                  <a:lnTo>
                    <a:pt x="1109" y="50"/>
                  </a:lnTo>
                  <a:lnTo>
                    <a:pt x="1113" y="50"/>
                  </a:lnTo>
                  <a:lnTo>
                    <a:pt x="1116" y="46"/>
                  </a:lnTo>
                  <a:lnTo>
                    <a:pt x="1120" y="46"/>
                  </a:lnTo>
                  <a:lnTo>
                    <a:pt x="1123" y="43"/>
                  </a:lnTo>
                  <a:lnTo>
                    <a:pt x="1127" y="43"/>
                  </a:lnTo>
                  <a:lnTo>
                    <a:pt x="1131" y="39"/>
                  </a:lnTo>
                  <a:lnTo>
                    <a:pt x="1134" y="39"/>
                  </a:lnTo>
                  <a:lnTo>
                    <a:pt x="1138" y="36"/>
                  </a:lnTo>
                  <a:lnTo>
                    <a:pt x="1141" y="32"/>
                  </a:lnTo>
                  <a:lnTo>
                    <a:pt x="1145" y="32"/>
                  </a:lnTo>
                  <a:lnTo>
                    <a:pt x="1149" y="28"/>
                  </a:lnTo>
                  <a:lnTo>
                    <a:pt x="1152" y="28"/>
                  </a:lnTo>
                  <a:lnTo>
                    <a:pt x="1156" y="25"/>
                  </a:lnTo>
                  <a:lnTo>
                    <a:pt x="1159" y="25"/>
                  </a:lnTo>
                  <a:lnTo>
                    <a:pt x="1163" y="21"/>
                  </a:lnTo>
                  <a:lnTo>
                    <a:pt x="1167" y="21"/>
                  </a:lnTo>
                  <a:lnTo>
                    <a:pt x="1170" y="18"/>
                  </a:lnTo>
                  <a:lnTo>
                    <a:pt x="1174" y="18"/>
                  </a:lnTo>
                  <a:lnTo>
                    <a:pt x="1177" y="14"/>
                  </a:lnTo>
                  <a:lnTo>
                    <a:pt x="1181" y="14"/>
                  </a:lnTo>
                  <a:lnTo>
                    <a:pt x="1185" y="14"/>
                  </a:lnTo>
                  <a:lnTo>
                    <a:pt x="1188" y="10"/>
                  </a:lnTo>
                  <a:lnTo>
                    <a:pt x="1192" y="10"/>
                  </a:lnTo>
                  <a:lnTo>
                    <a:pt x="1195" y="10"/>
                  </a:lnTo>
                  <a:lnTo>
                    <a:pt x="1199" y="10"/>
                  </a:lnTo>
                  <a:lnTo>
                    <a:pt x="1203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3" y="10"/>
                  </a:lnTo>
                  <a:lnTo>
                    <a:pt x="1217" y="10"/>
                  </a:lnTo>
                  <a:lnTo>
                    <a:pt x="1221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1" y="10"/>
                  </a:lnTo>
                  <a:lnTo>
                    <a:pt x="1235" y="10"/>
                  </a:lnTo>
                  <a:lnTo>
                    <a:pt x="1239" y="14"/>
                  </a:lnTo>
                  <a:lnTo>
                    <a:pt x="1242" y="14"/>
                  </a:lnTo>
                  <a:lnTo>
                    <a:pt x="1246" y="14"/>
                  </a:lnTo>
                  <a:lnTo>
                    <a:pt x="1249" y="18"/>
                  </a:lnTo>
                  <a:lnTo>
                    <a:pt x="1253" y="18"/>
                  </a:lnTo>
                  <a:lnTo>
                    <a:pt x="1257" y="21"/>
                  </a:lnTo>
                  <a:lnTo>
                    <a:pt x="1260" y="21"/>
                  </a:lnTo>
                  <a:lnTo>
                    <a:pt x="1264" y="25"/>
                  </a:lnTo>
                  <a:lnTo>
                    <a:pt x="1267" y="25"/>
                  </a:lnTo>
                  <a:lnTo>
                    <a:pt x="1271" y="28"/>
                  </a:lnTo>
                  <a:lnTo>
                    <a:pt x="1275" y="28"/>
                  </a:lnTo>
                  <a:lnTo>
                    <a:pt x="1278" y="32"/>
                  </a:lnTo>
                  <a:lnTo>
                    <a:pt x="1282" y="32"/>
                  </a:lnTo>
                  <a:lnTo>
                    <a:pt x="1285" y="36"/>
                  </a:lnTo>
                  <a:lnTo>
                    <a:pt x="1289" y="36"/>
                  </a:lnTo>
                  <a:lnTo>
                    <a:pt x="1293" y="39"/>
                  </a:lnTo>
                  <a:lnTo>
                    <a:pt x="1296" y="39"/>
                  </a:lnTo>
                  <a:lnTo>
                    <a:pt x="1300" y="43"/>
                  </a:lnTo>
                  <a:lnTo>
                    <a:pt x="1303" y="43"/>
                  </a:lnTo>
                  <a:lnTo>
                    <a:pt x="1307" y="46"/>
                  </a:lnTo>
                  <a:lnTo>
                    <a:pt x="1311" y="46"/>
                  </a:lnTo>
                  <a:lnTo>
                    <a:pt x="1314" y="50"/>
                  </a:lnTo>
                  <a:lnTo>
                    <a:pt x="1318" y="50"/>
                  </a:lnTo>
                  <a:lnTo>
                    <a:pt x="1321" y="50"/>
                  </a:lnTo>
                  <a:lnTo>
                    <a:pt x="1325" y="54"/>
                  </a:lnTo>
                  <a:lnTo>
                    <a:pt x="1329" y="54"/>
                  </a:lnTo>
                  <a:lnTo>
                    <a:pt x="1332" y="54"/>
                  </a:lnTo>
                  <a:lnTo>
                    <a:pt x="1336" y="54"/>
                  </a:lnTo>
                  <a:lnTo>
                    <a:pt x="1339" y="57"/>
                  </a:lnTo>
                  <a:lnTo>
                    <a:pt x="1343" y="57"/>
                  </a:lnTo>
                  <a:lnTo>
                    <a:pt x="1347" y="57"/>
                  </a:lnTo>
                  <a:lnTo>
                    <a:pt x="1350" y="57"/>
                  </a:lnTo>
                  <a:lnTo>
                    <a:pt x="1354" y="57"/>
                  </a:lnTo>
                  <a:lnTo>
                    <a:pt x="1357" y="57"/>
                  </a:lnTo>
                  <a:lnTo>
                    <a:pt x="1361" y="57"/>
                  </a:lnTo>
                  <a:lnTo>
                    <a:pt x="1365" y="54"/>
                  </a:lnTo>
                  <a:lnTo>
                    <a:pt x="1368" y="54"/>
                  </a:lnTo>
                  <a:lnTo>
                    <a:pt x="1372" y="54"/>
                  </a:lnTo>
                  <a:lnTo>
                    <a:pt x="1375" y="54"/>
                  </a:lnTo>
                  <a:lnTo>
                    <a:pt x="1379" y="50"/>
                  </a:lnTo>
                  <a:lnTo>
                    <a:pt x="1383" y="50"/>
                  </a:lnTo>
                  <a:lnTo>
                    <a:pt x="1386" y="50"/>
                  </a:lnTo>
                  <a:lnTo>
                    <a:pt x="1390" y="46"/>
                  </a:lnTo>
                  <a:lnTo>
                    <a:pt x="1393" y="46"/>
                  </a:lnTo>
                  <a:lnTo>
                    <a:pt x="1397" y="46"/>
                  </a:lnTo>
                  <a:lnTo>
                    <a:pt x="1401" y="43"/>
                  </a:lnTo>
                  <a:lnTo>
                    <a:pt x="1404" y="43"/>
                  </a:lnTo>
                  <a:lnTo>
                    <a:pt x="1408" y="39"/>
                  </a:lnTo>
                  <a:lnTo>
                    <a:pt x="1411" y="39"/>
                  </a:lnTo>
                  <a:lnTo>
                    <a:pt x="1415" y="36"/>
                  </a:lnTo>
                  <a:lnTo>
                    <a:pt x="1419" y="36"/>
                  </a:lnTo>
                  <a:lnTo>
                    <a:pt x="1422" y="32"/>
                  </a:lnTo>
                  <a:lnTo>
                    <a:pt x="1422" y="32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1" name="Freeform 79"/>
            <p:cNvSpPr>
              <a:spLocks/>
            </p:cNvSpPr>
            <p:nvPr/>
          </p:nvSpPr>
          <p:spPr bwMode="auto">
            <a:xfrm>
              <a:off x="749" y="1048"/>
              <a:ext cx="695" cy="2462"/>
            </a:xfrm>
            <a:custGeom>
              <a:avLst/>
              <a:gdLst/>
              <a:ahLst/>
              <a:cxnLst>
                <a:cxn ang="0">
                  <a:pos x="7" y="1998"/>
                </a:cxn>
                <a:cxn ang="0">
                  <a:pos x="18" y="1973"/>
                </a:cxn>
                <a:cxn ang="0">
                  <a:pos x="29" y="1944"/>
                </a:cxn>
                <a:cxn ang="0">
                  <a:pos x="39" y="1919"/>
                </a:cxn>
                <a:cxn ang="0">
                  <a:pos x="54" y="1893"/>
                </a:cxn>
                <a:cxn ang="0">
                  <a:pos x="79" y="1883"/>
                </a:cxn>
                <a:cxn ang="0">
                  <a:pos x="101" y="1908"/>
                </a:cxn>
                <a:cxn ang="0">
                  <a:pos x="111" y="1933"/>
                </a:cxn>
                <a:cxn ang="0">
                  <a:pos x="122" y="1962"/>
                </a:cxn>
                <a:cxn ang="0">
                  <a:pos x="129" y="1994"/>
                </a:cxn>
                <a:cxn ang="0">
                  <a:pos x="140" y="2030"/>
                </a:cxn>
                <a:cxn ang="0">
                  <a:pos x="151" y="2066"/>
                </a:cxn>
                <a:cxn ang="0">
                  <a:pos x="162" y="2099"/>
                </a:cxn>
                <a:cxn ang="0">
                  <a:pos x="169" y="2131"/>
                </a:cxn>
                <a:cxn ang="0">
                  <a:pos x="180" y="2160"/>
                </a:cxn>
                <a:cxn ang="0">
                  <a:pos x="191" y="2185"/>
                </a:cxn>
                <a:cxn ang="0">
                  <a:pos x="209" y="2207"/>
                </a:cxn>
                <a:cxn ang="0">
                  <a:pos x="230" y="2192"/>
                </a:cxn>
                <a:cxn ang="0">
                  <a:pos x="241" y="2167"/>
                </a:cxn>
                <a:cxn ang="0">
                  <a:pos x="252" y="2138"/>
                </a:cxn>
                <a:cxn ang="0">
                  <a:pos x="263" y="2099"/>
                </a:cxn>
                <a:cxn ang="0">
                  <a:pos x="273" y="2055"/>
                </a:cxn>
                <a:cxn ang="0">
                  <a:pos x="281" y="2009"/>
                </a:cxn>
                <a:cxn ang="0">
                  <a:pos x="291" y="1962"/>
                </a:cxn>
                <a:cxn ang="0">
                  <a:pos x="302" y="1915"/>
                </a:cxn>
                <a:cxn ang="0">
                  <a:pos x="309" y="1872"/>
                </a:cxn>
                <a:cxn ang="0">
                  <a:pos x="320" y="1832"/>
                </a:cxn>
                <a:cxn ang="0">
                  <a:pos x="331" y="1800"/>
                </a:cxn>
                <a:cxn ang="0">
                  <a:pos x="342" y="1775"/>
                </a:cxn>
                <a:cxn ang="0">
                  <a:pos x="367" y="1775"/>
                </a:cxn>
                <a:cxn ang="0">
                  <a:pos x="378" y="1803"/>
                </a:cxn>
                <a:cxn ang="0">
                  <a:pos x="389" y="1839"/>
                </a:cxn>
                <a:cxn ang="0">
                  <a:pos x="396" y="1886"/>
                </a:cxn>
                <a:cxn ang="0">
                  <a:pos x="407" y="1947"/>
                </a:cxn>
                <a:cxn ang="0">
                  <a:pos x="417" y="2012"/>
                </a:cxn>
                <a:cxn ang="0">
                  <a:pos x="425" y="2088"/>
                </a:cxn>
                <a:cxn ang="0">
                  <a:pos x="435" y="2160"/>
                </a:cxn>
                <a:cxn ang="0">
                  <a:pos x="446" y="2235"/>
                </a:cxn>
                <a:cxn ang="0">
                  <a:pos x="457" y="2304"/>
                </a:cxn>
                <a:cxn ang="0">
                  <a:pos x="464" y="2365"/>
                </a:cxn>
                <a:cxn ang="0">
                  <a:pos x="475" y="2412"/>
                </a:cxn>
                <a:cxn ang="0">
                  <a:pos x="486" y="2448"/>
                </a:cxn>
                <a:cxn ang="0">
                  <a:pos x="507" y="2455"/>
                </a:cxn>
                <a:cxn ang="0">
                  <a:pos x="515" y="2426"/>
                </a:cxn>
                <a:cxn ang="0">
                  <a:pos x="525" y="2369"/>
                </a:cxn>
                <a:cxn ang="0">
                  <a:pos x="536" y="2293"/>
                </a:cxn>
                <a:cxn ang="0">
                  <a:pos x="543" y="2189"/>
                </a:cxn>
                <a:cxn ang="0">
                  <a:pos x="554" y="2063"/>
                </a:cxn>
                <a:cxn ang="0">
                  <a:pos x="565" y="1919"/>
                </a:cxn>
                <a:cxn ang="0">
                  <a:pos x="576" y="1753"/>
                </a:cxn>
                <a:cxn ang="0">
                  <a:pos x="583" y="1577"/>
                </a:cxn>
                <a:cxn ang="0">
                  <a:pos x="594" y="1389"/>
                </a:cxn>
                <a:cxn ang="0">
                  <a:pos x="605" y="1195"/>
                </a:cxn>
                <a:cxn ang="0">
                  <a:pos x="612" y="1004"/>
                </a:cxn>
                <a:cxn ang="0">
                  <a:pos x="623" y="813"/>
                </a:cxn>
                <a:cxn ang="0">
                  <a:pos x="633" y="637"/>
                </a:cxn>
                <a:cxn ang="0">
                  <a:pos x="641" y="472"/>
                </a:cxn>
                <a:cxn ang="0">
                  <a:pos x="651" y="324"/>
                </a:cxn>
                <a:cxn ang="0">
                  <a:pos x="662" y="202"/>
                </a:cxn>
                <a:cxn ang="0">
                  <a:pos x="673" y="108"/>
                </a:cxn>
                <a:cxn ang="0">
                  <a:pos x="680" y="40"/>
                </a:cxn>
                <a:cxn ang="0">
                  <a:pos x="691" y="7"/>
                </a:cxn>
              </a:cxnLst>
              <a:rect l="0" t="0" r="r" b="b"/>
              <a:pathLst>
                <a:path w="695" h="2462">
                  <a:moveTo>
                    <a:pt x="0" y="2023"/>
                  </a:moveTo>
                  <a:lnTo>
                    <a:pt x="0" y="2019"/>
                  </a:lnTo>
                  <a:lnTo>
                    <a:pt x="3" y="2016"/>
                  </a:lnTo>
                  <a:lnTo>
                    <a:pt x="3" y="2012"/>
                  </a:lnTo>
                  <a:lnTo>
                    <a:pt x="7" y="2009"/>
                  </a:lnTo>
                  <a:lnTo>
                    <a:pt x="7" y="2005"/>
                  </a:lnTo>
                  <a:lnTo>
                    <a:pt x="7" y="1998"/>
                  </a:lnTo>
                  <a:lnTo>
                    <a:pt x="11" y="1994"/>
                  </a:lnTo>
                  <a:lnTo>
                    <a:pt x="11" y="1991"/>
                  </a:lnTo>
                  <a:lnTo>
                    <a:pt x="11" y="1987"/>
                  </a:lnTo>
                  <a:lnTo>
                    <a:pt x="14" y="1983"/>
                  </a:lnTo>
                  <a:lnTo>
                    <a:pt x="14" y="1980"/>
                  </a:lnTo>
                  <a:lnTo>
                    <a:pt x="18" y="1976"/>
                  </a:lnTo>
                  <a:lnTo>
                    <a:pt x="18" y="1973"/>
                  </a:lnTo>
                  <a:lnTo>
                    <a:pt x="18" y="1969"/>
                  </a:lnTo>
                  <a:lnTo>
                    <a:pt x="21" y="1965"/>
                  </a:lnTo>
                  <a:lnTo>
                    <a:pt x="21" y="1958"/>
                  </a:lnTo>
                  <a:lnTo>
                    <a:pt x="25" y="1955"/>
                  </a:lnTo>
                  <a:lnTo>
                    <a:pt x="25" y="1951"/>
                  </a:lnTo>
                  <a:lnTo>
                    <a:pt x="25" y="1947"/>
                  </a:lnTo>
                  <a:lnTo>
                    <a:pt x="29" y="1944"/>
                  </a:lnTo>
                  <a:lnTo>
                    <a:pt x="29" y="1940"/>
                  </a:lnTo>
                  <a:lnTo>
                    <a:pt x="32" y="1937"/>
                  </a:lnTo>
                  <a:lnTo>
                    <a:pt x="32" y="1933"/>
                  </a:lnTo>
                  <a:lnTo>
                    <a:pt x="36" y="1929"/>
                  </a:lnTo>
                  <a:lnTo>
                    <a:pt x="36" y="1926"/>
                  </a:lnTo>
                  <a:lnTo>
                    <a:pt x="36" y="1922"/>
                  </a:lnTo>
                  <a:lnTo>
                    <a:pt x="39" y="1919"/>
                  </a:lnTo>
                  <a:lnTo>
                    <a:pt x="39" y="1915"/>
                  </a:lnTo>
                  <a:lnTo>
                    <a:pt x="43" y="1911"/>
                  </a:lnTo>
                  <a:lnTo>
                    <a:pt x="43" y="1908"/>
                  </a:lnTo>
                  <a:lnTo>
                    <a:pt x="47" y="1904"/>
                  </a:lnTo>
                  <a:lnTo>
                    <a:pt x="50" y="1901"/>
                  </a:lnTo>
                  <a:lnTo>
                    <a:pt x="50" y="1897"/>
                  </a:lnTo>
                  <a:lnTo>
                    <a:pt x="54" y="1893"/>
                  </a:lnTo>
                  <a:lnTo>
                    <a:pt x="57" y="1890"/>
                  </a:lnTo>
                  <a:lnTo>
                    <a:pt x="61" y="1886"/>
                  </a:lnTo>
                  <a:lnTo>
                    <a:pt x="65" y="1883"/>
                  </a:lnTo>
                  <a:lnTo>
                    <a:pt x="68" y="1883"/>
                  </a:lnTo>
                  <a:lnTo>
                    <a:pt x="72" y="1879"/>
                  </a:lnTo>
                  <a:lnTo>
                    <a:pt x="75" y="1883"/>
                  </a:lnTo>
                  <a:lnTo>
                    <a:pt x="79" y="1883"/>
                  </a:lnTo>
                  <a:lnTo>
                    <a:pt x="83" y="1886"/>
                  </a:lnTo>
                  <a:lnTo>
                    <a:pt x="86" y="1890"/>
                  </a:lnTo>
                  <a:lnTo>
                    <a:pt x="90" y="1893"/>
                  </a:lnTo>
                  <a:lnTo>
                    <a:pt x="93" y="1897"/>
                  </a:lnTo>
                  <a:lnTo>
                    <a:pt x="97" y="1901"/>
                  </a:lnTo>
                  <a:lnTo>
                    <a:pt x="97" y="1904"/>
                  </a:lnTo>
                  <a:lnTo>
                    <a:pt x="101" y="1908"/>
                  </a:lnTo>
                  <a:lnTo>
                    <a:pt x="101" y="1911"/>
                  </a:lnTo>
                  <a:lnTo>
                    <a:pt x="104" y="1915"/>
                  </a:lnTo>
                  <a:lnTo>
                    <a:pt x="104" y="1919"/>
                  </a:lnTo>
                  <a:lnTo>
                    <a:pt x="108" y="1922"/>
                  </a:lnTo>
                  <a:lnTo>
                    <a:pt x="108" y="1926"/>
                  </a:lnTo>
                  <a:lnTo>
                    <a:pt x="111" y="1929"/>
                  </a:lnTo>
                  <a:lnTo>
                    <a:pt x="111" y="1933"/>
                  </a:lnTo>
                  <a:lnTo>
                    <a:pt x="111" y="1937"/>
                  </a:lnTo>
                  <a:lnTo>
                    <a:pt x="115" y="1940"/>
                  </a:lnTo>
                  <a:lnTo>
                    <a:pt x="115" y="1944"/>
                  </a:lnTo>
                  <a:lnTo>
                    <a:pt x="119" y="1951"/>
                  </a:lnTo>
                  <a:lnTo>
                    <a:pt x="119" y="1955"/>
                  </a:lnTo>
                  <a:lnTo>
                    <a:pt x="119" y="1958"/>
                  </a:lnTo>
                  <a:lnTo>
                    <a:pt x="122" y="1962"/>
                  </a:lnTo>
                  <a:lnTo>
                    <a:pt x="122" y="1965"/>
                  </a:lnTo>
                  <a:lnTo>
                    <a:pt x="122" y="1973"/>
                  </a:lnTo>
                  <a:lnTo>
                    <a:pt x="126" y="1976"/>
                  </a:lnTo>
                  <a:lnTo>
                    <a:pt x="126" y="1980"/>
                  </a:lnTo>
                  <a:lnTo>
                    <a:pt x="129" y="1983"/>
                  </a:lnTo>
                  <a:lnTo>
                    <a:pt x="129" y="1991"/>
                  </a:lnTo>
                  <a:lnTo>
                    <a:pt x="129" y="1994"/>
                  </a:lnTo>
                  <a:lnTo>
                    <a:pt x="133" y="1998"/>
                  </a:lnTo>
                  <a:lnTo>
                    <a:pt x="133" y="2005"/>
                  </a:lnTo>
                  <a:lnTo>
                    <a:pt x="137" y="2009"/>
                  </a:lnTo>
                  <a:lnTo>
                    <a:pt x="137" y="2012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30"/>
                  </a:lnTo>
                  <a:lnTo>
                    <a:pt x="140" y="2034"/>
                  </a:lnTo>
                  <a:lnTo>
                    <a:pt x="144" y="2037"/>
                  </a:lnTo>
                  <a:lnTo>
                    <a:pt x="144" y="2045"/>
                  </a:lnTo>
                  <a:lnTo>
                    <a:pt x="147" y="2048"/>
                  </a:lnTo>
                  <a:lnTo>
                    <a:pt x="147" y="2055"/>
                  </a:lnTo>
                  <a:lnTo>
                    <a:pt x="147" y="2059"/>
                  </a:lnTo>
                  <a:lnTo>
                    <a:pt x="151" y="2066"/>
                  </a:lnTo>
                  <a:lnTo>
                    <a:pt x="151" y="2070"/>
                  </a:lnTo>
                  <a:lnTo>
                    <a:pt x="155" y="2073"/>
                  </a:lnTo>
                  <a:lnTo>
                    <a:pt x="155" y="2081"/>
                  </a:lnTo>
                  <a:lnTo>
                    <a:pt x="155" y="2084"/>
                  </a:lnTo>
                  <a:lnTo>
                    <a:pt x="158" y="2091"/>
                  </a:lnTo>
                  <a:lnTo>
                    <a:pt x="158" y="2095"/>
                  </a:lnTo>
                  <a:lnTo>
                    <a:pt x="162" y="2099"/>
                  </a:lnTo>
                  <a:lnTo>
                    <a:pt x="162" y="2106"/>
                  </a:lnTo>
                  <a:lnTo>
                    <a:pt x="162" y="2109"/>
                  </a:lnTo>
                  <a:lnTo>
                    <a:pt x="165" y="2113"/>
                  </a:lnTo>
                  <a:lnTo>
                    <a:pt x="165" y="2120"/>
                  </a:lnTo>
                  <a:lnTo>
                    <a:pt x="165" y="2124"/>
                  </a:lnTo>
                  <a:lnTo>
                    <a:pt x="169" y="2127"/>
                  </a:lnTo>
                  <a:lnTo>
                    <a:pt x="169" y="2131"/>
                  </a:lnTo>
                  <a:lnTo>
                    <a:pt x="173" y="2138"/>
                  </a:lnTo>
                  <a:lnTo>
                    <a:pt x="173" y="2142"/>
                  </a:lnTo>
                  <a:lnTo>
                    <a:pt x="173" y="2145"/>
                  </a:lnTo>
                  <a:lnTo>
                    <a:pt x="176" y="2149"/>
                  </a:lnTo>
                  <a:lnTo>
                    <a:pt x="176" y="2153"/>
                  </a:lnTo>
                  <a:lnTo>
                    <a:pt x="180" y="2156"/>
                  </a:lnTo>
                  <a:lnTo>
                    <a:pt x="180" y="2160"/>
                  </a:lnTo>
                  <a:lnTo>
                    <a:pt x="180" y="2163"/>
                  </a:lnTo>
                  <a:lnTo>
                    <a:pt x="183" y="2167"/>
                  </a:lnTo>
                  <a:lnTo>
                    <a:pt x="183" y="2171"/>
                  </a:lnTo>
                  <a:lnTo>
                    <a:pt x="183" y="2174"/>
                  </a:lnTo>
                  <a:lnTo>
                    <a:pt x="187" y="2178"/>
                  </a:lnTo>
                  <a:lnTo>
                    <a:pt x="187" y="2181"/>
                  </a:lnTo>
                  <a:lnTo>
                    <a:pt x="191" y="2185"/>
                  </a:lnTo>
                  <a:lnTo>
                    <a:pt x="191" y="2189"/>
                  </a:lnTo>
                  <a:lnTo>
                    <a:pt x="194" y="2192"/>
                  </a:lnTo>
                  <a:lnTo>
                    <a:pt x="198" y="2196"/>
                  </a:lnTo>
                  <a:lnTo>
                    <a:pt x="198" y="2199"/>
                  </a:lnTo>
                  <a:lnTo>
                    <a:pt x="201" y="2203"/>
                  </a:lnTo>
                  <a:lnTo>
                    <a:pt x="205" y="2207"/>
                  </a:lnTo>
                  <a:lnTo>
                    <a:pt x="209" y="2207"/>
                  </a:lnTo>
                  <a:lnTo>
                    <a:pt x="212" y="2210"/>
                  </a:lnTo>
                  <a:lnTo>
                    <a:pt x="216" y="2207"/>
                  </a:lnTo>
                  <a:lnTo>
                    <a:pt x="219" y="2207"/>
                  </a:lnTo>
                  <a:lnTo>
                    <a:pt x="223" y="2203"/>
                  </a:lnTo>
                  <a:lnTo>
                    <a:pt x="227" y="2199"/>
                  </a:lnTo>
                  <a:lnTo>
                    <a:pt x="230" y="2196"/>
                  </a:lnTo>
                  <a:lnTo>
                    <a:pt x="230" y="2192"/>
                  </a:lnTo>
                  <a:lnTo>
                    <a:pt x="234" y="2189"/>
                  </a:lnTo>
                  <a:lnTo>
                    <a:pt x="234" y="2185"/>
                  </a:lnTo>
                  <a:lnTo>
                    <a:pt x="237" y="2181"/>
                  </a:lnTo>
                  <a:lnTo>
                    <a:pt x="237" y="2178"/>
                  </a:lnTo>
                  <a:lnTo>
                    <a:pt x="241" y="2174"/>
                  </a:lnTo>
                  <a:lnTo>
                    <a:pt x="241" y="2171"/>
                  </a:lnTo>
                  <a:lnTo>
                    <a:pt x="241" y="2167"/>
                  </a:lnTo>
                  <a:lnTo>
                    <a:pt x="245" y="2163"/>
                  </a:lnTo>
                  <a:lnTo>
                    <a:pt x="245" y="2160"/>
                  </a:lnTo>
                  <a:lnTo>
                    <a:pt x="248" y="2156"/>
                  </a:lnTo>
                  <a:lnTo>
                    <a:pt x="248" y="2153"/>
                  </a:lnTo>
                  <a:lnTo>
                    <a:pt x="248" y="2145"/>
                  </a:lnTo>
                  <a:lnTo>
                    <a:pt x="252" y="2142"/>
                  </a:lnTo>
                  <a:lnTo>
                    <a:pt x="252" y="2138"/>
                  </a:lnTo>
                  <a:lnTo>
                    <a:pt x="252" y="2131"/>
                  </a:lnTo>
                  <a:lnTo>
                    <a:pt x="255" y="2127"/>
                  </a:lnTo>
                  <a:lnTo>
                    <a:pt x="255" y="2124"/>
                  </a:lnTo>
                  <a:lnTo>
                    <a:pt x="259" y="2117"/>
                  </a:lnTo>
                  <a:lnTo>
                    <a:pt x="259" y="2113"/>
                  </a:lnTo>
                  <a:lnTo>
                    <a:pt x="259" y="2106"/>
                  </a:lnTo>
                  <a:lnTo>
                    <a:pt x="263" y="2099"/>
                  </a:lnTo>
                  <a:lnTo>
                    <a:pt x="263" y="2095"/>
                  </a:lnTo>
                  <a:lnTo>
                    <a:pt x="266" y="2088"/>
                  </a:lnTo>
                  <a:lnTo>
                    <a:pt x="266" y="2081"/>
                  </a:lnTo>
                  <a:lnTo>
                    <a:pt x="266" y="2077"/>
                  </a:lnTo>
                  <a:lnTo>
                    <a:pt x="270" y="2070"/>
                  </a:lnTo>
                  <a:lnTo>
                    <a:pt x="270" y="2063"/>
                  </a:lnTo>
                  <a:lnTo>
                    <a:pt x="273" y="2055"/>
                  </a:lnTo>
                  <a:lnTo>
                    <a:pt x="273" y="2052"/>
                  </a:lnTo>
                  <a:lnTo>
                    <a:pt x="273" y="2045"/>
                  </a:lnTo>
                  <a:lnTo>
                    <a:pt x="277" y="2037"/>
                  </a:lnTo>
                  <a:lnTo>
                    <a:pt x="277" y="2030"/>
                  </a:lnTo>
                  <a:lnTo>
                    <a:pt x="277" y="2023"/>
                  </a:lnTo>
                  <a:lnTo>
                    <a:pt x="281" y="2016"/>
                  </a:lnTo>
                  <a:lnTo>
                    <a:pt x="281" y="2009"/>
                  </a:lnTo>
                  <a:lnTo>
                    <a:pt x="284" y="2005"/>
                  </a:lnTo>
                  <a:lnTo>
                    <a:pt x="284" y="1998"/>
                  </a:lnTo>
                  <a:lnTo>
                    <a:pt x="284" y="1991"/>
                  </a:lnTo>
                  <a:lnTo>
                    <a:pt x="288" y="1983"/>
                  </a:lnTo>
                  <a:lnTo>
                    <a:pt x="288" y="1976"/>
                  </a:lnTo>
                  <a:lnTo>
                    <a:pt x="291" y="1969"/>
                  </a:lnTo>
                  <a:lnTo>
                    <a:pt x="291" y="1962"/>
                  </a:lnTo>
                  <a:lnTo>
                    <a:pt x="291" y="1955"/>
                  </a:lnTo>
                  <a:lnTo>
                    <a:pt x="295" y="1947"/>
                  </a:lnTo>
                  <a:lnTo>
                    <a:pt x="295" y="1940"/>
                  </a:lnTo>
                  <a:lnTo>
                    <a:pt x="295" y="1937"/>
                  </a:lnTo>
                  <a:lnTo>
                    <a:pt x="299" y="1929"/>
                  </a:lnTo>
                  <a:lnTo>
                    <a:pt x="299" y="1922"/>
                  </a:lnTo>
                  <a:lnTo>
                    <a:pt x="302" y="1915"/>
                  </a:lnTo>
                  <a:lnTo>
                    <a:pt x="302" y="1908"/>
                  </a:lnTo>
                  <a:lnTo>
                    <a:pt x="302" y="1901"/>
                  </a:lnTo>
                  <a:lnTo>
                    <a:pt x="306" y="1893"/>
                  </a:lnTo>
                  <a:lnTo>
                    <a:pt x="306" y="1890"/>
                  </a:lnTo>
                  <a:lnTo>
                    <a:pt x="309" y="1883"/>
                  </a:lnTo>
                  <a:lnTo>
                    <a:pt x="309" y="1875"/>
                  </a:lnTo>
                  <a:lnTo>
                    <a:pt x="309" y="1872"/>
                  </a:lnTo>
                  <a:lnTo>
                    <a:pt x="313" y="1865"/>
                  </a:lnTo>
                  <a:lnTo>
                    <a:pt x="313" y="1857"/>
                  </a:lnTo>
                  <a:lnTo>
                    <a:pt x="317" y="1854"/>
                  </a:lnTo>
                  <a:lnTo>
                    <a:pt x="317" y="1847"/>
                  </a:lnTo>
                  <a:lnTo>
                    <a:pt x="317" y="1843"/>
                  </a:lnTo>
                  <a:lnTo>
                    <a:pt x="320" y="1836"/>
                  </a:lnTo>
                  <a:lnTo>
                    <a:pt x="320" y="1832"/>
                  </a:lnTo>
                  <a:lnTo>
                    <a:pt x="320" y="1825"/>
                  </a:lnTo>
                  <a:lnTo>
                    <a:pt x="324" y="1821"/>
                  </a:lnTo>
                  <a:lnTo>
                    <a:pt x="324" y="1818"/>
                  </a:lnTo>
                  <a:lnTo>
                    <a:pt x="327" y="1811"/>
                  </a:lnTo>
                  <a:lnTo>
                    <a:pt x="327" y="1807"/>
                  </a:lnTo>
                  <a:lnTo>
                    <a:pt x="327" y="1803"/>
                  </a:lnTo>
                  <a:lnTo>
                    <a:pt x="331" y="1800"/>
                  </a:lnTo>
                  <a:lnTo>
                    <a:pt x="331" y="1796"/>
                  </a:lnTo>
                  <a:lnTo>
                    <a:pt x="335" y="1793"/>
                  </a:lnTo>
                  <a:lnTo>
                    <a:pt x="335" y="1789"/>
                  </a:lnTo>
                  <a:lnTo>
                    <a:pt x="335" y="1785"/>
                  </a:lnTo>
                  <a:lnTo>
                    <a:pt x="338" y="1782"/>
                  </a:lnTo>
                  <a:lnTo>
                    <a:pt x="338" y="1778"/>
                  </a:lnTo>
                  <a:lnTo>
                    <a:pt x="342" y="1775"/>
                  </a:lnTo>
                  <a:lnTo>
                    <a:pt x="345" y="1771"/>
                  </a:lnTo>
                  <a:lnTo>
                    <a:pt x="349" y="1767"/>
                  </a:lnTo>
                  <a:lnTo>
                    <a:pt x="353" y="1764"/>
                  </a:lnTo>
                  <a:lnTo>
                    <a:pt x="356" y="1764"/>
                  </a:lnTo>
                  <a:lnTo>
                    <a:pt x="360" y="1767"/>
                  </a:lnTo>
                  <a:lnTo>
                    <a:pt x="363" y="1771"/>
                  </a:lnTo>
                  <a:lnTo>
                    <a:pt x="367" y="1775"/>
                  </a:lnTo>
                  <a:lnTo>
                    <a:pt x="371" y="1778"/>
                  </a:lnTo>
                  <a:lnTo>
                    <a:pt x="371" y="1782"/>
                  </a:lnTo>
                  <a:lnTo>
                    <a:pt x="371" y="1785"/>
                  </a:lnTo>
                  <a:lnTo>
                    <a:pt x="374" y="1789"/>
                  </a:lnTo>
                  <a:lnTo>
                    <a:pt x="374" y="1793"/>
                  </a:lnTo>
                  <a:lnTo>
                    <a:pt x="378" y="1796"/>
                  </a:lnTo>
                  <a:lnTo>
                    <a:pt x="378" y="1803"/>
                  </a:lnTo>
                  <a:lnTo>
                    <a:pt x="378" y="1807"/>
                  </a:lnTo>
                  <a:lnTo>
                    <a:pt x="381" y="1811"/>
                  </a:lnTo>
                  <a:lnTo>
                    <a:pt x="381" y="1818"/>
                  </a:lnTo>
                  <a:lnTo>
                    <a:pt x="381" y="1821"/>
                  </a:lnTo>
                  <a:lnTo>
                    <a:pt x="385" y="1829"/>
                  </a:lnTo>
                  <a:lnTo>
                    <a:pt x="385" y="1832"/>
                  </a:lnTo>
                  <a:lnTo>
                    <a:pt x="389" y="1839"/>
                  </a:lnTo>
                  <a:lnTo>
                    <a:pt x="389" y="1847"/>
                  </a:lnTo>
                  <a:lnTo>
                    <a:pt x="389" y="1850"/>
                  </a:lnTo>
                  <a:lnTo>
                    <a:pt x="392" y="1857"/>
                  </a:lnTo>
                  <a:lnTo>
                    <a:pt x="392" y="1865"/>
                  </a:lnTo>
                  <a:lnTo>
                    <a:pt x="396" y="1872"/>
                  </a:lnTo>
                  <a:lnTo>
                    <a:pt x="396" y="1879"/>
                  </a:lnTo>
                  <a:lnTo>
                    <a:pt x="396" y="1886"/>
                  </a:lnTo>
                  <a:lnTo>
                    <a:pt x="399" y="1897"/>
                  </a:lnTo>
                  <a:lnTo>
                    <a:pt x="399" y="1904"/>
                  </a:lnTo>
                  <a:lnTo>
                    <a:pt x="403" y="1911"/>
                  </a:lnTo>
                  <a:lnTo>
                    <a:pt x="403" y="1922"/>
                  </a:lnTo>
                  <a:lnTo>
                    <a:pt x="403" y="1929"/>
                  </a:lnTo>
                  <a:lnTo>
                    <a:pt x="407" y="1937"/>
                  </a:lnTo>
                  <a:lnTo>
                    <a:pt x="407" y="1947"/>
                  </a:lnTo>
                  <a:lnTo>
                    <a:pt x="407" y="1955"/>
                  </a:lnTo>
                  <a:lnTo>
                    <a:pt x="410" y="1965"/>
                  </a:lnTo>
                  <a:lnTo>
                    <a:pt x="410" y="1976"/>
                  </a:lnTo>
                  <a:lnTo>
                    <a:pt x="414" y="1983"/>
                  </a:lnTo>
                  <a:lnTo>
                    <a:pt x="414" y="1994"/>
                  </a:lnTo>
                  <a:lnTo>
                    <a:pt x="414" y="2005"/>
                  </a:lnTo>
                  <a:lnTo>
                    <a:pt x="417" y="2012"/>
                  </a:lnTo>
                  <a:lnTo>
                    <a:pt x="417" y="2023"/>
                  </a:lnTo>
                  <a:lnTo>
                    <a:pt x="421" y="2034"/>
                  </a:lnTo>
                  <a:lnTo>
                    <a:pt x="421" y="2045"/>
                  </a:lnTo>
                  <a:lnTo>
                    <a:pt x="421" y="2055"/>
                  </a:lnTo>
                  <a:lnTo>
                    <a:pt x="425" y="2066"/>
                  </a:lnTo>
                  <a:lnTo>
                    <a:pt x="425" y="2077"/>
                  </a:lnTo>
                  <a:lnTo>
                    <a:pt x="425" y="2088"/>
                  </a:lnTo>
                  <a:lnTo>
                    <a:pt x="428" y="2095"/>
                  </a:lnTo>
                  <a:lnTo>
                    <a:pt x="428" y="2106"/>
                  </a:lnTo>
                  <a:lnTo>
                    <a:pt x="432" y="2117"/>
                  </a:lnTo>
                  <a:lnTo>
                    <a:pt x="432" y="2127"/>
                  </a:lnTo>
                  <a:lnTo>
                    <a:pt x="432" y="2138"/>
                  </a:lnTo>
                  <a:lnTo>
                    <a:pt x="435" y="2149"/>
                  </a:lnTo>
                  <a:lnTo>
                    <a:pt x="435" y="2160"/>
                  </a:lnTo>
                  <a:lnTo>
                    <a:pt x="439" y="2171"/>
                  </a:lnTo>
                  <a:lnTo>
                    <a:pt x="439" y="2181"/>
                  </a:lnTo>
                  <a:lnTo>
                    <a:pt x="439" y="2192"/>
                  </a:lnTo>
                  <a:lnTo>
                    <a:pt x="443" y="2203"/>
                  </a:lnTo>
                  <a:lnTo>
                    <a:pt x="443" y="2214"/>
                  </a:lnTo>
                  <a:lnTo>
                    <a:pt x="446" y="2225"/>
                  </a:lnTo>
                  <a:lnTo>
                    <a:pt x="446" y="2235"/>
                  </a:lnTo>
                  <a:lnTo>
                    <a:pt x="446" y="2243"/>
                  </a:lnTo>
                  <a:lnTo>
                    <a:pt x="450" y="2253"/>
                  </a:lnTo>
                  <a:lnTo>
                    <a:pt x="450" y="2264"/>
                  </a:lnTo>
                  <a:lnTo>
                    <a:pt x="450" y="2275"/>
                  </a:lnTo>
                  <a:lnTo>
                    <a:pt x="453" y="2286"/>
                  </a:lnTo>
                  <a:lnTo>
                    <a:pt x="453" y="2293"/>
                  </a:lnTo>
                  <a:lnTo>
                    <a:pt x="457" y="2304"/>
                  </a:lnTo>
                  <a:lnTo>
                    <a:pt x="457" y="2311"/>
                  </a:lnTo>
                  <a:lnTo>
                    <a:pt x="457" y="2322"/>
                  </a:lnTo>
                  <a:lnTo>
                    <a:pt x="461" y="2329"/>
                  </a:lnTo>
                  <a:lnTo>
                    <a:pt x="461" y="2340"/>
                  </a:lnTo>
                  <a:lnTo>
                    <a:pt x="464" y="2347"/>
                  </a:lnTo>
                  <a:lnTo>
                    <a:pt x="464" y="2354"/>
                  </a:lnTo>
                  <a:lnTo>
                    <a:pt x="464" y="2365"/>
                  </a:lnTo>
                  <a:lnTo>
                    <a:pt x="468" y="2372"/>
                  </a:lnTo>
                  <a:lnTo>
                    <a:pt x="468" y="2379"/>
                  </a:lnTo>
                  <a:lnTo>
                    <a:pt x="468" y="2387"/>
                  </a:lnTo>
                  <a:lnTo>
                    <a:pt x="471" y="2394"/>
                  </a:lnTo>
                  <a:lnTo>
                    <a:pt x="471" y="2401"/>
                  </a:lnTo>
                  <a:lnTo>
                    <a:pt x="475" y="2408"/>
                  </a:lnTo>
                  <a:lnTo>
                    <a:pt x="475" y="2412"/>
                  </a:lnTo>
                  <a:lnTo>
                    <a:pt x="475" y="2419"/>
                  </a:lnTo>
                  <a:lnTo>
                    <a:pt x="479" y="2423"/>
                  </a:lnTo>
                  <a:lnTo>
                    <a:pt x="479" y="2430"/>
                  </a:lnTo>
                  <a:lnTo>
                    <a:pt x="482" y="2433"/>
                  </a:lnTo>
                  <a:lnTo>
                    <a:pt x="482" y="2437"/>
                  </a:lnTo>
                  <a:lnTo>
                    <a:pt x="482" y="2444"/>
                  </a:lnTo>
                  <a:lnTo>
                    <a:pt x="486" y="2448"/>
                  </a:lnTo>
                  <a:lnTo>
                    <a:pt x="489" y="2451"/>
                  </a:lnTo>
                  <a:lnTo>
                    <a:pt x="489" y="2455"/>
                  </a:lnTo>
                  <a:lnTo>
                    <a:pt x="493" y="2459"/>
                  </a:lnTo>
                  <a:lnTo>
                    <a:pt x="497" y="2462"/>
                  </a:lnTo>
                  <a:lnTo>
                    <a:pt x="500" y="2462"/>
                  </a:lnTo>
                  <a:lnTo>
                    <a:pt x="504" y="2459"/>
                  </a:lnTo>
                  <a:lnTo>
                    <a:pt x="507" y="2455"/>
                  </a:lnTo>
                  <a:lnTo>
                    <a:pt x="507" y="2451"/>
                  </a:lnTo>
                  <a:lnTo>
                    <a:pt x="507" y="2448"/>
                  </a:lnTo>
                  <a:lnTo>
                    <a:pt x="511" y="2444"/>
                  </a:lnTo>
                  <a:lnTo>
                    <a:pt x="511" y="2441"/>
                  </a:lnTo>
                  <a:lnTo>
                    <a:pt x="511" y="2437"/>
                  </a:lnTo>
                  <a:lnTo>
                    <a:pt x="515" y="2430"/>
                  </a:lnTo>
                  <a:lnTo>
                    <a:pt x="515" y="2426"/>
                  </a:lnTo>
                  <a:lnTo>
                    <a:pt x="518" y="2419"/>
                  </a:lnTo>
                  <a:lnTo>
                    <a:pt x="518" y="2412"/>
                  </a:lnTo>
                  <a:lnTo>
                    <a:pt x="518" y="2405"/>
                  </a:lnTo>
                  <a:lnTo>
                    <a:pt x="522" y="2397"/>
                  </a:lnTo>
                  <a:lnTo>
                    <a:pt x="522" y="2387"/>
                  </a:lnTo>
                  <a:lnTo>
                    <a:pt x="525" y="2379"/>
                  </a:lnTo>
                  <a:lnTo>
                    <a:pt x="525" y="2369"/>
                  </a:lnTo>
                  <a:lnTo>
                    <a:pt x="525" y="2361"/>
                  </a:lnTo>
                  <a:lnTo>
                    <a:pt x="529" y="2351"/>
                  </a:lnTo>
                  <a:lnTo>
                    <a:pt x="529" y="2340"/>
                  </a:lnTo>
                  <a:lnTo>
                    <a:pt x="533" y="2329"/>
                  </a:lnTo>
                  <a:lnTo>
                    <a:pt x="533" y="2315"/>
                  </a:lnTo>
                  <a:lnTo>
                    <a:pt x="533" y="2304"/>
                  </a:lnTo>
                  <a:lnTo>
                    <a:pt x="536" y="2293"/>
                  </a:lnTo>
                  <a:lnTo>
                    <a:pt x="536" y="2279"/>
                  </a:lnTo>
                  <a:lnTo>
                    <a:pt x="536" y="2264"/>
                  </a:lnTo>
                  <a:lnTo>
                    <a:pt x="540" y="2250"/>
                  </a:lnTo>
                  <a:lnTo>
                    <a:pt x="540" y="2235"/>
                  </a:lnTo>
                  <a:lnTo>
                    <a:pt x="543" y="2221"/>
                  </a:lnTo>
                  <a:lnTo>
                    <a:pt x="543" y="2203"/>
                  </a:lnTo>
                  <a:lnTo>
                    <a:pt x="543" y="2189"/>
                  </a:lnTo>
                  <a:lnTo>
                    <a:pt x="547" y="2171"/>
                  </a:lnTo>
                  <a:lnTo>
                    <a:pt x="547" y="2156"/>
                  </a:lnTo>
                  <a:lnTo>
                    <a:pt x="551" y="2138"/>
                  </a:lnTo>
                  <a:lnTo>
                    <a:pt x="551" y="2120"/>
                  </a:lnTo>
                  <a:lnTo>
                    <a:pt x="551" y="2102"/>
                  </a:lnTo>
                  <a:lnTo>
                    <a:pt x="554" y="2084"/>
                  </a:lnTo>
                  <a:lnTo>
                    <a:pt x="554" y="2063"/>
                  </a:lnTo>
                  <a:lnTo>
                    <a:pt x="554" y="2045"/>
                  </a:lnTo>
                  <a:lnTo>
                    <a:pt x="558" y="2023"/>
                  </a:lnTo>
                  <a:lnTo>
                    <a:pt x="558" y="2005"/>
                  </a:lnTo>
                  <a:lnTo>
                    <a:pt x="561" y="1983"/>
                  </a:lnTo>
                  <a:lnTo>
                    <a:pt x="561" y="1962"/>
                  </a:lnTo>
                  <a:lnTo>
                    <a:pt x="561" y="1940"/>
                  </a:lnTo>
                  <a:lnTo>
                    <a:pt x="565" y="1919"/>
                  </a:lnTo>
                  <a:lnTo>
                    <a:pt x="565" y="1897"/>
                  </a:lnTo>
                  <a:lnTo>
                    <a:pt x="569" y="1872"/>
                  </a:lnTo>
                  <a:lnTo>
                    <a:pt x="569" y="1850"/>
                  </a:lnTo>
                  <a:lnTo>
                    <a:pt x="569" y="1825"/>
                  </a:lnTo>
                  <a:lnTo>
                    <a:pt x="572" y="1803"/>
                  </a:lnTo>
                  <a:lnTo>
                    <a:pt x="572" y="1778"/>
                  </a:lnTo>
                  <a:lnTo>
                    <a:pt x="576" y="1753"/>
                  </a:lnTo>
                  <a:lnTo>
                    <a:pt x="576" y="1731"/>
                  </a:lnTo>
                  <a:lnTo>
                    <a:pt x="576" y="1706"/>
                  </a:lnTo>
                  <a:lnTo>
                    <a:pt x="579" y="1681"/>
                  </a:lnTo>
                  <a:lnTo>
                    <a:pt x="579" y="1656"/>
                  </a:lnTo>
                  <a:lnTo>
                    <a:pt x="579" y="1631"/>
                  </a:lnTo>
                  <a:lnTo>
                    <a:pt x="583" y="1602"/>
                  </a:lnTo>
                  <a:lnTo>
                    <a:pt x="583" y="1577"/>
                  </a:lnTo>
                  <a:lnTo>
                    <a:pt x="587" y="1551"/>
                  </a:lnTo>
                  <a:lnTo>
                    <a:pt x="587" y="1523"/>
                  </a:lnTo>
                  <a:lnTo>
                    <a:pt x="587" y="1497"/>
                  </a:lnTo>
                  <a:lnTo>
                    <a:pt x="590" y="1472"/>
                  </a:lnTo>
                  <a:lnTo>
                    <a:pt x="590" y="1443"/>
                  </a:lnTo>
                  <a:lnTo>
                    <a:pt x="594" y="1418"/>
                  </a:lnTo>
                  <a:lnTo>
                    <a:pt x="594" y="1389"/>
                  </a:lnTo>
                  <a:lnTo>
                    <a:pt x="594" y="1361"/>
                  </a:lnTo>
                  <a:lnTo>
                    <a:pt x="597" y="1335"/>
                  </a:lnTo>
                  <a:lnTo>
                    <a:pt x="597" y="1307"/>
                  </a:lnTo>
                  <a:lnTo>
                    <a:pt x="597" y="1281"/>
                  </a:lnTo>
                  <a:lnTo>
                    <a:pt x="601" y="1253"/>
                  </a:lnTo>
                  <a:lnTo>
                    <a:pt x="601" y="1224"/>
                  </a:lnTo>
                  <a:lnTo>
                    <a:pt x="605" y="1195"/>
                  </a:lnTo>
                  <a:lnTo>
                    <a:pt x="605" y="1170"/>
                  </a:lnTo>
                  <a:lnTo>
                    <a:pt x="605" y="1141"/>
                  </a:lnTo>
                  <a:lnTo>
                    <a:pt x="608" y="1112"/>
                  </a:lnTo>
                  <a:lnTo>
                    <a:pt x="608" y="1087"/>
                  </a:lnTo>
                  <a:lnTo>
                    <a:pt x="612" y="1058"/>
                  </a:lnTo>
                  <a:lnTo>
                    <a:pt x="612" y="1029"/>
                  </a:lnTo>
                  <a:lnTo>
                    <a:pt x="612" y="1004"/>
                  </a:lnTo>
                  <a:lnTo>
                    <a:pt x="615" y="975"/>
                  </a:lnTo>
                  <a:lnTo>
                    <a:pt x="615" y="950"/>
                  </a:lnTo>
                  <a:lnTo>
                    <a:pt x="619" y="921"/>
                  </a:lnTo>
                  <a:lnTo>
                    <a:pt x="619" y="896"/>
                  </a:lnTo>
                  <a:lnTo>
                    <a:pt x="619" y="867"/>
                  </a:lnTo>
                  <a:lnTo>
                    <a:pt x="623" y="842"/>
                  </a:lnTo>
                  <a:lnTo>
                    <a:pt x="623" y="813"/>
                  </a:lnTo>
                  <a:lnTo>
                    <a:pt x="623" y="788"/>
                  </a:lnTo>
                  <a:lnTo>
                    <a:pt x="626" y="763"/>
                  </a:lnTo>
                  <a:lnTo>
                    <a:pt x="626" y="738"/>
                  </a:lnTo>
                  <a:lnTo>
                    <a:pt x="630" y="709"/>
                  </a:lnTo>
                  <a:lnTo>
                    <a:pt x="630" y="684"/>
                  </a:lnTo>
                  <a:lnTo>
                    <a:pt x="630" y="659"/>
                  </a:lnTo>
                  <a:lnTo>
                    <a:pt x="633" y="637"/>
                  </a:lnTo>
                  <a:lnTo>
                    <a:pt x="633" y="612"/>
                  </a:lnTo>
                  <a:lnTo>
                    <a:pt x="637" y="587"/>
                  </a:lnTo>
                  <a:lnTo>
                    <a:pt x="637" y="562"/>
                  </a:lnTo>
                  <a:lnTo>
                    <a:pt x="637" y="540"/>
                  </a:lnTo>
                  <a:lnTo>
                    <a:pt x="641" y="515"/>
                  </a:lnTo>
                  <a:lnTo>
                    <a:pt x="641" y="493"/>
                  </a:lnTo>
                  <a:lnTo>
                    <a:pt x="641" y="472"/>
                  </a:lnTo>
                  <a:lnTo>
                    <a:pt x="644" y="450"/>
                  </a:lnTo>
                  <a:lnTo>
                    <a:pt x="644" y="428"/>
                  </a:lnTo>
                  <a:lnTo>
                    <a:pt x="648" y="407"/>
                  </a:lnTo>
                  <a:lnTo>
                    <a:pt x="648" y="385"/>
                  </a:lnTo>
                  <a:lnTo>
                    <a:pt x="648" y="364"/>
                  </a:lnTo>
                  <a:lnTo>
                    <a:pt x="651" y="346"/>
                  </a:lnTo>
                  <a:lnTo>
                    <a:pt x="651" y="324"/>
                  </a:lnTo>
                  <a:lnTo>
                    <a:pt x="655" y="306"/>
                  </a:lnTo>
                  <a:lnTo>
                    <a:pt x="655" y="288"/>
                  </a:lnTo>
                  <a:lnTo>
                    <a:pt x="655" y="270"/>
                  </a:lnTo>
                  <a:lnTo>
                    <a:pt x="659" y="252"/>
                  </a:lnTo>
                  <a:lnTo>
                    <a:pt x="659" y="234"/>
                  </a:lnTo>
                  <a:lnTo>
                    <a:pt x="662" y="220"/>
                  </a:lnTo>
                  <a:lnTo>
                    <a:pt x="662" y="202"/>
                  </a:lnTo>
                  <a:lnTo>
                    <a:pt x="662" y="187"/>
                  </a:lnTo>
                  <a:lnTo>
                    <a:pt x="666" y="173"/>
                  </a:lnTo>
                  <a:lnTo>
                    <a:pt x="666" y="158"/>
                  </a:lnTo>
                  <a:lnTo>
                    <a:pt x="666" y="144"/>
                  </a:lnTo>
                  <a:lnTo>
                    <a:pt x="669" y="133"/>
                  </a:lnTo>
                  <a:lnTo>
                    <a:pt x="669" y="119"/>
                  </a:lnTo>
                  <a:lnTo>
                    <a:pt x="673" y="108"/>
                  </a:lnTo>
                  <a:lnTo>
                    <a:pt x="673" y="97"/>
                  </a:lnTo>
                  <a:lnTo>
                    <a:pt x="673" y="86"/>
                  </a:lnTo>
                  <a:lnTo>
                    <a:pt x="677" y="76"/>
                  </a:lnTo>
                  <a:lnTo>
                    <a:pt x="677" y="65"/>
                  </a:lnTo>
                  <a:lnTo>
                    <a:pt x="680" y="58"/>
                  </a:lnTo>
                  <a:lnTo>
                    <a:pt x="680" y="50"/>
                  </a:lnTo>
                  <a:lnTo>
                    <a:pt x="680" y="40"/>
                  </a:lnTo>
                  <a:lnTo>
                    <a:pt x="684" y="36"/>
                  </a:lnTo>
                  <a:lnTo>
                    <a:pt x="684" y="29"/>
                  </a:lnTo>
                  <a:lnTo>
                    <a:pt x="684" y="22"/>
                  </a:lnTo>
                  <a:lnTo>
                    <a:pt x="687" y="18"/>
                  </a:lnTo>
                  <a:lnTo>
                    <a:pt x="687" y="14"/>
                  </a:lnTo>
                  <a:lnTo>
                    <a:pt x="691" y="11"/>
                  </a:lnTo>
                  <a:lnTo>
                    <a:pt x="691" y="7"/>
                  </a:lnTo>
                  <a:lnTo>
                    <a:pt x="695" y="4"/>
                  </a:lnTo>
                  <a:lnTo>
                    <a:pt x="695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2" name="Freeform 80"/>
            <p:cNvSpPr>
              <a:spLocks/>
            </p:cNvSpPr>
            <p:nvPr/>
          </p:nvSpPr>
          <p:spPr bwMode="auto">
            <a:xfrm>
              <a:off x="1447" y="1048"/>
              <a:ext cx="2477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401"/>
                </a:cxn>
                <a:cxn ang="0">
                  <a:pos x="249" y="2253"/>
                </a:cxn>
                <a:cxn ang="0">
                  <a:pos x="270" y="2077"/>
                </a:cxn>
                <a:cxn ang="0">
                  <a:pos x="295" y="1911"/>
                </a:cxn>
                <a:cxn ang="0">
                  <a:pos x="317" y="1803"/>
                </a:cxn>
                <a:cxn ang="0">
                  <a:pos x="357" y="1782"/>
                </a:cxn>
                <a:cxn ang="0">
                  <a:pos x="382" y="1857"/>
                </a:cxn>
                <a:cxn ang="0">
                  <a:pos x="407" y="1969"/>
                </a:cxn>
                <a:cxn ang="0">
                  <a:pos x="429" y="2081"/>
                </a:cxn>
                <a:cxn ang="0">
                  <a:pos x="454" y="2167"/>
                </a:cxn>
                <a:cxn ang="0">
                  <a:pos x="497" y="2199"/>
                </a:cxn>
                <a:cxn ang="0">
                  <a:pos x="526" y="2138"/>
                </a:cxn>
                <a:cxn ang="0">
                  <a:pos x="547" y="2055"/>
                </a:cxn>
                <a:cxn ang="0">
                  <a:pos x="573" y="1973"/>
                </a:cxn>
                <a:cxn ang="0">
                  <a:pos x="598" y="1904"/>
                </a:cxn>
                <a:cxn ang="0">
                  <a:pos x="652" y="1908"/>
                </a:cxn>
                <a:cxn ang="0">
                  <a:pos x="677" y="1973"/>
                </a:cxn>
                <a:cxn ang="0">
                  <a:pos x="702" y="2041"/>
                </a:cxn>
                <a:cxn ang="0">
                  <a:pos x="727" y="2102"/>
                </a:cxn>
                <a:cxn ang="0">
                  <a:pos x="778" y="2135"/>
                </a:cxn>
                <a:cxn ang="0">
                  <a:pos x="814" y="2073"/>
                </a:cxn>
                <a:cxn ang="0">
                  <a:pos x="839" y="2012"/>
                </a:cxn>
                <a:cxn ang="0">
                  <a:pos x="871" y="1951"/>
                </a:cxn>
                <a:cxn ang="0">
                  <a:pos x="929" y="1940"/>
                </a:cxn>
                <a:cxn ang="0">
                  <a:pos x="965" y="2001"/>
                </a:cxn>
                <a:cxn ang="0">
                  <a:pos x="994" y="2063"/>
                </a:cxn>
                <a:cxn ang="0">
                  <a:pos x="1044" y="2109"/>
                </a:cxn>
                <a:cxn ang="0">
                  <a:pos x="1095" y="2059"/>
                </a:cxn>
                <a:cxn ang="0">
                  <a:pos x="1131" y="1998"/>
                </a:cxn>
                <a:cxn ang="0">
                  <a:pos x="1181" y="1947"/>
                </a:cxn>
                <a:cxn ang="0">
                  <a:pos x="1235" y="1994"/>
                </a:cxn>
                <a:cxn ang="0">
                  <a:pos x="1275" y="2055"/>
                </a:cxn>
                <a:cxn ang="0">
                  <a:pos x="1332" y="2088"/>
                </a:cxn>
                <a:cxn ang="0">
                  <a:pos x="1386" y="2034"/>
                </a:cxn>
                <a:cxn ang="0">
                  <a:pos x="1437" y="1973"/>
                </a:cxn>
                <a:cxn ang="0">
                  <a:pos x="1498" y="1983"/>
                </a:cxn>
                <a:cxn ang="0">
                  <a:pos x="1548" y="2045"/>
                </a:cxn>
                <a:cxn ang="0">
                  <a:pos x="1609" y="2077"/>
                </a:cxn>
                <a:cxn ang="0">
                  <a:pos x="1671" y="2027"/>
                </a:cxn>
                <a:cxn ang="0">
                  <a:pos x="1728" y="1973"/>
                </a:cxn>
                <a:cxn ang="0">
                  <a:pos x="1789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5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1" y="2052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3" name="Freeform 81"/>
            <p:cNvSpPr>
              <a:spLocks/>
            </p:cNvSpPr>
            <p:nvPr/>
          </p:nvSpPr>
          <p:spPr bwMode="auto">
            <a:xfrm>
              <a:off x="3924" y="3039"/>
              <a:ext cx="1285" cy="64"/>
            </a:xfrm>
            <a:custGeom>
              <a:avLst/>
              <a:gdLst/>
              <a:ahLst/>
              <a:cxnLst>
                <a:cxn ang="0">
                  <a:pos x="18" y="43"/>
                </a:cxn>
                <a:cxn ang="0">
                  <a:pos x="40" y="25"/>
                </a:cxn>
                <a:cxn ang="0">
                  <a:pos x="61" y="10"/>
                </a:cxn>
                <a:cxn ang="0">
                  <a:pos x="83" y="0"/>
                </a:cxn>
                <a:cxn ang="0">
                  <a:pos x="104" y="0"/>
                </a:cxn>
                <a:cxn ang="0">
                  <a:pos x="126" y="3"/>
                </a:cxn>
                <a:cxn ang="0">
                  <a:pos x="148" y="18"/>
                </a:cxn>
                <a:cxn ang="0">
                  <a:pos x="169" y="32"/>
                </a:cxn>
                <a:cxn ang="0">
                  <a:pos x="191" y="50"/>
                </a:cxn>
                <a:cxn ang="0">
                  <a:pos x="212" y="61"/>
                </a:cxn>
                <a:cxn ang="0">
                  <a:pos x="234" y="64"/>
                </a:cxn>
                <a:cxn ang="0">
                  <a:pos x="256" y="64"/>
                </a:cxn>
                <a:cxn ang="0">
                  <a:pos x="277" y="54"/>
                </a:cxn>
                <a:cxn ang="0">
                  <a:pos x="299" y="39"/>
                </a:cxn>
                <a:cxn ang="0">
                  <a:pos x="320" y="25"/>
                </a:cxn>
                <a:cxn ang="0">
                  <a:pos x="342" y="10"/>
                </a:cxn>
                <a:cxn ang="0">
                  <a:pos x="364" y="3"/>
                </a:cxn>
                <a:cxn ang="0">
                  <a:pos x="385" y="3"/>
                </a:cxn>
                <a:cxn ang="0">
                  <a:pos x="407" y="7"/>
                </a:cxn>
                <a:cxn ang="0">
                  <a:pos x="428" y="21"/>
                </a:cxn>
                <a:cxn ang="0">
                  <a:pos x="450" y="36"/>
                </a:cxn>
                <a:cxn ang="0">
                  <a:pos x="472" y="50"/>
                </a:cxn>
                <a:cxn ang="0">
                  <a:pos x="493" y="57"/>
                </a:cxn>
                <a:cxn ang="0">
                  <a:pos x="515" y="64"/>
                </a:cxn>
                <a:cxn ang="0">
                  <a:pos x="536" y="61"/>
                </a:cxn>
                <a:cxn ang="0">
                  <a:pos x="558" y="50"/>
                </a:cxn>
                <a:cxn ang="0">
                  <a:pos x="580" y="39"/>
                </a:cxn>
                <a:cxn ang="0">
                  <a:pos x="601" y="25"/>
                </a:cxn>
                <a:cxn ang="0">
                  <a:pos x="623" y="10"/>
                </a:cxn>
                <a:cxn ang="0">
                  <a:pos x="644" y="7"/>
                </a:cxn>
                <a:cxn ang="0">
                  <a:pos x="666" y="7"/>
                </a:cxn>
                <a:cxn ang="0">
                  <a:pos x="688" y="10"/>
                </a:cxn>
                <a:cxn ang="0">
                  <a:pos x="709" y="21"/>
                </a:cxn>
                <a:cxn ang="0">
                  <a:pos x="731" y="36"/>
                </a:cxn>
                <a:cxn ang="0">
                  <a:pos x="752" y="50"/>
                </a:cxn>
                <a:cxn ang="0">
                  <a:pos x="774" y="57"/>
                </a:cxn>
                <a:cxn ang="0">
                  <a:pos x="796" y="61"/>
                </a:cxn>
                <a:cxn ang="0">
                  <a:pos x="817" y="57"/>
                </a:cxn>
                <a:cxn ang="0">
                  <a:pos x="839" y="46"/>
                </a:cxn>
                <a:cxn ang="0">
                  <a:pos x="860" y="36"/>
                </a:cxn>
                <a:cxn ang="0">
                  <a:pos x="882" y="25"/>
                </a:cxn>
                <a:cxn ang="0">
                  <a:pos x="904" y="14"/>
                </a:cxn>
                <a:cxn ang="0">
                  <a:pos x="925" y="7"/>
                </a:cxn>
                <a:cxn ang="0">
                  <a:pos x="947" y="7"/>
                </a:cxn>
                <a:cxn ang="0">
                  <a:pos x="968" y="14"/>
                </a:cxn>
                <a:cxn ang="0">
                  <a:pos x="990" y="25"/>
                </a:cxn>
                <a:cxn ang="0">
                  <a:pos x="1012" y="36"/>
                </a:cxn>
                <a:cxn ang="0">
                  <a:pos x="1033" y="46"/>
                </a:cxn>
                <a:cxn ang="0">
                  <a:pos x="1055" y="57"/>
                </a:cxn>
                <a:cxn ang="0">
                  <a:pos x="1076" y="57"/>
                </a:cxn>
                <a:cxn ang="0">
                  <a:pos x="1098" y="54"/>
                </a:cxn>
                <a:cxn ang="0">
                  <a:pos x="1120" y="46"/>
                </a:cxn>
                <a:cxn ang="0">
                  <a:pos x="1141" y="36"/>
                </a:cxn>
                <a:cxn ang="0">
                  <a:pos x="1163" y="25"/>
                </a:cxn>
                <a:cxn ang="0">
                  <a:pos x="1184" y="14"/>
                </a:cxn>
                <a:cxn ang="0">
                  <a:pos x="1206" y="10"/>
                </a:cxn>
                <a:cxn ang="0">
                  <a:pos x="1228" y="10"/>
                </a:cxn>
                <a:cxn ang="0">
                  <a:pos x="1249" y="18"/>
                </a:cxn>
                <a:cxn ang="0">
                  <a:pos x="1271" y="25"/>
                </a:cxn>
              </a:cxnLst>
              <a:rect l="0" t="0" r="r" b="b"/>
              <a:pathLst>
                <a:path w="1285" h="64">
                  <a:moveTo>
                    <a:pt x="0" y="54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2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0" y="18"/>
                  </a:lnTo>
                  <a:lnTo>
                    <a:pt x="54" y="14"/>
                  </a:lnTo>
                  <a:lnTo>
                    <a:pt x="58" y="10"/>
                  </a:lnTo>
                  <a:lnTo>
                    <a:pt x="61" y="10"/>
                  </a:lnTo>
                  <a:lnTo>
                    <a:pt x="65" y="7"/>
                  </a:lnTo>
                  <a:lnTo>
                    <a:pt x="68" y="7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3"/>
                  </a:lnTo>
                  <a:lnTo>
                    <a:pt x="122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0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8" y="25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6" y="39"/>
                  </a:lnTo>
                  <a:lnTo>
                    <a:pt x="180" y="43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4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2" y="61"/>
                  </a:lnTo>
                  <a:lnTo>
                    <a:pt x="216" y="61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6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4" y="50"/>
                  </a:lnTo>
                  <a:lnTo>
                    <a:pt x="288" y="46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2" y="36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28"/>
                  </a:lnTo>
                  <a:lnTo>
                    <a:pt x="317" y="28"/>
                  </a:lnTo>
                  <a:lnTo>
                    <a:pt x="320" y="25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8"/>
                  </a:lnTo>
                  <a:lnTo>
                    <a:pt x="335" y="14"/>
                  </a:lnTo>
                  <a:lnTo>
                    <a:pt x="338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6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2" y="3"/>
                  </a:lnTo>
                  <a:lnTo>
                    <a:pt x="396" y="3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0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8" y="21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28"/>
                  </a:lnTo>
                  <a:lnTo>
                    <a:pt x="446" y="32"/>
                  </a:lnTo>
                  <a:lnTo>
                    <a:pt x="450" y="36"/>
                  </a:lnTo>
                  <a:lnTo>
                    <a:pt x="454" y="36"/>
                  </a:lnTo>
                  <a:lnTo>
                    <a:pt x="457" y="39"/>
                  </a:lnTo>
                  <a:lnTo>
                    <a:pt x="461" y="43"/>
                  </a:lnTo>
                  <a:lnTo>
                    <a:pt x="464" y="43"/>
                  </a:lnTo>
                  <a:lnTo>
                    <a:pt x="468" y="46"/>
                  </a:lnTo>
                  <a:lnTo>
                    <a:pt x="472" y="50"/>
                  </a:lnTo>
                  <a:lnTo>
                    <a:pt x="475" y="50"/>
                  </a:lnTo>
                  <a:lnTo>
                    <a:pt x="479" y="54"/>
                  </a:lnTo>
                  <a:lnTo>
                    <a:pt x="482" y="54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57"/>
                  </a:lnTo>
                  <a:lnTo>
                    <a:pt x="497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8" y="64"/>
                  </a:lnTo>
                  <a:lnTo>
                    <a:pt x="522" y="64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6" y="61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7"/>
                  </a:lnTo>
                  <a:lnTo>
                    <a:pt x="551" y="54"/>
                  </a:lnTo>
                  <a:lnTo>
                    <a:pt x="554" y="54"/>
                  </a:lnTo>
                  <a:lnTo>
                    <a:pt x="558" y="50"/>
                  </a:lnTo>
                  <a:lnTo>
                    <a:pt x="562" y="50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2" y="43"/>
                  </a:lnTo>
                  <a:lnTo>
                    <a:pt x="576" y="39"/>
                  </a:lnTo>
                  <a:lnTo>
                    <a:pt x="580" y="39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0" y="32"/>
                  </a:lnTo>
                  <a:lnTo>
                    <a:pt x="594" y="28"/>
                  </a:lnTo>
                  <a:lnTo>
                    <a:pt x="598" y="25"/>
                  </a:lnTo>
                  <a:lnTo>
                    <a:pt x="601" y="25"/>
                  </a:lnTo>
                  <a:lnTo>
                    <a:pt x="605" y="21"/>
                  </a:lnTo>
                  <a:lnTo>
                    <a:pt x="608" y="21"/>
                  </a:lnTo>
                  <a:lnTo>
                    <a:pt x="612" y="18"/>
                  </a:lnTo>
                  <a:lnTo>
                    <a:pt x="616" y="18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6" y="10"/>
                  </a:lnTo>
                  <a:lnTo>
                    <a:pt x="630" y="10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4" y="7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2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0" y="7"/>
                  </a:lnTo>
                  <a:lnTo>
                    <a:pt x="684" y="10"/>
                  </a:lnTo>
                  <a:lnTo>
                    <a:pt x="688" y="10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8" y="18"/>
                  </a:lnTo>
                  <a:lnTo>
                    <a:pt x="702" y="18"/>
                  </a:lnTo>
                  <a:lnTo>
                    <a:pt x="706" y="21"/>
                  </a:lnTo>
                  <a:lnTo>
                    <a:pt x="709" y="21"/>
                  </a:lnTo>
                  <a:lnTo>
                    <a:pt x="713" y="25"/>
                  </a:lnTo>
                  <a:lnTo>
                    <a:pt x="716" y="28"/>
                  </a:lnTo>
                  <a:lnTo>
                    <a:pt x="720" y="28"/>
                  </a:lnTo>
                  <a:lnTo>
                    <a:pt x="724" y="32"/>
                  </a:lnTo>
                  <a:lnTo>
                    <a:pt x="727" y="32"/>
                  </a:lnTo>
                  <a:lnTo>
                    <a:pt x="731" y="36"/>
                  </a:lnTo>
                  <a:lnTo>
                    <a:pt x="734" y="39"/>
                  </a:lnTo>
                  <a:lnTo>
                    <a:pt x="738" y="39"/>
                  </a:lnTo>
                  <a:lnTo>
                    <a:pt x="742" y="43"/>
                  </a:lnTo>
                  <a:lnTo>
                    <a:pt x="745" y="43"/>
                  </a:lnTo>
                  <a:lnTo>
                    <a:pt x="749" y="46"/>
                  </a:lnTo>
                  <a:lnTo>
                    <a:pt x="752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4"/>
                  </a:lnTo>
                  <a:lnTo>
                    <a:pt x="770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57"/>
                  </a:lnTo>
                  <a:lnTo>
                    <a:pt x="785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6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7"/>
                  </a:lnTo>
                  <a:lnTo>
                    <a:pt x="824" y="54"/>
                  </a:lnTo>
                  <a:lnTo>
                    <a:pt x="828" y="54"/>
                  </a:lnTo>
                  <a:lnTo>
                    <a:pt x="832" y="54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2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9"/>
                  </a:lnTo>
                  <a:lnTo>
                    <a:pt x="860" y="36"/>
                  </a:lnTo>
                  <a:lnTo>
                    <a:pt x="864" y="32"/>
                  </a:lnTo>
                  <a:lnTo>
                    <a:pt x="868" y="32"/>
                  </a:lnTo>
                  <a:lnTo>
                    <a:pt x="871" y="28"/>
                  </a:lnTo>
                  <a:lnTo>
                    <a:pt x="875" y="28"/>
                  </a:lnTo>
                  <a:lnTo>
                    <a:pt x="878" y="25"/>
                  </a:lnTo>
                  <a:lnTo>
                    <a:pt x="882" y="25"/>
                  </a:lnTo>
                  <a:lnTo>
                    <a:pt x="886" y="21"/>
                  </a:lnTo>
                  <a:lnTo>
                    <a:pt x="889" y="18"/>
                  </a:lnTo>
                  <a:lnTo>
                    <a:pt x="893" y="18"/>
                  </a:lnTo>
                  <a:lnTo>
                    <a:pt x="896" y="18"/>
                  </a:lnTo>
                  <a:lnTo>
                    <a:pt x="900" y="14"/>
                  </a:lnTo>
                  <a:lnTo>
                    <a:pt x="904" y="14"/>
                  </a:lnTo>
                  <a:lnTo>
                    <a:pt x="907" y="10"/>
                  </a:lnTo>
                  <a:lnTo>
                    <a:pt x="911" y="10"/>
                  </a:lnTo>
                  <a:lnTo>
                    <a:pt x="914" y="10"/>
                  </a:lnTo>
                  <a:lnTo>
                    <a:pt x="918" y="10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0" y="7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4"/>
                  </a:lnTo>
                  <a:lnTo>
                    <a:pt x="968" y="14"/>
                  </a:lnTo>
                  <a:lnTo>
                    <a:pt x="972" y="14"/>
                  </a:lnTo>
                  <a:lnTo>
                    <a:pt x="976" y="18"/>
                  </a:lnTo>
                  <a:lnTo>
                    <a:pt x="979" y="18"/>
                  </a:lnTo>
                  <a:lnTo>
                    <a:pt x="983" y="21"/>
                  </a:lnTo>
                  <a:lnTo>
                    <a:pt x="986" y="21"/>
                  </a:lnTo>
                  <a:lnTo>
                    <a:pt x="990" y="25"/>
                  </a:lnTo>
                  <a:lnTo>
                    <a:pt x="994" y="25"/>
                  </a:lnTo>
                  <a:lnTo>
                    <a:pt x="997" y="28"/>
                  </a:lnTo>
                  <a:lnTo>
                    <a:pt x="1001" y="32"/>
                  </a:lnTo>
                  <a:lnTo>
                    <a:pt x="1004" y="32"/>
                  </a:lnTo>
                  <a:lnTo>
                    <a:pt x="1008" y="36"/>
                  </a:lnTo>
                  <a:lnTo>
                    <a:pt x="1012" y="36"/>
                  </a:lnTo>
                  <a:lnTo>
                    <a:pt x="1015" y="39"/>
                  </a:lnTo>
                  <a:lnTo>
                    <a:pt x="1019" y="39"/>
                  </a:lnTo>
                  <a:lnTo>
                    <a:pt x="1022" y="43"/>
                  </a:lnTo>
                  <a:lnTo>
                    <a:pt x="1026" y="43"/>
                  </a:lnTo>
                  <a:lnTo>
                    <a:pt x="1030" y="46"/>
                  </a:lnTo>
                  <a:lnTo>
                    <a:pt x="1033" y="46"/>
                  </a:lnTo>
                  <a:lnTo>
                    <a:pt x="1037" y="50"/>
                  </a:lnTo>
                  <a:lnTo>
                    <a:pt x="1040" y="50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1" y="54"/>
                  </a:lnTo>
                  <a:lnTo>
                    <a:pt x="1055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7" y="57"/>
                  </a:lnTo>
                  <a:lnTo>
                    <a:pt x="1091" y="57"/>
                  </a:lnTo>
                  <a:lnTo>
                    <a:pt x="1094" y="57"/>
                  </a:lnTo>
                  <a:lnTo>
                    <a:pt x="1098" y="54"/>
                  </a:lnTo>
                  <a:lnTo>
                    <a:pt x="1102" y="54"/>
                  </a:lnTo>
                  <a:lnTo>
                    <a:pt x="1105" y="54"/>
                  </a:lnTo>
                  <a:lnTo>
                    <a:pt x="1109" y="50"/>
                  </a:lnTo>
                  <a:lnTo>
                    <a:pt x="1112" y="50"/>
                  </a:lnTo>
                  <a:lnTo>
                    <a:pt x="1116" y="50"/>
                  </a:lnTo>
                  <a:lnTo>
                    <a:pt x="1120" y="46"/>
                  </a:lnTo>
                  <a:lnTo>
                    <a:pt x="1123" y="43"/>
                  </a:lnTo>
                  <a:lnTo>
                    <a:pt x="1127" y="43"/>
                  </a:lnTo>
                  <a:lnTo>
                    <a:pt x="1130" y="39"/>
                  </a:lnTo>
                  <a:lnTo>
                    <a:pt x="1134" y="39"/>
                  </a:lnTo>
                  <a:lnTo>
                    <a:pt x="1138" y="36"/>
                  </a:lnTo>
                  <a:lnTo>
                    <a:pt x="1141" y="36"/>
                  </a:lnTo>
                  <a:lnTo>
                    <a:pt x="1145" y="32"/>
                  </a:lnTo>
                  <a:lnTo>
                    <a:pt x="1148" y="32"/>
                  </a:lnTo>
                  <a:lnTo>
                    <a:pt x="1152" y="28"/>
                  </a:lnTo>
                  <a:lnTo>
                    <a:pt x="1156" y="28"/>
                  </a:lnTo>
                  <a:lnTo>
                    <a:pt x="1159" y="25"/>
                  </a:lnTo>
                  <a:lnTo>
                    <a:pt x="1163" y="25"/>
                  </a:lnTo>
                  <a:lnTo>
                    <a:pt x="1166" y="21"/>
                  </a:lnTo>
                  <a:lnTo>
                    <a:pt x="1170" y="21"/>
                  </a:lnTo>
                  <a:lnTo>
                    <a:pt x="1174" y="18"/>
                  </a:lnTo>
                  <a:lnTo>
                    <a:pt x="1177" y="18"/>
                  </a:lnTo>
                  <a:lnTo>
                    <a:pt x="1181" y="14"/>
                  </a:lnTo>
                  <a:lnTo>
                    <a:pt x="1184" y="14"/>
                  </a:lnTo>
                  <a:lnTo>
                    <a:pt x="1188" y="14"/>
                  </a:lnTo>
                  <a:lnTo>
                    <a:pt x="1192" y="10"/>
                  </a:lnTo>
                  <a:lnTo>
                    <a:pt x="1195" y="10"/>
                  </a:lnTo>
                  <a:lnTo>
                    <a:pt x="1199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3" y="10"/>
                  </a:lnTo>
                  <a:lnTo>
                    <a:pt x="1217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1" y="10"/>
                  </a:lnTo>
                  <a:lnTo>
                    <a:pt x="1235" y="10"/>
                  </a:lnTo>
                  <a:lnTo>
                    <a:pt x="1238" y="10"/>
                  </a:lnTo>
                  <a:lnTo>
                    <a:pt x="1242" y="14"/>
                  </a:lnTo>
                  <a:lnTo>
                    <a:pt x="1246" y="14"/>
                  </a:lnTo>
                  <a:lnTo>
                    <a:pt x="1249" y="18"/>
                  </a:lnTo>
                  <a:lnTo>
                    <a:pt x="1253" y="18"/>
                  </a:lnTo>
                  <a:lnTo>
                    <a:pt x="1256" y="18"/>
                  </a:lnTo>
                  <a:lnTo>
                    <a:pt x="1260" y="21"/>
                  </a:lnTo>
                  <a:lnTo>
                    <a:pt x="1264" y="21"/>
                  </a:lnTo>
                  <a:lnTo>
                    <a:pt x="1267" y="25"/>
                  </a:lnTo>
                  <a:lnTo>
                    <a:pt x="1271" y="25"/>
                  </a:lnTo>
                  <a:lnTo>
                    <a:pt x="1274" y="28"/>
                  </a:lnTo>
                  <a:lnTo>
                    <a:pt x="1278" y="28"/>
                  </a:lnTo>
                  <a:lnTo>
                    <a:pt x="1282" y="32"/>
                  </a:lnTo>
                  <a:lnTo>
                    <a:pt x="1285" y="32"/>
                  </a:lnTo>
                  <a:lnTo>
                    <a:pt x="1285" y="32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4" name="Freeform 82"/>
            <p:cNvSpPr>
              <a:spLocks/>
            </p:cNvSpPr>
            <p:nvPr/>
          </p:nvSpPr>
          <p:spPr bwMode="auto">
            <a:xfrm>
              <a:off x="749" y="1048"/>
              <a:ext cx="835" cy="2462"/>
            </a:xfrm>
            <a:custGeom>
              <a:avLst/>
              <a:gdLst/>
              <a:ahLst/>
              <a:cxnLst>
                <a:cxn ang="0">
                  <a:pos x="11" y="2048"/>
                </a:cxn>
                <a:cxn ang="0">
                  <a:pos x="21" y="2077"/>
                </a:cxn>
                <a:cxn ang="0">
                  <a:pos x="36" y="2106"/>
                </a:cxn>
                <a:cxn ang="0">
                  <a:pos x="57" y="2135"/>
                </a:cxn>
                <a:cxn ang="0">
                  <a:pos x="86" y="2135"/>
                </a:cxn>
                <a:cxn ang="0">
                  <a:pos x="108" y="2106"/>
                </a:cxn>
                <a:cxn ang="0">
                  <a:pos x="119" y="2077"/>
                </a:cxn>
                <a:cxn ang="0">
                  <a:pos x="129" y="2048"/>
                </a:cxn>
                <a:cxn ang="0">
                  <a:pos x="140" y="2016"/>
                </a:cxn>
                <a:cxn ang="0">
                  <a:pos x="155" y="1983"/>
                </a:cxn>
                <a:cxn ang="0">
                  <a:pos x="165" y="1951"/>
                </a:cxn>
                <a:cxn ang="0">
                  <a:pos x="176" y="1922"/>
                </a:cxn>
                <a:cxn ang="0">
                  <a:pos x="194" y="1893"/>
                </a:cxn>
                <a:cxn ang="0">
                  <a:pos x="223" y="1886"/>
                </a:cxn>
                <a:cxn ang="0">
                  <a:pos x="245" y="1915"/>
                </a:cxn>
                <a:cxn ang="0">
                  <a:pos x="255" y="1944"/>
                </a:cxn>
                <a:cxn ang="0">
                  <a:pos x="266" y="1980"/>
                </a:cxn>
                <a:cxn ang="0">
                  <a:pos x="277" y="2019"/>
                </a:cxn>
                <a:cxn ang="0">
                  <a:pos x="288" y="2059"/>
                </a:cxn>
                <a:cxn ang="0">
                  <a:pos x="299" y="2099"/>
                </a:cxn>
                <a:cxn ang="0">
                  <a:pos x="309" y="2138"/>
                </a:cxn>
                <a:cxn ang="0">
                  <a:pos x="320" y="2167"/>
                </a:cxn>
                <a:cxn ang="0">
                  <a:pos x="335" y="2196"/>
                </a:cxn>
                <a:cxn ang="0">
                  <a:pos x="363" y="2203"/>
                </a:cxn>
                <a:cxn ang="0">
                  <a:pos x="378" y="2174"/>
                </a:cxn>
                <a:cxn ang="0">
                  <a:pos x="389" y="2142"/>
                </a:cxn>
                <a:cxn ang="0">
                  <a:pos x="403" y="2099"/>
                </a:cxn>
                <a:cxn ang="0">
                  <a:pos x="414" y="2052"/>
                </a:cxn>
                <a:cxn ang="0">
                  <a:pos x="425" y="1998"/>
                </a:cxn>
                <a:cxn ang="0">
                  <a:pos x="435" y="1940"/>
                </a:cxn>
                <a:cxn ang="0">
                  <a:pos x="446" y="1890"/>
                </a:cxn>
                <a:cxn ang="0">
                  <a:pos x="457" y="1843"/>
                </a:cxn>
                <a:cxn ang="0">
                  <a:pos x="468" y="1803"/>
                </a:cxn>
                <a:cxn ang="0">
                  <a:pos x="482" y="1775"/>
                </a:cxn>
                <a:cxn ang="0">
                  <a:pos x="507" y="1775"/>
                </a:cxn>
                <a:cxn ang="0">
                  <a:pos x="518" y="1807"/>
                </a:cxn>
                <a:cxn ang="0">
                  <a:pos x="529" y="1850"/>
                </a:cxn>
                <a:cxn ang="0">
                  <a:pos x="540" y="1911"/>
                </a:cxn>
                <a:cxn ang="0">
                  <a:pos x="551" y="1983"/>
                </a:cxn>
                <a:cxn ang="0">
                  <a:pos x="561" y="2066"/>
                </a:cxn>
                <a:cxn ang="0">
                  <a:pos x="576" y="2149"/>
                </a:cxn>
                <a:cxn ang="0">
                  <a:pos x="587" y="2235"/>
                </a:cxn>
                <a:cxn ang="0">
                  <a:pos x="597" y="2311"/>
                </a:cxn>
                <a:cxn ang="0">
                  <a:pos x="608" y="2379"/>
                </a:cxn>
                <a:cxn ang="0">
                  <a:pos x="619" y="2430"/>
                </a:cxn>
                <a:cxn ang="0">
                  <a:pos x="633" y="2462"/>
                </a:cxn>
                <a:cxn ang="0">
                  <a:pos x="651" y="2437"/>
                </a:cxn>
                <a:cxn ang="0">
                  <a:pos x="662" y="2379"/>
                </a:cxn>
                <a:cxn ang="0">
                  <a:pos x="673" y="2293"/>
                </a:cxn>
                <a:cxn ang="0">
                  <a:pos x="684" y="2171"/>
                </a:cxn>
                <a:cxn ang="0">
                  <a:pos x="698" y="2023"/>
                </a:cxn>
                <a:cxn ang="0">
                  <a:pos x="709" y="1850"/>
                </a:cxn>
                <a:cxn ang="0">
                  <a:pos x="720" y="1656"/>
                </a:cxn>
                <a:cxn ang="0">
                  <a:pos x="731" y="1443"/>
                </a:cxn>
                <a:cxn ang="0">
                  <a:pos x="741" y="1224"/>
                </a:cxn>
                <a:cxn ang="0">
                  <a:pos x="752" y="1004"/>
                </a:cxn>
                <a:cxn ang="0">
                  <a:pos x="763" y="788"/>
                </a:cxn>
                <a:cxn ang="0">
                  <a:pos x="774" y="587"/>
                </a:cxn>
                <a:cxn ang="0">
                  <a:pos x="785" y="407"/>
                </a:cxn>
                <a:cxn ang="0">
                  <a:pos x="795" y="252"/>
                </a:cxn>
                <a:cxn ang="0">
                  <a:pos x="810" y="133"/>
                </a:cxn>
                <a:cxn ang="0">
                  <a:pos x="821" y="50"/>
                </a:cxn>
                <a:cxn ang="0">
                  <a:pos x="831" y="7"/>
                </a:cxn>
              </a:cxnLst>
              <a:rect l="0" t="0" r="r" b="b"/>
              <a:pathLst>
                <a:path w="835" h="2462">
                  <a:moveTo>
                    <a:pt x="0" y="2023"/>
                  </a:moveTo>
                  <a:lnTo>
                    <a:pt x="0" y="2027"/>
                  </a:lnTo>
                  <a:lnTo>
                    <a:pt x="3" y="2030"/>
                  </a:lnTo>
                  <a:lnTo>
                    <a:pt x="3" y="2034"/>
                  </a:lnTo>
                  <a:lnTo>
                    <a:pt x="7" y="2037"/>
                  </a:lnTo>
                  <a:lnTo>
                    <a:pt x="7" y="2041"/>
                  </a:lnTo>
                  <a:lnTo>
                    <a:pt x="7" y="2045"/>
                  </a:lnTo>
                  <a:lnTo>
                    <a:pt x="11" y="2048"/>
                  </a:lnTo>
                  <a:lnTo>
                    <a:pt x="11" y="2052"/>
                  </a:lnTo>
                  <a:lnTo>
                    <a:pt x="11" y="2055"/>
                  </a:lnTo>
                  <a:lnTo>
                    <a:pt x="14" y="2059"/>
                  </a:lnTo>
                  <a:lnTo>
                    <a:pt x="18" y="2063"/>
                  </a:lnTo>
                  <a:lnTo>
                    <a:pt x="18" y="2066"/>
                  </a:lnTo>
                  <a:lnTo>
                    <a:pt x="18" y="2070"/>
                  </a:lnTo>
                  <a:lnTo>
                    <a:pt x="21" y="2073"/>
                  </a:lnTo>
                  <a:lnTo>
                    <a:pt x="21" y="2077"/>
                  </a:lnTo>
                  <a:lnTo>
                    <a:pt x="25" y="2081"/>
                  </a:lnTo>
                  <a:lnTo>
                    <a:pt x="25" y="2084"/>
                  </a:lnTo>
                  <a:lnTo>
                    <a:pt x="29" y="2088"/>
                  </a:lnTo>
                  <a:lnTo>
                    <a:pt x="29" y="2091"/>
                  </a:lnTo>
                  <a:lnTo>
                    <a:pt x="32" y="2095"/>
                  </a:lnTo>
                  <a:lnTo>
                    <a:pt x="32" y="2099"/>
                  </a:lnTo>
                  <a:lnTo>
                    <a:pt x="36" y="2102"/>
                  </a:lnTo>
                  <a:lnTo>
                    <a:pt x="36" y="2106"/>
                  </a:lnTo>
                  <a:lnTo>
                    <a:pt x="39" y="2109"/>
                  </a:lnTo>
                  <a:lnTo>
                    <a:pt x="39" y="2113"/>
                  </a:lnTo>
                  <a:lnTo>
                    <a:pt x="43" y="2117"/>
                  </a:lnTo>
                  <a:lnTo>
                    <a:pt x="47" y="2120"/>
                  </a:lnTo>
                  <a:lnTo>
                    <a:pt x="50" y="2124"/>
                  </a:lnTo>
                  <a:lnTo>
                    <a:pt x="50" y="2127"/>
                  </a:lnTo>
                  <a:lnTo>
                    <a:pt x="54" y="2131"/>
                  </a:lnTo>
                  <a:lnTo>
                    <a:pt x="57" y="2135"/>
                  </a:lnTo>
                  <a:lnTo>
                    <a:pt x="61" y="2138"/>
                  </a:lnTo>
                  <a:lnTo>
                    <a:pt x="65" y="2138"/>
                  </a:lnTo>
                  <a:lnTo>
                    <a:pt x="68" y="2142"/>
                  </a:lnTo>
                  <a:lnTo>
                    <a:pt x="72" y="2142"/>
                  </a:lnTo>
                  <a:lnTo>
                    <a:pt x="75" y="2142"/>
                  </a:lnTo>
                  <a:lnTo>
                    <a:pt x="79" y="2138"/>
                  </a:lnTo>
                  <a:lnTo>
                    <a:pt x="83" y="2138"/>
                  </a:lnTo>
                  <a:lnTo>
                    <a:pt x="86" y="2135"/>
                  </a:lnTo>
                  <a:lnTo>
                    <a:pt x="90" y="2131"/>
                  </a:lnTo>
                  <a:lnTo>
                    <a:pt x="93" y="2127"/>
                  </a:lnTo>
                  <a:lnTo>
                    <a:pt x="97" y="2124"/>
                  </a:lnTo>
                  <a:lnTo>
                    <a:pt x="97" y="2120"/>
                  </a:lnTo>
                  <a:lnTo>
                    <a:pt x="101" y="2117"/>
                  </a:lnTo>
                  <a:lnTo>
                    <a:pt x="104" y="2113"/>
                  </a:lnTo>
                  <a:lnTo>
                    <a:pt x="104" y="2109"/>
                  </a:lnTo>
                  <a:lnTo>
                    <a:pt x="108" y="2106"/>
                  </a:lnTo>
                  <a:lnTo>
                    <a:pt x="108" y="2102"/>
                  </a:lnTo>
                  <a:lnTo>
                    <a:pt x="111" y="2099"/>
                  </a:lnTo>
                  <a:lnTo>
                    <a:pt x="111" y="2095"/>
                  </a:lnTo>
                  <a:lnTo>
                    <a:pt x="115" y="2091"/>
                  </a:lnTo>
                  <a:lnTo>
                    <a:pt x="115" y="2088"/>
                  </a:lnTo>
                  <a:lnTo>
                    <a:pt x="119" y="2084"/>
                  </a:lnTo>
                  <a:lnTo>
                    <a:pt x="119" y="2081"/>
                  </a:lnTo>
                  <a:lnTo>
                    <a:pt x="119" y="2077"/>
                  </a:lnTo>
                  <a:lnTo>
                    <a:pt x="122" y="2073"/>
                  </a:lnTo>
                  <a:lnTo>
                    <a:pt x="122" y="2070"/>
                  </a:lnTo>
                  <a:lnTo>
                    <a:pt x="122" y="2066"/>
                  </a:lnTo>
                  <a:lnTo>
                    <a:pt x="126" y="2063"/>
                  </a:lnTo>
                  <a:lnTo>
                    <a:pt x="126" y="2059"/>
                  </a:lnTo>
                  <a:lnTo>
                    <a:pt x="129" y="2055"/>
                  </a:lnTo>
                  <a:lnTo>
                    <a:pt x="129" y="2052"/>
                  </a:lnTo>
                  <a:lnTo>
                    <a:pt x="129" y="2048"/>
                  </a:lnTo>
                  <a:lnTo>
                    <a:pt x="133" y="2045"/>
                  </a:lnTo>
                  <a:lnTo>
                    <a:pt x="133" y="2041"/>
                  </a:lnTo>
                  <a:lnTo>
                    <a:pt x="137" y="2037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0" y="2016"/>
                  </a:lnTo>
                  <a:lnTo>
                    <a:pt x="144" y="2012"/>
                  </a:lnTo>
                  <a:lnTo>
                    <a:pt x="144" y="2009"/>
                  </a:lnTo>
                  <a:lnTo>
                    <a:pt x="147" y="2005"/>
                  </a:lnTo>
                  <a:lnTo>
                    <a:pt x="147" y="1998"/>
                  </a:lnTo>
                  <a:lnTo>
                    <a:pt x="147" y="1994"/>
                  </a:lnTo>
                  <a:lnTo>
                    <a:pt x="151" y="1991"/>
                  </a:lnTo>
                  <a:lnTo>
                    <a:pt x="151" y="1987"/>
                  </a:lnTo>
                  <a:lnTo>
                    <a:pt x="155" y="1983"/>
                  </a:lnTo>
                  <a:lnTo>
                    <a:pt x="155" y="1980"/>
                  </a:lnTo>
                  <a:lnTo>
                    <a:pt x="155" y="1976"/>
                  </a:lnTo>
                  <a:lnTo>
                    <a:pt x="158" y="1973"/>
                  </a:lnTo>
                  <a:lnTo>
                    <a:pt x="158" y="1969"/>
                  </a:lnTo>
                  <a:lnTo>
                    <a:pt x="162" y="1965"/>
                  </a:lnTo>
                  <a:lnTo>
                    <a:pt x="162" y="1958"/>
                  </a:lnTo>
                  <a:lnTo>
                    <a:pt x="162" y="1955"/>
                  </a:lnTo>
                  <a:lnTo>
                    <a:pt x="165" y="1951"/>
                  </a:lnTo>
                  <a:lnTo>
                    <a:pt x="165" y="1947"/>
                  </a:lnTo>
                  <a:lnTo>
                    <a:pt x="165" y="1944"/>
                  </a:lnTo>
                  <a:lnTo>
                    <a:pt x="169" y="1940"/>
                  </a:lnTo>
                  <a:lnTo>
                    <a:pt x="169" y="1937"/>
                  </a:lnTo>
                  <a:lnTo>
                    <a:pt x="173" y="1933"/>
                  </a:lnTo>
                  <a:lnTo>
                    <a:pt x="173" y="1929"/>
                  </a:lnTo>
                  <a:lnTo>
                    <a:pt x="176" y="1926"/>
                  </a:lnTo>
                  <a:lnTo>
                    <a:pt x="176" y="1922"/>
                  </a:lnTo>
                  <a:lnTo>
                    <a:pt x="180" y="1919"/>
                  </a:lnTo>
                  <a:lnTo>
                    <a:pt x="180" y="1915"/>
                  </a:lnTo>
                  <a:lnTo>
                    <a:pt x="183" y="1911"/>
                  </a:lnTo>
                  <a:lnTo>
                    <a:pt x="183" y="1908"/>
                  </a:lnTo>
                  <a:lnTo>
                    <a:pt x="187" y="1904"/>
                  </a:lnTo>
                  <a:lnTo>
                    <a:pt x="187" y="1901"/>
                  </a:lnTo>
                  <a:lnTo>
                    <a:pt x="191" y="1897"/>
                  </a:lnTo>
                  <a:lnTo>
                    <a:pt x="194" y="1893"/>
                  </a:lnTo>
                  <a:lnTo>
                    <a:pt x="198" y="1890"/>
                  </a:lnTo>
                  <a:lnTo>
                    <a:pt x="201" y="1886"/>
                  </a:lnTo>
                  <a:lnTo>
                    <a:pt x="205" y="1883"/>
                  </a:lnTo>
                  <a:lnTo>
                    <a:pt x="209" y="1879"/>
                  </a:lnTo>
                  <a:lnTo>
                    <a:pt x="212" y="1879"/>
                  </a:lnTo>
                  <a:lnTo>
                    <a:pt x="216" y="1883"/>
                  </a:lnTo>
                  <a:lnTo>
                    <a:pt x="219" y="1883"/>
                  </a:lnTo>
                  <a:lnTo>
                    <a:pt x="223" y="1886"/>
                  </a:lnTo>
                  <a:lnTo>
                    <a:pt x="227" y="1890"/>
                  </a:lnTo>
                  <a:lnTo>
                    <a:pt x="230" y="1893"/>
                  </a:lnTo>
                  <a:lnTo>
                    <a:pt x="234" y="1897"/>
                  </a:lnTo>
                  <a:lnTo>
                    <a:pt x="234" y="1901"/>
                  </a:lnTo>
                  <a:lnTo>
                    <a:pt x="237" y="1904"/>
                  </a:lnTo>
                  <a:lnTo>
                    <a:pt x="241" y="1908"/>
                  </a:lnTo>
                  <a:lnTo>
                    <a:pt x="241" y="1911"/>
                  </a:lnTo>
                  <a:lnTo>
                    <a:pt x="245" y="1915"/>
                  </a:lnTo>
                  <a:lnTo>
                    <a:pt x="245" y="1919"/>
                  </a:lnTo>
                  <a:lnTo>
                    <a:pt x="248" y="1922"/>
                  </a:lnTo>
                  <a:lnTo>
                    <a:pt x="248" y="1926"/>
                  </a:lnTo>
                  <a:lnTo>
                    <a:pt x="248" y="1929"/>
                  </a:lnTo>
                  <a:lnTo>
                    <a:pt x="252" y="1933"/>
                  </a:lnTo>
                  <a:lnTo>
                    <a:pt x="252" y="1937"/>
                  </a:lnTo>
                  <a:lnTo>
                    <a:pt x="252" y="1940"/>
                  </a:lnTo>
                  <a:lnTo>
                    <a:pt x="255" y="1944"/>
                  </a:lnTo>
                  <a:lnTo>
                    <a:pt x="255" y="1951"/>
                  </a:lnTo>
                  <a:lnTo>
                    <a:pt x="259" y="1955"/>
                  </a:lnTo>
                  <a:lnTo>
                    <a:pt x="259" y="1958"/>
                  </a:lnTo>
                  <a:lnTo>
                    <a:pt x="259" y="1962"/>
                  </a:lnTo>
                  <a:lnTo>
                    <a:pt x="263" y="1965"/>
                  </a:lnTo>
                  <a:lnTo>
                    <a:pt x="263" y="1973"/>
                  </a:lnTo>
                  <a:lnTo>
                    <a:pt x="266" y="1976"/>
                  </a:lnTo>
                  <a:lnTo>
                    <a:pt x="266" y="1980"/>
                  </a:lnTo>
                  <a:lnTo>
                    <a:pt x="266" y="1983"/>
                  </a:lnTo>
                  <a:lnTo>
                    <a:pt x="270" y="1991"/>
                  </a:lnTo>
                  <a:lnTo>
                    <a:pt x="270" y="1994"/>
                  </a:lnTo>
                  <a:lnTo>
                    <a:pt x="273" y="1998"/>
                  </a:lnTo>
                  <a:lnTo>
                    <a:pt x="273" y="2005"/>
                  </a:lnTo>
                  <a:lnTo>
                    <a:pt x="273" y="2009"/>
                  </a:lnTo>
                  <a:lnTo>
                    <a:pt x="277" y="2012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30"/>
                  </a:lnTo>
                  <a:lnTo>
                    <a:pt x="281" y="2034"/>
                  </a:lnTo>
                  <a:lnTo>
                    <a:pt x="284" y="2037"/>
                  </a:lnTo>
                  <a:lnTo>
                    <a:pt x="284" y="2045"/>
                  </a:lnTo>
                  <a:lnTo>
                    <a:pt x="284" y="2048"/>
                  </a:lnTo>
                  <a:lnTo>
                    <a:pt x="288" y="2055"/>
                  </a:lnTo>
                  <a:lnTo>
                    <a:pt x="288" y="2059"/>
                  </a:lnTo>
                  <a:lnTo>
                    <a:pt x="291" y="2066"/>
                  </a:lnTo>
                  <a:lnTo>
                    <a:pt x="291" y="2070"/>
                  </a:lnTo>
                  <a:lnTo>
                    <a:pt x="291" y="2073"/>
                  </a:lnTo>
                  <a:lnTo>
                    <a:pt x="295" y="2081"/>
                  </a:lnTo>
                  <a:lnTo>
                    <a:pt x="295" y="2084"/>
                  </a:lnTo>
                  <a:lnTo>
                    <a:pt x="295" y="2091"/>
                  </a:lnTo>
                  <a:lnTo>
                    <a:pt x="299" y="2095"/>
                  </a:lnTo>
                  <a:lnTo>
                    <a:pt x="299" y="2099"/>
                  </a:lnTo>
                  <a:lnTo>
                    <a:pt x="302" y="2106"/>
                  </a:lnTo>
                  <a:lnTo>
                    <a:pt x="302" y="2109"/>
                  </a:lnTo>
                  <a:lnTo>
                    <a:pt x="302" y="2113"/>
                  </a:lnTo>
                  <a:lnTo>
                    <a:pt x="306" y="2120"/>
                  </a:lnTo>
                  <a:lnTo>
                    <a:pt x="306" y="2124"/>
                  </a:lnTo>
                  <a:lnTo>
                    <a:pt x="309" y="2127"/>
                  </a:lnTo>
                  <a:lnTo>
                    <a:pt x="309" y="2131"/>
                  </a:lnTo>
                  <a:lnTo>
                    <a:pt x="309" y="2138"/>
                  </a:lnTo>
                  <a:lnTo>
                    <a:pt x="313" y="2142"/>
                  </a:lnTo>
                  <a:lnTo>
                    <a:pt x="313" y="2145"/>
                  </a:lnTo>
                  <a:lnTo>
                    <a:pt x="317" y="2149"/>
                  </a:lnTo>
                  <a:lnTo>
                    <a:pt x="317" y="2153"/>
                  </a:lnTo>
                  <a:lnTo>
                    <a:pt x="317" y="2156"/>
                  </a:lnTo>
                  <a:lnTo>
                    <a:pt x="320" y="2160"/>
                  </a:lnTo>
                  <a:lnTo>
                    <a:pt x="320" y="2163"/>
                  </a:lnTo>
                  <a:lnTo>
                    <a:pt x="320" y="2167"/>
                  </a:lnTo>
                  <a:lnTo>
                    <a:pt x="324" y="2171"/>
                  </a:lnTo>
                  <a:lnTo>
                    <a:pt x="324" y="2174"/>
                  </a:lnTo>
                  <a:lnTo>
                    <a:pt x="327" y="2178"/>
                  </a:lnTo>
                  <a:lnTo>
                    <a:pt x="327" y="2181"/>
                  </a:lnTo>
                  <a:lnTo>
                    <a:pt x="331" y="2185"/>
                  </a:lnTo>
                  <a:lnTo>
                    <a:pt x="331" y="2189"/>
                  </a:lnTo>
                  <a:lnTo>
                    <a:pt x="335" y="2192"/>
                  </a:lnTo>
                  <a:lnTo>
                    <a:pt x="335" y="2196"/>
                  </a:lnTo>
                  <a:lnTo>
                    <a:pt x="338" y="2199"/>
                  </a:lnTo>
                  <a:lnTo>
                    <a:pt x="342" y="2203"/>
                  </a:lnTo>
                  <a:lnTo>
                    <a:pt x="345" y="2207"/>
                  </a:lnTo>
                  <a:lnTo>
                    <a:pt x="349" y="2207"/>
                  </a:lnTo>
                  <a:lnTo>
                    <a:pt x="353" y="2210"/>
                  </a:lnTo>
                  <a:lnTo>
                    <a:pt x="356" y="2207"/>
                  </a:lnTo>
                  <a:lnTo>
                    <a:pt x="360" y="2207"/>
                  </a:lnTo>
                  <a:lnTo>
                    <a:pt x="363" y="2203"/>
                  </a:lnTo>
                  <a:lnTo>
                    <a:pt x="367" y="2199"/>
                  </a:lnTo>
                  <a:lnTo>
                    <a:pt x="371" y="2196"/>
                  </a:lnTo>
                  <a:lnTo>
                    <a:pt x="371" y="2192"/>
                  </a:lnTo>
                  <a:lnTo>
                    <a:pt x="374" y="2189"/>
                  </a:lnTo>
                  <a:lnTo>
                    <a:pt x="374" y="2185"/>
                  </a:lnTo>
                  <a:lnTo>
                    <a:pt x="378" y="2181"/>
                  </a:lnTo>
                  <a:lnTo>
                    <a:pt x="378" y="2178"/>
                  </a:lnTo>
                  <a:lnTo>
                    <a:pt x="378" y="2174"/>
                  </a:lnTo>
                  <a:lnTo>
                    <a:pt x="381" y="2171"/>
                  </a:lnTo>
                  <a:lnTo>
                    <a:pt x="381" y="2167"/>
                  </a:lnTo>
                  <a:lnTo>
                    <a:pt x="381" y="2163"/>
                  </a:lnTo>
                  <a:lnTo>
                    <a:pt x="385" y="2160"/>
                  </a:lnTo>
                  <a:lnTo>
                    <a:pt x="385" y="2156"/>
                  </a:lnTo>
                  <a:lnTo>
                    <a:pt x="389" y="2153"/>
                  </a:lnTo>
                  <a:lnTo>
                    <a:pt x="389" y="2145"/>
                  </a:lnTo>
                  <a:lnTo>
                    <a:pt x="389" y="2142"/>
                  </a:lnTo>
                  <a:lnTo>
                    <a:pt x="392" y="2138"/>
                  </a:lnTo>
                  <a:lnTo>
                    <a:pt x="392" y="2131"/>
                  </a:lnTo>
                  <a:lnTo>
                    <a:pt x="396" y="2127"/>
                  </a:lnTo>
                  <a:lnTo>
                    <a:pt x="396" y="2124"/>
                  </a:lnTo>
                  <a:lnTo>
                    <a:pt x="396" y="2117"/>
                  </a:lnTo>
                  <a:lnTo>
                    <a:pt x="399" y="2113"/>
                  </a:lnTo>
                  <a:lnTo>
                    <a:pt x="399" y="2106"/>
                  </a:lnTo>
                  <a:lnTo>
                    <a:pt x="403" y="2099"/>
                  </a:lnTo>
                  <a:lnTo>
                    <a:pt x="403" y="2095"/>
                  </a:lnTo>
                  <a:lnTo>
                    <a:pt x="403" y="2088"/>
                  </a:lnTo>
                  <a:lnTo>
                    <a:pt x="407" y="2081"/>
                  </a:lnTo>
                  <a:lnTo>
                    <a:pt x="407" y="2077"/>
                  </a:lnTo>
                  <a:lnTo>
                    <a:pt x="407" y="2070"/>
                  </a:lnTo>
                  <a:lnTo>
                    <a:pt x="410" y="2063"/>
                  </a:lnTo>
                  <a:lnTo>
                    <a:pt x="410" y="2055"/>
                  </a:lnTo>
                  <a:lnTo>
                    <a:pt x="414" y="2052"/>
                  </a:lnTo>
                  <a:lnTo>
                    <a:pt x="414" y="2045"/>
                  </a:lnTo>
                  <a:lnTo>
                    <a:pt x="414" y="2037"/>
                  </a:lnTo>
                  <a:lnTo>
                    <a:pt x="417" y="2030"/>
                  </a:lnTo>
                  <a:lnTo>
                    <a:pt x="417" y="2023"/>
                  </a:lnTo>
                  <a:lnTo>
                    <a:pt x="421" y="2016"/>
                  </a:lnTo>
                  <a:lnTo>
                    <a:pt x="421" y="2009"/>
                  </a:lnTo>
                  <a:lnTo>
                    <a:pt x="421" y="2005"/>
                  </a:lnTo>
                  <a:lnTo>
                    <a:pt x="425" y="1998"/>
                  </a:lnTo>
                  <a:lnTo>
                    <a:pt x="425" y="1991"/>
                  </a:lnTo>
                  <a:lnTo>
                    <a:pt x="425" y="1983"/>
                  </a:lnTo>
                  <a:lnTo>
                    <a:pt x="428" y="1976"/>
                  </a:lnTo>
                  <a:lnTo>
                    <a:pt x="428" y="1969"/>
                  </a:lnTo>
                  <a:lnTo>
                    <a:pt x="432" y="1962"/>
                  </a:lnTo>
                  <a:lnTo>
                    <a:pt x="432" y="1955"/>
                  </a:lnTo>
                  <a:lnTo>
                    <a:pt x="432" y="1947"/>
                  </a:lnTo>
                  <a:lnTo>
                    <a:pt x="435" y="1940"/>
                  </a:lnTo>
                  <a:lnTo>
                    <a:pt x="435" y="1937"/>
                  </a:lnTo>
                  <a:lnTo>
                    <a:pt x="439" y="1929"/>
                  </a:lnTo>
                  <a:lnTo>
                    <a:pt x="439" y="1922"/>
                  </a:lnTo>
                  <a:lnTo>
                    <a:pt x="439" y="1915"/>
                  </a:lnTo>
                  <a:lnTo>
                    <a:pt x="443" y="1908"/>
                  </a:lnTo>
                  <a:lnTo>
                    <a:pt x="443" y="1901"/>
                  </a:lnTo>
                  <a:lnTo>
                    <a:pt x="446" y="1893"/>
                  </a:lnTo>
                  <a:lnTo>
                    <a:pt x="446" y="1890"/>
                  </a:lnTo>
                  <a:lnTo>
                    <a:pt x="446" y="1883"/>
                  </a:lnTo>
                  <a:lnTo>
                    <a:pt x="450" y="1875"/>
                  </a:lnTo>
                  <a:lnTo>
                    <a:pt x="450" y="1872"/>
                  </a:lnTo>
                  <a:lnTo>
                    <a:pt x="450" y="1865"/>
                  </a:lnTo>
                  <a:lnTo>
                    <a:pt x="453" y="1857"/>
                  </a:lnTo>
                  <a:lnTo>
                    <a:pt x="453" y="1854"/>
                  </a:lnTo>
                  <a:lnTo>
                    <a:pt x="457" y="1847"/>
                  </a:lnTo>
                  <a:lnTo>
                    <a:pt x="457" y="1843"/>
                  </a:lnTo>
                  <a:lnTo>
                    <a:pt x="457" y="1836"/>
                  </a:lnTo>
                  <a:lnTo>
                    <a:pt x="461" y="1832"/>
                  </a:lnTo>
                  <a:lnTo>
                    <a:pt x="461" y="1825"/>
                  </a:lnTo>
                  <a:lnTo>
                    <a:pt x="464" y="1821"/>
                  </a:lnTo>
                  <a:lnTo>
                    <a:pt x="464" y="1818"/>
                  </a:lnTo>
                  <a:lnTo>
                    <a:pt x="464" y="1811"/>
                  </a:lnTo>
                  <a:lnTo>
                    <a:pt x="468" y="1807"/>
                  </a:lnTo>
                  <a:lnTo>
                    <a:pt x="468" y="1803"/>
                  </a:lnTo>
                  <a:lnTo>
                    <a:pt x="468" y="1800"/>
                  </a:lnTo>
                  <a:lnTo>
                    <a:pt x="471" y="1796"/>
                  </a:lnTo>
                  <a:lnTo>
                    <a:pt x="471" y="1793"/>
                  </a:lnTo>
                  <a:lnTo>
                    <a:pt x="475" y="1789"/>
                  </a:lnTo>
                  <a:lnTo>
                    <a:pt x="475" y="1785"/>
                  </a:lnTo>
                  <a:lnTo>
                    <a:pt x="475" y="1782"/>
                  </a:lnTo>
                  <a:lnTo>
                    <a:pt x="479" y="1778"/>
                  </a:lnTo>
                  <a:lnTo>
                    <a:pt x="482" y="1775"/>
                  </a:lnTo>
                  <a:lnTo>
                    <a:pt x="482" y="1771"/>
                  </a:lnTo>
                  <a:lnTo>
                    <a:pt x="486" y="1767"/>
                  </a:lnTo>
                  <a:lnTo>
                    <a:pt x="489" y="1764"/>
                  </a:lnTo>
                  <a:lnTo>
                    <a:pt x="493" y="1764"/>
                  </a:lnTo>
                  <a:lnTo>
                    <a:pt x="497" y="1764"/>
                  </a:lnTo>
                  <a:lnTo>
                    <a:pt x="500" y="1767"/>
                  </a:lnTo>
                  <a:lnTo>
                    <a:pt x="504" y="1771"/>
                  </a:lnTo>
                  <a:lnTo>
                    <a:pt x="507" y="1775"/>
                  </a:lnTo>
                  <a:lnTo>
                    <a:pt x="507" y="1778"/>
                  </a:lnTo>
                  <a:lnTo>
                    <a:pt x="511" y="1782"/>
                  </a:lnTo>
                  <a:lnTo>
                    <a:pt x="511" y="1785"/>
                  </a:lnTo>
                  <a:lnTo>
                    <a:pt x="511" y="1789"/>
                  </a:lnTo>
                  <a:lnTo>
                    <a:pt x="515" y="1793"/>
                  </a:lnTo>
                  <a:lnTo>
                    <a:pt x="515" y="1796"/>
                  </a:lnTo>
                  <a:lnTo>
                    <a:pt x="518" y="1803"/>
                  </a:lnTo>
                  <a:lnTo>
                    <a:pt x="518" y="1807"/>
                  </a:lnTo>
                  <a:lnTo>
                    <a:pt x="518" y="1811"/>
                  </a:lnTo>
                  <a:lnTo>
                    <a:pt x="522" y="1818"/>
                  </a:lnTo>
                  <a:lnTo>
                    <a:pt x="522" y="1821"/>
                  </a:lnTo>
                  <a:lnTo>
                    <a:pt x="525" y="1829"/>
                  </a:lnTo>
                  <a:lnTo>
                    <a:pt x="525" y="1832"/>
                  </a:lnTo>
                  <a:lnTo>
                    <a:pt x="525" y="1839"/>
                  </a:lnTo>
                  <a:lnTo>
                    <a:pt x="529" y="1847"/>
                  </a:lnTo>
                  <a:lnTo>
                    <a:pt x="529" y="1850"/>
                  </a:lnTo>
                  <a:lnTo>
                    <a:pt x="533" y="1857"/>
                  </a:lnTo>
                  <a:lnTo>
                    <a:pt x="533" y="1865"/>
                  </a:lnTo>
                  <a:lnTo>
                    <a:pt x="533" y="1872"/>
                  </a:lnTo>
                  <a:lnTo>
                    <a:pt x="536" y="1879"/>
                  </a:lnTo>
                  <a:lnTo>
                    <a:pt x="536" y="1886"/>
                  </a:lnTo>
                  <a:lnTo>
                    <a:pt x="536" y="1897"/>
                  </a:lnTo>
                  <a:lnTo>
                    <a:pt x="540" y="1904"/>
                  </a:lnTo>
                  <a:lnTo>
                    <a:pt x="540" y="1911"/>
                  </a:lnTo>
                  <a:lnTo>
                    <a:pt x="543" y="1922"/>
                  </a:lnTo>
                  <a:lnTo>
                    <a:pt x="543" y="1929"/>
                  </a:lnTo>
                  <a:lnTo>
                    <a:pt x="543" y="1937"/>
                  </a:lnTo>
                  <a:lnTo>
                    <a:pt x="547" y="1947"/>
                  </a:lnTo>
                  <a:lnTo>
                    <a:pt x="547" y="1955"/>
                  </a:lnTo>
                  <a:lnTo>
                    <a:pt x="551" y="1965"/>
                  </a:lnTo>
                  <a:lnTo>
                    <a:pt x="551" y="1976"/>
                  </a:lnTo>
                  <a:lnTo>
                    <a:pt x="551" y="1983"/>
                  </a:lnTo>
                  <a:lnTo>
                    <a:pt x="554" y="1994"/>
                  </a:lnTo>
                  <a:lnTo>
                    <a:pt x="554" y="2005"/>
                  </a:lnTo>
                  <a:lnTo>
                    <a:pt x="554" y="2012"/>
                  </a:lnTo>
                  <a:lnTo>
                    <a:pt x="558" y="2023"/>
                  </a:lnTo>
                  <a:lnTo>
                    <a:pt x="558" y="2034"/>
                  </a:lnTo>
                  <a:lnTo>
                    <a:pt x="561" y="2045"/>
                  </a:lnTo>
                  <a:lnTo>
                    <a:pt x="561" y="2055"/>
                  </a:lnTo>
                  <a:lnTo>
                    <a:pt x="561" y="2066"/>
                  </a:lnTo>
                  <a:lnTo>
                    <a:pt x="565" y="2077"/>
                  </a:lnTo>
                  <a:lnTo>
                    <a:pt x="565" y="2088"/>
                  </a:lnTo>
                  <a:lnTo>
                    <a:pt x="569" y="2095"/>
                  </a:lnTo>
                  <a:lnTo>
                    <a:pt x="569" y="2106"/>
                  </a:lnTo>
                  <a:lnTo>
                    <a:pt x="569" y="2117"/>
                  </a:lnTo>
                  <a:lnTo>
                    <a:pt x="572" y="2127"/>
                  </a:lnTo>
                  <a:lnTo>
                    <a:pt x="572" y="2138"/>
                  </a:lnTo>
                  <a:lnTo>
                    <a:pt x="576" y="2149"/>
                  </a:lnTo>
                  <a:lnTo>
                    <a:pt x="576" y="2160"/>
                  </a:lnTo>
                  <a:lnTo>
                    <a:pt x="576" y="2171"/>
                  </a:lnTo>
                  <a:lnTo>
                    <a:pt x="579" y="2181"/>
                  </a:lnTo>
                  <a:lnTo>
                    <a:pt x="579" y="2192"/>
                  </a:lnTo>
                  <a:lnTo>
                    <a:pt x="579" y="2203"/>
                  </a:lnTo>
                  <a:lnTo>
                    <a:pt x="583" y="2214"/>
                  </a:lnTo>
                  <a:lnTo>
                    <a:pt x="583" y="2225"/>
                  </a:lnTo>
                  <a:lnTo>
                    <a:pt x="587" y="2235"/>
                  </a:lnTo>
                  <a:lnTo>
                    <a:pt x="587" y="2243"/>
                  </a:lnTo>
                  <a:lnTo>
                    <a:pt x="587" y="2253"/>
                  </a:lnTo>
                  <a:lnTo>
                    <a:pt x="590" y="2264"/>
                  </a:lnTo>
                  <a:lnTo>
                    <a:pt x="590" y="2275"/>
                  </a:lnTo>
                  <a:lnTo>
                    <a:pt x="594" y="2286"/>
                  </a:lnTo>
                  <a:lnTo>
                    <a:pt x="594" y="2293"/>
                  </a:lnTo>
                  <a:lnTo>
                    <a:pt x="594" y="2304"/>
                  </a:lnTo>
                  <a:lnTo>
                    <a:pt x="597" y="2311"/>
                  </a:lnTo>
                  <a:lnTo>
                    <a:pt x="597" y="2322"/>
                  </a:lnTo>
                  <a:lnTo>
                    <a:pt x="597" y="2329"/>
                  </a:lnTo>
                  <a:lnTo>
                    <a:pt x="601" y="2340"/>
                  </a:lnTo>
                  <a:lnTo>
                    <a:pt x="601" y="2347"/>
                  </a:lnTo>
                  <a:lnTo>
                    <a:pt x="605" y="2354"/>
                  </a:lnTo>
                  <a:lnTo>
                    <a:pt x="605" y="2365"/>
                  </a:lnTo>
                  <a:lnTo>
                    <a:pt x="605" y="2372"/>
                  </a:lnTo>
                  <a:lnTo>
                    <a:pt x="608" y="2379"/>
                  </a:lnTo>
                  <a:lnTo>
                    <a:pt x="608" y="2387"/>
                  </a:lnTo>
                  <a:lnTo>
                    <a:pt x="612" y="2394"/>
                  </a:lnTo>
                  <a:lnTo>
                    <a:pt x="612" y="2401"/>
                  </a:lnTo>
                  <a:lnTo>
                    <a:pt x="612" y="2408"/>
                  </a:lnTo>
                  <a:lnTo>
                    <a:pt x="615" y="2412"/>
                  </a:lnTo>
                  <a:lnTo>
                    <a:pt x="615" y="2419"/>
                  </a:lnTo>
                  <a:lnTo>
                    <a:pt x="619" y="2423"/>
                  </a:lnTo>
                  <a:lnTo>
                    <a:pt x="619" y="2430"/>
                  </a:lnTo>
                  <a:lnTo>
                    <a:pt x="619" y="2433"/>
                  </a:lnTo>
                  <a:lnTo>
                    <a:pt x="623" y="2437"/>
                  </a:lnTo>
                  <a:lnTo>
                    <a:pt x="623" y="2444"/>
                  </a:lnTo>
                  <a:lnTo>
                    <a:pt x="623" y="2448"/>
                  </a:lnTo>
                  <a:lnTo>
                    <a:pt x="626" y="2451"/>
                  </a:lnTo>
                  <a:lnTo>
                    <a:pt x="630" y="2455"/>
                  </a:lnTo>
                  <a:lnTo>
                    <a:pt x="630" y="2459"/>
                  </a:lnTo>
                  <a:lnTo>
                    <a:pt x="633" y="2462"/>
                  </a:lnTo>
                  <a:lnTo>
                    <a:pt x="637" y="2462"/>
                  </a:lnTo>
                  <a:lnTo>
                    <a:pt x="641" y="2459"/>
                  </a:lnTo>
                  <a:lnTo>
                    <a:pt x="644" y="2455"/>
                  </a:lnTo>
                  <a:lnTo>
                    <a:pt x="648" y="2451"/>
                  </a:lnTo>
                  <a:lnTo>
                    <a:pt x="648" y="2448"/>
                  </a:lnTo>
                  <a:lnTo>
                    <a:pt x="648" y="2444"/>
                  </a:lnTo>
                  <a:lnTo>
                    <a:pt x="651" y="2441"/>
                  </a:lnTo>
                  <a:lnTo>
                    <a:pt x="651" y="2437"/>
                  </a:lnTo>
                  <a:lnTo>
                    <a:pt x="655" y="2430"/>
                  </a:lnTo>
                  <a:lnTo>
                    <a:pt x="655" y="2426"/>
                  </a:lnTo>
                  <a:lnTo>
                    <a:pt x="655" y="2419"/>
                  </a:lnTo>
                  <a:lnTo>
                    <a:pt x="659" y="2412"/>
                  </a:lnTo>
                  <a:lnTo>
                    <a:pt x="659" y="2405"/>
                  </a:lnTo>
                  <a:lnTo>
                    <a:pt x="662" y="2397"/>
                  </a:lnTo>
                  <a:lnTo>
                    <a:pt x="662" y="2387"/>
                  </a:lnTo>
                  <a:lnTo>
                    <a:pt x="662" y="2379"/>
                  </a:lnTo>
                  <a:lnTo>
                    <a:pt x="666" y="2369"/>
                  </a:lnTo>
                  <a:lnTo>
                    <a:pt x="666" y="2361"/>
                  </a:lnTo>
                  <a:lnTo>
                    <a:pt x="666" y="2351"/>
                  </a:lnTo>
                  <a:lnTo>
                    <a:pt x="669" y="2340"/>
                  </a:lnTo>
                  <a:lnTo>
                    <a:pt x="669" y="2329"/>
                  </a:lnTo>
                  <a:lnTo>
                    <a:pt x="673" y="2315"/>
                  </a:lnTo>
                  <a:lnTo>
                    <a:pt x="673" y="2304"/>
                  </a:lnTo>
                  <a:lnTo>
                    <a:pt x="673" y="2293"/>
                  </a:lnTo>
                  <a:lnTo>
                    <a:pt x="677" y="2279"/>
                  </a:lnTo>
                  <a:lnTo>
                    <a:pt x="677" y="2264"/>
                  </a:lnTo>
                  <a:lnTo>
                    <a:pt x="680" y="2250"/>
                  </a:lnTo>
                  <a:lnTo>
                    <a:pt x="680" y="2235"/>
                  </a:lnTo>
                  <a:lnTo>
                    <a:pt x="680" y="2221"/>
                  </a:lnTo>
                  <a:lnTo>
                    <a:pt x="684" y="2203"/>
                  </a:lnTo>
                  <a:lnTo>
                    <a:pt x="684" y="2189"/>
                  </a:lnTo>
                  <a:lnTo>
                    <a:pt x="684" y="2171"/>
                  </a:lnTo>
                  <a:lnTo>
                    <a:pt x="687" y="2156"/>
                  </a:lnTo>
                  <a:lnTo>
                    <a:pt x="687" y="2138"/>
                  </a:lnTo>
                  <a:lnTo>
                    <a:pt x="691" y="2120"/>
                  </a:lnTo>
                  <a:lnTo>
                    <a:pt x="691" y="2102"/>
                  </a:lnTo>
                  <a:lnTo>
                    <a:pt x="691" y="2084"/>
                  </a:lnTo>
                  <a:lnTo>
                    <a:pt x="695" y="2063"/>
                  </a:lnTo>
                  <a:lnTo>
                    <a:pt x="695" y="2045"/>
                  </a:lnTo>
                  <a:lnTo>
                    <a:pt x="698" y="2023"/>
                  </a:lnTo>
                  <a:lnTo>
                    <a:pt x="698" y="2005"/>
                  </a:lnTo>
                  <a:lnTo>
                    <a:pt x="698" y="1983"/>
                  </a:lnTo>
                  <a:lnTo>
                    <a:pt x="702" y="1962"/>
                  </a:lnTo>
                  <a:lnTo>
                    <a:pt x="702" y="1940"/>
                  </a:lnTo>
                  <a:lnTo>
                    <a:pt x="705" y="1919"/>
                  </a:lnTo>
                  <a:lnTo>
                    <a:pt x="705" y="1897"/>
                  </a:lnTo>
                  <a:lnTo>
                    <a:pt x="705" y="1872"/>
                  </a:lnTo>
                  <a:lnTo>
                    <a:pt x="709" y="1850"/>
                  </a:lnTo>
                  <a:lnTo>
                    <a:pt x="709" y="1825"/>
                  </a:lnTo>
                  <a:lnTo>
                    <a:pt x="709" y="1803"/>
                  </a:lnTo>
                  <a:lnTo>
                    <a:pt x="713" y="1778"/>
                  </a:lnTo>
                  <a:lnTo>
                    <a:pt x="713" y="1753"/>
                  </a:lnTo>
                  <a:lnTo>
                    <a:pt x="716" y="1731"/>
                  </a:lnTo>
                  <a:lnTo>
                    <a:pt x="716" y="1706"/>
                  </a:lnTo>
                  <a:lnTo>
                    <a:pt x="716" y="1681"/>
                  </a:lnTo>
                  <a:lnTo>
                    <a:pt x="720" y="1656"/>
                  </a:lnTo>
                  <a:lnTo>
                    <a:pt x="720" y="1631"/>
                  </a:lnTo>
                  <a:lnTo>
                    <a:pt x="723" y="1602"/>
                  </a:lnTo>
                  <a:lnTo>
                    <a:pt x="723" y="1577"/>
                  </a:lnTo>
                  <a:lnTo>
                    <a:pt x="723" y="1551"/>
                  </a:lnTo>
                  <a:lnTo>
                    <a:pt x="727" y="1523"/>
                  </a:lnTo>
                  <a:lnTo>
                    <a:pt x="727" y="1497"/>
                  </a:lnTo>
                  <a:lnTo>
                    <a:pt x="727" y="1472"/>
                  </a:lnTo>
                  <a:lnTo>
                    <a:pt x="731" y="1443"/>
                  </a:lnTo>
                  <a:lnTo>
                    <a:pt x="731" y="1418"/>
                  </a:lnTo>
                  <a:lnTo>
                    <a:pt x="734" y="1389"/>
                  </a:lnTo>
                  <a:lnTo>
                    <a:pt x="734" y="1361"/>
                  </a:lnTo>
                  <a:lnTo>
                    <a:pt x="734" y="1335"/>
                  </a:lnTo>
                  <a:lnTo>
                    <a:pt x="738" y="1307"/>
                  </a:lnTo>
                  <a:lnTo>
                    <a:pt x="738" y="1281"/>
                  </a:lnTo>
                  <a:lnTo>
                    <a:pt x="741" y="1253"/>
                  </a:lnTo>
                  <a:lnTo>
                    <a:pt x="741" y="1224"/>
                  </a:lnTo>
                  <a:lnTo>
                    <a:pt x="741" y="1195"/>
                  </a:lnTo>
                  <a:lnTo>
                    <a:pt x="745" y="1170"/>
                  </a:lnTo>
                  <a:lnTo>
                    <a:pt x="745" y="1141"/>
                  </a:lnTo>
                  <a:lnTo>
                    <a:pt x="749" y="1112"/>
                  </a:lnTo>
                  <a:lnTo>
                    <a:pt x="749" y="1087"/>
                  </a:lnTo>
                  <a:lnTo>
                    <a:pt x="749" y="1058"/>
                  </a:lnTo>
                  <a:lnTo>
                    <a:pt x="752" y="1029"/>
                  </a:lnTo>
                  <a:lnTo>
                    <a:pt x="752" y="1004"/>
                  </a:lnTo>
                  <a:lnTo>
                    <a:pt x="752" y="975"/>
                  </a:lnTo>
                  <a:lnTo>
                    <a:pt x="756" y="950"/>
                  </a:lnTo>
                  <a:lnTo>
                    <a:pt x="756" y="921"/>
                  </a:lnTo>
                  <a:lnTo>
                    <a:pt x="759" y="896"/>
                  </a:lnTo>
                  <a:lnTo>
                    <a:pt x="759" y="867"/>
                  </a:lnTo>
                  <a:lnTo>
                    <a:pt x="759" y="842"/>
                  </a:lnTo>
                  <a:lnTo>
                    <a:pt x="763" y="813"/>
                  </a:lnTo>
                  <a:lnTo>
                    <a:pt x="763" y="788"/>
                  </a:lnTo>
                  <a:lnTo>
                    <a:pt x="767" y="763"/>
                  </a:lnTo>
                  <a:lnTo>
                    <a:pt x="767" y="738"/>
                  </a:lnTo>
                  <a:lnTo>
                    <a:pt x="767" y="709"/>
                  </a:lnTo>
                  <a:lnTo>
                    <a:pt x="770" y="684"/>
                  </a:lnTo>
                  <a:lnTo>
                    <a:pt x="770" y="659"/>
                  </a:lnTo>
                  <a:lnTo>
                    <a:pt x="774" y="637"/>
                  </a:lnTo>
                  <a:lnTo>
                    <a:pt x="774" y="612"/>
                  </a:lnTo>
                  <a:lnTo>
                    <a:pt x="774" y="587"/>
                  </a:lnTo>
                  <a:lnTo>
                    <a:pt x="777" y="562"/>
                  </a:lnTo>
                  <a:lnTo>
                    <a:pt x="777" y="540"/>
                  </a:lnTo>
                  <a:lnTo>
                    <a:pt x="777" y="515"/>
                  </a:lnTo>
                  <a:lnTo>
                    <a:pt x="781" y="493"/>
                  </a:lnTo>
                  <a:lnTo>
                    <a:pt x="781" y="472"/>
                  </a:lnTo>
                  <a:lnTo>
                    <a:pt x="785" y="450"/>
                  </a:lnTo>
                  <a:lnTo>
                    <a:pt x="785" y="428"/>
                  </a:lnTo>
                  <a:lnTo>
                    <a:pt x="785" y="407"/>
                  </a:lnTo>
                  <a:lnTo>
                    <a:pt x="788" y="385"/>
                  </a:lnTo>
                  <a:lnTo>
                    <a:pt x="788" y="364"/>
                  </a:lnTo>
                  <a:lnTo>
                    <a:pt x="792" y="346"/>
                  </a:lnTo>
                  <a:lnTo>
                    <a:pt x="792" y="324"/>
                  </a:lnTo>
                  <a:lnTo>
                    <a:pt x="792" y="306"/>
                  </a:lnTo>
                  <a:lnTo>
                    <a:pt x="795" y="288"/>
                  </a:lnTo>
                  <a:lnTo>
                    <a:pt x="795" y="270"/>
                  </a:lnTo>
                  <a:lnTo>
                    <a:pt x="795" y="252"/>
                  </a:lnTo>
                  <a:lnTo>
                    <a:pt x="799" y="234"/>
                  </a:lnTo>
                  <a:lnTo>
                    <a:pt x="799" y="220"/>
                  </a:lnTo>
                  <a:lnTo>
                    <a:pt x="803" y="202"/>
                  </a:lnTo>
                  <a:lnTo>
                    <a:pt x="803" y="187"/>
                  </a:lnTo>
                  <a:lnTo>
                    <a:pt x="803" y="173"/>
                  </a:lnTo>
                  <a:lnTo>
                    <a:pt x="806" y="158"/>
                  </a:lnTo>
                  <a:lnTo>
                    <a:pt x="806" y="144"/>
                  </a:lnTo>
                  <a:lnTo>
                    <a:pt x="810" y="133"/>
                  </a:lnTo>
                  <a:lnTo>
                    <a:pt x="810" y="119"/>
                  </a:lnTo>
                  <a:lnTo>
                    <a:pt x="810" y="108"/>
                  </a:lnTo>
                  <a:lnTo>
                    <a:pt x="813" y="97"/>
                  </a:lnTo>
                  <a:lnTo>
                    <a:pt x="813" y="86"/>
                  </a:lnTo>
                  <a:lnTo>
                    <a:pt x="817" y="76"/>
                  </a:lnTo>
                  <a:lnTo>
                    <a:pt x="817" y="65"/>
                  </a:lnTo>
                  <a:lnTo>
                    <a:pt x="817" y="58"/>
                  </a:lnTo>
                  <a:lnTo>
                    <a:pt x="821" y="50"/>
                  </a:lnTo>
                  <a:lnTo>
                    <a:pt x="821" y="40"/>
                  </a:lnTo>
                  <a:lnTo>
                    <a:pt x="821" y="36"/>
                  </a:lnTo>
                  <a:lnTo>
                    <a:pt x="824" y="29"/>
                  </a:lnTo>
                  <a:lnTo>
                    <a:pt x="824" y="22"/>
                  </a:lnTo>
                  <a:lnTo>
                    <a:pt x="828" y="18"/>
                  </a:lnTo>
                  <a:lnTo>
                    <a:pt x="828" y="14"/>
                  </a:lnTo>
                  <a:lnTo>
                    <a:pt x="828" y="11"/>
                  </a:lnTo>
                  <a:lnTo>
                    <a:pt x="831" y="7"/>
                  </a:lnTo>
                  <a:lnTo>
                    <a:pt x="835" y="4"/>
                  </a:lnTo>
                  <a:lnTo>
                    <a:pt x="835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5" name="Freeform 83"/>
            <p:cNvSpPr>
              <a:spLocks/>
            </p:cNvSpPr>
            <p:nvPr/>
          </p:nvSpPr>
          <p:spPr bwMode="auto">
            <a:xfrm>
              <a:off x="1588" y="1048"/>
              <a:ext cx="2487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68" y="788"/>
                </a:cxn>
                <a:cxn ang="0">
                  <a:pos x="93" y="1253"/>
                </a:cxn>
                <a:cxn ang="0">
                  <a:pos x="118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92"/>
                </a:cxn>
                <a:cxn ang="0">
                  <a:pos x="525" y="2127"/>
                </a:cxn>
                <a:cxn ang="0">
                  <a:pos x="550" y="2045"/>
                </a:cxn>
                <a:cxn ang="0">
                  <a:pos x="572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30" y="2109"/>
                </a:cxn>
                <a:cxn ang="0">
                  <a:pos x="784" y="2127"/>
                </a:cxn>
                <a:cxn ang="0">
                  <a:pos x="817" y="2066"/>
                </a:cxn>
                <a:cxn ang="0">
                  <a:pos x="842" y="2005"/>
                </a:cxn>
                <a:cxn ang="0">
                  <a:pos x="874" y="1944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0" y="2073"/>
                </a:cxn>
                <a:cxn ang="0">
                  <a:pos x="1054" y="2106"/>
                </a:cxn>
                <a:cxn ang="0">
                  <a:pos x="1101" y="2045"/>
                </a:cxn>
                <a:cxn ang="0">
                  <a:pos x="1137" y="1983"/>
                </a:cxn>
                <a:cxn ang="0">
                  <a:pos x="1195" y="1951"/>
                </a:cxn>
                <a:cxn ang="0">
                  <a:pos x="1245" y="2012"/>
                </a:cxn>
                <a:cxn ang="0">
                  <a:pos x="1288" y="2073"/>
                </a:cxn>
                <a:cxn ang="0">
                  <a:pos x="1350" y="2077"/>
                </a:cxn>
                <a:cxn ang="0">
                  <a:pos x="1396" y="2016"/>
                </a:cxn>
                <a:cxn ang="0">
                  <a:pos x="1450" y="1965"/>
                </a:cxn>
                <a:cxn ang="0">
                  <a:pos x="1512" y="1998"/>
                </a:cxn>
                <a:cxn ang="0">
                  <a:pos x="1562" y="2059"/>
                </a:cxn>
                <a:cxn ang="0">
                  <a:pos x="1623" y="2070"/>
                </a:cxn>
                <a:cxn ang="0">
                  <a:pos x="1681" y="2012"/>
                </a:cxn>
                <a:cxn ang="0">
                  <a:pos x="1742" y="1973"/>
                </a:cxn>
                <a:cxn ang="0">
                  <a:pos x="1803" y="2016"/>
                </a:cxn>
                <a:cxn ang="0">
                  <a:pos x="1861" y="2070"/>
                </a:cxn>
                <a:cxn ang="0">
                  <a:pos x="1922" y="2048"/>
                </a:cxn>
                <a:cxn ang="0">
                  <a:pos x="1983" y="1991"/>
                </a:cxn>
                <a:cxn ang="0">
                  <a:pos x="2044" y="1987"/>
                </a:cxn>
                <a:cxn ang="0">
                  <a:pos x="2106" y="2041"/>
                </a:cxn>
                <a:cxn ang="0">
                  <a:pos x="2167" y="2063"/>
                </a:cxn>
                <a:cxn ang="0">
                  <a:pos x="2228" y="2023"/>
                </a:cxn>
                <a:cxn ang="0">
                  <a:pos x="2289" y="1987"/>
                </a:cxn>
                <a:cxn ang="0">
                  <a:pos x="2350" y="2012"/>
                </a:cxn>
                <a:cxn ang="0">
                  <a:pos x="2412" y="2055"/>
                </a:cxn>
                <a:cxn ang="0">
                  <a:pos x="2473" y="2048"/>
                </a:cxn>
              </a:cxnLst>
              <a:rect l="0" t="0" r="r" b="b"/>
              <a:pathLst>
                <a:path w="2487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8" y="1706"/>
                  </a:lnTo>
                  <a:lnTo>
                    <a:pt x="118" y="1731"/>
                  </a:lnTo>
                  <a:lnTo>
                    <a:pt x="118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36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4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2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6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0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88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4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2" y="2109"/>
                  </a:lnTo>
                  <a:lnTo>
                    <a:pt x="532" y="2106"/>
                  </a:lnTo>
                  <a:lnTo>
                    <a:pt x="532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0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68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86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4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2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4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2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8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4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0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8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6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6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0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78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4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2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0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8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6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2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76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0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29" y="2041"/>
                  </a:lnTo>
                  <a:lnTo>
                    <a:pt x="1933" y="2041"/>
                  </a:lnTo>
                  <a:lnTo>
                    <a:pt x="1936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4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2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0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3" y="2012"/>
                  </a:lnTo>
                  <a:lnTo>
                    <a:pt x="2077" y="2016"/>
                  </a:lnTo>
                  <a:lnTo>
                    <a:pt x="2080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0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2001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6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9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  <a:lnTo>
                    <a:pt x="2484" y="2041"/>
                  </a:lnTo>
                  <a:lnTo>
                    <a:pt x="2487" y="203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6" name="Freeform 84"/>
            <p:cNvSpPr>
              <a:spLocks/>
            </p:cNvSpPr>
            <p:nvPr/>
          </p:nvSpPr>
          <p:spPr bwMode="auto">
            <a:xfrm>
              <a:off x="4075" y="3039"/>
              <a:ext cx="1134" cy="64"/>
            </a:xfrm>
            <a:custGeom>
              <a:avLst/>
              <a:gdLst/>
              <a:ahLst/>
              <a:cxnLst>
                <a:cxn ang="0">
                  <a:pos x="15" y="36"/>
                </a:cxn>
                <a:cxn ang="0">
                  <a:pos x="33" y="21"/>
                </a:cxn>
                <a:cxn ang="0">
                  <a:pos x="51" y="10"/>
                </a:cxn>
                <a:cxn ang="0">
                  <a:pos x="69" y="0"/>
                </a:cxn>
                <a:cxn ang="0">
                  <a:pos x="87" y="0"/>
                </a:cxn>
                <a:cxn ang="0">
                  <a:pos x="105" y="0"/>
                </a:cxn>
                <a:cxn ang="0">
                  <a:pos x="123" y="10"/>
                </a:cxn>
                <a:cxn ang="0">
                  <a:pos x="141" y="21"/>
                </a:cxn>
                <a:cxn ang="0">
                  <a:pos x="159" y="36"/>
                </a:cxn>
                <a:cxn ang="0">
                  <a:pos x="177" y="46"/>
                </a:cxn>
                <a:cxn ang="0">
                  <a:pos x="195" y="57"/>
                </a:cxn>
                <a:cxn ang="0">
                  <a:pos x="213" y="64"/>
                </a:cxn>
                <a:cxn ang="0">
                  <a:pos x="231" y="64"/>
                </a:cxn>
                <a:cxn ang="0">
                  <a:pos x="249" y="61"/>
                </a:cxn>
                <a:cxn ang="0">
                  <a:pos x="267" y="54"/>
                </a:cxn>
                <a:cxn ang="0">
                  <a:pos x="285" y="43"/>
                </a:cxn>
                <a:cxn ang="0">
                  <a:pos x="303" y="28"/>
                </a:cxn>
                <a:cxn ang="0">
                  <a:pos x="321" y="18"/>
                </a:cxn>
                <a:cxn ang="0">
                  <a:pos x="339" y="7"/>
                </a:cxn>
                <a:cxn ang="0">
                  <a:pos x="357" y="3"/>
                </a:cxn>
                <a:cxn ang="0">
                  <a:pos x="375" y="3"/>
                </a:cxn>
                <a:cxn ang="0">
                  <a:pos x="393" y="7"/>
                </a:cxn>
                <a:cxn ang="0">
                  <a:pos x="411" y="18"/>
                </a:cxn>
                <a:cxn ang="0">
                  <a:pos x="429" y="28"/>
                </a:cxn>
                <a:cxn ang="0">
                  <a:pos x="447" y="39"/>
                </a:cxn>
                <a:cxn ang="0">
                  <a:pos x="465" y="50"/>
                </a:cxn>
                <a:cxn ang="0">
                  <a:pos x="483" y="57"/>
                </a:cxn>
                <a:cxn ang="0">
                  <a:pos x="501" y="64"/>
                </a:cxn>
                <a:cxn ang="0">
                  <a:pos x="519" y="61"/>
                </a:cxn>
                <a:cxn ang="0">
                  <a:pos x="537" y="57"/>
                </a:cxn>
                <a:cxn ang="0">
                  <a:pos x="555" y="46"/>
                </a:cxn>
                <a:cxn ang="0">
                  <a:pos x="573" y="36"/>
                </a:cxn>
                <a:cxn ang="0">
                  <a:pos x="591" y="25"/>
                </a:cxn>
                <a:cxn ang="0">
                  <a:pos x="609" y="14"/>
                </a:cxn>
                <a:cxn ang="0">
                  <a:pos x="627" y="7"/>
                </a:cxn>
                <a:cxn ang="0">
                  <a:pos x="645" y="3"/>
                </a:cxn>
                <a:cxn ang="0">
                  <a:pos x="663" y="7"/>
                </a:cxn>
                <a:cxn ang="0">
                  <a:pos x="681" y="14"/>
                </a:cxn>
                <a:cxn ang="0">
                  <a:pos x="699" y="21"/>
                </a:cxn>
                <a:cxn ang="0">
                  <a:pos x="717" y="32"/>
                </a:cxn>
                <a:cxn ang="0">
                  <a:pos x="735" y="46"/>
                </a:cxn>
                <a:cxn ang="0">
                  <a:pos x="753" y="54"/>
                </a:cxn>
                <a:cxn ang="0">
                  <a:pos x="771" y="61"/>
                </a:cxn>
                <a:cxn ang="0">
                  <a:pos x="789" y="61"/>
                </a:cxn>
                <a:cxn ang="0">
                  <a:pos x="807" y="57"/>
                </a:cxn>
                <a:cxn ang="0">
                  <a:pos x="825" y="50"/>
                </a:cxn>
                <a:cxn ang="0">
                  <a:pos x="843" y="39"/>
                </a:cxn>
                <a:cxn ang="0">
                  <a:pos x="861" y="28"/>
                </a:cxn>
                <a:cxn ang="0">
                  <a:pos x="879" y="18"/>
                </a:cxn>
                <a:cxn ang="0">
                  <a:pos x="897" y="10"/>
                </a:cxn>
                <a:cxn ang="0">
                  <a:pos x="915" y="7"/>
                </a:cxn>
                <a:cxn ang="0">
                  <a:pos x="933" y="7"/>
                </a:cxn>
                <a:cxn ang="0">
                  <a:pos x="951" y="10"/>
                </a:cxn>
                <a:cxn ang="0">
                  <a:pos x="969" y="18"/>
                </a:cxn>
                <a:cxn ang="0">
                  <a:pos x="987" y="28"/>
                </a:cxn>
                <a:cxn ang="0">
                  <a:pos x="1005" y="39"/>
                </a:cxn>
                <a:cxn ang="0">
                  <a:pos x="1023" y="50"/>
                </a:cxn>
                <a:cxn ang="0">
                  <a:pos x="1041" y="54"/>
                </a:cxn>
                <a:cxn ang="0">
                  <a:pos x="1059" y="57"/>
                </a:cxn>
                <a:cxn ang="0">
                  <a:pos x="1077" y="57"/>
                </a:cxn>
                <a:cxn ang="0">
                  <a:pos x="1095" y="54"/>
                </a:cxn>
                <a:cxn ang="0">
                  <a:pos x="1113" y="43"/>
                </a:cxn>
                <a:cxn ang="0">
                  <a:pos x="1131" y="36"/>
                </a:cxn>
              </a:cxnLst>
              <a:rect l="0" t="0" r="r" b="b"/>
              <a:pathLst>
                <a:path w="1134" h="64">
                  <a:moveTo>
                    <a:pt x="0" y="46"/>
                  </a:moveTo>
                  <a:lnTo>
                    <a:pt x="4" y="43"/>
                  </a:lnTo>
                  <a:lnTo>
                    <a:pt x="7" y="43"/>
                  </a:lnTo>
                  <a:lnTo>
                    <a:pt x="11" y="39"/>
                  </a:lnTo>
                  <a:lnTo>
                    <a:pt x="15" y="36"/>
                  </a:lnTo>
                  <a:lnTo>
                    <a:pt x="18" y="32"/>
                  </a:lnTo>
                  <a:lnTo>
                    <a:pt x="22" y="28"/>
                  </a:lnTo>
                  <a:lnTo>
                    <a:pt x="25" y="28"/>
                  </a:lnTo>
                  <a:lnTo>
                    <a:pt x="29" y="25"/>
                  </a:lnTo>
                  <a:lnTo>
                    <a:pt x="33" y="21"/>
                  </a:lnTo>
                  <a:lnTo>
                    <a:pt x="36" y="18"/>
                  </a:lnTo>
                  <a:lnTo>
                    <a:pt x="40" y="18"/>
                  </a:lnTo>
                  <a:lnTo>
                    <a:pt x="43" y="14"/>
                  </a:lnTo>
                  <a:lnTo>
                    <a:pt x="47" y="10"/>
                  </a:lnTo>
                  <a:lnTo>
                    <a:pt x="51" y="10"/>
                  </a:lnTo>
                  <a:lnTo>
                    <a:pt x="54" y="7"/>
                  </a:lnTo>
                  <a:lnTo>
                    <a:pt x="58" y="7"/>
                  </a:lnTo>
                  <a:lnTo>
                    <a:pt x="61" y="3"/>
                  </a:lnTo>
                  <a:lnTo>
                    <a:pt x="65" y="3"/>
                  </a:lnTo>
                  <a:lnTo>
                    <a:pt x="69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3"/>
                  </a:lnTo>
                  <a:lnTo>
                    <a:pt x="112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3" y="10"/>
                  </a:lnTo>
                  <a:lnTo>
                    <a:pt x="126" y="10"/>
                  </a:lnTo>
                  <a:lnTo>
                    <a:pt x="130" y="14"/>
                  </a:lnTo>
                  <a:lnTo>
                    <a:pt x="133" y="14"/>
                  </a:lnTo>
                  <a:lnTo>
                    <a:pt x="137" y="18"/>
                  </a:lnTo>
                  <a:lnTo>
                    <a:pt x="141" y="21"/>
                  </a:lnTo>
                  <a:lnTo>
                    <a:pt x="144" y="25"/>
                  </a:lnTo>
                  <a:lnTo>
                    <a:pt x="148" y="25"/>
                  </a:lnTo>
                  <a:lnTo>
                    <a:pt x="151" y="28"/>
                  </a:lnTo>
                  <a:lnTo>
                    <a:pt x="155" y="32"/>
                  </a:lnTo>
                  <a:lnTo>
                    <a:pt x="159" y="36"/>
                  </a:lnTo>
                  <a:lnTo>
                    <a:pt x="162" y="36"/>
                  </a:lnTo>
                  <a:lnTo>
                    <a:pt x="166" y="39"/>
                  </a:lnTo>
                  <a:lnTo>
                    <a:pt x="169" y="43"/>
                  </a:lnTo>
                  <a:lnTo>
                    <a:pt x="173" y="43"/>
                  </a:lnTo>
                  <a:lnTo>
                    <a:pt x="177" y="46"/>
                  </a:lnTo>
                  <a:lnTo>
                    <a:pt x="180" y="50"/>
                  </a:lnTo>
                  <a:lnTo>
                    <a:pt x="184" y="50"/>
                  </a:lnTo>
                  <a:lnTo>
                    <a:pt x="187" y="54"/>
                  </a:lnTo>
                  <a:lnTo>
                    <a:pt x="191" y="57"/>
                  </a:lnTo>
                  <a:lnTo>
                    <a:pt x="195" y="57"/>
                  </a:lnTo>
                  <a:lnTo>
                    <a:pt x="198" y="61"/>
                  </a:lnTo>
                  <a:lnTo>
                    <a:pt x="202" y="61"/>
                  </a:lnTo>
                  <a:lnTo>
                    <a:pt x="205" y="61"/>
                  </a:lnTo>
                  <a:lnTo>
                    <a:pt x="209" y="64"/>
                  </a:lnTo>
                  <a:lnTo>
                    <a:pt x="213" y="64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1"/>
                  </a:lnTo>
                  <a:lnTo>
                    <a:pt x="252" y="61"/>
                  </a:lnTo>
                  <a:lnTo>
                    <a:pt x="256" y="57"/>
                  </a:lnTo>
                  <a:lnTo>
                    <a:pt x="259" y="57"/>
                  </a:lnTo>
                  <a:lnTo>
                    <a:pt x="263" y="54"/>
                  </a:lnTo>
                  <a:lnTo>
                    <a:pt x="267" y="54"/>
                  </a:lnTo>
                  <a:lnTo>
                    <a:pt x="270" y="50"/>
                  </a:lnTo>
                  <a:lnTo>
                    <a:pt x="274" y="50"/>
                  </a:lnTo>
                  <a:lnTo>
                    <a:pt x="277" y="46"/>
                  </a:lnTo>
                  <a:lnTo>
                    <a:pt x="281" y="43"/>
                  </a:lnTo>
                  <a:lnTo>
                    <a:pt x="285" y="43"/>
                  </a:lnTo>
                  <a:lnTo>
                    <a:pt x="288" y="39"/>
                  </a:lnTo>
                  <a:lnTo>
                    <a:pt x="292" y="36"/>
                  </a:lnTo>
                  <a:lnTo>
                    <a:pt x="295" y="36"/>
                  </a:lnTo>
                  <a:lnTo>
                    <a:pt x="299" y="32"/>
                  </a:lnTo>
                  <a:lnTo>
                    <a:pt x="303" y="28"/>
                  </a:lnTo>
                  <a:lnTo>
                    <a:pt x="306" y="25"/>
                  </a:lnTo>
                  <a:lnTo>
                    <a:pt x="310" y="25"/>
                  </a:lnTo>
                  <a:lnTo>
                    <a:pt x="313" y="21"/>
                  </a:lnTo>
                  <a:lnTo>
                    <a:pt x="317" y="18"/>
                  </a:lnTo>
                  <a:lnTo>
                    <a:pt x="321" y="18"/>
                  </a:lnTo>
                  <a:lnTo>
                    <a:pt x="324" y="14"/>
                  </a:lnTo>
                  <a:lnTo>
                    <a:pt x="328" y="14"/>
                  </a:lnTo>
                  <a:lnTo>
                    <a:pt x="331" y="10"/>
                  </a:lnTo>
                  <a:lnTo>
                    <a:pt x="335" y="10"/>
                  </a:lnTo>
                  <a:lnTo>
                    <a:pt x="339" y="7"/>
                  </a:lnTo>
                  <a:lnTo>
                    <a:pt x="342" y="7"/>
                  </a:lnTo>
                  <a:lnTo>
                    <a:pt x="346" y="3"/>
                  </a:lnTo>
                  <a:lnTo>
                    <a:pt x="349" y="3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7"/>
                  </a:lnTo>
                  <a:lnTo>
                    <a:pt x="393" y="7"/>
                  </a:lnTo>
                  <a:lnTo>
                    <a:pt x="396" y="7"/>
                  </a:lnTo>
                  <a:lnTo>
                    <a:pt x="400" y="10"/>
                  </a:lnTo>
                  <a:lnTo>
                    <a:pt x="403" y="10"/>
                  </a:lnTo>
                  <a:lnTo>
                    <a:pt x="407" y="14"/>
                  </a:lnTo>
                  <a:lnTo>
                    <a:pt x="411" y="18"/>
                  </a:lnTo>
                  <a:lnTo>
                    <a:pt x="414" y="18"/>
                  </a:lnTo>
                  <a:lnTo>
                    <a:pt x="418" y="21"/>
                  </a:lnTo>
                  <a:lnTo>
                    <a:pt x="421" y="21"/>
                  </a:lnTo>
                  <a:lnTo>
                    <a:pt x="425" y="25"/>
                  </a:lnTo>
                  <a:lnTo>
                    <a:pt x="429" y="28"/>
                  </a:lnTo>
                  <a:lnTo>
                    <a:pt x="432" y="28"/>
                  </a:lnTo>
                  <a:lnTo>
                    <a:pt x="436" y="32"/>
                  </a:lnTo>
                  <a:lnTo>
                    <a:pt x="439" y="36"/>
                  </a:lnTo>
                  <a:lnTo>
                    <a:pt x="443" y="39"/>
                  </a:lnTo>
                  <a:lnTo>
                    <a:pt x="447" y="39"/>
                  </a:lnTo>
                  <a:lnTo>
                    <a:pt x="450" y="43"/>
                  </a:lnTo>
                  <a:lnTo>
                    <a:pt x="454" y="46"/>
                  </a:lnTo>
                  <a:lnTo>
                    <a:pt x="457" y="46"/>
                  </a:lnTo>
                  <a:lnTo>
                    <a:pt x="461" y="50"/>
                  </a:lnTo>
                  <a:lnTo>
                    <a:pt x="465" y="50"/>
                  </a:lnTo>
                  <a:lnTo>
                    <a:pt x="468" y="54"/>
                  </a:lnTo>
                  <a:lnTo>
                    <a:pt x="472" y="54"/>
                  </a:lnTo>
                  <a:lnTo>
                    <a:pt x="475" y="57"/>
                  </a:lnTo>
                  <a:lnTo>
                    <a:pt x="479" y="57"/>
                  </a:lnTo>
                  <a:lnTo>
                    <a:pt x="483" y="57"/>
                  </a:lnTo>
                  <a:lnTo>
                    <a:pt x="486" y="61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4"/>
                  </a:lnTo>
                  <a:lnTo>
                    <a:pt x="504" y="64"/>
                  </a:lnTo>
                  <a:lnTo>
                    <a:pt x="508" y="64"/>
                  </a:lnTo>
                  <a:lnTo>
                    <a:pt x="511" y="61"/>
                  </a:lnTo>
                  <a:lnTo>
                    <a:pt x="515" y="61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57"/>
                  </a:lnTo>
                  <a:lnTo>
                    <a:pt x="533" y="57"/>
                  </a:lnTo>
                  <a:lnTo>
                    <a:pt x="537" y="57"/>
                  </a:lnTo>
                  <a:lnTo>
                    <a:pt x="540" y="54"/>
                  </a:lnTo>
                  <a:lnTo>
                    <a:pt x="544" y="54"/>
                  </a:lnTo>
                  <a:lnTo>
                    <a:pt x="547" y="50"/>
                  </a:lnTo>
                  <a:lnTo>
                    <a:pt x="551" y="50"/>
                  </a:lnTo>
                  <a:lnTo>
                    <a:pt x="555" y="46"/>
                  </a:lnTo>
                  <a:lnTo>
                    <a:pt x="558" y="43"/>
                  </a:lnTo>
                  <a:lnTo>
                    <a:pt x="562" y="43"/>
                  </a:lnTo>
                  <a:lnTo>
                    <a:pt x="565" y="39"/>
                  </a:lnTo>
                  <a:lnTo>
                    <a:pt x="569" y="39"/>
                  </a:lnTo>
                  <a:lnTo>
                    <a:pt x="573" y="36"/>
                  </a:lnTo>
                  <a:lnTo>
                    <a:pt x="576" y="32"/>
                  </a:lnTo>
                  <a:lnTo>
                    <a:pt x="580" y="28"/>
                  </a:lnTo>
                  <a:lnTo>
                    <a:pt x="583" y="28"/>
                  </a:lnTo>
                  <a:lnTo>
                    <a:pt x="587" y="25"/>
                  </a:lnTo>
                  <a:lnTo>
                    <a:pt x="591" y="25"/>
                  </a:lnTo>
                  <a:lnTo>
                    <a:pt x="594" y="21"/>
                  </a:lnTo>
                  <a:lnTo>
                    <a:pt x="598" y="18"/>
                  </a:lnTo>
                  <a:lnTo>
                    <a:pt x="601" y="18"/>
                  </a:lnTo>
                  <a:lnTo>
                    <a:pt x="605" y="14"/>
                  </a:lnTo>
                  <a:lnTo>
                    <a:pt x="609" y="14"/>
                  </a:lnTo>
                  <a:lnTo>
                    <a:pt x="612" y="10"/>
                  </a:lnTo>
                  <a:lnTo>
                    <a:pt x="616" y="10"/>
                  </a:lnTo>
                  <a:lnTo>
                    <a:pt x="619" y="10"/>
                  </a:lnTo>
                  <a:lnTo>
                    <a:pt x="623" y="7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3"/>
                  </a:lnTo>
                  <a:lnTo>
                    <a:pt x="641" y="3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7"/>
                  </a:lnTo>
                  <a:lnTo>
                    <a:pt x="659" y="7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10"/>
                  </a:lnTo>
                  <a:lnTo>
                    <a:pt x="673" y="10"/>
                  </a:lnTo>
                  <a:lnTo>
                    <a:pt x="677" y="10"/>
                  </a:lnTo>
                  <a:lnTo>
                    <a:pt x="681" y="14"/>
                  </a:lnTo>
                  <a:lnTo>
                    <a:pt x="684" y="14"/>
                  </a:lnTo>
                  <a:lnTo>
                    <a:pt x="688" y="18"/>
                  </a:lnTo>
                  <a:lnTo>
                    <a:pt x="691" y="18"/>
                  </a:lnTo>
                  <a:lnTo>
                    <a:pt x="695" y="21"/>
                  </a:lnTo>
                  <a:lnTo>
                    <a:pt x="699" y="21"/>
                  </a:lnTo>
                  <a:lnTo>
                    <a:pt x="702" y="25"/>
                  </a:lnTo>
                  <a:lnTo>
                    <a:pt x="706" y="28"/>
                  </a:lnTo>
                  <a:lnTo>
                    <a:pt x="709" y="28"/>
                  </a:lnTo>
                  <a:lnTo>
                    <a:pt x="713" y="32"/>
                  </a:lnTo>
                  <a:lnTo>
                    <a:pt x="717" y="32"/>
                  </a:lnTo>
                  <a:lnTo>
                    <a:pt x="720" y="36"/>
                  </a:lnTo>
                  <a:lnTo>
                    <a:pt x="724" y="39"/>
                  </a:lnTo>
                  <a:lnTo>
                    <a:pt x="727" y="39"/>
                  </a:lnTo>
                  <a:lnTo>
                    <a:pt x="731" y="43"/>
                  </a:lnTo>
                  <a:lnTo>
                    <a:pt x="735" y="46"/>
                  </a:lnTo>
                  <a:lnTo>
                    <a:pt x="738" y="46"/>
                  </a:lnTo>
                  <a:lnTo>
                    <a:pt x="742" y="50"/>
                  </a:lnTo>
                  <a:lnTo>
                    <a:pt x="745" y="50"/>
                  </a:lnTo>
                  <a:lnTo>
                    <a:pt x="749" y="54"/>
                  </a:lnTo>
                  <a:lnTo>
                    <a:pt x="753" y="54"/>
                  </a:lnTo>
                  <a:lnTo>
                    <a:pt x="756" y="54"/>
                  </a:lnTo>
                  <a:lnTo>
                    <a:pt x="760" y="57"/>
                  </a:lnTo>
                  <a:lnTo>
                    <a:pt x="763" y="57"/>
                  </a:lnTo>
                  <a:lnTo>
                    <a:pt x="767" y="57"/>
                  </a:lnTo>
                  <a:lnTo>
                    <a:pt x="771" y="61"/>
                  </a:lnTo>
                  <a:lnTo>
                    <a:pt x="774" y="61"/>
                  </a:lnTo>
                  <a:lnTo>
                    <a:pt x="778" y="61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57"/>
                  </a:lnTo>
                  <a:lnTo>
                    <a:pt x="803" y="57"/>
                  </a:lnTo>
                  <a:lnTo>
                    <a:pt x="807" y="57"/>
                  </a:lnTo>
                  <a:lnTo>
                    <a:pt x="810" y="57"/>
                  </a:lnTo>
                  <a:lnTo>
                    <a:pt x="814" y="54"/>
                  </a:lnTo>
                  <a:lnTo>
                    <a:pt x="817" y="54"/>
                  </a:lnTo>
                  <a:lnTo>
                    <a:pt x="821" y="50"/>
                  </a:lnTo>
                  <a:lnTo>
                    <a:pt x="825" y="50"/>
                  </a:lnTo>
                  <a:lnTo>
                    <a:pt x="828" y="46"/>
                  </a:lnTo>
                  <a:lnTo>
                    <a:pt x="832" y="46"/>
                  </a:lnTo>
                  <a:lnTo>
                    <a:pt x="835" y="43"/>
                  </a:lnTo>
                  <a:lnTo>
                    <a:pt x="839" y="43"/>
                  </a:lnTo>
                  <a:lnTo>
                    <a:pt x="843" y="39"/>
                  </a:lnTo>
                  <a:lnTo>
                    <a:pt x="846" y="39"/>
                  </a:lnTo>
                  <a:lnTo>
                    <a:pt x="850" y="36"/>
                  </a:lnTo>
                  <a:lnTo>
                    <a:pt x="853" y="32"/>
                  </a:lnTo>
                  <a:lnTo>
                    <a:pt x="857" y="32"/>
                  </a:lnTo>
                  <a:lnTo>
                    <a:pt x="861" y="28"/>
                  </a:lnTo>
                  <a:lnTo>
                    <a:pt x="864" y="28"/>
                  </a:lnTo>
                  <a:lnTo>
                    <a:pt x="868" y="25"/>
                  </a:lnTo>
                  <a:lnTo>
                    <a:pt x="871" y="25"/>
                  </a:lnTo>
                  <a:lnTo>
                    <a:pt x="875" y="21"/>
                  </a:lnTo>
                  <a:lnTo>
                    <a:pt x="879" y="18"/>
                  </a:lnTo>
                  <a:lnTo>
                    <a:pt x="882" y="18"/>
                  </a:lnTo>
                  <a:lnTo>
                    <a:pt x="886" y="14"/>
                  </a:lnTo>
                  <a:lnTo>
                    <a:pt x="889" y="14"/>
                  </a:lnTo>
                  <a:lnTo>
                    <a:pt x="893" y="14"/>
                  </a:lnTo>
                  <a:lnTo>
                    <a:pt x="897" y="10"/>
                  </a:lnTo>
                  <a:lnTo>
                    <a:pt x="900" y="10"/>
                  </a:lnTo>
                  <a:lnTo>
                    <a:pt x="904" y="10"/>
                  </a:lnTo>
                  <a:lnTo>
                    <a:pt x="907" y="7"/>
                  </a:lnTo>
                  <a:lnTo>
                    <a:pt x="911" y="7"/>
                  </a:lnTo>
                  <a:lnTo>
                    <a:pt x="915" y="7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10"/>
                  </a:lnTo>
                  <a:lnTo>
                    <a:pt x="947" y="10"/>
                  </a:lnTo>
                  <a:lnTo>
                    <a:pt x="951" y="10"/>
                  </a:lnTo>
                  <a:lnTo>
                    <a:pt x="954" y="14"/>
                  </a:lnTo>
                  <a:lnTo>
                    <a:pt x="958" y="14"/>
                  </a:lnTo>
                  <a:lnTo>
                    <a:pt x="961" y="14"/>
                  </a:lnTo>
                  <a:lnTo>
                    <a:pt x="965" y="18"/>
                  </a:lnTo>
                  <a:lnTo>
                    <a:pt x="969" y="18"/>
                  </a:lnTo>
                  <a:lnTo>
                    <a:pt x="972" y="21"/>
                  </a:lnTo>
                  <a:lnTo>
                    <a:pt x="976" y="21"/>
                  </a:lnTo>
                  <a:lnTo>
                    <a:pt x="979" y="25"/>
                  </a:lnTo>
                  <a:lnTo>
                    <a:pt x="983" y="25"/>
                  </a:lnTo>
                  <a:lnTo>
                    <a:pt x="987" y="28"/>
                  </a:lnTo>
                  <a:lnTo>
                    <a:pt x="990" y="32"/>
                  </a:lnTo>
                  <a:lnTo>
                    <a:pt x="994" y="32"/>
                  </a:lnTo>
                  <a:lnTo>
                    <a:pt x="997" y="36"/>
                  </a:lnTo>
                  <a:lnTo>
                    <a:pt x="1001" y="36"/>
                  </a:lnTo>
                  <a:lnTo>
                    <a:pt x="1005" y="39"/>
                  </a:lnTo>
                  <a:lnTo>
                    <a:pt x="1008" y="39"/>
                  </a:lnTo>
                  <a:lnTo>
                    <a:pt x="1012" y="43"/>
                  </a:lnTo>
                  <a:lnTo>
                    <a:pt x="1015" y="46"/>
                  </a:lnTo>
                  <a:lnTo>
                    <a:pt x="1019" y="46"/>
                  </a:lnTo>
                  <a:lnTo>
                    <a:pt x="1023" y="50"/>
                  </a:lnTo>
                  <a:lnTo>
                    <a:pt x="1026" y="50"/>
                  </a:lnTo>
                  <a:lnTo>
                    <a:pt x="1030" y="50"/>
                  </a:lnTo>
                  <a:lnTo>
                    <a:pt x="1033" y="54"/>
                  </a:lnTo>
                  <a:lnTo>
                    <a:pt x="1037" y="54"/>
                  </a:lnTo>
                  <a:lnTo>
                    <a:pt x="1041" y="54"/>
                  </a:lnTo>
                  <a:lnTo>
                    <a:pt x="1044" y="57"/>
                  </a:lnTo>
                  <a:lnTo>
                    <a:pt x="1048" y="57"/>
                  </a:lnTo>
                  <a:lnTo>
                    <a:pt x="1051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4"/>
                  </a:lnTo>
                  <a:lnTo>
                    <a:pt x="1087" y="54"/>
                  </a:lnTo>
                  <a:lnTo>
                    <a:pt x="1091" y="54"/>
                  </a:lnTo>
                  <a:lnTo>
                    <a:pt x="1095" y="54"/>
                  </a:lnTo>
                  <a:lnTo>
                    <a:pt x="1098" y="50"/>
                  </a:lnTo>
                  <a:lnTo>
                    <a:pt x="1102" y="50"/>
                  </a:lnTo>
                  <a:lnTo>
                    <a:pt x="1105" y="46"/>
                  </a:lnTo>
                  <a:lnTo>
                    <a:pt x="1109" y="46"/>
                  </a:lnTo>
                  <a:lnTo>
                    <a:pt x="1113" y="43"/>
                  </a:lnTo>
                  <a:lnTo>
                    <a:pt x="1116" y="43"/>
                  </a:lnTo>
                  <a:lnTo>
                    <a:pt x="1120" y="39"/>
                  </a:lnTo>
                  <a:lnTo>
                    <a:pt x="1123" y="39"/>
                  </a:lnTo>
                  <a:lnTo>
                    <a:pt x="1127" y="36"/>
                  </a:lnTo>
                  <a:lnTo>
                    <a:pt x="1131" y="36"/>
                  </a:lnTo>
                  <a:lnTo>
                    <a:pt x="1134" y="32"/>
                  </a:lnTo>
                  <a:lnTo>
                    <a:pt x="1134" y="32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7" name="Freeform 85"/>
            <p:cNvSpPr>
              <a:spLocks/>
            </p:cNvSpPr>
            <p:nvPr/>
          </p:nvSpPr>
          <p:spPr bwMode="auto">
            <a:xfrm>
              <a:off x="749" y="1048"/>
              <a:ext cx="975" cy="2462"/>
            </a:xfrm>
            <a:custGeom>
              <a:avLst/>
              <a:gdLst/>
              <a:ahLst/>
              <a:cxnLst>
                <a:cxn ang="0">
                  <a:pos x="14" y="1994"/>
                </a:cxn>
                <a:cxn ang="0">
                  <a:pos x="32" y="1962"/>
                </a:cxn>
                <a:cxn ang="0">
                  <a:pos x="57" y="1929"/>
                </a:cxn>
                <a:cxn ang="0">
                  <a:pos x="90" y="1933"/>
                </a:cxn>
                <a:cxn ang="0">
                  <a:pos x="111" y="1965"/>
                </a:cxn>
                <a:cxn ang="0">
                  <a:pos x="129" y="1998"/>
                </a:cxn>
                <a:cxn ang="0">
                  <a:pos x="140" y="2030"/>
                </a:cxn>
                <a:cxn ang="0">
                  <a:pos x="155" y="2063"/>
                </a:cxn>
                <a:cxn ang="0">
                  <a:pos x="169" y="2095"/>
                </a:cxn>
                <a:cxn ang="0">
                  <a:pos x="191" y="2127"/>
                </a:cxn>
                <a:cxn ang="0">
                  <a:pos x="223" y="2135"/>
                </a:cxn>
                <a:cxn ang="0">
                  <a:pos x="248" y="2106"/>
                </a:cxn>
                <a:cxn ang="0">
                  <a:pos x="259" y="2073"/>
                </a:cxn>
                <a:cxn ang="0">
                  <a:pos x="273" y="2041"/>
                </a:cxn>
                <a:cxn ang="0">
                  <a:pos x="284" y="2005"/>
                </a:cxn>
                <a:cxn ang="0">
                  <a:pos x="299" y="1969"/>
                </a:cxn>
                <a:cxn ang="0">
                  <a:pos x="313" y="1933"/>
                </a:cxn>
                <a:cxn ang="0">
                  <a:pos x="327" y="1901"/>
                </a:cxn>
                <a:cxn ang="0">
                  <a:pos x="356" y="1883"/>
                </a:cxn>
                <a:cxn ang="0">
                  <a:pos x="381" y="1911"/>
                </a:cxn>
                <a:cxn ang="0">
                  <a:pos x="396" y="1944"/>
                </a:cxn>
                <a:cxn ang="0">
                  <a:pos x="407" y="1983"/>
                </a:cxn>
                <a:cxn ang="0">
                  <a:pos x="421" y="2030"/>
                </a:cxn>
                <a:cxn ang="0">
                  <a:pos x="432" y="2073"/>
                </a:cxn>
                <a:cxn ang="0">
                  <a:pos x="446" y="2120"/>
                </a:cxn>
                <a:cxn ang="0">
                  <a:pos x="457" y="2156"/>
                </a:cxn>
                <a:cxn ang="0">
                  <a:pos x="471" y="2189"/>
                </a:cxn>
                <a:cxn ang="0">
                  <a:pos x="500" y="2203"/>
                </a:cxn>
                <a:cxn ang="0">
                  <a:pos x="518" y="2171"/>
                </a:cxn>
                <a:cxn ang="0">
                  <a:pos x="533" y="2131"/>
                </a:cxn>
                <a:cxn ang="0">
                  <a:pos x="543" y="2081"/>
                </a:cxn>
                <a:cxn ang="0">
                  <a:pos x="558" y="2023"/>
                </a:cxn>
                <a:cxn ang="0">
                  <a:pos x="569" y="1962"/>
                </a:cxn>
                <a:cxn ang="0">
                  <a:pos x="583" y="1901"/>
                </a:cxn>
                <a:cxn ang="0">
                  <a:pos x="594" y="1847"/>
                </a:cxn>
                <a:cxn ang="0">
                  <a:pos x="608" y="1803"/>
                </a:cxn>
                <a:cxn ang="0">
                  <a:pos x="623" y="1771"/>
                </a:cxn>
                <a:cxn ang="0">
                  <a:pos x="651" y="1785"/>
                </a:cxn>
                <a:cxn ang="0">
                  <a:pos x="662" y="1829"/>
                </a:cxn>
                <a:cxn ang="0">
                  <a:pos x="677" y="1886"/>
                </a:cxn>
                <a:cxn ang="0">
                  <a:pos x="687" y="1965"/>
                </a:cxn>
                <a:cxn ang="0">
                  <a:pos x="702" y="2055"/>
                </a:cxn>
                <a:cxn ang="0">
                  <a:pos x="713" y="2149"/>
                </a:cxn>
                <a:cxn ang="0">
                  <a:pos x="727" y="2243"/>
                </a:cxn>
                <a:cxn ang="0">
                  <a:pos x="738" y="2329"/>
                </a:cxn>
                <a:cxn ang="0">
                  <a:pos x="752" y="2401"/>
                </a:cxn>
                <a:cxn ang="0">
                  <a:pos x="763" y="2448"/>
                </a:cxn>
                <a:cxn ang="0">
                  <a:pos x="788" y="2448"/>
                </a:cxn>
                <a:cxn ang="0">
                  <a:pos x="799" y="2397"/>
                </a:cxn>
                <a:cxn ang="0">
                  <a:pos x="813" y="2304"/>
                </a:cxn>
                <a:cxn ang="0">
                  <a:pos x="824" y="2171"/>
                </a:cxn>
                <a:cxn ang="0">
                  <a:pos x="839" y="2005"/>
                </a:cxn>
                <a:cxn ang="0">
                  <a:pos x="849" y="1803"/>
                </a:cxn>
                <a:cxn ang="0">
                  <a:pos x="864" y="1577"/>
                </a:cxn>
                <a:cxn ang="0">
                  <a:pos x="875" y="1335"/>
                </a:cxn>
                <a:cxn ang="0">
                  <a:pos x="889" y="1087"/>
                </a:cxn>
                <a:cxn ang="0">
                  <a:pos x="900" y="842"/>
                </a:cxn>
                <a:cxn ang="0">
                  <a:pos x="914" y="612"/>
                </a:cxn>
                <a:cxn ang="0">
                  <a:pos x="925" y="407"/>
                </a:cxn>
                <a:cxn ang="0">
                  <a:pos x="939" y="234"/>
                </a:cxn>
                <a:cxn ang="0">
                  <a:pos x="950" y="108"/>
                </a:cxn>
                <a:cxn ang="0">
                  <a:pos x="965" y="29"/>
                </a:cxn>
              </a:cxnLst>
              <a:rect l="0" t="0" r="r" b="b"/>
              <a:pathLst>
                <a:path w="975" h="2462">
                  <a:moveTo>
                    <a:pt x="0" y="2023"/>
                  </a:moveTo>
                  <a:lnTo>
                    <a:pt x="3" y="2019"/>
                  </a:lnTo>
                  <a:lnTo>
                    <a:pt x="3" y="2016"/>
                  </a:lnTo>
                  <a:lnTo>
                    <a:pt x="7" y="2012"/>
                  </a:lnTo>
                  <a:lnTo>
                    <a:pt x="7" y="2009"/>
                  </a:lnTo>
                  <a:lnTo>
                    <a:pt x="11" y="2005"/>
                  </a:lnTo>
                  <a:lnTo>
                    <a:pt x="11" y="2001"/>
                  </a:lnTo>
                  <a:lnTo>
                    <a:pt x="11" y="1998"/>
                  </a:lnTo>
                  <a:lnTo>
                    <a:pt x="14" y="1994"/>
                  </a:lnTo>
                  <a:lnTo>
                    <a:pt x="18" y="1991"/>
                  </a:lnTo>
                  <a:lnTo>
                    <a:pt x="18" y="1987"/>
                  </a:lnTo>
                  <a:lnTo>
                    <a:pt x="18" y="1983"/>
                  </a:lnTo>
                  <a:lnTo>
                    <a:pt x="21" y="1980"/>
                  </a:lnTo>
                  <a:lnTo>
                    <a:pt x="25" y="1976"/>
                  </a:lnTo>
                  <a:lnTo>
                    <a:pt x="25" y="1973"/>
                  </a:lnTo>
                  <a:lnTo>
                    <a:pt x="29" y="1969"/>
                  </a:lnTo>
                  <a:lnTo>
                    <a:pt x="29" y="1965"/>
                  </a:lnTo>
                  <a:lnTo>
                    <a:pt x="32" y="1962"/>
                  </a:lnTo>
                  <a:lnTo>
                    <a:pt x="36" y="1958"/>
                  </a:lnTo>
                  <a:lnTo>
                    <a:pt x="36" y="1955"/>
                  </a:lnTo>
                  <a:lnTo>
                    <a:pt x="39" y="1951"/>
                  </a:lnTo>
                  <a:lnTo>
                    <a:pt x="43" y="1947"/>
                  </a:lnTo>
                  <a:lnTo>
                    <a:pt x="43" y="1944"/>
                  </a:lnTo>
                  <a:lnTo>
                    <a:pt x="47" y="1940"/>
                  </a:lnTo>
                  <a:lnTo>
                    <a:pt x="50" y="1937"/>
                  </a:lnTo>
                  <a:lnTo>
                    <a:pt x="54" y="1933"/>
                  </a:lnTo>
                  <a:lnTo>
                    <a:pt x="57" y="1929"/>
                  </a:lnTo>
                  <a:lnTo>
                    <a:pt x="61" y="1926"/>
                  </a:lnTo>
                  <a:lnTo>
                    <a:pt x="65" y="1926"/>
                  </a:lnTo>
                  <a:lnTo>
                    <a:pt x="68" y="1926"/>
                  </a:lnTo>
                  <a:lnTo>
                    <a:pt x="72" y="1926"/>
                  </a:lnTo>
                  <a:lnTo>
                    <a:pt x="75" y="1926"/>
                  </a:lnTo>
                  <a:lnTo>
                    <a:pt x="79" y="1926"/>
                  </a:lnTo>
                  <a:lnTo>
                    <a:pt x="83" y="1929"/>
                  </a:lnTo>
                  <a:lnTo>
                    <a:pt x="86" y="1929"/>
                  </a:lnTo>
                  <a:lnTo>
                    <a:pt x="90" y="1933"/>
                  </a:lnTo>
                  <a:lnTo>
                    <a:pt x="93" y="1937"/>
                  </a:lnTo>
                  <a:lnTo>
                    <a:pt x="97" y="1940"/>
                  </a:lnTo>
                  <a:lnTo>
                    <a:pt x="101" y="1944"/>
                  </a:lnTo>
                  <a:lnTo>
                    <a:pt x="104" y="1947"/>
                  </a:lnTo>
                  <a:lnTo>
                    <a:pt x="104" y="1951"/>
                  </a:lnTo>
                  <a:lnTo>
                    <a:pt x="108" y="1955"/>
                  </a:lnTo>
                  <a:lnTo>
                    <a:pt x="108" y="1958"/>
                  </a:lnTo>
                  <a:lnTo>
                    <a:pt x="111" y="1962"/>
                  </a:lnTo>
                  <a:lnTo>
                    <a:pt x="111" y="1965"/>
                  </a:lnTo>
                  <a:lnTo>
                    <a:pt x="115" y="1969"/>
                  </a:lnTo>
                  <a:lnTo>
                    <a:pt x="119" y="1973"/>
                  </a:lnTo>
                  <a:lnTo>
                    <a:pt x="119" y="1976"/>
                  </a:lnTo>
                  <a:lnTo>
                    <a:pt x="119" y="1980"/>
                  </a:lnTo>
                  <a:lnTo>
                    <a:pt x="122" y="1983"/>
                  </a:lnTo>
                  <a:lnTo>
                    <a:pt x="122" y="1987"/>
                  </a:lnTo>
                  <a:lnTo>
                    <a:pt x="126" y="1991"/>
                  </a:lnTo>
                  <a:lnTo>
                    <a:pt x="126" y="1994"/>
                  </a:lnTo>
                  <a:lnTo>
                    <a:pt x="129" y="1998"/>
                  </a:lnTo>
                  <a:lnTo>
                    <a:pt x="129" y="2001"/>
                  </a:lnTo>
                  <a:lnTo>
                    <a:pt x="129" y="2005"/>
                  </a:lnTo>
                  <a:lnTo>
                    <a:pt x="133" y="2009"/>
                  </a:lnTo>
                  <a:lnTo>
                    <a:pt x="137" y="2012"/>
                  </a:lnTo>
                  <a:lnTo>
                    <a:pt x="137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0" y="2030"/>
                  </a:lnTo>
                  <a:lnTo>
                    <a:pt x="144" y="2034"/>
                  </a:lnTo>
                  <a:lnTo>
                    <a:pt x="144" y="2037"/>
                  </a:lnTo>
                  <a:lnTo>
                    <a:pt x="147" y="2041"/>
                  </a:lnTo>
                  <a:lnTo>
                    <a:pt x="147" y="2045"/>
                  </a:lnTo>
                  <a:lnTo>
                    <a:pt x="147" y="2048"/>
                  </a:lnTo>
                  <a:lnTo>
                    <a:pt x="151" y="2052"/>
                  </a:lnTo>
                  <a:lnTo>
                    <a:pt x="151" y="2055"/>
                  </a:lnTo>
                  <a:lnTo>
                    <a:pt x="155" y="2059"/>
                  </a:lnTo>
                  <a:lnTo>
                    <a:pt x="155" y="2063"/>
                  </a:lnTo>
                  <a:lnTo>
                    <a:pt x="158" y="2066"/>
                  </a:lnTo>
                  <a:lnTo>
                    <a:pt x="158" y="2070"/>
                  </a:lnTo>
                  <a:lnTo>
                    <a:pt x="162" y="2073"/>
                  </a:lnTo>
                  <a:lnTo>
                    <a:pt x="162" y="2077"/>
                  </a:lnTo>
                  <a:lnTo>
                    <a:pt x="162" y="2081"/>
                  </a:lnTo>
                  <a:lnTo>
                    <a:pt x="165" y="2084"/>
                  </a:lnTo>
                  <a:lnTo>
                    <a:pt x="165" y="2088"/>
                  </a:lnTo>
                  <a:lnTo>
                    <a:pt x="169" y="2091"/>
                  </a:lnTo>
                  <a:lnTo>
                    <a:pt x="169" y="2095"/>
                  </a:lnTo>
                  <a:lnTo>
                    <a:pt x="173" y="2099"/>
                  </a:lnTo>
                  <a:lnTo>
                    <a:pt x="173" y="2102"/>
                  </a:lnTo>
                  <a:lnTo>
                    <a:pt x="176" y="2106"/>
                  </a:lnTo>
                  <a:lnTo>
                    <a:pt x="180" y="2109"/>
                  </a:lnTo>
                  <a:lnTo>
                    <a:pt x="180" y="2113"/>
                  </a:lnTo>
                  <a:lnTo>
                    <a:pt x="183" y="2117"/>
                  </a:lnTo>
                  <a:lnTo>
                    <a:pt x="183" y="2120"/>
                  </a:lnTo>
                  <a:lnTo>
                    <a:pt x="187" y="2124"/>
                  </a:lnTo>
                  <a:lnTo>
                    <a:pt x="191" y="2127"/>
                  </a:lnTo>
                  <a:lnTo>
                    <a:pt x="194" y="2131"/>
                  </a:lnTo>
                  <a:lnTo>
                    <a:pt x="198" y="2135"/>
                  </a:lnTo>
                  <a:lnTo>
                    <a:pt x="201" y="2138"/>
                  </a:lnTo>
                  <a:lnTo>
                    <a:pt x="205" y="2142"/>
                  </a:lnTo>
                  <a:lnTo>
                    <a:pt x="209" y="2142"/>
                  </a:lnTo>
                  <a:lnTo>
                    <a:pt x="212" y="2142"/>
                  </a:lnTo>
                  <a:lnTo>
                    <a:pt x="216" y="2142"/>
                  </a:lnTo>
                  <a:lnTo>
                    <a:pt x="219" y="2138"/>
                  </a:lnTo>
                  <a:lnTo>
                    <a:pt x="223" y="2135"/>
                  </a:lnTo>
                  <a:lnTo>
                    <a:pt x="227" y="2131"/>
                  </a:lnTo>
                  <a:lnTo>
                    <a:pt x="230" y="2131"/>
                  </a:lnTo>
                  <a:lnTo>
                    <a:pt x="234" y="2127"/>
                  </a:lnTo>
                  <a:lnTo>
                    <a:pt x="237" y="2124"/>
                  </a:lnTo>
                  <a:lnTo>
                    <a:pt x="237" y="2120"/>
                  </a:lnTo>
                  <a:lnTo>
                    <a:pt x="241" y="2117"/>
                  </a:lnTo>
                  <a:lnTo>
                    <a:pt x="241" y="2113"/>
                  </a:lnTo>
                  <a:lnTo>
                    <a:pt x="245" y="2109"/>
                  </a:lnTo>
                  <a:lnTo>
                    <a:pt x="248" y="2106"/>
                  </a:lnTo>
                  <a:lnTo>
                    <a:pt x="248" y="2102"/>
                  </a:lnTo>
                  <a:lnTo>
                    <a:pt x="248" y="2099"/>
                  </a:lnTo>
                  <a:lnTo>
                    <a:pt x="252" y="2095"/>
                  </a:lnTo>
                  <a:lnTo>
                    <a:pt x="252" y="2091"/>
                  </a:lnTo>
                  <a:lnTo>
                    <a:pt x="255" y="2088"/>
                  </a:lnTo>
                  <a:lnTo>
                    <a:pt x="255" y="2084"/>
                  </a:lnTo>
                  <a:lnTo>
                    <a:pt x="259" y="2081"/>
                  </a:lnTo>
                  <a:lnTo>
                    <a:pt x="259" y="2077"/>
                  </a:lnTo>
                  <a:lnTo>
                    <a:pt x="259" y="2073"/>
                  </a:lnTo>
                  <a:lnTo>
                    <a:pt x="263" y="2070"/>
                  </a:lnTo>
                  <a:lnTo>
                    <a:pt x="263" y="2066"/>
                  </a:lnTo>
                  <a:lnTo>
                    <a:pt x="266" y="2063"/>
                  </a:lnTo>
                  <a:lnTo>
                    <a:pt x="266" y="2059"/>
                  </a:lnTo>
                  <a:lnTo>
                    <a:pt x="266" y="2055"/>
                  </a:lnTo>
                  <a:lnTo>
                    <a:pt x="270" y="2052"/>
                  </a:lnTo>
                  <a:lnTo>
                    <a:pt x="270" y="2048"/>
                  </a:lnTo>
                  <a:lnTo>
                    <a:pt x="273" y="2045"/>
                  </a:lnTo>
                  <a:lnTo>
                    <a:pt x="273" y="2041"/>
                  </a:lnTo>
                  <a:lnTo>
                    <a:pt x="273" y="2037"/>
                  </a:lnTo>
                  <a:lnTo>
                    <a:pt x="277" y="2030"/>
                  </a:lnTo>
                  <a:lnTo>
                    <a:pt x="277" y="2027"/>
                  </a:lnTo>
                  <a:lnTo>
                    <a:pt x="277" y="2023"/>
                  </a:lnTo>
                  <a:lnTo>
                    <a:pt x="281" y="2019"/>
                  </a:lnTo>
                  <a:lnTo>
                    <a:pt x="281" y="2016"/>
                  </a:lnTo>
                  <a:lnTo>
                    <a:pt x="284" y="2012"/>
                  </a:lnTo>
                  <a:lnTo>
                    <a:pt x="284" y="2009"/>
                  </a:lnTo>
                  <a:lnTo>
                    <a:pt x="284" y="2005"/>
                  </a:lnTo>
                  <a:lnTo>
                    <a:pt x="288" y="1998"/>
                  </a:lnTo>
                  <a:lnTo>
                    <a:pt x="288" y="1994"/>
                  </a:lnTo>
                  <a:lnTo>
                    <a:pt x="291" y="1991"/>
                  </a:lnTo>
                  <a:lnTo>
                    <a:pt x="291" y="1987"/>
                  </a:lnTo>
                  <a:lnTo>
                    <a:pt x="291" y="1983"/>
                  </a:lnTo>
                  <a:lnTo>
                    <a:pt x="295" y="1980"/>
                  </a:lnTo>
                  <a:lnTo>
                    <a:pt x="295" y="1976"/>
                  </a:lnTo>
                  <a:lnTo>
                    <a:pt x="295" y="1973"/>
                  </a:lnTo>
                  <a:lnTo>
                    <a:pt x="299" y="1969"/>
                  </a:lnTo>
                  <a:lnTo>
                    <a:pt x="299" y="1965"/>
                  </a:lnTo>
                  <a:lnTo>
                    <a:pt x="302" y="1958"/>
                  </a:lnTo>
                  <a:lnTo>
                    <a:pt x="302" y="1955"/>
                  </a:lnTo>
                  <a:lnTo>
                    <a:pt x="302" y="1951"/>
                  </a:lnTo>
                  <a:lnTo>
                    <a:pt x="306" y="1947"/>
                  </a:lnTo>
                  <a:lnTo>
                    <a:pt x="306" y="1944"/>
                  </a:lnTo>
                  <a:lnTo>
                    <a:pt x="309" y="1940"/>
                  </a:lnTo>
                  <a:lnTo>
                    <a:pt x="309" y="1937"/>
                  </a:lnTo>
                  <a:lnTo>
                    <a:pt x="313" y="1933"/>
                  </a:lnTo>
                  <a:lnTo>
                    <a:pt x="313" y="1929"/>
                  </a:lnTo>
                  <a:lnTo>
                    <a:pt x="317" y="1926"/>
                  </a:lnTo>
                  <a:lnTo>
                    <a:pt x="317" y="1922"/>
                  </a:lnTo>
                  <a:lnTo>
                    <a:pt x="317" y="1919"/>
                  </a:lnTo>
                  <a:lnTo>
                    <a:pt x="320" y="1915"/>
                  </a:lnTo>
                  <a:lnTo>
                    <a:pt x="320" y="1911"/>
                  </a:lnTo>
                  <a:lnTo>
                    <a:pt x="324" y="1908"/>
                  </a:lnTo>
                  <a:lnTo>
                    <a:pt x="327" y="1904"/>
                  </a:lnTo>
                  <a:lnTo>
                    <a:pt x="327" y="1901"/>
                  </a:lnTo>
                  <a:lnTo>
                    <a:pt x="331" y="1897"/>
                  </a:lnTo>
                  <a:lnTo>
                    <a:pt x="335" y="1893"/>
                  </a:lnTo>
                  <a:lnTo>
                    <a:pt x="335" y="1890"/>
                  </a:lnTo>
                  <a:lnTo>
                    <a:pt x="338" y="1886"/>
                  </a:lnTo>
                  <a:lnTo>
                    <a:pt x="342" y="1883"/>
                  </a:lnTo>
                  <a:lnTo>
                    <a:pt x="345" y="1883"/>
                  </a:lnTo>
                  <a:lnTo>
                    <a:pt x="349" y="1879"/>
                  </a:lnTo>
                  <a:lnTo>
                    <a:pt x="353" y="1879"/>
                  </a:lnTo>
                  <a:lnTo>
                    <a:pt x="356" y="1883"/>
                  </a:lnTo>
                  <a:lnTo>
                    <a:pt x="360" y="1883"/>
                  </a:lnTo>
                  <a:lnTo>
                    <a:pt x="363" y="1886"/>
                  </a:lnTo>
                  <a:lnTo>
                    <a:pt x="367" y="1890"/>
                  </a:lnTo>
                  <a:lnTo>
                    <a:pt x="371" y="1893"/>
                  </a:lnTo>
                  <a:lnTo>
                    <a:pt x="374" y="1897"/>
                  </a:lnTo>
                  <a:lnTo>
                    <a:pt x="374" y="1901"/>
                  </a:lnTo>
                  <a:lnTo>
                    <a:pt x="378" y="1904"/>
                  </a:lnTo>
                  <a:lnTo>
                    <a:pt x="378" y="1908"/>
                  </a:lnTo>
                  <a:lnTo>
                    <a:pt x="381" y="1911"/>
                  </a:lnTo>
                  <a:lnTo>
                    <a:pt x="381" y="1915"/>
                  </a:lnTo>
                  <a:lnTo>
                    <a:pt x="385" y="1919"/>
                  </a:lnTo>
                  <a:lnTo>
                    <a:pt x="385" y="1922"/>
                  </a:lnTo>
                  <a:lnTo>
                    <a:pt x="389" y="1926"/>
                  </a:lnTo>
                  <a:lnTo>
                    <a:pt x="389" y="1929"/>
                  </a:lnTo>
                  <a:lnTo>
                    <a:pt x="389" y="1933"/>
                  </a:lnTo>
                  <a:lnTo>
                    <a:pt x="392" y="1937"/>
                  </a:lnTo>
                  <a:lnTo>
                    <a:pt x="392" y="1940"/>
                  </a:lnTo>
                  <a:lnTo>
                    <a:pt x="396" y="1944"/>
                  </a:lnTo>
                  <a:lnTo>
                    <a:pt x="396" y="1951"/>
                  </a:lnTo>
                  <a:lnTo>
                    <a:pt x="396" y="1955"/>
                  </a:lnTo>
                  <a:lnTo>
                    <a:pt x="399" y="1958"/>
                  </a:lnTo>
                  <a:lnTo>
                    <a:pt x="399" y="1962"/>
                  </a:lnTo>
                  <a:lnTo>
                    <a:pt x="403" y="1965"/>
                  </a:lnTo>
                  <a:lnTo>
                    <a:pt x="403" y="1973"/>
                  </a:lnTo>
                  <a:lnTo>
                    <a:pt x="403" y="1976"/>
                  </a:lnTo>
                  <a:lnTo>
                    <a:pt x="407" y="1980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4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2"/>
                  </a:lnTo>
                  <a:lnTo>
                    <a:pt x="417" y="2019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4"/>
                  </a:lnTo>
                  <a:lnTo>
                    <a:pt x="421" y="2037"/>
                  </a:lnTo>
                  <a:lnTo>
                    <a:pt x="425" y="2045"/>
                  </a:lnTo>
                  <a:lnTo>
                    <a:pt x="425" y="2048"/>
                  </a:lnTo>
                  <a:lnTo>
                    <a:pt x="425" y="2055"/>
                  </a:lnTo>
                  <a:lnTo>
                    <a:pt x="428" y="2059"/>
                  </a:lnTo>
                  <a:lnTo>
                    <a:pt x="428" y="2066"/>
                  </a:lnTo>
                  <a:lnTo>
                    <a:pt x="432" y="2070"/>
                  </a:lnTo>
                  <a:lnTo>
                    <a:pt x="432" y="2073"/>
                  </a:lnTo>
                  <a:lnTo>
                    <a:pt x="432" y="2081"/>
                  </a:lnTo>
                  <a:lnTo>
                    <a:pt x="435" y="2084"/>
                  </a:lnTo>
                  <a:lnTo>
                    <a:pt x="435" y="2091"/>
                  </a:lnTo>
                  <a:lnTo>
                    <a:pt x="439" y="2095"/>
                  </a:lnTo>
                  <a:lnTo>
                    <a:pt x="439" y="2099"/>
                  </a:lnTo>
                  <a:lnTo>
                    <a:pt x="439" y="2106"/>
                  </a:lnTo>
                  <a:lnTo>
                    <a:pt x="443" y="2109"/>
                  </a:lnTo>
                  <a:lnTo>
                    <a:pt x="443" y="2113"/>
                  </a:lnTo>
                  <a:lnTo>
                    <a:pt x="446" y="2120"/>
                  </a:lnTo>
                  <a:lnTo>
                    <a:pt x="446" y="2124"/>
                  </a:lnTo>
                  <a:lnTo>
                    <a:pt x="446" y="2127"/>
                  </a:lnTo>
                  <a:lnTo>
                    <a:pt x="450" y="2131"/>
                  </a:lnTo>
                  <a:lnTo>
                    <a:pt x="450" y="2138"/>
                  </a:lnTo>
                  <a:lnTo>
                    <a:pt x="450" y="2142"/>
                  </a:lnTo>
                  <a:lnTo>
                    <a:pt x="453" y="2145"/>
                  </a:lnTo>
                  <a:lnTo>
                    <a:pt x="453" y="2149"/>
                  </a:lnTo>
                  <a:lnTo>
                    <a:pt x="457" y="2153"/>
                  </a:lnTo>
                  <a:lnTo>
                    <a:pt x="457" y="2156"/>
                  </a:lnTo>
                  <a:lnTo>
                    <a:pt x="457" y="2160"/>
                  </a:lnTo>
                  <a:lnTo>
                    <a:pt x="461" y="2163"/>
                  </a:lnTo>
                  <a:lnTo>
                    <a:pt x="461" y="2167"/>
                  </a:lnTo>
                  <a:lnTo>
                    <a:pt x="464" y="2171"/>
                  </a:lnTo>
                  <a:lnTo>
                    <a:pt x="464" y="2174"/>
                  </a:lnTo>
                  <a:lnTo>
                    <a:pt x="464" y="2178"/>
                  </a:lnTo>
                  <a:lnTo>
                    <a:pt x="468" y="2181"/>
                  </a:lnTo>
                  <a:lnTo>
                    <a:pt x="468" y="2185"/>
                  </a:lnTo>
                  <a:lnTo>
                    <a:pt x="471" y="2189"/>
                  </a:lnTo>
                  <a:lnTo>
                    <a:pt x="475" y="2192"/>
                  </a:lnTo>
                  <a:lnTo>
                    <a:pt x="475" y="2196"/>
                  </a:lnTo>
                  <a:lnTo>
                    <a:pt x="479" y="2199"/>
                  </a:lnTo>
                  <a:lnTo>
                    <a:pt x="482" y="2203"/>
                  </a:lnTo>
                  <a:lnTo>
                    <a:pt x="486" y="2207"/>
                  </a:lnTo>
                  <a:lnTo>
                    <a:pt x="489" y="2210"/>
                  </a:lnTo>
                  <a:lnTo>
                    <a:pt x="493" y="2207"/>
                  </a:lnTo>
                  <a:lnTo>
                    <a:pt x="497" y="2207"/>
                  </a:lnTo>
                  <a:lnTo>
                    <a:pt x="500" y="2203"/>
                  </a:lnTo>
                  <a:lnTo>
                    <a:pt x="504" y="2199"/>
                  </a:lnTo>
                  <a:lnTo>
                    <a:pt x="507" y="2196"/>
                  </a:lnTo>
                  <a:lnTo>
                    <a:pt x="511" y="2192"/>
                  </a:lnTo>
                  <a:lnTo>
                    <a:pt x="511" y="2189"/>
                  </a:lnTo>
                  <a:lnTo>
                    <a:pt x="515" y="2185"/>
                  </a:lnTo>
                  <a:lnTo>
                    <a:pt x="515" y="2181"/>
                  </a:lnTo>
                  <a:lnTo>
                    <a:pt x="518" y="2178"/>
                  </a:lnTo>
                  <a:lnTo>
                    <a:pt x="518" y="2174"/>
                  </a:lnTo>
                  <a:lnTo>
                    <a:pt x="518" y="2171"/>
                  </a:lnTo>
                  <a:lnTo>
                    <a:pt x="522" y="2167"/>
                  </a:lnTo>
                  <a:lnTo>
                    <a:pt x="522" y="2163"/>
                  </a:lnTo>
                  <a:lnTo>
                    <a:pt x="525" y="2160"/>
                  </a:lnTo>
                  <a:lnTo>
                    <a:pt x="525" y="2156"/>
                  </a:lnTo>
                  <a:lnTo>
                    <a:pt x="525" y="2153"/>
                  </a:lnTo>
                  <a:lnTo>
                    <a:pt x="529" y="2145"/>
                  </a:lnTo>
                  <a:lnTo>
                    <a:pt x="529" y="2142"/>
                  </a:lnTo>
                  <a:lnTo>
                    <a:pt x="533" y="2138"/>
                  </a:lnTo>
                  <a:lnTo>
                    <a:pt x="533" y="2131"/>
                  </a:lnTo>
                  <a:lnTo>
                    <a:pt x="533" y="2127"/>
                  </a:lnTo>
                  <a:lnTo>
                    <a:pt x="536" y="2124"/>
                  </a:lnTo>
                  <a:lnTo>
                    <a:pt x="536" y="2117"/>
                  </a:lnTo>
                  <a:lnTo>
                    <a:pt x="536" y="2113"/>
                  </a:lnTo>
                  <a:lnTo>
                    <a:pt x="540" y="2106"/>
                  </a:lnTo>
                  <a:lnTo>
                    <a:pt x="540" y="2099"/>
                  </a:lnTo>
                  <a:lnTo>
                    <a:pt x="543" y="2095"/>
                  </a:lnTo>
                  <a:lnTo>
                    <a:pt x="543" y="2088"/>
                  </a:lnTo>
                  <a:lnTo>
                    <a:pt x="543" y="2081"/>
                  </a:lnTo>
                  <a:lnTo>
                    <a:pt x="547" y="2077"/>
                  </a:lnTo>
                  <a:lnTo>
                    <a:pt x="547" y="2070"/>
                  </a:lnTo>
                  <a:lnTo>
                    <a:pt x="551" y="2063"/>
                  </a:lnTo>
                  <a:lnTo>
                    <a:pt x="551" y="2055"/>
                  </a:lnTo>
                  <a:lnTo>
                    <a:pt x="551" y="2052"/>
                  </a:lnTo>
                  <a:lnTo>
                    <a:pt x="554" y="2045"/>
                  </a:lnTo>
                  <a:lnTo>
                    <a:pt x="554" y="2037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6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76"/>
                  </a:lnTo>
                  <a:lnTo>
                    <a:pt x="569" y="1969"/>
                  </a:lnTo>
                  <a:lnTo>
                    <a:pt x="569" y="1962"/>
                  </a:lnTo>
                  <a:lnTo>
                    <a:pt x="572" y="1955"/>
                  </a:lnTo>
                  <a:lnTo>
                    <a:pt x="572" y="1947"/>
                  </a:lnTo>
                  <a:lnTo>
                    <a:pt x="576" y="1940"/>
                  </a:lnTo>
                  <a:lnTo>
                    <a:pt x="576" y="1937"/>
                  </a:lnTo>
                  <a:lnTo>
                    <a:pt x="576" y="1929"/>
                  </a:lnTo>
                  <a:lnTo>
                    <a:pt x="579" y="1922"/>
                  </a:lnTo>
                  <a:lnTo>
                    <a:pt x="579" y="1915"/>
                  </a:lnTo>
                  <a:lnTo>
                    <a:pt x="579" y="1908"/>
                  </a:lnTo>
                  <a:lnTo>
                    <a:pt x="583" y="1901"/>
                  </a:lnTo>
                  <a:lnTo>
                    <a:pt x="583" y="1893"/>
                  </a:lnTo>
                  <a:lnTo>
                    <a:pt x="587" y="1890"/>
                  </a:lnTo>
                  <a:lnTo>
                    <a:pt x="587" y="1883"/>
                  </a:lnTo>
                  <a:lnTo>
                    <a:pt x="587" y="1875"/>
                  </a:lnTo>
                  <a:lnTo>
                    <a:pt x="590" y="1872"/>
                  </a:lnTo>
                  <a:lnTo>
                    <a:pt x="590" y="1865"/>
                  </a:lnTo>
                  <a:lnTo>
                    <a:pt x="594" y="1857"/>
                  </a:lnTo>
                  <a:lnTo>
                    <a:pt x="594" y="1854"/>
                  </a:lnTo>
                  <a:lnTo>
                    <a:pt x="594" y="1847"/>
                  </a:lnTo>
                  <a:lnTo>
                    <a:pt x="597" y="1843"/>
                  </a:lnTo>
                  <a:lnTo>
                    <a:pt x="597" y="1836"/>
                  </a:lnTo>
                  <a:lnTo>
                    <a:pt x="597" y="1832"/>
                  </a:lnTo>
                  <a:lnTo>
                    <a:pt x="601" y="1825"/>
                  </a:lnTo>
                  <a:lnTo>
                    <a:pt x="601" y="1821"/>
                  </a:lnTo>
                  <a:lnTo>
                    <a:pt x="605" y="1818"/>
                  </a:lnTo>
                  <a:lnTo>
                    <a:pt x="605" y="1811"/>
                  </a:lnTo>
                  <a:lnTo>
                    <a:pt x="605" y="1807"/>
                  </a:lnTo>
                  <a:lnTo>
                    <a:pt x="608" y="1803"/>
                  </a:lnTo>
                  <a:lnTo>
                    <a:pt x="608" y="1800"/>
                  </a:lnTo>
                  <a:lnTo>
                    <a:pt x="612" y="1796"/>
                  </a:lnTo>
                  <a:lnTo>
                    <a:pt x="612" y="1793"/>
                  </a:lnTo>
                  <a:lnTo>
                    <a:pt x="612" y="1789"/>
                  </a:lnTo>
                  <a:lnTo>
                    <a:pt x="615" y="1785"/>
                  </a:lnTo>
                  <a:lnTo>
                    <a:pt x="615" y="1782"/>
                  </a:lnTo>
                  <a:lnTo>
                    <a:pt x="619" y="1778"/>
                  </a:lnTo>
                  <a:lnTo>
                    <a:pt x="619" y="1775"/>
                  </a:lnTo>
                  <a:lnTo>
                    <a:pt x="623" y="1771"/>
                  </a:lnTo>
                  <a:lnTo>
                    <a:pt x="626" y="1767"/>
                  </a:lnTo>
                  <a:lnTo>
                    <a:pt x="630" y="1764"/>
                  </a:lnTo>
                  <a:lnTo>
                    <a:pt x="633" y="1764"/>
                  </a:lnTo>
                  <a:lnTo>
                    <a:pt x="637" y="1767"/>
                  </a:lnTo>
                  <a:lnTo>
                    <a:pt x="641" y="1771"/>
                  </a:lnTo>
                  <a:lnTo>
                    <a:pt x="644" y="1775"/>
                  </a:lnTo>
                  <a:lnTo>
                    <a:pt x="648" y="1778"/>
                  </a:lnTo>
                  <a:lnTo>
                    <a:pt x="648" y="1782"/>
                  </a:lnTo>
                  <a:lnTo>
                    <a:pt x="651" y="1785"/>
                  </a:lnTo>
                  <a:lnTo>
                    <a:pt x="651" y="1789"/>
                  </a:lnTo>
                  <a:lnTo>
                    <a:pt x="655" y="1793"/>
                  </a:lnTo>
                  <a:lnTo>
                    <a:pt x="655" y="1796"/>
                  </a:lnTo>
                  <a:lnTo>
                    <a:pt x="655" y="1803"/>
                  </a:lnTo>
                  <a:lnTo>
                    <a:pt x="659" y="1807"/>
                  </a:lnTo>
                  <a:lnTo>
                    <a:pt x="659" y="1811"/>
                  </a:lnTo>
                  <a:lnTo>
                    <a:pt x="662" y="1818"/>
                  </a:lnTo>
                  <a:lnTo>
                    <a:pt x="662" y="1821"/>
                  </a:lnTo>
                  <a:lnTo>
                    <a:pt x="662" y="1829"/>
                  </a:lnTo>
                  <a:lnTo>
                    <a:pt x="666" y="1832"/>
                  </a:lnTo>
                  <a:lnTo>
                    <a:pt x="666" y="1839"/>
                  </a:lnTo>
                  <a:lnTo>
                    <a:pt x="666" y="1847"/>
                  </a:lnTo>
                  <a:lnTo>
                    <a:pt x="669" y="1850"/>
                  </a:lnTo>
                  <a:lnTo>
                    <a:pt x="669" y="1857"/>
                  </a:lnTo>
                  <a:lnTo>
                    <a:pt x="673" y="1865"/>
                  </a:lnTo>
                  <a:lnTo>
                    <a:pt x="673" y="1872"/>
                  </a:lnTo>
                  <a:lnTo>
                    <a:pt x="673" y="1879"/>
                  </a:lnTo>
                  <a:lnTo>
                    <a:pt x="677" y="1886"/>
                  </a:lnTo>
                  <a:lnTo>
                    <a:pt x="677" y="1897"/>
                  </a:lnTo>
                  <a:lnTo>
                    <a:pt x="680" y="1904"/>
                  </a:lnTo>
                  <a:lnTo>
                    <a:pt x="680" y="1911"/>
                  </a:lnTo>
                  <a:lnTo>
                    <a:pt x="680" y="1922"/>
                  </a:lnTo>
                  <a:lnTo>
                    <a:pt x="684" y="1929"/>
                  </a:lnTo>
                  <a:lnTo>
                    <a:pt x="684" y="1937"/>
                  </a:lnTo>
                  <a:lnTo>
                    <a:pt x="684" y="1947"/>
                  </a:lnTo>
                  <a:lnTo>
                    <a:pt x="687" y="1955"/>
                  </a:lnTo>
                  <a:lnTo>
                    <a:pt x="687" y="1965"/>
                  </a:lnTo>
                  <a:lnTo>
                    <a:pt x="691" y="1976"/>
                  </a:lnTo>
                  <a:lnTo>
                    <a:pt x="691" y="1983"/>
                  </a:lnTo>
                  <a:lnTo>
                    <a:pt x="691" y="1994"/>
                  </a:lnTo>
                  <a:lnTo>
                    <a:pt x="695" y="2005"/>
                  </a:lnTo>
                  <a:lnTo>
                    <a:pt x="695" y="2012"/>
                  </a:lnTo>
                  <a:lnTo>
                    <a:pt x="698" y="2023"/>
                  </a:lnTo>
                  <a:lnTo>
                    <a:pt x="698" y="2034"/>
                  </a:lnTo>
                  <a:lnTo>
                    <a:pt x="698" y="2045"/>
                  </a:lnTo>
                  <a:lnTo>
                    <a:pt x="702" y="2055"/>
                  </a:lnTo>
                  <a:lnTo>
                    <a:pt x="702" y="2066"/>
                  </a:lnTo>
                  <a:lnTo>
                    <a:pt x="705" y="2077"/>
                  </a:lnTo>
                  <a:lnTo>
                    <a:pt x="705" y="2088"/>
                  </a:lnTo>
                  <a:lnTo>
                    <a:pt x="705" y="2095"/>
                  </a:lnTo>
                  <a:lnTo>
                    <a:pt x="709" y="2106"/>
                  </a:lnTo>
                  <a:lnTo>
                    <a:pt x="709" y="2117"/>
                  </a:lnTo>
                  <a:lnTo>
                    <a:pt x="709" y="2127"/>
                  </a:lnTo>
                  <a:lnTo>
                    <a:pt x="713" y="2138"/>
                  </a:lnTo>
                  <a:lnTo>
                    <a:pt x="713" y="2149"/>
                  </a:lnTo>
                  <a:lnTo>
                    <a:pt x="716" y="2160"/>
                  </a:lnTo>
                  <a:lnTo>
                    <a:pt x="716" y="2171"/>
                  </a:lnTo>
                  <a:lnTo>
                    <a:pt x="716" y="2181"/>
                  </a:lnTo>
                  <a:lnTo>
                    <a:pt x="720" y="2192"/>
                  </a:lnTo>
                  <a:lnTo>
                    <a:pt x="720" y="2203"/>
                  </a:lnTo>
                  <a:lnTo>
                    <a:pt x="723" y="2214"/>
                  </a:lnTo>
                  <a:lnTo>
                    <a:pt x="723" y="2225"/>
                  </a:lnTo>
                  <a:lnTo>
                    <a:pt x="723" y="2235"/>
                  </a:lnTo>
                  <a:lnTo>
                    <a:pt x="727" y="2243"/>
                  </a:lnTo>
                  <a:lnTo>
                    <a:pt x="727" y="2253"/>
                  </a:lnTo>
                  <a:lnTo>
                    <a:pt x="727" y="2264"/>
                  </a:lnTo>
                  <a:lnTo>
                    <a:pt x="731" y="2275"/>
                  </a:lnTo>
                  <a:lnTo>
                    <a:pt x="731" y="2286"/>
                  </a:lnTo>
                  <a:lnTo>
                    <a:pt x="734" y="2293"/>
                  </a:lnTo>
                  <a:lnTo>
                    <a:pt x="734" y="2304"/>
                  </a:lnTo>
                  <a:lnTo>
                    <a:pt x="734" y="2311"/>
                  </a:lnTo>
                  <a:lnTo>
                    <a:pt x="738" y="2322"/>
                  </a:lnTo>
                  <a:lnTo>
                    <a:pt x="738" y="2329"/>
                  </a:lnTo>
                  <a:lnTo>
                    <a:pt x="741" y="2340"/>
                  </a:lnTo>
                  <a:lnTo>
                    <a:pt x="741" y="2347"/>
                  </a:lnTo>
                  <a:lnTo>
                    <a:pt x="741" y="2354"/>
                  </a:lnTo>
                  <a:lnTo>
                    <a:pt x="745" y="2365"/>
                  </a:lnTo>
                  <a:lnTo>
                    <a:pt x="745" y="2372"/>
                  </a:lnTo>
                  <a:lnTo>
                    <a:pt x="749" y="2379"/>
                  </a:lnTo>
                  <a:lnTo>
                    <a:pt x="749" y="2387"/>
                  </a:lnTo>
                  <a:lnTo>
                    <a:pt x="749" y="2394"/>
                  </a:lnTo>
                  <a:lnTo>
                    <a:pt x="752" y="2401"/>
                  </a:lnTo>
                  <a:lnTo>
                    <a:pt x="752" y="2408"/>
                  </a:lnTo>
                  <a:lnTo>
                    <a:pt x="752" y="2412"/>
                  </a:lnTo>
                  <a:lnTo>
                    <a:pt x="756" y="2419"/>
                  </a:lnTo>
                  <a:lnTo>
                    <a:pt x="756" y="2423"/>
                  </a:lnTo>
                  <a:lnTo>
                    <a:pt x="759" y="2430"/>
                  </a:lnTo>
                  <a:lnTo>
                    <a:pt x="759" y="2433"/>
                  </a:lnTo>
                  <a:lnTo>
                    <a:pt x="759" y="2437"/>
                  </a:lnTo>
                  <a:lnTo>
                    <a:pt x="763" y="2444"/>
                  </a:lnTo>
                  <a:lnTo>
                    <a:pt x="763" y="2448"/>
                  </a:lnTo>
                  <a:lnTo>
                    <a:pt x="767" y="2451"/>
                  </a:lnTo>
                  <a:lnTo>
                    <a:pt x="767" y="2455"/>
                  </a:lnTo>
                  <a:lnTo>
                    <a:pt x="770" y="2459"/>
                  </a:lnTo>
                  <a:lnTo>
                    <a:pt x="774" y="2462"/>
                  </a:lnTo>
                  <a:lnTo>
                    <a:pt x="777" y="2462"/>
                  </a:lnTo>
                  <a:lnTo>
                    <a:pt x="781" y="2459"/>
                  </a:lnTo>
                  <a:lnTo>
                    <a:pt x="785" y="2455"/>
                  </a:lnTo>
                  <a:lnTo>
                    <a:pt x="785" y="2451"/>
                  </a:lnTo>
                  <a:lnTo>
                    <a:pt x="788" y="2448"/>
                  </a:lnTo>
                  <a:lnTo>
                    <a:pt x="788" y="2444"/>
                  </a:lnTo>
                  <a:lnTo>
                    <a:pt x="792" y="2441"/>
                  </a:lnTo>
                  <a:lnTo>
                    <a:pt x="792" y="2437"/>
                  </a:lnTo>
                  <a:lnTo>
                    <a:pt x="792" y="2430"/>
                  </a:lnTo>
                  <a:lnTo>
                    <a:pt x="795" y="2426"/>
                  </a:lnTo>
                  <a:lnTo>
                    <a:pt x="795" y="2419"/>
                  </a:lnTo>
                  <a:lnTo>
                    <a:pt x="795" y="2412"/>
                  </a:lnTo>
                  <a:lnTo>
                    <a:pt x="799" y="2405"/>
                  </a:lnTo>
                  <a:lnTo>
                    <a:pt x="799" y="2397"/>
                  </a:lnTo>
                  <a:lnTo>
                    <a:pt x="803" y="2387"/>
                  </a:lnTo>
                  <a:lnTo>
                    <a:pt x="803" y="2379"/>
                  </a:lnTo>
                  <a:lnTo>
                    <a:pt x="803" y="2369"/>
                  </a:lnTo>
                  <a:lnTo>
                    <a:pt x="806" y="2361"/>
                  </a:lnTo>
                  <a:lnTo>
                    <a:pt x="806" y="2351"/>
                  </a:lnTo>
                  <a:lnTo>
                    <a:pt x="810" y="2340"/>
                  </a:lnTo>
                  <a:lnTo>
                    <a:pt x="810" y="2329"/>
                  </a:lnTo>
                  <a:lnTo>
                    <a:pt x="810" y="2315"/>
                  </a:lnTo>
                  <a:lnTo>
                    <a:pt x="813" y="2304"/>
                  </a:lnTo>
                  <a:lnTo>
                    <a:pt x="813" y="2293"/>
                  </a:lnTo>
                  <a:lnTo>
                    <a:pt x="817" y="2279"/>
                  </a:lnTo>
                  <a:lnTo>
                    <a:pt x="817" y="2264"/>
                  </a:lnTo>
                  <a:lnTo>
                    <a:pt x="817" y="2250"/>
                  </a:lnTo>
                  <a:lnTo>
                    <a:pt x="821" y="2235"/>
                  </a:lnTo>
                  <a:lnTo>
                    <a:pt x="821" y="2221"/>
                  </a:lnTo>
                  <a:lnTo>
                    <a:pt x="821" y="2203"/>
                  </a:lnTo>
                  <a:lnTo>
                    <a:pt x="824" y="2189"/>
                  </a:lnTo>
                  <a:lnTo>
                    <a:pt x="824" y="2171"/>
                  </a:lnTo>
                  <a:lnTo>
                    <a:pt x="828" y="2156"/>
                  </a:lnTo>
                  <a:lnTo>
                    <a:pt x="828" y="2138"/>
                  </a:lnTo>
                  <a:lnTo>
                    <a:pt x="828" y="2120"/>
                  </a:lnTo>
                  <a:lnTo>
                    <a:pt x="831" y="2102"/>
                  </a:lnTo>
                  <a:lnTo>
                    <a:pt x="831" y="2084"/>
                  </a:lnTo>
                  <a:lnTo>
                    <a:pt x="835" y="2063"/>
                  </a:lnTo>
                  <a:lnTo>
                    <a:pt x="835" y="2045"/>
                  </a:lnTo>
                  <a:lnTo>
                    <a:pt x="835" y="2023"/>
                  </a:lnTo>
                  <a:lnTo>
                    <a:pt x="839" y="2005"/>
                  </a:lnTo>
                  <a:lnTo>
                    <a:pt x="839" y="1983"/>
                  </a:lnTo>
                  <a:lnTo>
                    <a:pt x="839" y="1962"/>
                  </a:lnTo>
                  <a:lnTo>
                    <a:pt x="842" y="1940"/>
                  </a:lnTo>
                  <a:lnTo>
                    <a:pt x="842" y="1919"/>
                  </a:lnTo>
                  <a:lnTo>
                    <a:pt x="846" y="1897"/>
                  </a:lnTo>
                  <a:lnTo>
                    <a:pt x="846" y="1872"/>
                  </a:lnTo>
                  <a:lnTo>
                    <a:pt x="846" y="1850"/>
                  </a:lnTo>
                  <a:lnTo>
                    <a:pt x="849" y="1825"/>
                  </a:lnTo>
                  <a:lnTo>
                    <a:pt x="849" y="1803"/>
                  </a:lnTo>
                  <a:lnTo>
                    <a:pt x="853" y="1778"/>
                  </a:lnTo>
                  <a:lnTo>
                    <a:pt x="853" y="1753"/>
                  </a:lnTo>
                  <a:lnTo>
                    <a:pt x="853" y="1731"/>
                  </a:lnTo>
                  <a:lnTo>
                    <a:pt x="857" y="1706"/>
                  </a:lnTo>
                  <a:lnTo>
                    <a:pt x="857" y="1681"/>
                  </a:lnTo>
                  <a:lnTo>
                    <a:pt x="860" y="1656"/>
                  </a:lnTo>
                  <a:lnTo>
                    <a:pt x="860" y="1631"/>
                  </a:lnTo>
                  <a:lnTo>
                    <a:pt x="860" y="1602"/>
                  </a:lnTo>
                  <a:lnTo>
                    <a:pt x="864" y="1577"/>
                  </a:lnTo>
                  <a:lnTo>
                    <a:pt x="864" y="1551"/>
                  </a:lnTo>
                  <a:lnTo>
                    <a:pt x="864" y="1523"/>
                  </a:lnTo>
                  <a:lnTo>
                    <a:pt x="867" y="1497"/>
                  </a:lnTo>
                  <a:lnTo>
                    <a:pt x="867" y="1472"/>
                  </a:lnTo>
                  <a:lnTo>
                    <a:pt x="871" y="1443"/>
                  </a:lnTo>
                  <a:lnTo>
                    <a:pt x="871" y="1418"/>
                  </a:lnTo>
                  <a:lnTo>
                    <a:pt x="871" y="1389"/>
                  </a:lnTo>
                  <a:lnTo>
                    <a:pt x="875" y="1361"/>
                  </a:lnTo>
                  <a:lnTo>
                    <a:pt x="875" y="1335"/>
                  </a:lnTo>
                  <a:lnTo>
                    <a:pt x="878" y="1307"/>
                  </a:lnTo>
                  <a:lnTo>
                    <a:pt x="878" y="1281"/>
                  </a:lnTo>
                  <a:lnTo>
                    <a:pt x="878" y="1253"/>
                  </a:lnTo>
                  <a:lnTo>
                    <a:pt x="882" y="1224"/>
                  </a:lnTo>
                  <a:lnTo>
                    <a:pt x="882" y="1195"/>
                  </a:lnTo>
                  <a:lnTo>
                    <a:pt x="882" y="1170"/>
                  </a:lnTo>
                  <a:lnTo>
                    <a:pt x="885" y="1141"/>
                  </a:lnTo>
                  <a:lnTo>
                    <a:pt x="885" y="1112"/>
                  </a:lnTo>
                  <a:lnTo>
                    <a:pt x="889" y="1087"/>
                  </a:lnTo>
                  <a:lnTo>
                    <a:pt x="889" y="1058"/>
                  </a:lnTo>
                  <a:lnTo>
                    <a:pt x="889" y="1029"/>
                  </a:lnTo>
                  <a:lnTo>
                    <a:pt x="893" y="1004"/>
                  </a:lnTo>
                  <a:lnTo>
                    <a:pt x="893" y="975"/>
                  </a:lnTo>
                  <a:lnTo>
                    <a:pt x="896" y="950"/>
                  </a:lnTo>
                  <a:lnTo>
                    <a:pt x="896" y="921"/>
                  </a:lnTo>
                  <a:lnTo>
                    <a:pt x="896" y="896"/>
                  </a:lnTo>
                  <a:lnTo>
                    <a:pt x="900" y="867"/>
                  </a:lnTo>
                  <a:lnTo>
                    <a:pt x="900" y="842"/>
                  </a:lnTo>
                  <a:lnTo>
                    <a:pt x="903" y="813"/>
                  </a:lnTo>
                  <a:lnTo>
                    <a:pt x="903" y="788"/>
                  </a:lnTo>
                  <a:lnTo>
                    <a:pt x="903" y="763"/>
                  </a:lnTo>
                  <a:lnTo>
                    <a:pt x="907" y="738"/>
                  </a:lnTo>
                  <a:lnTo>
                    <a:pt x="907" y="709"/>
                  </a:lnTo>
                  <a:lnTo>
                    <a:pt x="907" y="684"/>
                  </a:lnTo>
                  <a:lnTo>
                    <a:pt x="911" y="659"/>
                  </a:lnTo>
                  <a:lnTo>
                    <a:pt x="911" y="637"/>
                  </a:lnTo>
                  <a:lnTo>
                    <a:pt x="914" y="612"/>
                  </a:lnTo>
                  <a:lnTo>
                    <a:pt x="914" y="587"/>
                  </a:lnTo>
                  <a:lnTo>
                    <a:pt x="914" y="562"/>
                  </a:lnTo>
                  <a:lnTo>
                    <a:pt x="918" y="540"/>
                  </a:lnTo>
                  <a:lnTo>
                    <a:pt x="918" y="515"/>
                  </a:lnTo>
                  <a:lnTo>
                    <a:pt x="921" y="493"/>
                  </a:lnTo>
                  <a:lnTo>
                    <a:pt x="921" y="472"/>
                  </a:lnTo>
                  <a:lnTo>
                    <a:pt x="921" y="450"/>
                  </a:lnTo>
                  <a:lnTo>
                    <a:pt x="925" y="428"/>
                  </a:lnTo>
                  <a:lnTo>
                    <a:pt x="925" y="407"/>
                  </a:lnTo>
                  <a:lnTo>
                    <a:pt x="925" y="385"/>
                  </a:lnTo>
                  <a:lnTo>
                    <a:pt x="929" y="364"/>
                  </a:lnTo>
                  <a:lnTo>
                    <a:pt x="929" y="346"/>
                  </a:lnTo>
                  <a:lnTo>
                    <a:pt x="932" y="324"/>
                  </a:lnTo>
                  <a:lnTo>
                    <a:pt x="932" y="306"/>
                  </a:lnTo>
                  <a:lnTo>
                    <a:pt x="932" y="288"/>
                  </a:lnTo>
                  <a:lnTo>
                    <a:pt x="936" y="270"/>
                  </a:lnTo>
                  <a:lnTo>
                    <a:pt x="936" y="252"/>
                  </a:lnTo>
                  <a:lnTo>
                    <a:pt x="939" y="234"/>
                  </a:lnTo>
                  <a:lnTo>
                    <a:pt x="939" y="220"/>
                  </a:lnTo>
                  <a:lnTo>
                    <a:pt x="939" y="202"/>
                  </a:lnTo>
                  <a:lnTo>
                    <a:pt x="943" y="187"/>
                  </a:lnTo>
                  <a:lnTo>
                    <a:pt x="943" y="173"/>
                  </a:lnTo>
                  <a:lnTo>
                    <a:pt x="947" y="158"/>
                  </a:lnTo>
                  <a:lnTo>
                    <a:pt x="947" y="144"/>
                  </a:lnTo>
                  <a:lnTo>
                    <a:pt x="947" y="133"/>
                  </a:lnTo>
                  <a:lnTo>
                    <a:pt x="950" y="119"/>
                  </a:lnTo>
                  <a:lnTo>
                    <a:pt x="950" y="108"/>
                  </a:lnTo>
                  <a:lnTo>
                    <a:pt x="950" y="97"/>
                  </a:lnTo>
                  <a:lnTo>
                    <a:pt x="954" y="86"/>
                  </a:lnTo>
                  <a:lnTo>
                    <a:pt x="954" y="76"/>
                  </a:lnTo>
                  <a:lnTo>
                    <a:pt x="957" y="65"/>
                  </a:lnTo>
                  <a:lnTo>
                    <a:pt x="957" y="58"/>
                  </a:lnTo>
                  <a:lnTo>
                    <a:pt x="957" y="50"/>
                  </a:lnTo>
                  <a:lnTo>
                    <a:pt x="961" y="40"/>
                  </a:lnTo>
                  <a:lnTo>
                    <a:pt x="961" y="36"/>
                  </a:lnTo>
                  <a:lnTo>
                    <a:pt x="965" y="29"/>
                  </a:lnTo>
                  <a:lnTo>
                    <a:pt x="965" y="22"/>
                  </a:lnTo>
                  <a:lnTo>
                    <a:pt x="965" y="18"/>
                  </a:lnTo>
                  <a:lnTo>
                    <a:pt x="968" y="14"/>
                  </a:lnTo>
                  <a:lnTo>
                    <a:pt x="968" y="11"/>
                  </a:lnTo>
                  <a:lnTo>
                    <a:pt x="968" y="7"/>
                  </a:lnTo>
                  <a:lnTo>
                    <a:pt x="972" y="4"/>
                  </a:lnTo>
                  <a:lnTo>
                    <a:pt x="97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8" name="Freeform 86"/>
            <p:cNvSpPr>
              <a:spLocks/>
            </p:cNvSpPr>
            <p:nvPr/>
          </p:nvSpPr>
          <p:spPr bwMode="auto">
            <a:xfrm>
              <a:off x="1724" y="1048"/>
              <a:ext cx="2477" cy="2462"/>
            </a:xfrm>
            <a:custGeom>
              <a:avLst/>
              <a:gdLst/>
              <a:ahLst/>
              <a:cxnLst>
                <a:cxn ang="0">
                  <a:pos x="26" y="108"/>
                </a:cxn>
                <a:cxn ang="0">
                  <a:pos x="51" y="385"/>
                </a:cxn>
                <a:cxn ang="0">
                  <a:pos x="72" y="788"/>
                </a:cxn>
                <a:cxn ang="0">
                  <a:pos x="98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9" y="1904"/>
                </a:cxn>
                <a:cxn ang="0">
                  <a:pos x="321" y="1796"/>
                </a:cxn>
                <a:cxn ang="0">
                  <a:pos x="364" y="1789"/>
                </a:cxn>
                <a:cxn ang="0">
                  <a:pos x="386" y="1872"/>
                </a:cxn>
                <a:cxn ang="0">
                  <a:pos x="411" y="1983"/>
                </a:cxn>
                <a:cxn ang="0">
                  <a:pos x="432" y="2095"/>
                </a:cxn>
                <a:cxn ang="0">
                  <a:pos x="458" y="2174"/>
                </a:cxn>
                <a:cxn ang="0">
                  <a:pos x="504" y="2189"/>
                </a:cxn>
                <a:cxn ang="0">
                  <a:pos x="530" y="2124"/>
                </a:cxn>
                <a:cxn ang="0">
                  <a:pos x="555" y="2037"/>
                </a:cxn>
                <a:cxn ang="0">
                  <a:pos x="576" y="1958"/>
                </a:cxn>
                <a:cxn ang="0">
                  <a:pos x="605" y="1893"/>
                </a:cxn>
                <a:cxn ang="0">
                  <a:pos x="656" y="1915"/>
                </a:cxn>
                <a:cxn ang="0">
                  <a:pos x="681" y="1980"/>
                </a:cxn>
                <a:cxn ang="0">
                  <a:pos x="706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8" y="2066"/>
                </a:cxn>
                <a:cxn ang="0">
                  <a:pos x="846" y="2005"/>
                </a:cxn>
                <a:cxn ang="0">
                  <a:pos x="879" y="1944"/>
                </a:cxn>
                <a:cxn ang="0">
                  <a:pos x="936" y="1947"/>
                </a:cxn>
                <a:cxn ang="0">
                  <a:pos x="969" y="2009"/>
                </a:cxn>
                <a:cxn ang="0">
                  <a:pos x="1001" y="2070"/>
                </a:cxn>
                <a:cxn ang="0">
                  <a:pos x="1055" y="2106"/>
                </a:cxn>
                <a:cxn ang="0">
                  <a:pos x="1102" y="2048"/>
                </a:cxn>
                <a:cxn ang="0">
                  <a:pos x="1138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6" y="2066"/>
                </a:cxn>
                <a:cxn ang="0">
                  <a:pos x="1343" y="2084"/>
                </a:cxn>
                <a:cxn ang="0">
                  <a:pos x="1394" y="2027"/>
                </a:cxn>
                <a:cxn ang="0">
                  <a:pos x="1444" y="1969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1" y="2027"/>
                </a:cxn>
                <a:cxn ang="0">
                  <a:pos x="1728" y="1976"/>
                </a:cxn>
                <a:cxn ang="0">
                  <a:pos x="1790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6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2" y="2048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5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6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33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4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51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8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2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9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6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80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7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4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8" y="1253"/>
                  </a:lnTo>
                  <a:lnTo>
                    <a:pt x="98" y="1281"/>
                  </a:lnTo>
                  <a:lnTo>
                    <a:pt x="101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5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9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3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7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8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4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31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2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9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60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7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4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8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5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2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6" y="1922"/>
                  </a:lnTo>
                  <a:lnTo>
                    <a:pt x="296" y="1911"/>
                  </a:lnTo>
                  <a:lnTo>
                    <a:pt x="299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3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7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1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5" y="1771"/>
                  </a:lnTo>
                  <a:lnTo>
                    <a:pt x="339" y="1767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6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4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22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9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40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7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8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6" y="2203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2" y="2178"/>
                  </a:lnTo>
                  <a:lnTo>
                    <a:pt x="512" y="2174"/>
                  </a:lnTo>
                  <a:lnTo>
                    <a:pt x="515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9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3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7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51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5" y="2037"/>
                  </a:lnTo>
                  <a:lnTo>
                    <a:pt x="555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602" y="1904"/>
                  </a:lnTo>
                  <a:lnTo>
                    <a:pt x="602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83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3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63" y="1926"/>
                  </a:lnTo>
                  <a:lnTo>
                    <a:pt x="663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4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81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8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2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9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6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10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7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31" y="2106"/>
                  </a:lnTo>
                  <a:lnTo>
                    <a:pt x="731" y="2109"/>
                  </a:lnTo>
                  <a:lnTo>
                    <a:pt x="735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8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6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4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61" y="1973"/>
                  </a:lnTo>
                  <a:lnTo>
                    <a:pt x="861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2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9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7" y="1962"/>
                  </a:lnTo>
                  <a:lnTo>
                    <a:pt x="947" y="1965"/>
                  </a:lnTo>
                  <a:lnTo>
                    <a:pt x="951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9" y="2005"/>
                  </a:lnTo>
                  <a:lnTo>
                    <a:pt x="969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9"/>
                  </a:lnTo>
                  <a:lnTo>
                    <a:pt x="1055" y="2106"/>
                  </a:lnTo>
                  <a:lnTo>
                    <a:pt x="1059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102" y="2052"/>
                  </a:lnTo>
                  <a:lnTo>
                    <a:pt x="1102" y="2048"/>
                  </a:lnTo>
                  <a:lnTo>
                    <a:pt x="1106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20" y="2019"/>
                  </a:lnTo>
                  <a:lnTo>
                    <a:pt x="1120" y="2016"/>
                  </a:lnTo>
                  <a:lnTo>
                    <a:pt x="1124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9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5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32" y="1983"/>
                  </a:lnTo>
                  <a:lnTo>
                    <a:pt x="1232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50" y="2012"/>
                  </a:lnTo>
                  <a:lnTo>
                    <a:pt x="1250" y="2016"/>
                  </a:lnTo>
                  <a:lnTo>
                    <a:pt x="1253" y="2019"/>
                  </a:lnTo>
                  <a:lnTo>
                    <a:pt x="1257" y="2023"/>
                  </a:lnTo>
                  <a:lnTo>
                    <a:pt x="1257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8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5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6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91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8" y="2073"/>
                  </a:lnTo>
                  <a:lnTo>
                    <a:pt x="1361" y="2070"/>
                  </a:lnTo>
                  <a:lnTo>
                    <a:pt x="1365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9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9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2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2" y="1983"/>
                  </a:lnTo>
                  <a:lnTo>
                    <a:pt x="1505" y="1987"/>
                  </a:lnTo>
                  <a:lnTo>
                    <a:pt x="1509" y="1991"/>
                  </a:lnTo>
                  <a:lnTo>
                    <a:pt x="1512" y="1994"/>
                  </a:lnTo>
                  <a:lnTo>
                    <a:pt x="1516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7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8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52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77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81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6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82" y="2016"/>
                  </a:lnTo>
                  <a:lnTo>
                    <a:pt x="1685" y="2012"/>
                  </a:lnTo>
                  <a:lnTo>
                    <a:pt x="1689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6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3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66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8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3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3"/>
                  </a:lnTo>
                  <a:lnTo>
                    <a:pt x="2045" y="1987"/>
                  </a:lnTo>
                  <a:lnTo>
                    <a:pt x="2049" y="1987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0"/>
                  </a:lnTo>
                  <a:lnTo>
                    <a:pt x="2103" y="2034"/>
                  </a:lnTo>
                  <a:lnTo>
                    <a:pt x="2106" y="2037"/>
                  </a:lnTo>
                  <a:lnTo>
                    <a:pt x="2110" y="2041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8"/>
                  </a:lnTo>
                  <a:lnTo>
                    <a:pt x="2207" y="2045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7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5"/>
                  </a:lnTo>
                  <a:lnTo>
                    <a:pt x="2258" y="2001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30" y="1994"/>
                  </a:lnTo>
                  <a:lnTo>
                    <a:pt x="2333" y="1994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3"/>
                  </a:lnTo>
                  <a:lnTo>
                    <a:pt x="2373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4" y="2034"/>
                  </a:lnTo>
                  <a:lnTo>
                    <a:pt x="2387" y="2037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2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20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8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6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4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59" name="Freeform 87"/>
            <p:cNvSpPr>
              <a:spLocks/>
            </p:cNvSpPr>
            <p:nvPr/>
          </p:nvSpPr>
          <p:spPr bwMode="auto">
            <a:xfrm>
              <a:off x="4201" y="3039"/>
              <a:ext cx="1008" cy="64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33" y="32"/>
                </a:cxn>
                <a:cxn ang="0">
                  <a:pos x="51" y="18"/>
                </a:cxn>
                <a:cxn ang="0">
                  <a:pos x="69" y="7"/>
                </a:cxn>
                <a:cxn ang="0">
                  <a:pos x="87" y="0"/>
                </a:cxn>
                <a:cxn ang="0">
                  <a:pos x="105" y="0"/>
                </a:cxn>
                <a:cxn ang="0">
                  <a:pos x="123" y="3"/>
                </a:cxn>
                <a:cxn ang="0">
                  <a:pos x="141" y="10"/>
                </a:cxn>
                <a:cxn ang="0">
                  <a:pos x="159" y="25"/>
                </a:cxn>
                <a:cxn ang="0">
                  <a:pos x="177" y="36"/>
                </a:cxn>
                <a:cxn ang="0">
                  <a:pos x="195" y="50"/>
                </a:cxn>
                <a:cxn ang="0">
                  <a:pos x="213" y="61"/>
                </a:cxn>
                <a:cxn ang="0">
                  <a:pos x="231" y="64"/>
                </a:cxn>
                <a:cxn ang="0">
                  <a:pos x="249" y="64"/>
                </a:cxn>
                <a:cxn ang="0">
                  <a:pos x="267" y="61"/>
                </a:cxn>
                <a:cxn ang="0">
                  <a:pos x="285" y="50"/>
                </a:cxn>
                <a:cxn ang="0">
                  <a:pos x="303" y="39"/>
                </a:cxn>
                <a:cxn ang="0">
                  <a:pos x="321" y="25"/>
                </a:cxn>
                <a:cxn ang="0">
                  <a:pos x="339" y="14"/>
                </a:cxn>
                <a:cxn ang="0">
                  <a:pos x="357" y="7"/>
                </a:cxn>
                <a:cxn ang="0">
                  <a:pos x="375" y="3"/>
                </a:cxn>
                <a:cxn ang="0">
                  <a:pos x="393" y="3"/>
                </a:cxn>
                <a:cxn ang="0">
                  <a:pos x="411" y="10"/>
                </a:cxn>
                <a:cxn ang="0">
                  <a:pos x="429" y="18"/>
                </a:cxn>
                <a:cxn ang="0">
                  <a:pos x="447" y="32"/>
                </a:cxn>
                <a:cxn ang="0">
                  <a:pos x="465" y="43"/>
                </a:cxn>
                <a:cxn ang="0">
                  <a:pos x="483" y="54"/>
                </a:cxn>
                <a:cxn ang="0">
                  <a:pos x="501" y="61"/>
                </a:cxn>
                <a:cxn ang="0">
                  <a:pos x="519" y="64"/>
                </a:cxn>
                <a:cxn ang="0">
                  <a:pos x="537" y="61"/>
                </a:cxn>
                <a:cxn ang="0">
                  <a:pos x="555" y="54"/>
                </a:cxn>
                <a:cxn ang="0">
                  <a:pos x="573" y="43"/>
                </a:cxn>
                <a:cxn ang="0">
                  <a:pos x="591" y="32"/>
                </a:cxn>
                <a:cxn ang="0">
                  <a:pos x="609" y="21"/>
                </a:cxn>
                <a:cxn ang="0">
                  <a:pos x="627" y="10"/>
                </a:cxn>
                <a:cxn ang="0">
                  <a:pos x="645" y="7"/>
                </a:cxn>
                <a:cxn ang="0">
                  <a:pos x="663" y="3"/>
                </a:cxn>
                <a:cxn ang="0">
                  <a:pos x="681" y="7"/>
                </a:cxn>
                <a:cxn ang="0">
                  <a:pos x="699" y="14"/>
                </a:cxn>
                <a:cxn ang="0">
                  <a:pos x="717" y="25"/>
                </a:cxn>
                <a:cxn ang="0">
                  <a:pos x="735" y="36"/>
                </a:cxn>
                <a:cxn ang="0">
                  <a:pos x="753" y="46"/>
                </a:cxn>
                <a:cxn ang="0">
                  <a:pos x="771" y="54"/>
                </a:cxn>
                <a:cxn ang="0">
                  <a:pos x="789" y="61"/>
                </a:cxn>
                <a:cxn ang="0">
                  <a:pos x="807" y="61"/>
                </a:cxn>
                <a:cxn ang="0">
                  <a:pos x="825" y="54"/>
                </a:cxn>
                <a:cxn ang="0">
                  <a:pos x="843" y="46"/>
                </a:cxn>
                <a:cxn ang="0">
                  <a:pos x="861" y="36"/>
                </a:cxn>
                <a:cxn ang="0">
                  <a:pos x="879" y="25"/>
                </a:cxn>
                <a:cxn ang="0">
                  <a:pos x="897" y="18"/>
                </a:cxn>
                <a:cxn ang="0">
                  <a:pos x="915" y="10"/>
                </a:cxn>
                <a:cxn ang="0">
                  <a:pos x="933" y="7"/>
                </a:cxn>
                <a:cxn ang="0">
                  <a:pos x="951" y="7"/>
                </a:cxn>
                <a:cxn ang="0">
                  <a:pos x="969" y="14"/>
                </a:cxn>
                <a:cxn ang="0">
                  <a:pos x="987" y="21"/>
                </a:cxn>
                <a:cxn ang="0">
                  <a:pos x="1005" y="32"/>
                </a:cxn>
              </a:cxnLst>
              <a:rect l="0" t="0" r="r" b="b"/>
              <a:pathLst>
                <a:path w="1008" h="64">
                  <a:moveTo>
                    <a:pt x="0" y="57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50"/>
                  </a:lnTo>
                  <a:lnTo>
                    <a:pt x="15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3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1" y="18"/>
                  </a:lnTo>
                  <a:lnTo>
                    <a:pt x="54" y="18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9" y="7"/>
                  </a:lnTo>
                  <a:lnTo>
                    <a:pt x="72" y="7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1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9" y="25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7" y="36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46"/>
                  </a:lnTo>
                  <a:lnTo>
                    <a:pt x="195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57"/>
                  </a:lnTo>
                  <a:lnTo>
                    <a:pt x="213" y="61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5" y="50"/>
                  </a:lnTo>
                  <a:lnTo>
                    <a:pt x="288" y="50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3" y="39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32"/>
                  </a:lnTo>
                  <a:lnTo>
                    <a:pt x="317" y="28"/>
                  </a:lnTo>
                  <a:lnTo>
                    <a:pt x="321" y="25"/>
                  </a:lnTo>
                  <a:lnTo>
                    <a:pt x="324" y="25"/>
                  </a:lnTo>
                  <a:lnTo>
                    <a:pt x="328" y="21"/>
                  </a:lnTo>
                  <a:lnTo>
                    <a:pt x="331" y="18"/>
                  </a:lnTo>
                  <a:lnTo>
                    <a:pt x="335" y="18"/>
                  </a:lnTo>
                  <a:lnTo>
                    <a:pt x="339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3"/>
                  </a:lnTo>
                  <a:lnTo>
                    <a:pt x="400" y="3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1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9" y="18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5"/>
                  </a:lnTo>
                  <a:lnTo>
                    <a:pt x="443" y="28"/>
                  </a:lnTo>
                  <a:lnTo>
                    <a:pt x="447" y="32"/>
                  </a:lnTo>
                  <a:lnTo>
                    <a:pt x="450" y="32"/>
                  </a:lnTo>
                  <a:lnTo>
                    <a:pt x="454" y="36"/>
                  </a:lnTo>
                  <a:lnTo>
                    <a:pt x="457" y="39"/>
                  </a:lnTo>
                  <a:lnTo>
                    <a:pt x="461" y="39"/>
                  </a:lnTo>
                  <a:lnTo>
                    <a:pt x="465" y="43"/>
                  </a:lnTo>
                  <a:lnTo>
                    <a:pt x="468" y="46"/>
                  </a:lnTo>
                  <a:lnTo>
                    <a:pt x="472" y="46"/>
                  </a:lnTo>
                  <a:lnTo>
                    <a:pt x="475" y="50"/>
                  </a:lnTo>
                  <a:lnTo>
                    <a:pt x="479" y="50"/>
                  </a:lnTo>
                  <a:lnTo>
                    <a:pt x="483" y="54"/>
                  </a:lnTo>
                  <a:lnTo>
                    <a:pt x="486" y="54"/>
                  </a:lnTo>
                  <a:lnTo>
                    <a:pt x="490" y="57"/>
                  </a:lnTo>
                  <a:lnTo>
                    <a:pt x="493" y="57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1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4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61"/>
                  </a:lnTo>
                  <a:lnTo>
                    <a:pt x="540" y="61"/>
                  </a:lnTo>
                  <a:lnTo>
                    <a:pt x="544" y="57"/>
                  </a:lnTo>
                  <a:lnTo>
                    <a:pt x="547" y="57"/>
                  </a:lnTo>
                  <a:lnTo>
                    <a:pt x="551" y="54"/>
                  </a:lnTo>
                  <a:lnTo>
                    <a:pt x="555" y="54"/>
                  </a:lnTo>
                  <a:lnTo>
                    <a:pt x="558" y="50"/>
                  </a:lnTo>
                  <a:lnTo>
                    <a:pt x="562" y="50"/>
                  </a:lnTo>
                  <a:lnTo>
                    <a:pt x="565" y="46"/>
                  </a:lnTo>
                  <a:lnTo>
                    <a:pt x="569" y="46"/>
                  </a:lnTo>
                  <a:lnTo>
                    <a:pt x="573" y="43"/>
                  </a:lnTo>
                  <a:lnTo>
                    <a:pt x="576" y="43"/>
                  </a:lnTo>
                  <a:lnTo>
                    <a:pt x="580" y="39"/>
                  </a:lnTo>
                  <a:lnTo>
                    <a:pt x="583" y="36"/>
                  </a:lnTo>
                  <a:lnTo>
                    <a:pt x="587" y="36"/>
                  </a:lnTo>
                  <a:lnTo>
                    <a:pt x="591" y="32"/>
                  </a:lnTo>
                  <a:lnTo>
                    <a:pt x="594" y="28"/>
                  </a:lnTo>
                  <a:lnTo>
                    <a:pt x="598" y="28"/>
                  </a:lnTo>
                  <a:lnTo>
                    <a:pt x="601" y="25"/>
                  </a:lnTo>
                  <a:lnTo>
                    <a:pt x="605" y="21"/>
                  </a:lnTo>
                  <a:lnTo>
                    <a:pt x="609" y="21"/>
                  </a:lnTo>
                  <a:lnTo>
                    <a:pt x="612" y="18"/>
                  </a:lnTo>
                  <a:lnTo>
                    <a:pt x="616" y="18"/>
                  </a:lnTo>
                  <a:lnTo>
                    <a:pt x="619" y="14"/>
                  </a:lnTo>
                  <a:lnTo>
                    <a:pt x="623" y="14"/>
                  </a:lnTo>
                  <a:lnTo>
                    <a:pt x="627" y="10"/>
                  </a:lnTo>
                  <a:lnTo>
                    <a:pt x="630" y="10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7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3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7"/>
                  </a:lnTo>
                  <a:lnTo>
                    <a:pt x="684" y="10"/>
                  </a:lnTo>
                  <a:lnTo>
                    <a:pt x="688" y="10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4"/>
                  </a:lnTo>
                  <a:lnTo>
                    <a:pt x="702" y="18"/>
                  </a:lnTo>
                  <a:lnTo>
                    <a:pt x="706" y="18"/>
                  </a:lnTo>
                  <a:lnTo>
                    <a:pt x="709" y="21"/>
                  </a:lnTo>
                  <a:lnTo>
                    <a:pt x="713" y="25"/>
                  </a:lnTo>
                  <a:lnTo>
                    <a:pt x="717" y="25"/>
                  </a:lnTo>
                  <a:lnTo>
                    <a:pt x="720" y="28"/>
                  </a:lnTo>
                  <a:lnTo>
                    <a:pt x="724" y="32"/>
                  </a:lnTo>
                  <a:lnTo>
                    <a:pt x="727" y="32"/>
                  </a:lnTo>
                  <a:lnTo>
                    <a:pt x="731" y="36"/>
                  </a:lnTo>
                  <a:lnTo>
                    <a:pt x="735" y="36"/>
                  </a:lnTo>
                  <a:lnTo>
                    <a:pt x="738" y="39"/>
                  </a:lnTo>
                  <a:lnTo>
                    <a:pt x="742" y="43"/>
                  </a:lnTo>
                  <a:lnTo>
                    <a:pt x="745" y="43"/>
                  </a:lnTo>
                  <a:lnTo>
                    <a:pt x="749" y="46"/>
                  </a:lnTo>
                  <a:lnTo>
                    <a:pt x="753" y="46"/>
                  </a:lnTo>
                  <a:lnTo>
                    <a:pt x="756" y="50"/>
                  </a:lnTo>
                  <a:lnTo>
                    <a:pt x="760" y="50"/>
                  </a:lnTo>
                  <a:lnTo>
                    <a:pt x="763" y="54"/>
                  </a:lnTo>
                  <a:lnTo>
                    <a:pt x="767" y="54"/>
                  </a:lnTo>
                  <a:lnTo>
                    <a:pt x="771" y="54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57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61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7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4"/>
                  </a:lnTo>
                  <a:lnTo>
                    <a:pt x="835" y="50"/>
                  </a:lnTo>
                  <a:lnTo>
                    <a:pt x="839" y="50"/>
                  </a:lnTo>
                  <a:lnTo>
                    <a:pt x="843" y="46"/>
                  </a:lnTo>
                  <a:lnTo>
                    <a:pt x="846" y="46"/>
                  </a:lnTo>
                  <a:lnTo>
                    <a:pt x="850" y="43"/>
                  </a:lnTo>
                  <a:lnTo>
                    <a:pt x="853" y="43"/>
                  </a:lnTo>
                  <a:lnTo>
                    <a:pt x="857" y="39"/>
                  </a:lnTo>
                  <a:lnTo>
                    <a:pt x="861" y="36"/>
                  </a:lnTo>
                  <a:lnTo>
                    <a:pt x="864" y="36"/>
                  </a:lnTo>
                  <a:lnTo>
                    <a:pt x="868" y="32"/>
                  </a:lnTo>
                  <a:lnTo>
                    <a:pt x="871" y="32"/>
                  </a:lnTo>
                  <a:lnTo>
                    <a:pt x="875" y="28"/>
                  </a:lnTo>
                  <a:lnTo>
                    <a:pt x="879" y="25"/>
                  </a:lnTo>
                  <a:lnTo>
                    <a:pt x="882" y="25"/>
                  </a:lnTo>
                  <a:lnTo>
                    <a:pt x="886" y="21"/>
                  </a:lnTo>
                  <a:lnTo>
                    <a:pt x="889" y="21"/>
                  </a:lnTo>
                  <a:lnTo>
                    <a:pt x="893" y="18"/>
                  </a:lnTo>
                  <a:lnTo>
                    <a:pt x="897" y="18"/>
                  </a:lnTo>
                  <a:lnTo>
                    <a:pt x="900" y="14"/>
                  </a:lnTo>
                  <a:lnTo>
                    <a:pt x="904" y="14"/>
                  </a:lnTo>
                  <a:lnTo>
                    <a:pt x="907" y="14"/>
                  </a:lnTo>
                  <a:lnTo>
                    <a:pt x="911" y="10"/>
                  </a:lnTo>
                  <a:lnTo>
                    <a:pt x="915" y="10"/>
                  </a:lnTo>
                  <a:lnTo>
                    <a:pt x="918" y="10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1" y="7"/>
                  </a:lnTo>
                  <a:lnTo>
                    <a:pt x="954" y="7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0"/>
                  </a:lnTo>
                  <a:lnTo>
                    <a:pt x="969" y="14"/>
                  </a:lnTo>
                  <a:lnTo>
                    <a:pt x="972" y="14"/>
                  </a:lnTo>
                  <a:lnTo>
                    <a:pt x="976" y="18"/>
                  </a:lnTo>
                  <a:lnTo>
                    <a:pt x="979" y="18"/>
                  </a:lnTo>
                  <a:lnTo>
                    <a:pt x="983" y="21"/>
                  </a:lnTo>
                  <a:lnTo>
                    <a:pt x="987" y="21"/>
                  </a:lnTo>
                  <a:lnTo>
                    <a:pt x="990" y="25"/>
                  </a:lnTo>
                  <a:lnTo>
                    <a:pt x="994" y="25"/>
                  </a:lnTo>
                  <a:lnTo>
                    <a:pt x="997" y="28"/>
                  </a:lnTo>
                  <a:lnTo>
                    <a:pt x="1001" y="28"/>
                  </a:lnTo>
                  <a:lnTo>
                    <a:pt x="1005" y="32"/>
                  </a:lnTo>
                  <a:lnTo>
                    <a:pt x="1008" y="32"/>
                  </a:lnTo>
                  <a:lnTo>
                    <a:pt x="1008" y="32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0" name="Freeform 88"/>
            <p:cNvSpPr>
              <a:spLocks/>
            </p:cNvSpPr>
            <p:nvPr/>
          </p:nvSpPr>
          <p:spPr bwMode="auto">
            <a:xfrm>
              <a:off x="749" y="1048"/>
              <a:ext cx="1112" cy="2462"/>
            </a:xfrm>
            <a:custGeom>
              <a:avLst/>
              <a:gdLst/>
              <a:ahLst/>
              <a:cxnLst>
                <a:cxn ang="0">
                  <a:pos x="18" y="2055"/>
                </a:cxn>
                <a:cxn ang="0">
                  <a:pos x="43" y="2091"/>
                </a:cxn>
                <a:cxn ang="0">
                  <a:pos x="79" y="2109"/>
                </a:cxn>
                <a:cxn ang="0">
                  <a:pos x="111" y="2077"/>
                </a:cxn>
                <a:cxn ang="0">
                  <a:pos x="129" y="2041"/>
                </a:cxn>
                <a:cxn ang="0">
                  <a:pos x="147" y="2005"/>
                </a:cxn>
                <a:cxn ang="0">
                  <a:pos x="165" y="1969"/>
                </a:cxn>
                <a:cxn ang="0">
                  <a:pos x="194" y="1933"/>
                </a:cxn>
                <a:cxn ang="0">
                  <a:pos x="230" y="1937"/>
                </a:cxn>
                <a:cxn ang="0">
                  <a:pos x="255" y="1973"/>
                </a:cxn>
                <a:cxn ang="0">
                  <a:pos x="273" y="2009"/>
                </a:cxn>
                <a:cxn ang="0">
                  <a:pos x="288" y="2045"/>
                </a:cxn>
                <a:cxn ang="0">
                  <a:pos x="302" y="2081"/>
                </a:cxn>
                <a:cxn ang="0">
                  <a:pos x="320" y="2117"/>
                </a:cxn>
                <a:cxn ang="0">
                  <a:pos x="356" y="2142"/>
                </a:cxn>
                <a:cxn ang="0">
                  <a:pos x="385" y="2106"/>
                </a:cxn>
                <a:cxn ang="0">
                  <a:pos x="403" y="2070"/>
                </a:cxn>
                <a:cxn ang="0">
                  <a:pos x="414" y="2030"/>
                </a:cxn>
                <a:cxn ang="0">
                  <a:pos x="428" y="1991"/>
                </a:cxn>
                <a:cxn ang="0">
                  <a:pos x="443" y="1951"/>
                </a:cxn>
                <a:cxn ang="0">
                  <a:pos x="457" y="1915"/>
                </a:cxn>
                <a:cxn ang="0">
                  <a:pos x="486" y="1883"/>
                </a:cxn>
                <a:cxn ang="0">
                  <a:pos x="518" y="1904"/>
                </a:cxn>
                <a:cxn ang="0">
                  <a:pos x="533" y="1940"/>
                </a:cxn>
                <a:cxn ang="0">
                  <a:pos x="547" y="1983"/>
                </a:cxn>
                <a:cxn ang="0">
                  <a:pos x="561" y="2034"/>
                </a:cxn>
                <a:cxn ang="0">
                  <a:pos x="576" y="2084"/>
                </a:cxn>
                <a:cxn ang="0">
                  <a:pos x="587" y="2131"/>
                </a:cxn>
                <a:cxn ang="0">
                  <a:pos x="601" y="2171"/>
                </a:cxn>
                <a:cxn ang="0">
                  <a:pos x="626" y="2207"/>
                </a:cxn>
                <a:cxn ang="0">
                  <a:pos x="655" y="2181"/>
                </a:cxn>
                <a:cxn ang="0">
                  <a:pos x="669" y="2142"/>
                </a:cxn>
                <a:cxn ang="0">
                  <a:pos x="684" y="2088"/>
                </a:cxn>
                <a:cxn ang="0">
                  <a:pos x="698" y="2023"/>
                </a:cxn>
                <a:cxn ang="0">
                  <a:pos x="709" y="1955"/>
                </a:cxn>
                <a:cxn ang="0">
                  <a:pos x="723" y="1890"/>
                </a:cxn>
                <a:cxn ang="0">
                  <a:pos x="738" y="1832"/>
                </a:cxn>
                <a:cxn ang="0">
                  <a:pos x="752" y="1789"/>
                </a:cxn>
                <a:cxn ang="0">
                  <a:pos x="781" y="1771"/>
                </a:cxn>
                <a:cxn ang="0">
                  <a:pos x="799" y="1811"/>
                </a:cxn>
                <a:cxn ang="0">
                  <a:pos x="813" y="1872"/>
                </a:cxn>
                <a:cxn ang="0">
                  <a:pos x="828" y="1955"/>
                </a:cxn>
                <a:cxn ang="0">
                  <a:pos x="839" y="2055"/>
                </a:cxn>
                <a:cxn ang="0">
                  <a:pos x="853" y="2160"/>
                </a:cxn>
                <a:cxn ang="0">
                  <a:pos x="867" y="2264"/>
                </a:cxn>
                <a:cxn ang="0">
                  <a:pos x="882" y="2354"/>
                </a:cxn>
                <a:cxn ang="0">
                  <a:pos x="896" y="2423"/>
                </a:cxn>
                <a:cxn ang="0">
                  <a:pos x="918" y="2462"/>
                </a:cxn>
                <a:cxn ang="0">
                  <a:pos x="936" y="2419"/>
                </a:cxn>
                <a:cxn ang="0">
                  <a:pos x="950" y="2329"/>
                </a:cxn>
                <a:cxn ang="0">
                  <a:pos x="965" y="2189"/>
                </a:cxn>
                <a:cxn ang="0">
                  <a:pos x="975" y="2005"/>
                </a:cxn>
                <a:cxn ang="0">
                  <a:pos x="990" y="1778"/>
                </a:cxn>
                <a:cxn ang="0">
                  <a:pos x="1004" y="1523"/>
                </a:cxn>
                <a:cxn ang="0">
                  <a:pos x="1019" y="1253"/>
                </a:cxn>
                <a:cxn ang="0">
                  <a:pos x="1033" y="975"/>
                </a:cxn>
                <a:cxn ang="0">
                  <a:pos x="1047" y="709"/>
                </a:cxn>
                <a:cxn ang="0">
                  <a:pos x="1062" y="472"/>
                </a:cxn>
                <a:cxn ang="0">
                  <a:pos x="1076" y="270"/>
                </a:cxn>
                <a:cxn ang="0">
                  <a:pos x="1087" y="119"/>
                </a:cxn>
                <a:cxn ang="0">
                  <a:pos x="1101" y="29"/>
                </a:cxn>
              </a:cxnLst>
              <a:rect l="0" t="0" r="r" b="b"/>
              <a:pathLst>
                <a:path w="1112" h="2462">
                  <a:moveTo>
                    <a:pt x="0" y="2023"/>
                  </a:moveTo>
                  <a:lnTo>
                    <a:pt x="0" y="2027"/>
                  </a:lnTo>
                  <a:lnTo>
                    <a:pt x="3" y="2030"/>
                  </a:lnTo>
                  <a:lnTo>
                    <a:pt x="7" y="2034"/>
                  </a:lnTo>
                  <a:lnTo>
                    <a:pt x="7" y="2037"/>
                  </a:lnTo>
                  <a:lnTo>
                    <a:pt x="11" y="2041"/>
                  </a:lnTo>
                  <a:lnTo>
                    <a:pt x="11" y="2045"/>
                  </a:lnTo>
                  <a:lnTo>
                    <a:pt x="14" y="2048"/>
                  </a:lnTo>
                  <a:lnTo>
                    <a:pt x="14" y="2052"/>
                  </a:lnTo>
                  <a:lnTo>
                    <a:pt x="18" y="2055"/>
                  </a:lnTo>
                  <a:lnTo>
                    <a:pt x="18" y="2059"/>
                  </a:lnTo>
                  <a:lnTo>
                    <a:pt x="21" y="2063"/>
                  </a:lnTo>
                  <a:lnTo>
                    <a:pt x="25" y="2066"/>
                  </a:lnTo>
                  <a:lnTo>
                    <a:pt x="25" y="2070"/>
                  </a:lnTo>
                  <a:lnTo>
                    <a:pt x="29" y="2073"/>
                  </a:lnTo>
                  <a:lnTo>
                    <a:pt x="32" y="2077"/>
                  </a:lnTo>
                  <a:lnTo>
                    <a:pt x="32" y="2081"/>
                  </a:lnTo>
                  <a:lnTo>
                    <a:pt x="36" y="2084"/>
                  </a:lnTo>
                  <a:lnTo>
                    <a:pt x="39" y="2088"/>
                  </a:lnTo>
                  <a:lnTo>
                    <a:pt x="43" y="2091"/>
                  </a:lnTo>
                  <a:lnTo>
                    <a:pt x="47" y="2095"/>
                  </a:lnTo>
                  <a:lnTo>
                    <a:pt x="50" y="2099"/>
                  </a:lnTo>
                  <a:lnTo>
                    <a:pt x="54" y="2102"/>
                  </a:lnTo>
                  <a:lnTo>
                    <a:pt x="57" y="2106"/>
                  </a:lnTo>
                  <a:lnTo>
                    <a:pt x="61" y="2109"/>
                  </a:lnTo>
                  <a:lnTo>
                    <a:pt x="65" y="2109"/>
                  </a:lnTo>
                  <a:lnTo>
                    <a:pt x="68" y="2109"/>
                  </a:lnTo>
                  <a:lnTo>
                    <a:pt x="72" y="2109"/>
                  </a:lnTo>
                  <a:lnTo>
                    <a:pt x="75" y="2109"/>
                  </a:lnTo>
                  <a:lnTo>
                    <a:pt x="79" y="2109"/>
                  </a:lnTo>
                  <a:lnTo>
                    <a:pt x="83" y="2106"/>
                  </a:lnTo>
                  <a:lnTo>
                    <a:pt x="86" y="2106"/>
                  </a:lnTo>
                  <a:lnTo>
                    <a:pt x="90" y="2102"/>
                  </a:lnTo>
                  <a:lnTo>
                    <a:pt x="93" y="2099"/>
                  </a:lnTo>
                  <a:lnTo>
                    <a:pt x="97" y="2095"/>
                  </a:lnTo>
                  <a:lnTo>
                    <a:pt x="101" y="2091"/>
                  </a:lnTo>
                  <a:lnTo>
                    <a:pt x="104" y="2088"/>
                  </a:lnTo>
                  <a:lnTo>
                    <a:pt x="108" y="2084"/>
                  </a:lnTo>
                  <a:lnTo>
                    <a:pt x="108" y="2081"/>
                  </a:lnTo>
                  <a:lnTo>
                    <a:pt x="111" y="2077"/>
                  </a:lnTo>
                  <a:lnTo>
                    <a:pt x="115" y="2073"/>
                  </a:lnTo>
                  <a:lnTo>
                    <a:pt x="115" y="2070"/>
                  </a:lnTo>
                  <a:lnTo>
                    <a:pt x="119" y="2066"/>
                  </a:lnTo>
                  <a:lnTo>
                    <a:pt x="119" y="2063"/>
                  </a:lnTo>
                  <a:lnTo>
                    <a:pt x="122" y="2059"/>
                  </a:lnTo>
                  <a:lnTo>
                    <a:pt x="122" y="2055"/>
                  </a:lnTo>
                  <a:lnTo>
                    <a:pt x="126" y="2052"/>
                  </a:lnTo>
                  <a:lnTo>
                    <a:pt x="129" y="2048"/>
                  </a:lnTo>
                  <a:lnTo>
                    <a:pt x="129" y="2045"/>
                  </a:lnTo>
                  <a:lnTo>
                    <a:pt x="129" y="2041"/>
                  </a:lnTo>
                  <a:lnTo>
                    <a:pt x="133" y="2037"/>
                  </a:lnTo>
                  <a:lnTo>
                    <a:pt x="137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4" y="2016"/>
                  </a:lnTo>
                  <a:lnTo>
                    <a:pt x="144" y="2012"/>
                  </a:lnTo>
                  <a:lnTo>
                    <a:pt x="147" y="2009"/>
                  </a:lnTo>
                  <a:lnTo>
                    <a:pt x="147" y="2005"/>
                  </a:lnTo>
                  <a:lnTo>
                    <a:pt x="151" y="2001"/>
                  </a:lnTo>
                  <a:lnTo>
                    <a:pt x="151" y="1998"/>
                  </a:lnTo>
                  <a:lnTo>
                    <a:pt x="155" y="1994"/>
                  </a:lnTo>
                  <a:lnTo>
                    <a:pt x="155" y="1991"/>
                  </a:lnTo>
                  <a:lnTo>
                    <a:pt x="158" y="1987"/>
                  </a:lnTo>
                  <a:lnTo>
                    <a:pt x="158" y="1983"/>
                  </a:lnTo>
                  <a:lnTo>
                    <a:pt x="162" y="1980"/>
                  </a:lnTo>
                  <a:lnTo>
                    <a:pt x="162" y="1976"/>
                  </a:lnTo>
                  <a:lnTo>
                    <a:pt x="165" y="1973"/>
                  </a:lnTo>
                  <a:lnTo>
                    <a:pt x="165" y="1969"/>
                  </a:lnTo>
                  <a:lnTo>
                    <a:pt x="169" y="1965"/>
                  </a:lnTo>
                  <a:lnTo>
                    <a:pt x="173" y="1962"/>
                  </a:lnTo>
                  <a:lnTo>
                    <a:pt x="173" y="1958"/>
                  </a:lnTo>
                  <a:lnTo>
                    <a:pt x="176" y="1955"/>
                  </a:lnTo>
                  <a:lnTo>
                    <a:pt x="180" y="1951"/>
                  </a:lnTo>
                  <a:lnTo>
                    <a:pt x="180" y="1947"/>
                  </a:lnTo>
                  <a:lnTo>
                    <a:pt x="183" y="1944"/>
                  </a:lnTo>
                  <a:lnTo>
                    <a:pt x="187" y="1940"/>
                  </a:lnTo>
                  <a:lnTo>
                    <a:pt x="191" y="1937"/>
                  </a:lnTo>
                  <a:lnTo>
                    <a:pt x="194" y="1933"/>
                  </a:lnTo>
                  <a:lnTo>
                    <a:pt x="198" y="1929"/>
                  </a:lnTo>
                  <a:lnTo>
                    <a:pt x="201" y="1926"/>
                  </a:lnTo>
                  <a:lnTo>
                    <a:pt x="205" y="1926"/>
                  </a:lnTo>
                  <a:lnTo>
                    <a:pt x="209" y="1926"/>
                  </a:lnTo>
                  <a:lnTo>
                    <a:pt x="212" y="1926"/>
                  </a:lnTo>
                  <a:lnTo>
                    <a:pt x="216" y="1926"/>
                  </a:lnTo>
                  <a:lnTo>
                    <a:pt x="219" y="1926"/>
                  </a:lnTo>
                  <a:lnTo>
                    <a:pt x="223" y="1929"/>
                  </a:lnTo>
                  <a:lnTo>
                    <a:pt x="227" y="1933"/>
                  </a:lnTo>
                  <a:lnTo>
                    <a:pt x="230" y="1937"/>
                  </a:lnTo>
                  <a:lnTo>
                    <a:pt x="234" y="1940"/>
                  </a:lnTo>
                  <a:lnTo>
                    <a:pt x="237" y="1944"/>
                  </a:lnTo>
                  <a:lnTo>
                    <a:pt x="241" y="1947"/>
                  </a:lnTo>
                  <a:lnTo>
                    <a:pt x="245" y="1951"/>
                  </a:lnTo>
                  <a:lnTo>
                    <a:pt x="248" y="1955"/>
                  </a:lnTo>
                  <a:lnTo>
                    <a:pt x="248" y="1958"/>
                  </a:lnTo>
                  <a:lnTo>
                    <a:pt x="252" y="1962"/>
                  </a:lnTo>
                  <a:lnTo>
                    <a:pt x="252" y="1965"/>
                  </a:lnTo>
                  <a:lnTo>
                    <a:pt x="255" y="1969"/>
                  </a:lnTo>
                  <a:lnTo>
                    <a:pt x="255" y="1973"/>
                  </a:lnTo>
                  <a:lnTo>
                    <a:pt x="259" y="1976"/>
                  </a:lnTo>
                  <a:lnTo>
                    <a:pt x="259" y="1980"/>
                  </a:lnTo>
                  <a:lnTo>
                    <a:pt x="263" y="1983"/>
                  </a:lnTo>
                  <a:lnTo>
                    <a:pt x="263" y="1987"/>
                  </a:lnTo>
                  <a:lnTo>
                    <a:pt x="266" y="1991"/>
                  </a:lnTo>
                  <a:lnTo>
                    <a:pt x="266" y="1994"/>
                  </a:lnTo>
                  <a:lnTo>
                    <a:pt x="266" y="1998"/>
                  </a:lnTo>
                  <a:lnTo>
                    <a:pt x="270" y="2001"/>
                  </a:lnTo>
                  <a:lnTo>
                    <a:pt x="270" y="2005"/>
                  </a:lnTo>
                  <a:lnTo>
                    <a:pt x="273" y="2009"/>
                  </a:lnTo>
                  <a:lnTo>
                    <a:pt x="273" y="2012"/>
                  </a:lnTo>
                  <a:lnTo>
                    <a:pt x="277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1" y="2030"/>
                  </a:lnTo>
                  <a:lnTo>
                    <a:pt x="284" y="2034"/>
                  </a:lnTo>
                  <a:lnTo>
                    <a:pt x="284" y="2037"/>
                  </a:lnTo>
                  <a:lnTo>
                    <a:pt x="284" y="2041"/>
                  </a:lnTo>
                  <a:lnTo>
                    <a:pt x="288" y="2045"/>
                  </a:lnTo>
                  <a:lnTo>
                    <a:pt x="288" y="2048"/>
                  </a:lnTo>
                  <a:lnTo>
                    <a:pt x="291" y="2052"/>
                  </a:lnTo>
                  <a:lnTo>
                    <a:pt x="291" y="2055"/>
                  </a:lnTo>
                  <a:lnTo>
                    <a:pt x="291" y="2059"/>
                  </a:lnTo>
                  <a:lnTo>
                    <a:pt x="295" y="2063"/>
                  </a:lnTo>
                  <a:lnTo>
                    <a:pt x="295" y="2066"/>
                  </a:lnTo>
                  <a:lnTo>
                    <a:pt x="299" y="2070"/>
                  </a:lnTo>
                  <a:lnTo>
                    <a:pt x="299" y="2073"/>
                  </a:lnTo>
                  <a:lnTo>
                    <a:pt x="302" y="2077"/>
                  </a:lnTo>
                  <a:lnTo>
                    <a:pt x="302" y="2081"/>
                  </a:lnTo>
                  <a:lnTo>
                    <a:pt x="302" y="2084"/>
                  </a:lnTo>
                  <a:lnTo>
                    <a:pt x="306" y="2088"/>
                  </a:lnTo>
                  <a:lnTo>
                    <a:pt x="309" y="2091"/>
                  </a:lnTo>
                  <a:lnTo>
                    <a:pt x="309" y="2095"/>
                  </a:lnTo>
                  <a:lnTo>
                    <a:pt x="309" y="2099"/>
                  </a:lnTo>
                  <a:lnTo>
                    <a:pt x="313" y="2102"/>
                  </a:lnTo>
                  <a:lnTo>
                    <a:pt x="317" y="2106"/>
                  </a:lnTo>
                  <a:lnTo>
                    <a:pt x="317" y="2109"/>
                  </a:lnTo>
                  <a:lnTo>
                    <a:pt x="320" y="2113"/>
                  </a:lnTo>
                  <a:lnTo>
                    <a:pt x="320" y="2117"/>
                  </a:lnTo>
                  <a:lnTo>
                    <a:pt x="324" y="2120"/>
                  </a:lnTo>
                  <a:lnTo>
                    <a:pt x="327" y="2124"/>
                  </a:lnTo>
                  <a:lnTo>
                    <a:pt x="331" y="2127"/>
                  </a:lnTo>
                  <a:lnTo>
                    <a:pt x="335" y="2131"/>
                  </a:lnTo>
                  <a:lnTo>
                    <a:pt x="338" y="2135"/>
                  </a:lnTo>
                  <a:lnTo>
                    <a:pt x="342" y="2138"/>
                  </a:lnTo>
                  <a:lnTo>
                    <a:pt x="345" y="2142"/>
                  </a:lnTo>
                  <a:lnTo>
                    <a:pt x="349" y="2142"/>
                  </a:lnTo>
                  <a:lnTo>
                    <a:pt x="353" y="2142"/>
                  </a:lnTo>
                  <a:lnTo>
                    <a:pt x="356" y="2142"/>
                  </a:lnTo>
                  <a:lnTo>
                    <a:pt x="360" y="2138"/>
                  </a:lnTo>
                  <a:lnTo>
                    <a:pt x="363" y="2135"/>
                  </a:lnTo>
                  <a:lnTo>
                    <a:pt x="367" y="2131"/>
                  </a:lnTo>
                  <a:lnTo>
                    <a:pt x="371" y="2127"/>
                  </a:lnTo>
                  <a:lnTo>
                    <a:pt x="374" y="2124"/>
                  </a:lnTo>
                  <a:lnTo>
                    <a:pt x="378" y="2120"/>
                  </a:lnTo>
                  <a:lnTo>
                    <a:pt x="381" y="2117"/>
                  </a:lnTo>
                  <a:lnTo>
                    <a:pt x="381" y="2113"/>
                  </a:lnTo>
                  <a:lnTo>
                    <a:pt x="385" y="2109"/>
                  </a:lnTo>
                  <a:lnTo>
                    <a:pt x="385" y="2106"/>
                  </a:lnTo>
                  <a:lnTo>
                    <a:pt x="389" y="2102"/>
                  </a:lnTo>
                  <a:lnTo>
                    <a:pt x="389" y="2099"/>
                  </a:lnTo>
                  <a:lnTo>
                    <a:pt x="392" y="2095"/>
                  </a:lnTo>
                  <a:lnTo>
                    <a:pt x="392" y="2091"/>
                  </a:lnTo>
                  <a:lnTo>
                    <a:pt x="396" y="2088"/>
                  </a:lnTo>
                  <a:lnTo>
                    <a:pt x="396" y="2084"/>
                  </a:lnTo>
                  <a:lnTo>
                    <a:pt x="396" y="2081"/>
                  </a:lnTo>
                  <a:lnTo>
                    <a:pt x="399" y="2077"/>
                  </a:lnTo>
                  <a:lnTo>
                    <a:pt x="399" y="2073"/>
                  </a:lnTo>
                  <a:lnTo>
                    <a:pt x="403" y="2070"/>
                  </a:lnTo>
                  <a:lnTo>
                    <a:pt x="403" y="2066"/>
                  </a:lnTo>
                  <a:lnTo>
                    <a:pt x="403" y="2063"/>
                  </a:lnTo>
                  <a:lnTo>
                    <a:pt x="407" y="2059"/>
                  </a:lnTo>
                  <a:lnTo>
                    <a:pt x="407" y="2055"/>
                  </a:lnTo>
                  <a:lnTo>
                    <a:pt x="407" y="2052"/>
                  </a:lnTo>
                  <a:lnTo>
                    <a:pt x="410" y="2048"/>
                  </a:lnTo>
                  <a:lnTo>
                    <a:pt x="410" y="2045"/>
                  </a:lnTo>
                  <a:lnTo>
                    <a:pt x="414" y="2041"/>
                  </a:lnTo>
                  <a:lnTo>
                    <a:pt x="414" y="2037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17" y="2023"/>
                  </a:lnTo>
                  <a:lnTo>
                    <a:pt x="421" y="2019"/>
                  </a:lnTo>
                  <a:lnTo>
                    <a:pt x="421" y="2016"/>
                  </a:lnTo>
                  <a:lnTo>
                    <a:pt x="421" y="2012"/>
                  </a:lnTo>
                  <a:lnTo>
                    <a:pt x="425" y="2009"/>
                  </a:lnTo>
                  <a:lnTo>
                    <a:pt x="425" y="2005"/>
                  </a:lnTo>
                  <a:lnTo>
                    <a:pt x="425" y="1998"/>
                  </a:lnTo>
                  <a:lnTo>
                    <a:pt x="428" y="1994"/>
                  </a:lnTo>
                  <a:lnTo>
                    <a:pt x="428" y="1991"/>
                  </a:lnTo>
                  <a:lnTo>
                    <a:pt x="432" y="1987"/>
                  </a:lnTo>
                  <a:lnTo>
                    <a:pt x="432" y="1983"/>
                  </a:lnTo>
                  <a:lnTo>
                    <a:pt x="432" y="1980"/>
                  </a:lnTo>
                  <a:lnTo>
                    <a:pt x="435" y="1976"/>
                  </a:lnTo>
                  <a:lnTo>
                    <a:pt x="435" y="1973"/>
                  </a:lnTo>
                  <a:lnTo>
                    <a:pt x="439" y="1969"/>
                  </a:lnTo>
                  <a:lnTo>
                    <a:pt x="439" y="1965"/>
                  </a:lnTo>
                  <a:lnTo>
                    <a:pt x="439" y="1958"/>
                  </a:lnTo>
                  <a:lnTo>
                    <a:pt x="443" y="1955"/>
                  </a:lnTo>
                  <a:lnTo>
                    <a:pt x="443" y="1951"/>
                  </a:lnTo>
                  <a:lnTo>
                    <a:pt x="446" y="1947"/>
                  </a:lnTo>
                  <a:lnTo>
                    <a:pt x="446" y="1944"/>
                  </a:lnTo>
                  <a:lnTo>
                    <a:pt x="446" y="1940"/>
                  </a:lnTo>
                  <a:lnTo>
                    <a:pt x="450" y="1937"/>
                  </a:lnTo>
                  <a:lnTo>
                    <a:pt x="450" y="1933"/>
                  </a:lnTo>
                  <a:lnTo>
                    <a:pt x="453" y="1929"/>
                  </a:lnTo>
                  <a:lnTo>
                    <a:pt x="453" y="1926"/>
                  </a:lnTo>
                  <a:lnTo>
                    <a:pt x="457" y="1922"/>
                  </a:lnTo>
                  <a:lnTo>
                    <a:pt x="457" y="1919"/>
                  </a:lnTo>
                  <a:lnTo>
                    <a:pt x="457" y="1915"/>
                  </a:lnTo>
                  <a:lnTo>
                    <a:pt x="461" y="1911"/>
                  </a:lnTo>
                  <a:lnTo>
                    <a:pt x="464" y="1908"/>
                  </a:lnTo>
                  <a:lnTo>
                    <a:pt x="464" y="1904"/>
                  </a:lnTo>
                  <a:lnTo>
                    <a:pt x="468" y="1901"/>
                  </a:lnTo>
                  <a:lnTo>
                    <a:pt x="468" y="1897"/>
                  </a:lnTo>
                  <a:lnTo>
                    <a:pt x="471" y="1893"/>
                  </a:lnTo>
                  <a:lnTo>
                    <a:pt x="475" y="1890"/>
                  </a:lnTo>
                  <a:lnTo>
                    <a:pt x="479" y="1886"/>
                  </a:lnTo>
                  <a:lnTo>
                    <a:pt x="482" y="1883"/>
                  </a:lnTo>
                  <a:lnTo>
                    <a:pt x="486" y="1883"/>
                  </a:lnTo>
                  <a:lnTo>
                    <a:pt x="489" y="1879"/>
                  </a:lnTo>
                  <a:lnTo>
                    <a:pt x="493" y="1883"/>
                  </a:lnTo>
                  <a:lnTo>
                    <a:pt x="497" y="1883"/>
                  </a:lnTo>
                  <a:lnTo>
                    <a:pt x="500" y="1886"/>
                  </a:lnTo>
                  <a:lnTo>
                    <a:pt x="504" y="1886"/>
                  </a:lnTo>
                  <a:lnTo>
                    <a:pt x="507" y="1890"/>
                  </a:lnTo>
                  <a:lnTo>
                    <a:pt x="511" y="1893"/>
                  </a:lnTo>
                  <a:lnTo>
                    <a:pt x="511" y="1897"/>
                  </a:lnTo>
                  <a:lnTo>
                    <a:pt x="515" y="1901"/>
                  </a:lnTo>
                  <a:lnTo>
                    <a:pt x="518" y="1904"/>
                  </a:lnTo>
                  <a:lnTo>
                    <a:pt x="518" y="1908"/>
                  </a:lnTo>
                  <a:lnTo>
                    <a:pt x="518" y="1911"/>
                  </a:lnTo>
                  <a:lnTo>
                    <a:pt x="522" y="1915"/>
                  </a:lnTo>
                  <a:lnTo>
                    <a:pt x="525" y="1919"/>
                  </a:lnTo>
                  <a:lnTo>
                    <a:pt x="525" y="1922"/>
                  </a:lnTo>
                  <a:lnTo>
                    <a:pt x="525" y="1926"/>
                  </a:lnTo>
                  <a:lnTo>
                    <a:pt x="529" y="1929"/>
                  </a:lnTo>
                  <a:lnTo>
                    <a:pt x="529" y="1933"/>
                  </a:lnTo>
                  <a:lnTo>
                    <a:pt x="533" y="1937"/>
                  </a:lnTo>
                  <a:lnTo>
                    <a:pt x="533" y="1940"/>
                  </a:lnTo>
                  <a:lnTo>
                    <a:pt x="533" y="1944"/>
                  </a:lnTo>
                  <a:lnTo>
                    <a:pt x="536" y="1951"/>
                  </a:lnTo>
                  <a:lnTo>
                    <a:pt x="536" y="1955"/>
                  </a:lnTo>
                  <a:lnTo>
                    <a:pt x="536" y="1958"/>
                  </a:lnTo>
                  <a:lnTo>
                    <a:pt x="540" y="1962"/>
                  </a:lnTo>
                  <a:lnTo>
                    <a:pt x="540" y="1965"/>
                  </a:lnTo>
                  <a:lnTo>
                    <a:pt x="543" y="1973"/>
                  </a:lnTo>
                  <a:lnTo>
                    <a:pt x="543" y="1976"/>
                  </a:lnTo>
                  <a:lnTo>
                    <a:pt x="543" y="1980"/>
                  </a:lnTo>
                  <a:lnTo>
                    <a:pt x="547" y="1983"/>
                  </a:lnTo>
                  <a:lnTo>
                    <a:pt x="547" y="1991"/>
                  </a:lnTo>
                  <a:lnTo>
                    <a:pt x="551" y="1994"/>
                  </a:lnTo>
                  <a:lnTo>
                    <a:pt x="551" y="1998"/>
                  </a:lnTo>
                  <a:lnTo>
                    <a:pt x="551" y="2005"/>
                  </a:lnTo>
                  <a:lnTo>
                    <a:pt x="554" y="2009"/>
                  </a:lnTo>
                  <a:lnTo>
                    <a:pt x="554" y="2012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30"/>
                  </a:lnTo>
                  <a:lnTo>
                    <a:pt x="561" y="2034"/>
                  </a:lnTo>
                  <a:lnTo>
                    <a:pt x="561" y="2037"/>
                  </a:lnTo>
                  <a:lnTo>
                    <a:pt x="561" y="2045"/>
                  </a:lnTo>
                  <a:lnTo>
                    <a:pt x="565" y="2048"/>
                  </a:lnTo>
                  <a:lnTo>
                    <a:pt x="565" y="2055"/>
                  </a:lnTo>
                  <a:lnTo>
                    <a:pt x="569" y="2059"/>
                  </a:lnTo>
                  <a:lnTo>
                    <a:pt x="569" y="2066"/>
                  </a:lnTo>
                  <a:lnTo>
                    <a:pt x="569" y="2070"/>
                  </a:lnTo>
                  <a:lnTo>
                    <a:pt x="572" y="2073"/>
                  </a:lnTo>
                  <a:lnTo>
                    <a:pt x="572" y="2081"/>
                  </a:lnTo>
                  <a:lnTo>
                    <a:pt x="576" y="2084"/>
                  </a:lnTo>
                  <a:lnTo>
                    <a:pt x="576" y="2091"/>
                  </a:lnTo>
                  <a:lnTo>
                    <a:pt x="576" y="2095"/>
                  </a:lnTo>
                  <a:lnTo>
                    <a:pt x="579" y="2099"/>
                  </a:lnTo>
                  <a:lnTo>
                    <a:pt x="579" y="2106"/>
                  </a:lnTo>
                  <a:lnTo>
                    <a:pt x="579" y="2109"/>
                  </a:lnTo>
                  <a:lnTo>
                    <a:pt x="583" y="2113"/>
                  </a:lnTo>
                  <a:lnTo>
                    <a:pt x="583" y="2120"/>
                  </a:lnTo>
                  <a:lnTo>
                    <a:pt x="587" y="2124"/>
                  </a:lnTo>
                  <a:lnTo>
                    <a:pt x="587" y="2127"/>
                  </a:lnTo>
                  <a:lnTo>
                    <a:pt x="587" y="2131"/>
                  </a:lnTo>
                  <a:lnTo>
                    <a:pt x="590" y="2138"/>
                  </a:lnTo>
                  <a:lnTo>
                    <a:pt x="590" y="2142"/>
                  </a:lnTo>
                  <a:lnTo>
                    <a:pt x="594" y="2145"/>
                  </a:lnTo>
                  <a:lnTo>
                    <a:pt x="594" y="2149"/>
                  </a:lnTo>
                  <a:lnTo>
                    <a:pt x="594" y="2153"/>
                  </a:lnTo>
                  <a:lnTo>
                    <a:pt x="597" y="2156"/>
                  </a:lnTo>
                  <a:lnTo>
                    <a:pt x="597" y="2160"/>
                  </a:lnTo>
                  <a:lnTo>
                    <a:pt x="597" y="2163"/>
                  </a:lnTo>
                  <a:lnTo>
                    <a:pt x="601" y="2167"/>
                  </a:lnTo>
                  <a:lnTo>
                    <a:pt x="601" y="2171"/>
                  </a:lnTo>
                  <a:lnTo>
                    <a:pt x="605" y="2174"/>
                  </a:lnTo>
                  <a:lnTo>
                    <a:pt x="605" y="2178"/>
                  </a:lnTo>
                  <a:lnTo>
                    <a:pt x="605" y="2181"/>
                  </a:lnTo>
                  <a:lnTo>
                    <a:pt x="608" y="2185"/>
                  </a:lnTo>
                  <a:lnTo>
                    <a:pt x="612" y="2189"/>
                  </a:lnTo>
                  <a:lnTo>
                    <a:pt x="612" y="2192"/>
                  </a:lnTo>
                  <a:lnTo>
                    <a:pt x="615" y="2196"/>
                  </a:lnTo>
                  <a:lnTo>
                    <a:pt x="619" y="2199"/>
                  </a:lnTo>
                  <a:lnTo>
                    <a:pt x="623" y="2203"/>
                  </a:lnTo>
                  <a:lnTo>
                    <a:pt x="626" y="2207"/>
                  </a:lnTo>
                  <a:lnTo>
                    <a:pt x="630" y="2210"/>
                  </a:lnTo>
                  <a:lnTo>
                    <a:pt x="633" y="2207"/>
                  </a:lnTo>
                  <a:lnTo>
                    <a:pt x="637" y="2207"/>
                  </a:lnTo>
                  <a:lnTo>
                    <a:pt x="641" y="2203"/>
                  </a:lnTo>
                  <a:lnTo>
                    <a:pt x="644" y="2199"/>
                  </a:lnTo>
                  <a:lnTo>
                    <a:pt x="648" y="2196"/>
                  </a:lnTo>
                  <a:lnTo>
                    <a:pt x="648" y="2192"/>
                  </a:lnTo>
                  <a:lnTo>
                    <a:pt x="651" y="2189"/>
                  </a:lnTo>
                  <a:lnTo>
                    <a:pt x="655" y="2185"/>
                  </a:lnTo>
                  <a:lnTo>
                    <a:pt x="655" y="2181"/>
                  </a:lnTo>
                  <a:lnTo>
                    <a:pt x="655" y="2178"/>
                  </a:lnTo>
                  <a:lnTo>
                    <a:pt x="659" y="2174"/>
                  </a:lnTo>
                  <a:lnTo>
                    <a:pt x="659" y="2171"/>
                  </a:lnTo>
                  <a:lnTo>
                    <a:pt x="662" y="2167"/>
                  </a:lnTo>
                  <a:lnTo>
                    <a:pt x="662" y="2163"/>
                  </a:lnTo>
                  <a:lnTo>
                    <a:pt x="662" y="2160"/>
                  </a:lnTo>
                  <a:lnTo>
                    <a:pt x="666" y="2156"/>
                  </a:lnTo>
                  <a:lnTo>
                    <a:pt x="666" y="2153"/>
                  </a:lnTo>
                  <a:lnTo>
                    <a:pt x="666" y="2145"/>
                  </a:lnTo>
                  <a:lnTo>
                    <a:pt x="669" y="2142"/>
                  </a:lnTo>
                  <a:lnTo>
                    <a:pt x="669" y="2138"/>
                  </a:lnTo>
                  <a:lnTo>
                    <a:pt x="673" y="2131"/>
                  </a:lnTo>
                  <a:lnTo>
                    <a:pt x="673" y="2127"/>
                  </a:lnTo>
                  <a:lnTo>
                    <a:pt x="673" y="2124"/>
                  </a:lnTo>
                  <a:lnTo>
                    <a:pt x="677" y="2117"/>
                  </a:lnTo>
                  <a:lnTo>
                    <a:pt x="677" y="2113"/>
                  </a:lnTo>
                  <a:lnTo>
                    <a:pt x="680" y="2106"/>
                  </a:lnTo>
                  <a:lnTo>
                    <a:pt x="680" y="2099"/>
                  </a:lnTo>
                  <a:lnTo>
                    <a:pt x="680" y="2095"/>
                  </a:lnTo>
                  <a:lnTo>
                    <a:pt x="684" y="2088"/>
                  </a:lnTo>
                  <a:lnTo>
                    <a:pt x="684" y="2081"/>
                  </a:lnTo>
                  <a:lnTo>
                    <a:pt x="684" y="2077"/>
                  </a:lnTo>
                  <a:lnTo>
                    <a:pt x="687" y="2070"/>
                  </a:lnTo>
                  <a:lnTo>
                    <a:pt x="687" y="2063"/>
                  </a:lnTo>
                  <a:lnTo>
                    <a:pt x="691" y="2055"/>
                  </a:lnTo>
                  <a:lnTo>
                    <a:pt x="691" y="2052"/>
                  </a:lnTo>
                  <a:lnTo>
                    <a:pt x="691" y="2045"/>
                  </a:lnTo>
                  <a:lnTo>
                    <a:pt x="695" y="2037"/>
                  </a:lnTo>
                  <a:lnTo>
                    <a:pt x="695" y="2030"/>
                  </a:lnTo>
                  <a:lnTo>
                    <a:pt x="698" y="2023"/>
                  </a:lnTo>
                  <a:lnTo>
                    <a:pt x="698" y="2016"/>
                  </a:lnTo>
                  <a:lnTo>
                    <a:pt x="698" y="2009"/>
                  </a:lnTo>
                  <a:lnTo>
                    <a:pt x="702" y="2005"/>
                  </a:lnTo>
                  <a:lnTo>
                    <a:pt x="702" y="1998"/>
                  </a:lnTo>
                  <a:lnTo>
                    <a:pt x="705" y="1991"/>
                  </a:lnTo>
                  <a:lnTo>
                    <a:pt x="705" y="1983"/>
                  </a:lnTo>
                  <a:lnTo>
                    <a:pt x="705" y="1976"/>
                  </a:lnTo>
                  <a:lnTo>
                    <a:pt x="709" y="1969"/>
                  </a:lnTo>
                  <a:lnTo>
                    <a:pt x="709" y="1962"/>
                  </a:lnTo>
                  <a:lnTo>
                    <a:pt x="709" y="1955"/>
                  </a:lnTo>
                  <a:lnTo>
                    <a:pt x="713" y="1947"/>
                  </a:lnTo>
                  <a:lnTo>
                    <a:pt x="713" y="1940"/>
                  </a:lnTo>
                  <a:lnTo>
                    <a:pt x="716" y="1937"/>
                  </a:lnTo>
                  <a:lnTo>
                    <a:pt x="716" y="1929"/>
                  </a:lnTo>
                  <a:lnTo>
                    <a:pt x="716" y="1922"/>
                  </a:lnTo>
                  <a:lnTo>
                    <a:pt x="720" y="1915"/>
                  </a:lnTo>
                  <a:lnTo>
                    <a:pt x="720" y="1908"/>
                  </a:lnTo>
                  <a:lnTo>
                    <a:pt x="723" y="1901"/>
                  </a:lnTo>
                  <a:lnTo>
                    <a:pt x="723" y="1893"/>
                  </a:lnTo>
                  <a:lnTo>
                    <a:pt x="723" y="1890"/>
                  </a:lnTo>
                  <a:lnTo>
                    <a:pt x="727" y="1883"/>
                  </a:lnTo>
                  <a:lnTo>
                    <a:pt x="727" y="1875"/>
                  </a:lnTo>
                  <a:lnTo>
                    <a:pt x="727" y="1872"/>
                  </a:lnTo>
                  <a:lnTo>
                    <a:pt x="731" y="1865"/>
                  </a:lnTo>
                  <a:lnTo>
                    <a:pt x="731" y="1857"/>
                  </a:lnTo>
                  <a:lnTo>
                    <a:pt x="734" y="1854"/>
                  </a:lnTo>
                  <a:lnTo>
                    <a:pt x="734" y="1847"/>
                  </a:lnTo>
                  <a:lnTo>
                    <a:pt x="734" y="1843"/>
                  </a:lnTo>
                  <a:lnTo>
                    <a:pt x="738" y="1836"/>
                  </a:lnTo>
                  <a:lnTo>
                    <a:pt x="738" y="1832"/>
                  </a:lnTo>
                  <a:lnTo>
                    <a:pt x="741" y="1825"/>
                  </a:lnTo>
                  <a:lnTo>
                    <a:pt x="741" y="1821"/>
                  </a:lnTo>
                  <a:lnTo>
                    <a:pt x="741" y="1818"/>
                  </a:lnTo>
                  <a:lnTo>
                    <a:pt x="745" y="1811"/>
                  </a:lnTo>
                  <a:lnTo>
                    <a:pt x="745" y="1807"/>
                  </a:lnTo>
                  <a:lnTo>
                    <a:pt x="749" y="1803"/>
                  </a:lnTo>
                  <a:lnTo>
                    <a:pt x="749" y="1800"/>
                  </a:lnTo>
                  <a:lnTo>
                    <a:pt x="749" y="1796"/>
                  </a:lnTo>
                  <a:lnTo>
                    <a:pt x="752" y="1793"/>
                  </a:lnTo>
                  <a:lnTo>
                    <a:pt x="752" y="1789"/>
                  </a:lnTo>
                  <a:lnTo>
                    <a:pt x="752" y="1785"/>
                  </a:lnTo>
                  <a:lnTo>
                    <a:pt x="756" y="1782"/>
                  </a:lnTo>
                  <a:lnTo>
                    <a:pt x="759" y="1778"/>
                  </a:lnTo>
                  <a:lnTo>
                    <a:pt x="759" y="1775"/>
                  </a:lnTo>
                  <a:lnTo>
                    <a:pt x="763" y="1771"/>
                  </a:lnTo>
                  <a:lnTo>
                    <a:pt x="767" y="1767"/>
                  </a:lnTo>
                  <a:lnTo>
                    <a:pt x="770" y="1764"/>
                  </a:lnTo>
                  <a:lnTo>
                    <a:pt x="774" y="1764"/>
                  </a:lnTo>
                  <a:lnTo>
                    <a:pt x="777" y="1767"/>
                  </a:lnTo>
                  <a:lnTo>
                    <a:pt x="781" y="1771"/>
                  </a:lnTo>
                  <a:lnTo>
                    <a:pt x="785" y="1775"/>
                  </a:lnTo>
                  <a:lnTo>
                    <a:pt x="788" y="1778"/>
                  </a:lnTo>
                  <a:lnTo>
                    <a:pt x="788" y="1782"/>
                  </a:lnTo>
                  <a:lnTo>
                    <a:pt x="792" y="1785"/>
                  </a:lnTo>
                  <a:lnTo>
                    <a:pt x="792" y="1789"/>
                  </a:lnTo>
                  <a:lnTo>
                    <a:pt x="792" y="1793"/>
                  </a:lnTo>
                  <a:lnTo>
                    <a:pt x="795" y="1796"/>
                  </a:lnTo>
                  <a:lnTo>
                    <a:pt x="795" y="1803"/>
                  </a:lnTo>
                  <a:lnTo>
                    <a:pt x="795" y="1807"/>
                  </a:lnTo>
                  <a:lnTo>
                    <a:pt x="799" y="1811"/>
                  </a:lnTo>
                  <a:lnTo>
                    <a:pt x="799" y="1818"/>
                  </a:lnTo>
                  <a:lnTo>
                    <a:pt x="803" y="1821"/>
                  </a:lnTo>
                  <a:lnTo>
                    <a:pt x="803" y="1829"/>
                  </a:lnTo>
                  <a:lnTo>
                    <a:pt x="803" y="1832"/>
                  </a:lnTo>
                  <a:lnTo>
                    <a:pt x="806" y="1839"/>
                  </a:lnTo>
                  <a:lnTo>
                    <a:pt x="806" y="1847"/>
                  </a:lnTo>
                  <a:lnTo>
                    <a:pt x="810" y="1850"/>
                  </a:lnTo>
                  <a:lnTo>
                    <a:pt x="810" y="1857"/>
                  </a:lnTo>
                  <a:lnTo>
                    <a:pt x="810" y="1865"/>
                  </a:lnTo>
                  <a:lnTo>
                    <a:pt x="813" y="1872"/>
                  </a:lnTo>
                  <a:lnTo>
                    <a:pt x="813" y="1879"/>
                  </a:lnTo>
                  <a:lnTo>
                    <a:pt x="817" y="1886"/>
                  </a:lnTo>
                  <a:lnTo>
                    <a:pt x="817" y="1897"/>
                  </a:lnTo>
                  <a:lnTo>
                    <a:pt x="817" y="1904"/>
                  </a:lnTo>
                  <a:lnTo>
                    <a:pt x="821" y="1911"/>
                  </a:lnTo>
                  <a:lnTo>
                    <a:pt x="821" y="1922"/>
                  </a:lnTo>
                  <a:lnTo>
                    <a:pt x="821" y="1929"/>
                  </a:lnTo>
                  <a:lnTo>
                    <a:pt x="824" y="1937"/>
                  </a:lnTo>
                  <a:lnTo>
                    <a:pt x="824" y="1947"/>
                  </a:lnTo>
                  <a:lnTo>
                    <a:pt x="828" y="1955"/>
                  </a:lnTo>
                  <a:lnTo>
                    <a:pt x="828" y="1965"/>
                  </a:lnTo>
                  <a:lnTo>
                    <a:pt x="828" y="1976"/>
                  </a:lnTo>
                  <a:lnTo>
                    <a:pt x="831" y="1983"/>
                  </a:lnTo>
                  <a:lnTo>
                    <a:pt x="831" y="1994"/>
                  </a:lnTo>
                  <a:lnTo>
                    <a:pt x="835" y="2005"/>
                  </a:lnTo>
                  <a:lnTo>
                    <a:pt x="835" y="2012"/>
                  </a:lnTo>
                  <a:lnTo>
                    <a:pt x="835" y="2023"/>
                  </a:lnTo>
                  <a:lnTo>
                    <a:pt x="839" y="2034"/>
                  </a:lnTo>
                  <a:lnTo>
                    <a:pt x="839" y="2045"/>
                  </a:lnTo>
                  <a:lnTo>
                    <a:pt x="839" y="2055"/>
                  </a:lnTo>
                  <a:lnTo>
                    <a:pt x="842" y="2066"/>
                  </a:lnTo>
                  <a:lnTo>
                    <a:pt x="842" y="2077"/>
                  </a:lnTo>
                  <a:lnTo>
                    <a:pt x="846" y="2088"/>
                  </a:lnTo>
                  <a:lnTo>
                    <a:pt x="846" y="2095"/>
                  </a:lnTo>
                  <a:lnTo>
                    <a:pt x="846" y="2106"/>
                  </a:lnTo>
                  <a:lnTo>
                    <a:pt x="849" y="2117"/>
                  </a:lnTo>
                  <a:lnTo>
                    <a:pt x="849" y="2127"/>
                  </a:lnTo>
                  <a:lnTo>
                    <a:pt x="853" y="2138"/>
                  </a:lnTo>
                  <a:lnTo>
                    <a:pt x="853" y="2149"/>
                  </a:lnTo>
                  <a:lnTo>
                    <a:pt x="853" y="2160"/>
                  </a:lnTo>
                  <a:lnTo>
                    <a:pt x="857" y="2171"/>
                  </a:lnTo>
                  <a:lnTo>
                    <a:pt x="857" y="2181"/>
                  </a:lnTo>
                  <a:lnTo>
                    <a:pt x="860" y="2192"/>
                  </a:lnTo>
                  <a:lnTo>
                    <a:pt x="860" y="2203"/>
                  </a:lnTo>
                  <a:lnTo>
                    <a:pt x="860" y="2214"/>
                  </a:lnTo>
                  <a:lnTo>
                    <a:pt x="864" y="2225"/>
                  </a:lnTo>
                  <a:lnTo>
                    <a:pt x="864" y="2235"/>
                  </a:lnTo>
                  <a:lnTo>
                    <a:pt x="864" y="2243"/>
                  </a:lnTo>
                  <a:lnTo>
                    <a:pt x="867" y="2253"/>
                  </a:lnTo>
                  <a:lnTo>
                    <a:pt x="867" y="2264"/>
                  </a:lnTo>
                  <a:lnTo>
                    <a:pt x="871" y="2275"/>
                  </a:lnTo>
                  <a:lnTo>
                    <a:pt x="871" y="2286"/>
                  </a:lnTo>
                  <a:lnTo>
                    <a:pt x="871" y="2293"/>
                  </a:lnTo>
                  <a:lnTo>
                    <a:pt x="875" y="2304"/>
                  </a:lnTo>
                  <a:lnTo>
                    <a:pt x="875" y="2311"/>
                  </a:lnTo>
                  <a:lnTo>
                    <a:pt x="878" y="2322"/>
                  </a:lnTo>
                  <a:lnTo>
                    <a:pt x="878" y="2329"/>
                  </a:lnTo>
                  <a:lnTo>
                    <a:pt x="878" y="2340"/>
                  </a:lnTo>
                  <a:lnTo>
                    <a:pt x="882" y="2347"/>
                  </a:lnTo>
                  <a:lnTo>
                    <a:pt x="882" y="2354"/>
                  </a:lnTo>
                  <a:lnTo>
                    <a:pt x="882" y="2365"/>
                  </a:lnTo>
                  <a:lnTo>
                    <a:pt x="885" y="2372"/>
                  </a:lnTo>
                  <a:lnTo>
                    <a:pt x="885" y="2379"/>
                  </a:lnTo>
                  <a:lnTo>
                    <a:pt x="889" y="2387"/>
                  </a:lnTo>
                  <a:lnTo>
                    <a:pt x="889" y="2394"/>
                  </a:lnTo>
                  <a:lnTo>
                    <a:pt x="889" y="2401"/>
                  </a:lnTo>
                  <a:lnTo>
                    <a:pt x="893" y="2408"/>
                  </a:lnTo>
                  <a:lnTo>
                    <a:pt x="893" y="2412"/>
                  </a:lnTo>
                  <a:lnTo>
                    <a:pt x="896" y="2419"/>
                  </a:lnTo>
                  <a:lnTo>
                    <a:pt x="896" y="2423"/>
                  </a:lnTo>
                  <a:lnTo>
                    <a:pt x="896" y="2430"/>
                  </a:lnTo>
                  <a:lnTo>
                    <a:pt x="900" y="2433"/>
                  </a:lnTo>
                  <a:lnTo>
                    <a:pt x="900" y="2437"/>
                  </a:lnTo>
                  <a:lnTo>
                    <a:pt x="903" y="2444"/>
                  </a:lnTo>
                  <a:lnTo>
                    <a:pt x="903" y="2448"/>
                  </a:lnTo>
                  <a:lnTo>
                    <a:pt x="907" y="2451"/>
                  </a:lnTo>
                  <a:lnTo>
                    <a:pt x="907" y="2455"/>
                  </a:lnTo>
                  <a:lnTo>
                    <a:pt x="911" y="2459"/>
                  </a:lnTo>
                  <a:lnTo>
                    <a:pt x="914" y="2462"/>
                  </a:lnTo>
                  <a:lnTo>
                    <a:pt x="918" y="2462"/>
                  </a:lnTo>
                  <a:lnTo>
                    <a:pt x="921" y="2459"/>
                  </a:lnTo>
                  <a:lnTo>
                    <a:pt x="925" y="2455"/>
                  </a:lnTo>
                  <a:lnTo>
                    <a:pt x="925" y="2451"/>
                  </a:lnTo>
                  <a:lnTo>
                    <a:pt x="925" y="2448"/>
                  </a:lnTo>
                  <a:lnTo>
                    <a:pt x="929" y="2444"/>
                  </a:lnTo>
                  <a:lnTo>
                    <a:pt x="929" y="2441"/>
                  </a:lnTo>
                  <a:lnTo>
                    <a:pt x="932" y="2437"/>
                  </a:lnTo>
                  <a:lnTo>
                    <a:pt x="932" y="2430"/>
                  </a:lnTo>
                  <a:lnTo>
                    <a:pt x="932" y="2426"/>
                  </a:lnTo>
                  <a:lnTo>
                    <a:pt x="936" y="2419"/>
                  </a:lnTo>
                  <a:lnTo>
                    <a:pt x="936" y="2412"/>
                  </a:lnTo>
                  <a:lnTo>
                    <a:pt x="939" y="2405"/>
                  </a:lnTo>
                  <a:lnTo>
                    <a:pt x="939" y="2397"/>
                  </a:lnTo>
                  <a:lnTo>
                    <a:pt x="939" y="2387"/>
                  </a:lnTo>
                  <a:lnTo>
                    <a:pt x="943" y="2379"/>
                  </a:lnTo>
                  <a:lnTo>
                    <a:pt x="943" y="2369"/>
                  </a:lnTo>
                  <a:lnTo>
                    <a:pt x="947" y="2361"/>
                  </a:lnTo>
                  <a:lnTo>
                    <a:pt x="947" y="2351"/>
                  </a:lnTo>
                  <a:lnTo>
                    <a:pt x="947" y="2340"/>
                  </a:lnTo>
                  <a:lnTo>
                    <a:pt x="950" y="2329"/>
                  </a:lnTo>
                  <a:lnTo>
                    <a:pt x="950" y="2315"/>
                  </a:lnTo>
                  <a:lnTo>
                    <a:pt x="950" y="2304"/>
                  </a:lnTo>
                  <a:lnTo>
                    <a:pt x="954" y="2293"/>
                  </a:lnTo>
                  <a:lnTo>
                    <a:pt x="954" y="2279"/>
                  </a:lnTo>
                  <a:lnTo>
                    <a:pt x="957" y="2264"/>
                  </a:lnTo>
                  <a:lnTo>
                    <a:pt x="957" y="2250"/>
                  </a:lnTo>
                  <a:lnTo>
                    <a:pt x="957" y="2235"/>
                  </a:lnTo>
                  <a:lnTo>
                    <a:pt x="961" y="2221"/>
                  </a:lnTo>
                  <a:lnTo>
                    <a:pt x="961" y="2203"/>
                  </a:lnTo>
                  <a:lnTo>
                    <a:pt x="965" y="2189"/>
                  </a:lnTo>
                  <a:lnTo>
                    <a:pt x="965" y="2171"/>
                  </a:lnTo>
                  <a:lnTo>
                    <a:pt x="965" y="2156"/>
                  </a:lnTo>
                  <a:lnTo>
                    <a:pt x="968" y="2138"/>
                  </a:lnTo>
                  <a:lnTo>
                    <a:pt x="968" y="2120"/>
                  </a:lnTo>
                  <a:lnTo>
                    <a:pt x="968" y="2102"/>
                  </a:lnTo>
                  <a:lnTo>
                    <a:pt x="972" y="2084"/>
                  </a:lnTo>
                  <a:lnTo>
                    <a:pt x="972" y="2063"/>
                  </a:lnTo>
                  <a:lnTo>
                    <a:pt x="975" y="2045"/>
                  </a:lnTo>
                  <a:lnTo>
                    <a:pt x="975" y="2023"/>
                  </a:lnTo>
                  <a:lnTo>
                    <a:pt x="975" y="2005"/>
                  </a:lnTo>
                  <a:lnTo>
                    <a:pt x="979" y="1983"/>
                  </a:lnTo>
                  <a:lnTo>
                    <a:pt x="979" y="1962"/>
                  </a:lnTo>
                  <a:lnTo>
                    <a:pt x="983" y="1940"/>
                  </a:lnTo>
                  <a:lnTo>
                    <a:pt x="983" y="1919"/>
                  </a:lnTo>
                  <a:lnTo>
                    <a:pt x="983" y="1897"/>
                  </a:lnTo>
                  <a:lnTo>
                    <a:pt x="986" y="1872"/>
                  </a:lnTo>
                  <a:lnTo>
                    <a:pt x="986" y="1850"/>
                  </a:lnTo>
                  <a:lnTo>
                    <a:pt x="990" y="1825"/>
                  </a:lnTo>
                  <a:lnTo>
                    <a:pt x="990" y="1803"/>
                  </a:lnTo>
                  <a:lnTo>
                    <a:pt x="990" y="1778"/>
                  </a:lnTo>
                  <a:lnTo>
                    <a:pt x="993" y="1753"/>
                  </a:lnTo>
                  <a:lnTo>
                    <a:pt x="993" y="1731"/>
                  </a:lnTo>
                  <a:lnTo>
                    <a:pt x="993" y="1706"/>
                  </a:lnTo>
                  <a:lnTo>
                    <a:pt x="997" y="1681"/>
                  </a:lnTo>
                  <a:lnTo>
                    <a:pt x="997" y="1656"/>
                  </a:lnTo>
                  <a:lnTo>
                    <a:pt x="1001" y="1631"/>
                  </a:lnTo>
                  <a:lnTo>
                    <a:pt x="1001" y="1602"/>
                  </a:lnTo>
                  <a:lnTo>
                    <a:pt x="1001" y="1577"/>
                  </a:lnTo>
                  <a:lnTo>
                    <a:pt x="1004" y="1551"/>
                  </a:lnTo>
                  <a:lnTo>
                    <a:pt x="1004" y="1523"/>
                  </a:lnTo>
                  <a:lnTo>
                    <a:pt x="1008" y="1497"/>
                  </a:lnTo>
                  <a:lnTo>
                    <a:pt x="1008" y="1472"/>
                  </a:lnTo>
                  <a:lnTo>
                    <a:pt x="1008" y="1443"/>
                  </a:lnTo>
                  <a:lnTo>
                    <a:pt x="1011" y="1418"/>
                  </a:lnTo>
                  <a:lnTo>
                    <a:pt x="1011" y="1389"/>
                  </a:lnTo>
                  <a:lnTo>
                    <a:pt x="1011" y="1361"/>
                  </a:lnTo>
                  <a:lnTo>
                    <a:pt x="1015" y="1335"/>
                  </a:lnTo>
                  <a:lnTo>
                    <a:pt x="1015" y="1307"/>
                  </a:lnTo>
                  <a:lnTo>
                    <a:pt x="1019" y="1281"/>
                  </a:lnTo>
                  <a:lnTo>
                    <a:pt x="1019" y="1253"/>
                  </a:lnTo>
                  <a:lnTo>
                    <a:pt x="1019" y="1224"/>
                  </a:lnTo>
                  <a:lnTo>
                    <a:pt x="1022" y="1195"/>
                  </a:lnTo>
                  <a:lnTo>
                    <a:pt x="1022" y="1170"/>
                  </a:lnTo>
                  <a:lnTo>
                    <a:pt x="1026" y="1141"/>
                  </a:lnTo>
                  <a:lnTo>
                    <a:pt x="1026" y="1112"/>
                  </a:lnTo>
                  <a:lnTo>
                    <a:pt x="1026" y="1087"/>
                  </a:lnTo>
                  <a:lnTo>
                    <a:pt x="1029" y="1058"/>
                  </a:lnTo>
                  <a:lnTo>
                    <a:pt x="1029" y="1029"/>
                  </a:lnTo>
                  <a:lnTo>
                    <a:pt x="1033" y="1004"/>
                  </a:lnTo>
                  <a:lnTo>
                    <a:pt x="1033" y="975"/>
                  </a:lnTo>
                  <a:lnTo>
                    <a:pt x="1033" y="950"/>
                  </a:lnTo>
                  <a:lnTo>
                    <a:pt x="1037" y="921"/>
                  </a:lnTo>
                  <a:lnTo>
                    <a:pt x="1037" y="896"/>
                  </a:lnTo>
                  <a:lnTo>
                    <a:pt x="1037" y="867"/>
                  </a:lnTo>
                  <a:lnTo>
                    <a:pt x="1040" y="842"/>
                  </a:lnTo>
                  <a:lnTo>
                    <a:pt x="1040" y="813"/>
                  </a:lnTo>
                  <a:lnTo>
                    <a:pt x="1044" y="788"/>
                  </a:lnTo>
                  <a:lnTo>
                    <a:pt x="1044" y="763"/>
                  </a:lnTo>
                  <a:lnTo>
                    <a:pt x="1044" y="738"/>
                  </a:lnTo>
                  <a:lnTo>
                    <a:pt x="1047" y="709"/>
                  </a:lnTo>
                  <a:lnTo>
                    <a:pt x="1047" y="684"/>
                  </a:lnTo>
                  <a:lnTo>
                    <a:pt x="1051" y="659"/>
                  </a:lnTo>
                  <a:lnTo>
                    <a:pt x="1051" y="637"/>
                  </a:lnTo>
                  <a:lnTo>
                    <a:pt x="1051" y="612"/>
                  </a:lnTo>
                  <a:lnTo>
                    <a:pt x="1055" y="587"/>
                  </a:lnTo>
                  <a:lnTo>
                    <a:pt x="1055" y="562"/>
                  </a:lnTo>
                  <a:lnTo>
                    <a:pt x="1055" y="540"/>
                  </a:lnTo>
                  <a:lnTo>
                    <a:pt x="1058" y="515"/>
                  </a:lnTo>
                  <a:lnTo>
                    <a:pt x="1058" y="493"/>
                  </a:lnTo>
                  <a:lnTo>
                    <a:pt x="1062" y="472"/>
                  </a:lnTo>
                  <a:lnTo>
                    <a:pt x="1062" y="450"/>
                  </a:lnTo>
                  <a:lnTo>
                    <a:pt x="1062" y="428"/>
                  </a:lnTo>
                  <a:lnTo>
                    <a:pt x="1065" y="407"/>
                  </a:lnTo>
                  <a:lnTo>
                    <a:pt x="1065" y="385"/>
                  </a:lnTo>
                  <a:lnTo>
                    <a:pt x="1069" y="364"/>
                  </a:lnTo>
                  <a:lnTo>
                    <a:pt x="1069" y="346"/>
                  </a:lnTo>
                  <a:lnTo>
                    <a:pt x="1069" y="324"/>
                  </a:lnTo>
                  <a:lnTo>
                    <a:pt x="1073" y="306"/>
                  </a:lnTo>
                  <a:lnTo>
                    <a:pt x="1073" y="288"/>
                  </a:lnTo>
                  <a:lnTo>
                    <a:pt x="1076" y="270"/>
                  </a:lnTo>
                  <a:lnTo>
                    <a:pt x="1076" y="252"/>
                  </a:lnTo>
                  <a:lnTo>
                    <a:pt x="1076" y="234"/>
                  </a:lnTo>
                  <a:lnTo>
                    <a:pt x="1080" y="220"/>
                  </a:lnTo>
                  <a:lnTo>
                    <a:pt x="1080" y="202"/>
                  </a:lnTo>
                  <a:lnTo>
                    <a:pt x="1080" y="187"/>
                  </a:lnTo>
                  <a:lnTo>
                    <a:pt x="1083" y="173"/>
                  </a:lnTo>
                  <a:lnTo>
                    <a:pt x="1083" y="158"/>
                  </a:lnTo>
                  <a:lnTo>
                    <a:pt x="1087" y="144"/>
                  </a:lnTo>
                  <a:lnTo>
                    <a:pt x="1087" y="133"/>
                  </a:lnTo>
                  <a:lnTo>
                    <a:pt x="1087" y="119"/>
                  </a:lnTo>
                  <a:lnTo>
                    <a:pt x="1091" y="108"/>
                  </a:lnTo>
                  <a:lnTo>
                    <a:pt x="1091" y="97"/>
                  </a:lnTo>
                  <a:lnTo>
                    <a:pt x="1094" y="86"/>
                  </a:lnTo>
                  <a:lnTo>
                    <a:pt x="1094" y="76"/>
                  </a:lnTo>
                  <a:lnTo>
                    <a:pt x="1094" y="65"/>
                  </a:lnTo>
                  <a:lnTo>
                    <a:pt x="1098" y="58"/>
                  </a:lnTo>
                  <a:lnTo>
                    <a:pt x="1098" y="50"/>
                  </a:lnTo>
                  <a:lnTo>
                    <a:pt x="1098" y="40"/>
                  </a:lnTo>
                  <a:lnTo>
                    <a:pt x="1101" y="36"/>
                  </a:lnTo>
                  <a:lnTo>
                    <a:pt x="1101" y="29"/>
                  </a:lnTo>
                  <a:lnTo>
                    <a:pt x="1105" y="22"/>
                  </a:lnTo>
                  <a:lnTo>
                    <a:pt x="1105" y="18"/>
                  </a:lnTo>
                  <a:lnTo>
                    <a:pt x="1105" y="14"/>
                  </a:lnTo>
                  <a:lnTo>
                    <a:pt x="1109" y="11"/>
                  </a:lnTo>
                  <a:lnTo>
                    <a:pt x="1109" y="7"/>
                  </a:lnTo>
                  <a:lnTo>
                    <a:pt x="1112" y="4"/>
                  </a:lnTo>
                  <a:lnTo>
                    <a:pt x="1112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1" name="Freeform 89"/>
            <p:cNvSpPr>
              <a:spLocks/>
            </p:cNvSpPr>
            <p:nvPr/>
          </p:nvSpPr>
          <p:spPr bwMode="auto">
            <a:xfrm>
              <a:off x="1865" y="1048"/>
              <a:ext cx="2480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3" y="2066"/>
                </a:cxn>
                <a:cxn ang="0">
                  <a:pos x="295" y="1904"/>
                </a:cxn>
                <a:cxn ang="0">
                  <a:pos x="320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3" y="2171"/>
                </a:cxn>
                <a:cxn ang="0">
                  <a:pos x="500" y="2196"/>
                </a:cxn>
                <a:cxn ang="0">
                  <a:pos x="525" y="2131"/>
                </a:cxn>
                <a:cxn ang="0">
                  <a:pos x="551" y="2048"/>
                </a:cxn>
                <a:cxn ang="0">
                  <a:pos x="572" y="1965"/>
                </a:cxn>
                <a:cxn ang="0">
                  <a:pos x="601" y="1901"/>
                </a:cxn>
                <a:cxn ang="0">
                  <a:pos x="655" y="1911"/>
                </a:cxn>
                <a:cxn ang="0">
                  <a:pos x="680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2" y="2009"/>
                </a:cxn>
                <a:cxn ang="0">
                  <a:pos x="875" y="1947"/>
                </a:cxn>
                <a:cxn ang="0">
                  <a:pos x="932" y="1944"/>
                </a:cxn>
                <a:cxn ang="0">
                  <a:pos x="965" y="2005"/>
                </a:cxn>
                <a:cxn ang="0">
                  <a:pos x="997" y="2066"/>
                </a:cxn>
                <a:cxn ang="0">
                  <a:pos x="1051" y="2106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8" y="2001"/>
                </a:cxn>
                <a:cxn ang="0">
                  <a:pos x="1281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3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6" y="2077"/>
                </a:cxn>
                <a:cxn ang="0">
                  <a:pos x="1674" y="2023"/>
                </a:cxn>
                <a:cxn ang="0">
                  <a:pos x="1731" y="1973"/>
                </a:cxn>
                <a:cxn ang="0">
                  <a:pos x="1793" y="2005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9" y="2041"/>
                  </a:lnTo>
                  <a:lnTo>
                    <a:pt x="1663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7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2" name="Freeform 90"/>
            <p:cNvSpPr>
              <a:spLocks/>
            </p:cNvSpPr>
            <p:nvPr/>
          </p:nvSpPr>
          <p:spPr bwMode="auto">
            <a:xfrm>
              <a:off x="4345" y="3039"/>
              <a:ext cx="864" cy="64"/>
            </a:xfrm>
            <a:custGeom>
              <a:avLst/>
              <a:gdLst/>
              <a:ahLst/>
              <a:cxnLst>
                <a:cxn ang="0">
                  <a:pos x="11" y="46"/>
                </a:cxn>
                <a:cxn ang="0">
                  <a:pos x="25" y="36"/>
                </a:cxn>
                <a:cxn ang="0">
                  <a:pos x="40" y="21"/>
                </a:cxn>
                <a:cxn ang="0">
                  <a:pos x="54" y="10"/>
                </a:cxn>
                <a:cxn ang="0">
                  <a:pos x="69" y="3"/>
                </a:cxn>
                <a:cxn ang="0">
                  <a:pos x="83" y="0"/>
                </a:cxn>
                <a:cxn ang="0">
                  <a:pos x="97" y="0"/>
                </a:cxn>
                <a:cxn ang="0">
                  <a:pos x="112" y="0"/>
                </a:cxn>
                <a:cxn ang="0">
                  <a:pos x="126" y="7"/>
                </a:cxn>
                <a:cxn ang="0">
                  <a:pos x="141" y="14"/>
                </a:cxn>
                <a:cxn ang="0">
                  <a:pos x="155" y="25"/>
                </a:cxn>
                <a:cxn ang="0">
                  <a:pos x="169" y="36"/>
                </a:cxn>
                <a:cxn ang="0">
                  <a:pos x="184" y="46"/>
                </a:cxn>
                <a:cxn ang="0">
                  <a:pos x="198" y="54"/>
                </a:cxn>
                <a:cxn ang="0">
                  <a:pos x="213" y="61"/>
                </a:cxn>
                <a:cxn ang="0">
                  <a:pos x="227" y="64"/>
                </a:cxn>
                <a:cxn ang="0">
                  <a:pos x="241" y="64"/>
                </a:cxn>
                <a:cxn ang="0">
                  <a:pos x="256" y="61"/>
                </a:cxn>
                <a:cxn ang="0">
                  <a:pos x="270" y="57"/>
                </a:cxn>
                <a:cxn ang="0">
                  <a:pos x="285" y="46"/>
                </a:cxn>
                <a:cxn ang="0">
                  <a:pos x="299" y="39"/>
                </a:cxn>
                <a:cxn ang="0">
                  <a:pos x="313" y="28"/>
                </a:cxn>
                <a:cxn ang="0">
                  <a:pos x="328" y="18"/>
                </a:cxn>
                <a:cxn ang="0">
                  <a:pos x="342" y="10"/>
                </a:cxn>
                <a:cxn ang="0">
                  <a:pos x="357" y="3"/>
                </a:cxn>
                <a:cxn ang="0">
                  <a:pos x="371" y="3"/>
                </a:cxn>
                <a:cxn ang="0">
                  <a:pos x="385" y="3"/>
                </a:cxn>
                <a:cxn ang="0">
                  <a:pos x="400" y="7"/>
                </a:cxn>
                <a:cxn ang="0">
                  <a:pos x="414" y="14"/>
                </a:cxn>
                <a:cxn ang="0">
                  <a:pos x="429" y="21"/>
                </a:cxn>
                <a:cxn ang="0">
                  <a:pos x="443" y="32"/>
                </a:cxn>
                <a:cxn ang="0">
                  <a:pos x="457" y="43"/>
                </a:cxn>
                <a:cxn ang="0">
                  <a:pos x="472" y="50"/>
                </a:cxn>
                <a:cxn ang="0">
                  <a:pos x="486" y="57"/>
                </a:cxn>
                <a:cxn ang="0">
                  <a:pos x="501" y="61"/>
                </a:cxn>
                <a:cxn ang="0">
                  <a:pos x="515" y="64"/>
                </a:cxn>
                <a:cxn ang="0">
                  <a:pos x="529" y="61"/>
                </a:cxn>
                <a:cxn ang="0">
                  <a:pos x="544" y="57"/>
                </a:cxn>
                <a:cxn ang="0">
                  <a:pos x="558" y="50"/>
                </a:cxn>
                <a:cxn ang="0">
                  <a:pos x="573" y="39"/>
                </a:cxn>
                <a:cxn ang="0">
                  <a:pos x="587" y="32"/>
                </a:cxn>
                <a:cxn ang="0">
                  <a:pos x="601" y="21"/>
                </a:cxn>
                <a:cxn ang="0">
                  <a:pos x="616" y="14"/>
                </a:cxn>
                <a:cxn ang="0">
                  <a:pos x="630" y="7"/>
                </a:cxn>
                <a:cxn ang="0">
                  <a:pos x="645" y="3"/>
                </a:cxn>
                <a:cxn ang="0">
                  <a:pos x="659" y="3"/>
                </a:cxn>
                <a:cxn ang="0">
                  <a:pos x="673" y="7"/>
                </a:cxn>
                <a:cxn ang="0">
                  <a:pos x="688" y="14"/>
                </a:cxn>
                <a:cxn ang="0">
                  <a:pos x="702" y="21"/>
                </a:cxn>
                <a:cxn ang="0">
                  <a:pos x="717" y="28"/>
                </a:cxn>
                <a:cxn ang="0">
                  <a:pos x="731" y="36"/>
                </a:cxn>
                <a:cxn ang="0">
                  <a:pos x="745" y="46"/>
                </a:cxn>
                <a:cxn ang="0">
                  <a:pos x="760" y="54"/>
                </a:cxn>
                <a:cxn ang="0">
                  <a:pos x="774" y="57"/>
                </a:cxn>
                <a:cxn ang="0">
                  <a:pos x="789" y="61"/>
                </a:cxn>
                <a:cxn ang="0">
                  <a:pos x="803" y="61"/>
                </a:cxn>
                <a:cxn ang="0">
                  <a:pos x="817" y="57"/>
                </a:cxn>
                <a:cxn ang="0">
                  <a:pos x="832" y="50"/>
                </a:cxn>
                <a:cxn ang="0">
                  <a:pos x="846" y="43"/>
                </a:cxn>
                <a:cxn ang="0">
                  <a:pos x="861" y="36"/>
                </a:cxn>
              </a:cxnLst>
              <a:rect l="0" t="0" r="r" b="b"/>
              <a:pathLst>
                <a:path w="864" h="64">
                  <a:moveTo>
                    <a:pt x="0" y="54"/>
                  </a:moveTo>
                  <a:lnTo>
                    <a:pt x="4" y="50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5" y="43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6"/>
                  </a:lnTo>
                  <a:lnTo>
                    <a:pt x="29" y="32"/>
                  </a:lnTo>
                  <a:lnTo>
                    <a:pt x="33" y="28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21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3" y="3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3" y="10"/>
                  </a:lnTo>
                  <a:lnTo>
                    <a:pt x="137" y="10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18"/>
                  </a:lnTo>
                  <a:lnTo>
                    <a:pt x="151" y="21"/>
                  </a:lnTo>
                  <a:lnTo>
                    <a:pt x="155" y="25"/>
                  </a:lnTo>
                  <a:lnTo>
                    <a:pt x="159" y="28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7" y="39"/>
                  </a:lnTo>
                  <a:lnTo>
                    <a:pt x="180" y="43"/>
                  </a:lnTo>
                  <a:lnTo>
                    <a:pt x="184" y="46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4"/>
                  </a:lnTo>
                  <a:lnTo>
                    <a:pt x="202" y="57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57"/>
                  </a:lnTo>
                  <a:lnTo>
                    <a:pt x="270" y="57"/>
                  </a:lnTo>
                  <a:lnTo>
                    <a:pt x="274" y="54"/>
                  </a:lnTo>
                  <a:lnTo>
                    <a:pt x="277" y="54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6"/>
                  </a:lnTo>
                  <a:lnTo>
                    <a:pt x="292" y="43"/>
                  </a:lnTo>
                  <a:lnTo>
                    <a:pt x="295" y="39"/>
                  </a:lnTo>
                  <a:lnTo>
                    <a:pt x="299" y="39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8"/>
                  </a:lnTo>
                  <a:lnTo>
                    <a:pt x="317" y="25"/>
                  </a:lnTo>
                  <a:lnTo>
                    <a:pt x="321" y="21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4"/>
                  </a:lnTo>
                  <a:lnTo>
                    <a:pt x="335" y="14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10"/>
                  </a:lnTo>
                  <a:lnTo>
                    <a:pt x="411" y="10"/>
                  </a:lnTo>
                  <a:lnTo>
                    <a:pt x="414" y="14"/>
                  </a:lnTo>
                  <a:lnTo>
                    <a:pt x="418" y="14"/>
                  </a:lnTo>
                  <a:lnTo>
                    <a:pt x="421" y="18"/>
                  </a:lnTo>
                  <a:lnTo>
                    <a:pt x="425" y="21"/>
                  </a:lnTo>
                  <a:lnTo>
                    <a:pt x="429" y="21"/>
                  </a:lnTo>
                  <a:lnTo>
                    <a:pt x="432" y="25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6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3"/>
                  </a:lnTo>
                  <a:lnTo>
                    <a:pt x="465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4"/>
                  </a:lnTo>
                  <a:lnTo>
                    <a:pt x="555" y="50"/>
                  </a:lnTo>
                  <a:lnTo>
                    <a:pt x="558" y="50"/>
                  </a:lnTo>
                  <a:lnTo>
                    <a:pt x="562" y="46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3" y="39"/>
                  </a:lnTo>
                  <a:lnTo>
                    <a:pt x="576" y="39"/>
                  </a:lnTo>
                  <a:lnTo>
                    <a:pt x="580" y="36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1" y="21"/>
                  </a:lnTo>
                  <a:lnTo>
                    <a:pt x="605" y="21"/>
                  </a:lnTo>
                  <a:lnTo>
                    <a:pt x="609" y="18"/>
                  </a:lnTo>
                  <a:lnTo>
                    <a:pt x="612" y="18"/>
                  </a:lnTo>
                  <a:lnTo>
                    <a:pt x="616" y="14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7" y="10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8"/>
                  </a:lnTo>
                  <a:lnTo>
                    <a:pt x="702" y="21"/>
                  </a:lnTo>
                  <a:lnTo>
                    <a:pt x="706" y="21"/>
                  </a:lnTo>
                  <a:lnTo>
                    <a:pt x="709" y="25"/>
                  </a:lnTo>
                  <a:lnTo>
                    <a:pt x="713" y="25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2"/>
                  </a:lnTo>
                  <a:lnTo>
                    <a:pt x="727" y="36"/>
                  </a:lnTo>
                  <a:lnTo>
                    <a:pt x="731" y="36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3"/>
                  </a:lnTo>
                  <a:lnTo>
                    <a:pt x="745" y="46"/>
                  </a:lnTo>
                  <a:lnTo>
                    <a:pt x="749" y="46"/>
                  </a:lnTo>
                  <a:lnTo>
                    <a:pt x="753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0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3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6"/>
                  </a:lnTo>
                  <a:lnTo>
                    <a:pt x="861" y="36"/>
                  </a:lnTo>
                  <a:lnTo>
                    <a:pt x="864" y="32"/>
                  </a:lnTo>
                  <a:lnTo>
                    <a:pt x="864" y="32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3" name="Freeform 91"/>
            <p:cNvSpPr>
              <a:spLocks/>
            </p:cNvSpPr>
            <p:nvPr/>
          </p:nvSpPr>
          <p:spPr bwMode="auto">
            <a:xfrm>
              <a:off x="749" y="1048"/>
              <a:ext cx="1253" cy="2462"/>
            </a:xfrm>
            <a:custGeom>
              <a:avLst/>
              <a:gdLst/>
              <a:ahLst/>
              <a:cxnLst>
                <a:cxn ang="0">
                  <a:pos x="25" y="1987"/>
                </a:cxn>
                <a:cxn ang="0">
                  <a:pos x="57" y="1951"/>
                </a:cxn>
                <a:cxn ang="0">
                  <a:pos x="97" y="1962"/>
                </a:cxn>
                <a:cxn ang="0">
                  <a:pos x="126" y="2001"/>
                </a:cxn>
                <a:cxn ang="0">
                  <a:pos x="147" y="2041"/>
                </a:cxn>
                <a:cxn ang="0">
                  <a:pos x="173" y="2081"/>
                </a:cxn>
                <a:cxn ang="0">
                  <a:pos x="209" y="2109"/>
                </a:cxn>
                <a:cxn ang="0">
                  <a:pos x="248" y="2084"/>
                </a:cxn>
                <a:cxn ang="0">
                  <a:pos x="270" y="2045"/>
                </a:cxn>
                <a:cxn ang="0">
                  <a:pos x="288" y="2005"/>
                </a:cxn>
                <a:cxn ang="0">
                  <a:pos x="309" y="1965"/>
                </a:cxn>
                <a:cxn ang="0">
                  <a:pos x="338" y="1926"/>
                </a:cxn>
                <a:cxn ang="0">
                  <a:pos x="378" y="1944"/>
                </a:cxn>
                <a:cxn ang="0">
                  <a:pos x="403" y="1983"/>
                </a:cxn>
                <a:cxn ang="0">
                  <a:pos x="417" y="2023"/>
                </a:cxn>
                <a:cxn ang="0">
                  <a:pos x="435" y="2063"/>
                </a:cxn>
                <a:cxn ang="0">
                  <a:pos x="453" y="2102"/>
                </a:cxn>
                <a:cxn ang="0">
                  <a:pos x="482" y="2138"/>
                </a:cxn>
                <a:cxn ang="0">
                  <a:pos x="518" y="2117"/>
                </a:cxn>
                <a:cxn ang="0">
                  <a:pos x="536" y="2077"/>
                </a:cxn>
                <a:cxn ang="0">
                  <a:pos x="554" y="2037"/>
                </a:cxn>
                <a:cxn ang="0">
                  <a:pos x="569" y="1991"/>
                </a:cxn>
                <a:cxn ang="0">
                  <a:pos x="583" y="1947"/>
                </a:cxn>
                <a:cxn ang="0">
                  <a:pos x="601" y="1908"/>
                </a:cxn>
                <a:cxn ang="0">
                  <a:pos x="637" y="1883"/>
                </a:cxn>
                <a:cxn ang="0">
                  <a:pos x="666" y="1922"/>
                </a:cxn>
                <a:cxn ang="0">
                  <a:pos x="680" y="1965"/>
                </a:cxn>
                <a:cxn ang="0">
                  <a:pos x="695" y="2019"/>
                </a:cxn>
                <a:cxn ang="0">
                  <a:pos x="709" y="2073"/>
                </a:cxn>
                <a:cxn ang="0">
                  <a:pos x="727" y="2127"/>
                </a:cxn>
                <a:cxn ang="0">
                  <a:pos x="741" y="2171"/>
                </a:cxn>
                <a:cxn ang="0">
                  <a:pos x="767" y="2207"/>
                </a:cxn>
                <a:cxn ang="0">
                  <a:pos x="795" y="2178"/>
                </a:cxn>
                <a:cxn ang="0">
                  <a:pos x="810" y="2131"/>
                </a:cxn>
                <a:cxn ang="0">
                  <a:pos x="828" y="2070"/>
                </a:cxn>
                <a:cxn ang="0">
                  <a:pos x="842" y="1998"/>
                </a:cxn>
                <a:cxn ang="0">
                  <a:pos x="857" y="1922"/>
                </a:cxn>
                <a:cxn ang="0">
                  <a:pos x="871" y="1854"/>
                </a:cxn>
                <a:cxn ang="0">
                  <a:pos x="889" y="1800"/>
                </a:cxn>
                <a:cxn ang="0">
                  <a:pos x="914" y="1764"/>
                </a:cxn>
                <a:cxn ang="0">
                  <a:pos x="936" y="1807"/>
                </a:cxn>
                <a:cxn ang="0">
                  <a:pos x="950" y="1872"/>
                </a:cxn>
                <a:cxn ang="0">
                  <a:pos x="968" y="1965"/>
                </a:cxn>
                <a:cxn ang="0">
                  <a:pos x="983" y="2077"/>
                </a:cxn>
                <a:cxn ang="0">
                  <a:pos x="997" y="2192"/>
                </a:cxn>
                <a:cxn ang="0">
                  <a:pos x="1011" y="2304"/>
                </a:cxn>
                <a:cxn ang="0">
                  <a:pos x="1029" y="2394"/>
                </a:cxn>
                <a:cxn ang="0">
                  <a:pos x="1044" y="2451"/>
                </a:cxn>
                <a:cxn ang="0">
                  <a:pos x="1069" y="2437"/>
                </a:cxn>
                <a:cxn ang="0">
                  <a:pos x="1087" y="2351"/>
                </a:cxn>
                <a:cxn ang="0">
                  <a:pos x="1101" y="2203"/>
                </a:cxn>
                <a:cxn ang="0">
                  <a:pos x="1116" y="2005"/>
                </a:cxn>
                <a:cxn ang="0">
                  <a:pos x="1130" y="1753"/>
                </a:cxn>
                <a:cxn ang="0">
                  <a:pos x="1148" y="1472"/>
                </a:cxn>
                <a:cxn ang="0">
                  <a:pos x="1163" y="1170"/>
                </a:cxn>
                <a:cxn ang="0">
                  <a:pos x="1177" y="867"/>
                </a:cxn>
                <a:cxn ang="0">
                  <a:pos x="1191" y="587"/>
                </a:cxn>
                <a:cxn ang="0">
                  <a:pos x="1209" y="346"/>
                </a:cxn>
                <a:cxn ang="0">
                  <a:pos x="1224" y="158"/>
                </a:cxn>
                <a:cxn ang="0">
                  <a:pos x="1238" y="40"/>
                </a:cxn>
              </a:cxnLst>
              <a:rect l="0" t="0" r="r" b="b"/>
              <a:pathLst>
                <a:path w="1253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7" y="2012"/>
                  </a:lnTo>
                  <a:lnTo>
                    <a:pt x="11" y="2009"/>
                  </a:lnTo>
                  <a:lnTo>
                    <a:pt x="11" y="2005"/>
                  </a:lnTo>
                  <a:lnTo>
                    <a:pt x="14" y="2001"/>
                  </a:lnTo>
                  <a:lnTo>
                    <a:pt x="18" y="1998"/>
                  </a:lnTo>
                  <a:lnTo>
                    <a:pt x="18" y="1994"/>
                  </a:lnTo>
                  <a:lnTo>
                    <a:pt x="21" y="1991"/>
                  </a:lnTo>
                  <a:lnTo>
                    <a:pt x="25" y="1987"/>
                  </a:lnTo>
                  <a:lnTo>
                    <a:pt x="25" y="1983"/>
                  </a:lnTo>
                  <a:lnTo>
                    <a:pt x="29" y="1980"/>
                  </a:lnTo>
                  <a:lnTo>
                    <a:pt x="32" y="1976"/>
                  </a:lnTo>
                  <a:lnTo>
                    <a:pt x="36" y="1973"/>
                  </a:lnTo>
                  <a:lnTo>
                    <a:pt x="36" y="1969"/>
                  </a:lnTo>
                  <a:lnTo>
                    <a:pt x="39" y="1965"/>
                  </a:lnTo>
                  <a:lnTo>
                    <a:pt x="43" y="1962"/>
                  </a:lnTo>
                  <a:lnTo>
                    <a:pt x="47" y="1958"/>
                  </a:lnTo>
                  <a:lnTo>
                    <a:pt x="50" y="1955"/>
                  </a:lnTo>
                  <a:lnTo>
                    <a:pt x="54" y="1951"/>
                  </a:lnTo>
                  <a:lnTo>
                    <a:pt x="57" y="1951"/>
                  </a:lnTo>
                  <a:lnTo>
                    <a:pt x="61" y="1951"/>
                  </a:lnTo>
                  <a:lnTo>
                    <a:pt x="65" y="1947"/>
                  </a:lnTo>
                  <a:lnTo>
                    <a:pt x="68" y="1947"/>
                  </a:lnTo>
                  <a:lnTo>
                    <a:pt x="72" y="1947"/>
                  </a:lnTo>
                  <a:lnTo>
                    <a:pt x="75" y="1947"/>
                  </a:lnTo>
                  <a:lnTo>
                    <a:pt x="79" y="1951"/>
                  </a:lnTo>
                  <a:lnTo>
                    <a:pt x="83" y="1951"/>
                  </a:lnTo>
                  <a:lnTo>
                    <a:pt x="86" y="1955"/>
                  </a:lnTo>
                  <a:lnTo>
                    <a:pt x="90" y="1955"/>
                  </a:lnTo>
                  <a:lnTo>
                    <a:pt x="93" y="1958"/>
                  </a:lnTo>
                  <a:lnTo>
                    <a:pt x="97" y="1962"/>
                  </a:lnTo>
                  <a:lnTo>
                    <a:pt x="101" y="1965"/>
                  </a:lnTo>
                  <a:lnTo>
                    <a:pt x="104" y="1969"/>
                  </a:lnTo>
                  <a:lnTo>
                    <a:pt x="108" y="1973"/>
                  </a:lnTo>
                  <a:lnTo>
                    <a:pt x="111" y="1976"/>
                  </a:lnTo>
                  <a:lnTo>
                    <a:pt x="111" y="1980"/>
                  </a:lnTo>
                  <a:lnTo>
                    <a:pt x="115" y="1983"/>
                  </a:lnTo>
                  <a:lnTo>
                    <a:pt x="119" y="1987"/>
                  </a:lnTo>
                  <a:lnTo>
                    <a:pt x="119" y="1991"/>
                  </a:lnTo>
                  <a:lnTo>
                    <a:pt x="122" y="1994"/>
                  </a:lnTo>
                  <a:lnTo>
                    <a:pt x="126" y="1998"/>
                  </a:lnTo>
                  <a:lnTo>
                    <a:pt x="126" y="2001"/>
                  </a:lnTo>
                  <a:lnTo>
                    <a:pt x="129" y="2005"/>
                  </a:lnTo>
                  <a:lnTo>
                    <a:pt x="129" y="2009"/>
                  </a:lnTo>
                  <a:lnTo>
                    <a:pt x="133" y="2012"/>
                  </a:lnTo>
                  <a:lnTo>
                    <a:pt x="137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4" y="2034"/>
                  </a:lnTo>
                  <a:lnTo>
                    <a:pt x="147" y="2037"/>
                  </a:lnTo>
                  <a:lnTo>
                    <a:pt x="147" y="2041"/>
                  </a:lnTo>
                  <a:lnTo>
                    <a:pt x="151" y="2045"/>
                  </a:lnTo>
                  <a:lnTo>
                    <a:pt x="155" y="2048"/>
                  </a:lnTo>
                  <a:lnTo>
                    <a:pt x="155" y="2052"/>
                  </a:lnTo>
                  <a:lnTo>
                    <a:pt x="158" y="2055"/>
                  </a:lnTo>
                  <a:lnTo>
                    <a:pt x="158" y="2059"/>
                  </a:lnTo>
                  <a:lnTo>
                    <a:pt x="162" y="2063"/>
                  </a:lnTo>
                  <a:lnTo>
                    <a:pt x="162" y="2066"/>
                  </a:lnTo>
                  <a:lnTo>
                    <a:pt x="165" y="2070"/>
                  </a:lnTo>
                  <a:lnTo>
                    <a:pt x="169" y="2073"/>
                  </a:lnTo>
                  <a:lnTo>
                    <a:pt x="173" y="2077"/>
                  </a:lnTo>
                  <a:lnTo>
                    <a:pt x="173" y="2081"/>
                  </a:lnTo>
                  <a:lnTo>
                    <a:pt x="176" y="2084"/>
                  </a:lnTo>
                  <a:lnTo>
                    <a:pt x="180" y="2088"/>
                  </a:lnTo>
                  <a:lnTo>
                    <a:pt x="183" y="2091"/>
                  </a:lnTo>
                  <a:lnTo>
                    <a:pt x="183" y="2095"/>
                  </a:lnTo>
                  <a:lnTo>
                    <a:pt x="187" y="2099"/>
                  </a:lnTo>
                  <a:lnTo>
                    <a:pt x="191" y="2102"/>
                  </a:lnTo>
                  <a:lnTo>
                    <a:pt x="194" y="2106"/>
                  </a:lnTo>
                  <a:lnTo>
                    <a:pt x="198" y="2106"/>
                  </a:lnTo>
                  <a:lnTo>
                    <a:pt x="201" y="2109"/>
                  </a:lnTo>
                  <a:lnTo>
                    <a:pt x="205" y="2109"/>
                  </a:lnTo>
                  <a:lnTo>
                    <a:pt x="209" y="2109"/>
                  </a:lnTo>
                  <a:lnTo>
                    <a:pt x="212" y="2109"/>
                  </a:lnTo>
                  <a:lnTo>
                    <a:pt x="216" y="2109"/>
                  </a:lnTo>
                  <a:lnTo>
                    <a:pt x="219" y="2109"/>
                  </a:lnTo>
                  <a:lnTo>
                    <a:pt x="223" y="2106"/>
                  </a:lnTo>
                  <a:lnTo>
                    <a:pt x="227" y="2102"/>
                  </a:lnTo>
                  <a:lnTo>
                    <a:pt x="230" y="2102"/>
                  </a:lnTo>
                  <a:lnTo>
                    <a:pt x="234" y="2099"/>
                  </a:lnTo>
                  <a:lnTo>
                    <a:pt x="237" y="2095"/>
                  </a:lnTo>
                  <a:lnTo>
                    <a:pt x="241" y="2091"/>
                  </a:lnTo>
                  <a:lnTo>
                    <a:pt x="245" y="2088"/>
                  </a:lnTo>
                  <a:lnTo>
                    <a:pt x="248" y="2084"/>
                  </a:lnTo>
                  <a:lnTo>
                    <a:pt x="248" y="2081"/>
                  </a:lnTo>
                  <a:lnTo>
                    <a:pt x="252" y="2077"/>
                  </a:lnTo>
                  <a:lnTo>
                    <a:pt x="252" y="2073"/>
                  </a:lnTo>
                  <a:lnTo>
                    <a:pt x="255" y="2070"/>
                  </a:lnTo>
                  <a:lnTo>
                    <a:pt x="259" y="2066"/>
                  </a:lnTo>
                  <a:lnTo>
                    <a:pt x="259" y="2063"/>
                  </a:lnTo>
                  <a:lnTo>
                    <a:pt x="259" y="2059"/>
                  </a:lnTo>
                  <a:lnTo>
                    <a:pt x="263" y="2055"/>
                  </a:lnTo>
                  <a:lnTo>
                    <a:pt x="266" y="2052"/>
                  </a:lnTo>
                  <a:lnTo>
                    <a:pt x="266" y="2048"/>
                  </a:lnTo>
                  <a:lnTo>
                    <a:pt x="270" y="2045"/>
                  </a:lnTo>
                  <a:lnTo>
                    <a:pt x="270" y="2041"/>
                  </a:lnTo>
                  <a:lnTo>
                    <a:pt x="273" y="2037"/>
                  </a:lnTo>
                  <a:lnTo>
                    <a:pt x="273" y="2034"/>
                  </a:lnTo>
                  <a:lnTo>
                    <a:pt x="277" y="2030"/>
                  </a:lnTo>
                  <a:lnTo>
                    <a:pt x="277" y="2027"/>
                  </a:lnTo>
                  <a:lnTo>
                    <a:pt x="277" y="2023"/>
                  </a:lnTo>
                  <a:lnTo>
                    <a:pt x="281" y="2019"/>
                  </a:lnTo>
                  <a:lnTo>
                    <a:pt x="284" y="2016"/>
                  </a:lnTo>
                  <a:lnTo>
                    <a:pt x="284" y="2012"/>
                  </a:lnTo>
                  <a:lnTo>
                    <a:pt x="284" y="2009"/>
                  </a:lnTo>
                  <a:lnTo>
                    <a:pt x="288" y="2005"/>
                  </a:lnTo>
                  <a:lnTo>
                    <a:pt x="291" y="2001"/>
                  </a:lnTo>
                  <a:lnTo>
                    <a:pt x="291" y="1998"/>
                  </a:lnTo>
                  <a:lnTo>
                    <a:pt x="291" y="1994"/>
                  </a:lnTo>
                  <a:lnTo>
                    <a:pt x="295" y="1991"/>
                  </a:lnTo>
                  <a:lnTo>
                    <a:pt x="295" y="1987"/>
                  </a:lnTo>
                  <a:lnTo>
                    <a:pt x="299" y="1983"/>
                  </a:lnTo>
                  <a:lnTo>
                    <a:pt x="302" y="1980"/>
                  </a:lnTo>
                  <a:lnTo>
                    <a:pt x="302" y="1976"/>
                  </a:lnTo>
                  <a:lnTo>
                    <a:pt x="302" y="1973"/>
                  </a:lnTo>
                  <a:lnTo>
                    <a:pt x="306" y="1969"/>
                  </a:lnTo>
                  <a:lnTo>
                    <a:pt x="309" y="1965"/>
                  </a:lnTo>
                  <a:lnTo>
                    <a:pt x="309" y="1962"/>
                  </a:lnTo>
                  <a:lnTo>
                    <a:pt x="313" y="1958"/>
                  </a:lnTo>
                  <a:lnTo>
                    <a:pt x="317" y="1955"/>
                  </a:lnTo>
                  <a:lnTo>
                    <a:pt x="317" y="1951"/>
                  </a:lnTo>
                  <a:lnTo>
                    <a:pt x="320" y="1947"/>
                  </a:lnTo>
                  <a:lnTo>
                    <a:pt x="324" y="1944"/>
                  </a:lnTo>
                  <a:lnTo>
                    <a:pt x="327" y="1940"/>
                  </a:lnTo>
                  <a:lnTo>
                    <a:pt x="327" y="1937"/>
                  </a:lnTo>
                  <a:lnTo>
                    <a:pt x="331" y="1933"/>
                  </a:lnTo>
                  <a:lnTo>
                    <a:pt x="335" y="1929"/>
                  </a:lnTo>
                  <a:lnTo>
                    <a:pt x="338" y="1926"/>
                  </a:lnTo>
                  <a:lnTo>
                    <a:pt x="342" y="1926"/>
                  </a:lnTo>
                  <a:lnTo>
                    <a:pt x="345" y="1926"/>
                  </a:lnTo>
                  <a:lnTo>
                    <a:pt x="349" y="1926"/>
                  </a:lnTo>
                  <a:lnTo>
                    <a:pt x="353" y="1926"/>
                  </a:lnTo>
                  <a:lnTo>
                    <a:pt x="356" y="1926"/>
                  </a:lnTo>
                  <a:lnTo>
                    <a:pt x="360" y="1926"/>
                  </a:lnTo>
                  <a:lnTo>
                    <a:pt x="363" y="1929"/>
                  </a:lnTo>
                  <a:lnTo>
                    <a:pt x="367" y="1933"/>
                  </a:lnTo>
                  <a:lnTo>
                    <a:pt x="371" y="1937"/>
                  </a:lnTo>
                  <a:lnTo>
                    <a:pt x="374" y="1940"/>
                  </a:lnTo>
                  <a:lnTo>
                    <a:pt x="378" y="1944"/>
                  </a:lnTo>
                  <a:lnTo>
                    <a:pt x="381" y="1947"/>
                  </a:lnTo>
                  <a:lnTo>
                    <a:pt x="381" y="1951"/>
                  </a:lnTo>
                  <a:lnTo>
                    <a:pt x="385" y="1955"/>
                  </a:lnTo>
                  <a:lnTo>
                    <a:pt x="389" y="1958"/>
                  </a:lnTo>
                  <a:lnTo>
                    <a:pt x="389" y="1962"/>
                  </a:lnTo>
                  <a:lnTo>
                    <a:pt x="392" y="1965"/>
                  </a:lnTo>
                  <a:lnTo>
                    <a:pt x="396" y="1969"/>
                  </a:lnTo>
                  <a:lnTo>
                    <a:pt x="396" y="1973"/>
                  </a:lnTo>
                  <a:lnTo>
                    <a:pt x="396" y="1976"/>
                  </a:lnTo>
                  <a:lnTo>
                    <a:pt x="399" y="1980"/>
                  </a:lnTo>
                  <a:lnTo>
                    <a:pt x="403" y="1983"/>
                  </a:lnTo>
                  <a:lnTo>
                    <a:pt x="403" y="1987"/>
                  </a:lnTo>
                  <a:lnTo>
                    <a:pt x="403" y="1991"/>
                  </a:lnTo>
                  <a:lnTo>
                    <a:pt x="407" y="1994"/>
                  </a:lnTo>
                  <a:lnTo>
                    <a:pt x="407" y="1998"/>
                  </a:lnTo>
                  <a:lnTo>
                    <a:pt x="407" y="2001"/>
                  </a:lnTo>
                  <a:lnTo>
                    <a:pt x="410" y="2005"/>
                  </a:lnTo>
                  <a:lnTo>
                    <a:pt x="410" y="2009"/>
                  </a:lnTo>
                  <a:lnTo>
                    <a:pt x="414" y="2012"/>
                  </a:lnTo>
                  <a:lnTo>
                    <a:pt x="414" y="2016"/>
                  </a:lnTo>
                  <a:lnTo>
                    <a:pt x="417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1" y="2034"/>
                  </a:lnTo>
                  <a:lnTo>
                    <a:pt x="425" y="2037"/>
                  </a:lnTo>
                  <a:lnTo>
                    <a:pt x="425" y="2041"/>
                  </a:lnTo>
                  <a:lnTo>
                    <a:pt x="425" y="2045"/>
                  </a:lnTo>
                  <a:lnTo>
                    <a:pt x="428" y="2048"/>
                  </a:lnTo>
                  <a:lnTo>
                    <a:pt x="428" y="2052"/>
                  </a:lnTo>
                  <a:lnTo>
                    <a:pt x="432" y="2055"/>
                  </a:lnTo>
                  <a:lnTo>
                    <a:pt x="432" y="2059"/>
                  </a:lnTo>
                  <a:lnTo>
                    <a:pt x="435" y="2063"/>
                  </a:lnTo>
                  <a:lnTo>
                    <a:pt x="435" y="2066"/>
                  </a:lnTo>
                  <a:lnTo>
                    <a:pt x="439" y="2070"/>
                  </a:lnTo>
                  <a:lnTo>
                    <a:pt x="439" y="2073"/>
                  </a:lnTo>
                  <a:lnTo>
                    <a:pt x="439" y="2077"/>
                  </a:lnTo>
                  <a:lnTo>
                    <a:pt x="443" y="2081"/>
                  </a:lnTo>
                  <a:lnTo>
                    <a:pt x="443" y="2084"/>
                  </a:lnTo>
                  <a:lnTo>
                    <a:pt x="446" y="2088"/>
                  </a:lnTo>
                  <a:lnTo>
                    <a:pt x="446" y="2091"/>
                  </a:lnTo>
                  <a:lnTo>
                    <a:pt x="450" y="2095"/>
                  </a:lnTo>
                  <a:lnTo>
                    <a:pt x="450" y="2099"/>
                  </a:lnTo>
                  <a:lnTo>
                    <a:pt x="453" y="2102"/>
                  </a:lnTo>
                  <a:lnTo>
                    <a:pt x="453" y="2106"/>
                  </a:lnTo>
                  <a:lnTo>
                    <a:pt x="457" y="2109"/>
                  </a:lnTo>
                  <a:lnTo>
                    <a:pt x="457" y="2113"/>
                  </a:lnTo>
                  <a:lnTo>
                    <a:pt x="461" y="2117"/>
                  </a:lnTo>
                  <a:lnTo>
                    <a:pt x="464" y="2120"/>
                  </a:lnTo>
                  <a:lnTo>
                    <a:pt x="468" y="2124"/>
                  </a:lnTo>
                  <a:lnTo>
                    <a:pt x="468" y="2127"/>
                  </a:lnTo>
                  <a:lnTo>
                    <a:pt x="471" y="2131"/>
                  </a:lnTo>
                  <a:lnTo>
                    <a:pt x="475" y="2135"/>
                  </a:lnTo>
                  <a:lnTo>
                    <a:pt x="479" y="2138"/>
                  </a:lnTo>
                  <a:lnTo>
                    <a:pt x="482" y="2138"/>
                  </a:lnTo>
                  <a:lnTo>
                    <a:pt x="486" y="2142"/>
                  </a:lnTo>
                  <a:lnTo>
                    <a:pt x="489" y="2142"/>
                  </a:lnTo>
                  <a:lnTo>
                    <a:pt x="493" y="2142"/>
                  </a:lnTo>
                  <a:lnTo>
                    <a:pt x="497" y="2138"/>
                  </a:lnTo>
                  <a:lnTo>
                    <a:pt x="500" y="2138"/>
                  </a:lnTo>
                  <a:lnTo>
                    <a:pt x="504" y="2135"/>
                  </a:lnTo>
                  <a:lnTo>
                    <a:pt x="507" y="2131"/>
                  </a:lnTo>
                  <a:lnTo>
                    <a:pt x="511" y="2127"/>
                  </a:lnTo>
                  <a:lnTo>
                    <a:pt x="515" y="2124"/>
                  </a:lnTo>
                  <a:lnTo>
                    <a:pt x="518" y="2120"/>
                  </a:lnTo>
                  <a:lnTo>
                    <a:pt x="518" y="2117"/>
                  </a:lnTo>
                  <a:lnTo>
                    <a:pt x="522" y="2113"/>
                  </a:lnTo>
                  <a:lnTo>
                    <a:pt x="525" y="2109"/>
                  </a:lnTo>
                  <a:lnTo>
                    <a:pt x="525" y="2106"/>
                  </a:lnTo>
                  <a:lnTo>
                    <a:pt x="525" y="2102"/>
                  </a:lnTo>
                  <a:lnTo>
                    <a:pt x="529" y="2099"/>
                  </a:lnTo>
                  <a:lnTo>
                    <a:pt x="533" y="2095"/>
                  </a:lnTo>
                  <a:lnTo>
                    <a:pt x="533" y="2091"/>
                  </a:lnTo>
                  <a:lnTo>
                    <a:pt x="533" y="2088"/>
                  </a:lnTo>
                  <a:lnTo>
                    <a:pt x="536" y="2084"/>
                  </a:lnTo>
                  <a:lnTo>
                    <a:pt x="536" y="2081"/>
                  </a:lnTo>
                  <a:lnTo>
                    <a:pt x="536" y="2077"/>
                  </a:lnTo>
                  <a:lnTo>
                    <a:pt x="540" y="2073"/>
                  </a:lnTo>
                  <a:lnTo>
                    <a:pt x="540" y="2070"/>
                  </a:lnTo>
                  <a:lnTo>
                    <a:pt x="543" y="2066"/>
                  </a:lnTo>
                  <a:lnTo>
                    <a:pt x="543" y="2063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52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41"/>
                  </a:lnTo>
                  <a:lnTo>
                    <a:pt x="554" y="2037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6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5" y="2005"/>
                  </a:lnTo>
                  <a:lnTo>
                    <a:pt x="565" y="1998"/>
                  </a:lnTo>
                  <a:lnTo>
                    <a:pt x="569" y="1994"/>
                  </a:lnTo>
                  <a:lnTo>
                    <a:pt x="569" y="1991"/>
                  </a:lnTo>
                  <a:lnTo>
                    <a:pt x="569" y="1987"/>
                  </a:lnTo>
                  <a:lnTo>
                    <a:pt x="572" y="1983"/>
                  </a:lnTo>
                  <a:lnTo>
                    <a:pt x="572" y="1980"/>
                  </a:lnTo>
                  <a:lnTo>
                    <a:pt x="576" y="1976"/>
                  </a:lnTo>
                  <a:lnTo>
                    <a:pt x="576" y="1973"/>
                  </a:lnTo>
                  <a:lnTo>
                    <a:pt x="576" y="1969"/>
                  </a:lnTo>
                  <a:lnTo>
                    <a:pt x="579" y="1965"/>
                  </a:lnTo>
                  <a:lnTo>
                    <a:pt x="579" y="1958"/>
                  </a:lnTo>
                  <a:lnTo>
                    <a:pt x="579" y="1955"/>
                  </a:lnTo>
                  <a:lnTo>
                    <a:pt x="583" y="1951"/>
                  </a:lnTo>
                  <a:lnTo>
                    <a:pt x="583" y="1947"/>
                  </a:lnTo>
                  <a:lnTo>
                    <a:pt x="587" y="1944"/>
                  </a:lnTo>
                  <a:lnTo>
                    <a:pt x="587" y="1940"/>
                  </a:lnTo>
                  <a:lnTo>
                    <a:pt x="587" y="1937"/>
                  </a:lnTo>
                  <a:lnTo>
                    <a:pt x="590" y="1933"/>
                  </a:lnTo>
                  <a:lnTo>
                    <a:pt x="594" y="1929"/>
                  </a:lnTo>
                  <a:lnTo>
                    <a:pt x="594" y="1926"/>
                  </a:lnTo>
                  <a:lnTo>
                    <a:pt x="594" y="1922"/>
                  </a:lnTo>
                  <a:lnTo>
                    <a:pt x="597" y="1919"/>
                  </a:lnTo>
                  <a:lnTo>
                    <a:pt x="597" y="1915"/>
                  </a:lnTo>
                  <a:lnTo>
                    <a:pt x="601" y="1911"/>
                  </a:lnTo>
                  <a:lnTo>
                    <a:pt x="601" y="1908"/>
                  </a:lnTo>
                  <a:lnTo>
                    <a:pt x="605" y="1904"/>
                  </a:lnTo>
                  <a:lnTo>
                    <a:pt x="605" y="1901"/>
                  </a:lnTo>
                  <a:lnTo>
                    <a:pt x="608" y="1897"/>
                  </a:lnTo>
                  <a:lnTo>
                    <a:pt x="612" y="1893"/>
                  </a:lnTo>
                  <a:lnTo>
                    <a:pt x="615" y="1890"/>
                  </a:lnTo>
                  <a:lnTo>
                    <a:pt x="619" y="1886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79"/>
                  </a:lnTo>
                  <a:lnTo>
                    <a:pt x="633" y="1883"/>
                  </a:lnTo>
                  <a:lnTo>
                    <a:pt x="637" y="1883"/>
                  </a:lnTo>
                  <a:lnTo>
                    <a:pt x="641" y="1886"/>
                  </a:lnTo>
                  <a:lnTo>
                    <a:pt x="644" y="1890"/>
                  </a:lnTo>
                  <a:lnTo>
                    <a:pt x="648" y="1893"/>
                  </a:lnTo>
                  <a:lnTo>
                    <a:pt x="651" y="1897"/>
                  </a:lnTo>
                  <a:lnTo>
                    <a:pt x="655" y="1901"/>
                  </a:lnTo>
                  <a:lnTo>
                    <a:pt x="655" y="1904"/>
                  </a:lnTo>
                  <a:lnTo>
                    <a:pt x="659" y="1908"/>
                  </a:lnTo>
                  <a:lnTo>
                    <a:pt x="659" y="1911"/>
                  </a:lnTo>
                  <a:lnTo>
                    <a:pt x="662" y="1915"/>
                  </a:lnTo>
                  <a:lnTo>
                    <a:pt x="662" y="1919"/>
                  </a:lnTo>
                  <a:lnTo>
                    <a:pt x="666" y="1922"/>
                  </a:lnTo>
                  <a:lnTo>
                    <a:pt x="666" y="1926"/>
                  </a:lnTo>
                  <a:lnTo>
                    <a:pt x="666" y="1929"/>
                  </a:lnTo>
                  <a:lnTo>
                    <a:pt x="669" y="1933"/>
                  </a:lnTo>
                  <a:lnTo>
                    <a:pt x="669" y="1937"/>
                  </a:lnTo>
                  <a:lnTo>
                    <a:pt x="673" y="1940"/>
                  </a:lnTo>
                  <a:lnTo>
                    <a:pt x="673" y="1944"/>
                  </a:lnTo>
                  <a:lnTo>
                    <a:pt x="673" y="1951"/>
                  </a:lnTo>
                  <a:lnTo>
                    <a:pt x="677" y="1955"/>
                  </a:lnTo>
                  <a:lnTo>
                    <a:pt x="677" y="1958"/>
                  </a:lnTo>
                  <a:lnTo>
                    <a:pt x="680" y="1962"/>
                  </a:lnTo>
                  <a:lnTo>
                    <a:pt x="680" y="1965"/>
                  </a:lnTo>
                  <a:lnTo>
                    <a:pt x="680" y="1973"/>
                  </a:lnTo>
                  <a:lnTo>
                    <a:pt x="684" y="1976"/>
                  </a:lnTo>
                  <a:lnTo>
                    <a:pt x="684" y="1980"/>
                  </a:lnTo>
                  <a:lnTo>
                    <a:pt x="684" y="1983"/>
                  </a:lnTo>
                  <a:lnTo>
                    <a:pt x="687" y="1991"/>
                  </a:lnTo>
                  <a:lnTo>
                    <a:pt x="687" y="1994"/>
                  </a:lnTo>
                  <a:lnTo>
                    <a:pt x="691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5" y="2012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30"/>
                  </a:lnTo>
                  <a:lnTo>
                    <a:pt x="698" y="2034"/>
                  </a:lnTo>
                  <a:lnTo>
                    <a:pt x="702" y="2037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09" y="2073"/>
                  </a:lnTo>
                  <a:lnTo>
                    <a:pt x="713" y="2081"/>
                  </a:lnTo>
                  <a:lnTo>
                    <a:pt x="713" y="2084"/>
                  </a:lnTo>
                  <a:lnTo>
                    <a:pt x="716" y="2091"/>
                  </a:lnTo>
                  <a:lnTo>
                    <a:pt x="716" y="2095"/>
                  </a:lnTo>
                  <a:lnTo>
                    <a:pt x="716" y="2099"/>
                  </a:lnTo>
                  <a:lnTo>
                    <a:pt x="720" y="2106"/>
                  </a:lnTo>
                  <a:lnTo>
                    <a:pt x="720" y="2109"/>
                  </a:lnTo>
                  <a:lnTo>
                    <a:pt x="723" y="2113"/>
                  </a:lnTo>
                  <a:lnTo>
                    <a:pt x="723" y="2120"/>
                  </a:lnTo>
                  <a:lnTo>
                    <a:pt x="723" y="2124"/>
                  </a:lnTo>
                  <a:lnTo>
                    <a:pt x="727" y="2127"/>
                  </a:lnTo>
                  <a:lnTo>
                    <a:pt x="727" y="2131"/>
                  </a:lnTo>
                  <a:lnTo>
                    <a:pt x="727" y="2138"/>
                  </a:lnTo>
                  <a:lnTo>
                    <a:pt x="731" y="2142"/>
                  </a:lnTo>
                  <a:lnTo>
                    <a:pt x="731" y="2145"/>
                  </a:lnTo>
                  <a:lnTo>
                    <a:pt x="734" y="2149"/>
                  </a:lnTo>
                  <a:lnTo>
                    <a:pt x="734" y="2153"/>
                  </a:lnTo>
                  <a:lnTo>
                    <a:pt x="734" y="2156"/>
                  </a:lnTo>
                  <a:lnTo>
                    <a:pt x="738" y="2160"/>
                  </a:lnTo>
                  <a:lnTo>
                    <a:pt x="738" y="2163"/>
                  </a:lnTo>
                  <a:lnTo>
                    <a:pt x="741" y="2167"/>
                  </a:lnTo>
                  <a:lnTo>
                    <a:pt x="741" y="2171"/>
                  </a:lnTo>
                  <a:lnTo>
                    <a:pt x="741" y="2174"/>
                  </a:lnTo>
                  <a:lnTo>
                    <a:pt x="745" y="2178"/>
                  </a:lnTo>
                  <a:lnTo>
                    <a:pt x="745" y="2181"/>
                  </a:lnTo>
                  <a:lnTo>
                    <a:pt x="749" y="2185"/>
                  </a:lnTo>
                  <a:lnTo>
                    <a:pt x="749" y="2189"/>
                  </a:lnTo>
                  <a:lnTo>
                    <a:pt x="752" y="2192"/>
                  </a:lnTo>
                  <a:lnTo>
                    <a:pt x="752" y="2196"/>
                  </a:lnTo>
                  <a:lnTo>
                    <a:pt x="756" y="2199"/>
                  </a:lnTo>
                  <a:lnTo>
                    <a:pt x="759" y="2203"/>
                  </a:lnTo>
                  <a:lnTo>
                    <a:pt x="763" y="2207"/>
                  </a:lnTo>
                  <a:lnTo>
                    <a:pt x="767" y="2207"/>
                  </a:lnTo>
                  <a:lnTo>
                    <a:pt x="770" y="2210"/>
                  </a:lnTo>
                  <a:lnTo>
                    <a:pt x="774" y="2207"/>
                  </a:lnTo>
                  <a:lnTo>
                    <a:pt x="777" y="2207"/>
                  </a:lnTo>
                  <a:lnTo>
                    <a:pt x="781" y="2203"/>
                  </a:lnTo>
                  <a:lnTo>
                    <a:pt x="785" y="2199"/>
                  </a:lnTo>
                  <a:lnTo>
                    <a:pt x="788" y="2196"/>
                  </a:lnTo>
                  <a:lnTo>
                    <a:pt x="788" y="2192"/>
                  </a:lnTo>
                  <a:lnTo>
                    <a:pt x="792" y="2189"/>
                  </a:lnTo>
                  <a:lnTo>
                    <a:pt x="792" y="2185"/>
                  </a:lnTo>
                  <a:lnTo>
                    <a:pt x="795" y="2181"/>
                  </a:lnTo>
                  <a:lnTo>
                    <a:pt x="795" y="2178"/>
                  </a:lnTo>
                  <a:lnTo>
                    <a:pt x="795" y="2174"/>
                  </a:lnTo>
                  <a:lnTo>
                    <a:pt x="799" y="2171"/>
                  </a:lnTo>
                  <a:lnTo>
                    <a:pt x="799" y="2167"/>
                  </a:lnTo>
                  <a:lnTo>
                    <a:pt x="803" y="2163"/>
                  </a:lnTo>
                  <a:lnTo>
                    <a:pt x="803" y="2160"/>
                  </a:lnTo>
                  <a:lnTo>
                    <a:pt x="803" y="2156"/>
                  </a:lnTo>
                  <a:lnTo>
                    <a:pt x="806" y="2153"/>
                  </a:lnTo>
                  <a:lnTo>
                    <a:pt x="806" y="2145"/>
                  </a:lnTo>
                  <a:lnTo>
                    <a:pt x="810" y="2142"/>
                  </a:lnTo>
                  <a:lnTo>
                    <a:pt x="810" y="2138"/>
                  </a:lnTo>
                  <a:lnTo>
                    <a:pt x="810" y="2131"/>
                  </a:lnTo>
                  <a:lnTo>
                    <a:pt x="813" y="2127"/>
                  </a:lnTo>
                  <a:lnTo>
                    <a:pt x="813" y="2124"/>
                  </a:lnTo>
                  <a:lnTo>
                    <a:pt x="817" y="2117"/>
                  </a:lnTo>
                  <a:lnTo>
                    <a:pt x="817" y="2113"/>
                  </a:lnTo>
                  <a:lnTo>
                    <a:pt x="817" y="2106"/>
                  </a:lnTo>
                  <a:lnTo>
                    <a:pt x="821" y="2099"/>
                  </a:lnTo>
                  <a:lnTo>
                    <a:pt x="821" y="2095"/>
                  </a:lnTo>
                  <a:lnTo>
                    <a:pt x="821" y="2088"/>
                  </a:lnTo>
                  <a:lnTo>
                    <a:pt x="824" y="2081"/>
                  </a:lnTo>
                  <a:lnTo>
                    <a:pt x="824" y="2077"/>
                  </a:lnTo>
                  <a:lnTo>
                    <a:pt x="828" y="2070"/>
                  </a:lnTo>
                  <a:lnTo>
                    <a:pt x="828" y="2063"/>
                  </a:lnTo>
                  <a:lnTo>
                    <a:pt x="828" y="2055"/>
                  </a:lnTo>
                  <a:lnTo>
                    <a:pt x="831" y="2052"/>
                  </a:lnTo>
                  <a:lnTo>
                    <a:pt x="831" y="2045"/>
                  </a:lnTo>
                  <a:lnTo>
                    <a:pt x="835" y="2037"/>
                  </a:lnTo>
                  <a:lnTo>
                    <a:pt x="835" y="2030"/>
                  </a:lnTo>
                  <a:lnTo>
                    <a:pt x="835" y="2023"/>
                  </a:lnTo>
                  <a:lnTo>
                    <a:pt x="839" y="2016"/>
                  </a:lnTo>
                  <a:lnTo>
                    <a:pt x="839" y="2009"/>
                  </a:lnTo>
                  <a:lnTo>
                    <a:pt x="839" y="2005"/>
                  </a:lnTo>
                  <a:lnTo>
                    <a:pt x="842" y="1998"/>
                  </a:lnTo>
                  <a:lnTo>
                    <a:pt x="842" y="1991"/>
                  </a:lnTo>
                  <a:lnTo>
                    <a:pt x="846" y="1983"/>
                  </a:lnTo>
                  <a:lnTo>
                    <a:pt x="846" y="1976"/>
                  </a:lnTo>
                  <a:lnTo>
                    <a:pt x="846" y="1969"/>
                  </a:lnTo>
                  <a:lnTo>
                    <a:pt x="849" y="1962"/>
                  </a:lnTo>
                  <a:lnTo>
                    <a:pt x="849" y="1955"/>
                  </a:lnTo>
                  <a:lnTo>
                    <a:pt x="853" y="1947"/>
                  </a:lnTo>
                  <a:lnTo>
                    <a:pt x="853" y="1940"/>
                  </a:lnTo>
                  <a:lnTo>
                    <a:pt x="853" y="1937"/>
                  </a:lnTo>
                  <a:lnTo>
                    <a:pt x="857" y="1929"/>
                  </a:lnTo>
                  <a:lnTo>
                    <a:pt x="857" y="1922"/>
                  </a:lnTo>
                  <a:lnTo>
                    <a:pt x="860" y="1915"/>
                  </a:lnTo>
                  <a:lnTo>
                    <a:pt x="860" y="1908"/>
                  </a:lnTo>
                  <a:lnTo>
                    <a:pt x="860" y="1901"/>
                  </a:lnTo>
                  <a:lnTo>
                    <a:pt x="864" y="1893"/>
                  </a:lnTo>
                  <a:lnTo>
                    <a:pt x="864" y="1890"/>
                  </a:lnTo>
                  <a:lnTo>
                    <a:pt x="864" y="1883"/>
                  </a:lnTo>
                  <a:lnTo>
                    <a:pt x="867" y="1875"/>
                  </a:lnTo>
                  <a:lnTo>
                    <a:pt x="867" y="1872"/>
                  </a:lnTo>
                  <a:lnTo>
                    <a:pt x="871" y="1865"/>
                  </a:lnTo>
                  <a:lnTo>
                    <a:pt x="871" y="1857"/>
                  </a:lnTo>
                  <a:lnTo>
                    <a:pt x="871" y="1854"/>
                  </a:lnTo>
                  <a:lnTo>
                    <a:pt x="875" y="1847"/>
                  </a:lnTo>
                  <a:lnTo>
                    <a:pt x="875" y="1843"/>
                  </a:lnTo>
                  <a:lnTo>
                    <a:pt x="878" y="1836"/>
                  </a:lnTo>
                  <a:lnTo>
                    <a:pt x="878" y="1832"/>
                  </a:lnTo>
                  <a:lnTo>
                    <a:pt x="878" y="1825"/>
                  </a:lnTo>
                  <a:lnTo>
                    <a:pt x="882" y="1821"/>
                  </a:lnTo>
                  <a:lnTo>
                    <a:pt x="882" y="1818"/>
                  </a:lnTo>
                  <a:lnTo>
                    <a:pt x="882" y="1811"/>
                  </a:lnTo>
                  <a:lnTo>
                    <a:pt x="885" y="1807"/>
                  </a:lnTo>
                  <a:lnTo>
                    <a:pt x="885" y="1803"/>
                  </a:lnTo>
                  <a:lnTo>
                    <a:pt x="889" y="1800"/>
                  </a:lnTo>
                  <a:lnTo>
                    <a:pt x="889" y="1796"/>
                  </a:lnTo>
                  <a:lnTo>
                    <a:pt x="889" y="1793"/>
                  </a:lnTo>
                  <a:lnTo>
                    <a:pt x="893" y="1789"/>
                  </a:lnTo>
                  <a:lnTo>
                    <a:pt x="893" y="1785"/>
                  </a:lnTo>
                  <a:lnTo>
                    <a:pt x="896" y="1782"/>
                  </a:lnTo>
                  <a:lnTo>
                    <a:pt x="896" y="1778"/>
                  </a:lnTo>
                  <a:lnTo>
                    <a:pt x="900" y="1775"/>
                  </a:lnTo>
                  <a:lnTo>
                    <a:pt x="903" y="1771"/>
                  </a:lnTo>
                  <a:lnTo>
                    <a:pt x="907" y="1767"/>
                  </a:lnTo>
                  <a:lnTo>
                    <a:pt x="911" y="1764"/>
                  </a:lnTo>
                  <a:lnTo>
                    <a:pt x="914" y="1764"/>
                  </a:lnTo>
                  <a:lnTo>
                    <a:pt x="918" y="1767"/>
                  </a:lnTo>
                  <a:lnTo>
                    <a:pt x="921" y="1771"/>
                  </a:lnTo>
                  <a:lnTo>
                    <a:pt x="925" y="1775"/>
                  </a:lnTo>
                  <a:lnTo>
                    <a:pt x="925" y="1778"/>
                  </a:lnTo>
                  <a:lnTo>
                    <a:pt x="929" y="1782"/>
                  </a:lnTo>
                  <a:lnTo>
                    <a:pt x="929" y="1785"/>
                  </a:lnTo>
                  <a:lnTo>
                    <a:pt x="932" y="1789"/>
                  </a:lnTo>
                  <a:lnTo>
                    <a:pt x="932" y="1793"/>
                  </a:lnTo>
                  <a:lnTo>
                    <a:pt x="932" y="1796"/>
                  </a:lnTo>
                  <a:lnTo>
                    <a:pt x="936" y="1803"/>
                  </a:lnTo>
                  <a:lnTo>
                    <a:pt x="936" y="1807"/>
                  </a:lnTo>
                  <a:lnTo>
                    <a:pt x="939" y="1811"/>
                  </a:lnTo>
                  <a:lnTo>
                    <a:pt x="939" y="1818"/>
                  </a:lnTo>
                  <a:lnTo>
                    <a:pt x="939" y="1821"/>
                  </a:lnTo>
                  <a:lnTo>
                    <a:pt x="943" y="1829"/>
                  </a:lnTo>
                  <a:lnTo>
                    <a:pt x="943" y="1832"/>
                  </a:lnTo>
                  <a:lnTo>
                    <a:pt x="947" y="1839"/>
                  </a:lnTo>
                  <a:lnTo>
                    <a:pt x="947" y="1847"/>
                  </a:lnTo>
                  <a:lnTo>
                    <a:pt x="947" y="1850"/>
                  </a:lnTo>
                  <a:lnTo>
                    <a:pt x="950" y="1857"/>
                  </a:lnTo>
                  <a:lnTo>
                    <a:pt x="950" y="1865"/>
                  </a:lnTo>
                  <a:lnTo>
                    <a:pt x="950" y="1872"/>
                  </a:lnTo>
                  <a:lnTo>
                    <a:pt x="954" y="1879"/>
                  </a:lnTo>
                  <a:lnTo>
                    <a:pt x="954" y="1886"/>
                  </a:lnTo>
                  <a:lnTo>
                    <a:pt x="957" y="1897"/>
                  </a:lnTo>
                  <a:lnTo>
                    <a:pt x="957" y="1904"/>
                  </a:lnTo>
                  <a:lnTo>
                    <a:pt x="957" y="1911"/>
                  </a:lnTo>
                  <a:lnTo>
                    <a:pt x="961" y="1922"/>
                  </a:lnTo>
                  <a:lnTo>
                    <a:pt x="961" y="1929"/>
                  </a:lnTo>
                  <a:lnTo>
                    <a:pt x="965" y="1937"/>
                  </a:lnTo>
                  <a:lnTo>
                    <a:pt x="965" y="1947"/>
                  </a:lnTo>
                  <a:lnTo>
                    <a:pt x="965" y="1955"/>
                  </a:lnTo>
                  <a:lnTo>
                    <a:pt x="968" y="1965"/>
                  </a:lnTo>
                  <a:lnTo>
                    <a:pt x="968" y="1976"/>
                  </a:lnTo>
                  <a:lnTo>
                    <a:pt x="968" y="1983"/>
                  </a:lnTo>
                  <a:lnTo>
                    <a:pt x="972" y="1994"/>
                  </a:lnTo>
                  <a:lnTo>
                    <a:pt x="972" y="2005"/>
                  </a:lnTo>
                  <a:lnTo>
                    <a:pt x="975" y="2012"/>
                  </a:lnTo>
                  <a:lnTo>
                    <a:pt x="975" y="2023"/>
                  </a:lnTo>
                  <a:lnTo>
                    <a:pt x="975" y="2034"/>
                  </a:lnTo>
                  <a:lnTo>
                    <a:pt x="979" y="2045"/>
                  </a:lnTo>
                  <a:lnTo>
                    <a:pt x="979" y="2055"/>
                  </a:lnTo>
                  <a:lnTo>
                    <a:pt x="983" y="2066"/>
                  </a:lnTo>
                  <a:lnTo>
                    <a:pt x="983" y="2077"/>
                  </a:lnTo>
                  <a:lnTo>
                    <a:pt x="983" y="2088"/>
                  </a:lnTo>
                  <a:lnTo>
                    <a:pt x="986" y="2095"/>
                  </a:lnTo>
                  <a:lnTo>
                    <a:pt x="986" y="2106"/>
                  </a:lnTo>
                  <a:lnTo>
                    <a:pt x="990" y="2117"/>
                  </a:lnTo>
                  <a:lnTo>
                    <a:pt x="990" y="2127"/>
                  </a:lnTo>
                  <a:lnTo>
                    <a:pt x="990" y="2138"/>
                  </a:lnTo>
                  <a:lnTo>
                    <a:pt x="993" y="2149"/>
                  </a:lnTo>
                  <a:lnTo>
                    <a:pt x="993" y="2160"/>
                  </a:lnTo>
                  <a:lnTo>
                    <a:pt x="993" y="2171"/>
                  </a:lnTo>
                  <a:lnTo>
                    <a:pt x="997" y="2181"/>
                  </a:lnTo>
                  <a:lnTo>
                    <a:pt x="997" y="2192"/>
                  </a:lnTo>
                  <a:lnTo>
                    <a:pt x="1001" y="2203"/>
                  </a:lnTo>
                  <a:lnTo>
                    <a:pt x="1001" y="2214"/>
                  </a:lnTo>
                  <a:lnTo>
                    <a:pt x="1001" y="2225"/>
                  </a:lnTo>
                  <a:lnTo>
                    <a:pt x="1004" y="2235"/>
                  </a:lnTo>
                  <a:lnTo>
                    <a:pt x="1004" y="2243"/>
                  </a:lnTo>
                  <a:lnTo>
                    <a:pt x="1008" y="2253"/>
                  </a:lnTo>
                  <a:lnTo>
                    <a:pt x="1008" y="2264"/>
                  </a:lnTo>
                  <a:lnTo>
                    <a:pt x="1008" y="2275"/>
                  </a:lnTo>
                  <a:lnTo>
                    <a:pt x="1011" y="2286"/>
                  </a:lnTo>
                  <a:lnTo>
                    <a:pt x="1011" y="2293"/>
                  </a:lnTo>
                  <a:lnTo>
                    <a:pt x="1011" y="2304"/>
                  </a:lnTo>
                  <a:lnTo>
                    <a:pt x="1015" y="2311"/>
                  </a:lnTo>
                  <a:lnTo>
                    <a:pt x="1015" y="2322"/>
                  </a:lnTo>
                  <a:lnTo>
                    <a:pt x="1019" y="2329"/>
                  </a:lnTo>
                  <a:lnTo>
                    <a:pt x="1019" y="2340"/>
                  </a:lnTo>
                  <a:lnTo>
                    <a:pt x="1019" y="2347"/>
                  </a:lnTo>
                  <a:lnTo>
                    <a:pt x="1022" y="2354"/>
                  </a:lnTo>
                  <a:lnTo>
                    <a:pt x="1022" y="2365"/>
                  </a:lnTo>
                  <a:lnTo>
                    <a:pt x="1026" y="2372"/>
                  </a:lnTo>
                  <a:lnTo>
                    <a:pt x="1026" y="2379"/>
                  </a:lnTo>
                  <a:lnTo>
                    <a:pt x="1026" y="2387"/>
                  </a:lnTo>
                  <a:lnTo>
                    <a:pt x="1029" y="2394"/>
                  </a:lnTo>
                  <a:lnTo>
                    <a:pt x="1029" y="2401"/>
                  </a:lnTo>
                  <a:lnTo>
                    <a:pt x="1033" y="2408"/>
                  </a:lnTo>
                  <a:lnTo>
                    <a:pt x="1033" y="2412"/>
                  </a:lnTo>
                  <a:lnTo>
                    <a:pt x="1033" y="2419"/>
                  </a:lnTo>
                  <a:lnTo>
                    <a:pt x="1037" y="2423"/>
                  </a:lnTo>
                  <a:lnTo>
                    <a:pt x="1037" y="2430"/>
                  </a:lnTo>
                  <a:lnTo>
                    <a:pt x="1037" y="2433"/>
                  </a:lnTo>
                  <a:lnTo>
                    <a:pt x="1040" y="2437"/>
                  </a:lnTo>
                  <a:lnTo>
                    <a:pt x="1040" y="2444"/>
                  </a:lnTo>
                  <a:lnTo>
                    <a:pt x="1044" y="2448"/>
                  </a:lnTo>
                  <a:lnTo>
                    <a:pt x="1044" y="2451"/>
                  </a:lnTo>
                  <a:lnTo>
                    <a:pt x="1047" y="2455"/>
                  </a:lnTo>
                  <a:lnTo>
                    <a:pt x="1051" y="2459"/>
                  </a:lnTo>
                  <a:lnTo>
                    <a:pt x="1055" y="2462"/>
                  </a:lnTo>
                  <a:lnTo>
                    <a:pt x="1058" y="2462"/>
                  </a:lnTo>
                  <a:lnTo>
                    <a:pt x="1062" y="2459"/>
                  </a:lnTo>
                  <a:lnTo>
                    <a:pt x="1062" y="2455"/>
                  </a:lnTo>
                  <a:lnTo>
                    <a:pt x="1065" y="2451"/>
                  </a:lnTo>
                  <a:lnTo>
                    <a:pt x="1065" y="2448"/>
                  </a:lnTo>
                  <a:lnTo>
                    <a:pt x="1069" y="2444"/>
                  </a:lnTo>
                  <a:lnTo>
                    <a:pt x="1069" y="2441"/>
                  </a:lnTo>
                  <a:lnTo>
                    <a:pt x="1069" y="2437"/>
                  </a:lnTo>
                  <a:lnTo>
                    <a:pt x="1073" y="2430"/>
                  </a:lnTo>
                  <a:lnTo>
                    <a:pt x="1073" y="2426"/>
                  </a:lnTo>
                  <a:lnTo>
                    <a:pt x="1076" y="2419"/>
                  </a:lnTo>
                  <a:lnTo>
                    <a:pt x="1076" y="2412"/>
                  </a:lnTo>
                  <a:lnTo>
                    <a:pt x="1076" y="2405"/>
                  </a:lnTo>
                  <a:lnTo>
                    <a:pt x="1080" y="2397"/>
                  </a:lnTo>
                  <a:lnTo>
                    <a:pt x="1080" y="2387"/>
                  </a:lnTo>
                  <a:lnTo>
                    <a:pt x="1080" y="2379"/>
                  </a:lnTo>
                  <a:lnTo>
                    <a:pt x="1083" y="2369"/>
                  </a:lnTo>
                  <a:lnTo>
                    <a:pt x="1083" y="2361"/>
                  </a:lnTo>
                  <a:lnTo>
                    <a:pt x="1087" y="2351"/>
                  </a:lnTo>
                  <a:lnTo>
                    <a:pt x="1087" y="2340"/>
                  </a:lnTo>
                  <a:lnTo>
                    <a:pt x="1087" y="2329"/>
                  </a:lnTo>
                  <a:lnTo>
                    <a:pt x="1091" y="2315"/>
                  </a:lnTo>
                  <a:lnTo>
                    <a:pt x="1091" y="2304"/>
                  </a:lnTo>
                  <a:lnTo>
                    <a:pt x="1094" y="2293"/>
                  </a:lnTo>
                  <a:lnTo>
                    <a:pt x="1094" y="2279"/>
                  </a:lnTo>
                  <a:lnTo>
                    <a:pt x="1094" y="2264"/>
                  </a:lnTo>
                  <a:lnTo>
                    <a:pt x="1098" y="2250"/>
                  </a:lnTo>
                  <a:lnTo>
                    <a:pt x="1098" y="2235"/>
                  </a:lnTo>
                  <a:lnTo>
                    <a:pt x="1098" y="2221"/>
                  </a:lnTo>
                  <a:lnTo>
                    <a:pt x="1101" y="2203"/>
                  </a:lnTo>
                  <a:lnTo>
                    <a:pt x="1101" y="2189"/>
                  </a:lnTo>
                  <a:lnTo>
                    <a:pt x="1105" y="2171"/>
                  </a:lnTo>
                  <a:lnTo>
                    <a:pt x="1105" y="2156"/>
                  </a:lnTo>
                  <a:lnTo>
                    <a:pt x="1105" y="2138"/>
                  </a:lnTo>
                  <a:lnTo>
                    <a:pt x="1109" y="2120"/>
                  </a:lnTo>
                  <a:lnTo>
                    <a:pt x="1109" y="2102"/>
                  </a:lnTo>
                  <a:lnTo>
                    <a:pt x="1112" y="2084"/>
                  </a:lnTo>
                  <a:lnTo>
                    <a:pt x="1112" y="2063"/>
                  </a:lnTo>
                  <a:lnTo>
                    <a:pt x="1112" y="2045"/>
                  </a:lnTo>
                  <a:lnTo>
                    <a:pt x="1116" y="2023"/>
                  </a:lnTo>
                  <a:lnTo>
                    <a:pt x="1116" y="2005"/>
                  </a:lnTo>
                  <a:lnTo>
                    <a:pt x="1119" y="1983"/>
                  </a:lnTo>
                  <a:lnTo>
                    <a:pt x="1119" y="1962"/>
                  </a:lnTo>
                  <a:lnTo>
                    <a:pt x="1119" y="1940"/>
                  </a:lnTo>
                  <a:lnTo>
                    <a:pt x="1123" y="1919"/>
                  </a:lnTo>
                  <a:lnTo>
                    <a:pt x="1123" y="1897"/>
                  </a:lnTo>
                  <a:lnTo>
                    <a:pt x="1123" y="1872"/>
                  </a:lnTo>
                  <a:lnTo>
                    <a:pt x="1127" y="1850"/>
                  </a:lnTo>
                  <a:lnTo>
                    <a:pt x="1127" y="1825"/>
                  </a:lnTo>
                  <a:lnTo>
                    <a:pt x="1130" y="1803"/>
                  </a:lnTo>
                  <a:lnTo>
                    <a:pt x="1130" y="1778"/>
                  </a:lnTo>
                  <a:lnTo>
                    <a:pt x="1130" y="1753"/>
                  </a:lnTo>
                  <a:lnTo>
                    <a:pt x="1134" y="1731"/>
                  </a:lnTo>
                  <a:lnTo>
                    <a:pt x="1134" y="1706"/>
                  </a:lnTo>
                  <a:lnTo>
                    <a:pt x="1137" y="1681"/>
                  </a:lnTo>
                  <a:lnTo>
                    <a:pt x="1137" y="1656"/>
                  </a:lnTo>
                  <a:lnTo>
                    <a:pt x="1137" y="1631"/>
                  </a:lnTo>
                  <a:lnTo>
                    <a:pt x="1141" y="1602"/>
                  </a:lnTo>
                  <a:lnTo>
                    <a:pt x="1141" y="1577"/>
                  </a:lnTo>
                  <a:lnTo>
                    <a:pt x="1141" y="1551"/>
                  </a:lnTo>
                  <a:lnTo>
                    <a:pt x="1145" y="1523"/>
                  </a:lnTo>
                  <a:lnTo>
                    <a:pt x="1145" y="1497"/>
                  </a:lnTo>
                  <a:lnTo>
                    <a:pt x="1148" y="1472"/>
                  </a:lnTo>
                  <a:lnTo>
                    <a:pt x="1148" y="1443"/>
                  </a:lnTo>
                  <a:lnTo>
                    <a:pt x="1148" y="1418"/>
                  </a:lnTo>
                  <a:lnTo>
                    <a:pt x="1152" y="1389"/>
                  </a:lnTo>
                  <a:lnTo>
                    <a:pt x="1152" y="1361"/>
                  </a:lnTo>
                  <a:lnTo>
                    <a:pt x="1155" y="1335"/>
                  </a:lnTo>
                  <a:lnTo>
                    <a:pt x="1155" y="1307"/>
                  </a:lnTo>
                  <a:lnTo>
                    <a:pt x="1155" y="1281"/>
                  </a:lnTo>
                  <a:lnTo>
                    <a:pt x="1159" y="1253"/>
                  </a:lnTo>
                  <a:lnTo>
                    <a:pt x="1159" y="1224"/>
                  </a:lnTo>
                  <a:lnTo>
                    <a:pt x="1163" y="1195"/>
                  </a:lnTo>
                  <a:lnTo>
                    <a:pt x="1163" y="1170"/>
                  </a:lnTo>
                  <a:lnTo>
                    <a:pt x="1163" y="1141"/>
                  </a:lnTo>
                  <a:lnTo>
                    <a:pt x="1166" y="1112"/>
                  </a:lnTo>
                  <a:lnTo>
                    <a:pt x="1166" y="1087"/>
                  </a:lnTo>
                  <a:lnTo>
                    <a:pt x="1166" y="1058"/>
                  </a:lnTo>
                  <a:lnTo>
                    <a:pt x="1170" y="1029"/>
                  </a:lnTo>
                  <a:lnTo>
                    <a:pt x="1170" y="1004"/>
                  </a:lnTo>
                  <a:lnTo>
                    <a:pt x="1173" y="975"/>
                  </a:lnTo>
                  <a:lnTo>
                    <a:pt x="1173" y="950"/>
                  </a:lnTo>
                  <a:lnTo>
                    <a:pt x="1173" y="921"/>
                  </a:lnTo>
                  <a:lnTo>
                    <a:pt x="1177" y="896"/>
                  </a:lnTo>
                  <a:lnTo>
                    <a:pt x="1177" y="867"/>
                  </a:lnTo>
                  <a:lnTo>
                    <a:pt x="1181" y="842"/>
                  </a:lnTo>
                  <a:lnTo>
                    <a:pt x="1181" y="813"/>
                  </a:lnTo>
                  <a:lnTo>
                    <a:pt x="1181" y="788"/>
                  </a:lnTo>
                  <a:lnTo>
                    <a:pt x="1184" y="763"/>
                  </a:lnTo>
                  <a:lnTo>
                    <a:pt x="1184" y="738"/>
                  </a:lnTo>
                  <a:lnTo>
                    <a:pt x="1184" y="709"/>
                  </a:lnTo>
                  <a:lnTo>
                    <a:pt x="1188" y="684"/>
                  </a:lnTo>
                  <a:lnTo>
                    <a:pt x="1188" y="659"/>
                  </a:lnTo>
                  <a:lnTo>
                    <a:pt x="1191" y="637"/>
                  </a:lnTo>
                  <a:lnTo>
                    <a:pt x="1191" y="612"/>
                  </a:lnTo>
                  <a:lnTo>
                    <a:pt x="1191" y="587"/>
                  </a:lnTo>
                  <a:lnTo>
                    <a:pt x="1195" y="562"/>
                  </a:lnTo>
                  <a:lnTo>
                    <a:pt x="1195" y="540"/>
                  </a:lnTo>
                  <a:lnTo>
                    <a:pt x="1199" y="515"/>
                  </a:lnTo>
                  <a:lnTo>
                    <a:pt x="1199" y="493"/>
                  </a:lnTo>
                  <a:lnTo>
                    <a:pt x="1199" y="472"/>
                  </a:lnTo>
                  <a:lnTo>
                    <a:pt x="1202" y="450"/>
                  </a:lnTo>
                  <a:lnTo>
                    <a:pt x="1202" y="428"/>
                  </a:lnTo>
                  <a:lnTo>
                    <a:pt x="1206" y="407"/>
                  </a:lnTo>
                  <a:lnTo>
                    <a:pt x="1206" y="385"/>
                  </a:lnTo>
                  <a:lnTo>
                    <a:pt x="1206" y="364"/>
                  </a:lnTo>
                  <a:lnTo>
                    <a:pt x="1209" y="346"/>
                  </a:lnTo>
                  <a:lnTo>
                    <a:pt x="1209" y="324"/>
                  </a:lnTo>
                  <a:lnTo>
                    <a:pt x="1209" y="306"/>
                  </a:lnTo>
                  <a:lnTo>
                    <a:pt x="1213" y="288"/>
                  </a:lnTo>
                  <a:lnTo>
                    <a:pt x="1213" y="270"/>
                  </a:lnTo>
                  <a:lnTo>
                    <a:pt x="1217" y="252"/>
                  </a:lnTo>
                  <a:lnTo>
                    <a:pt x="1217" y="234"/>
                  </a:lnTo>
                  <a:lnTo>
                    <a:pt x="1217" y="220"/>
                  </a:lnTo>
                  <a:lnTo>
                    <a:pt x="1220" y="202"/>
                  </a:lnTo>
                  <a:lnTo>
                    <a:pt x="1220" y="187"/>
                  </a:lnTo>
                  <a:lnTo>
                    <a:pt x="1224" y="173"/>
                  </a:lnTo>
                  <a:lnTo>
                    <a:pt x="1224" y="158"/>
                  </a:lnTo>
                  <a:lnTo>
                    <a:pt x="1224" y="144"/>
                  </a:lnTo>
                  <a:lnTo>
                    <a:pt x="1227" y="133"/>
                  </a:lnTo>
                  <a:lnTo>
                    <a:pt x="1227" y="119"/>
                  </a:lnTo>
                  <a:lnTo>
                    <a:pt x="1227" y="108"/>
                  </a:lnTo>
                  <a:lnTo>
                    <a:pt x="1231" y="97"/>
                  </a:lnTo>
                  <a:lnTo>
                    <a:pt x="1231" y="86"/>
                  </a:lnTo>
                  <a:lnTo>
                    <a:pt x="1235" y="76"/>
                  </a:lnTo>
                  <a:lnTo>
                    <a:pt x="1235" y="65"/>
                  </a:lnTo>
                  <a:lnTo>
                    <a:pt x="1235" y="58"/>
                  </a:lnTo>
                  <a:lnTo>
                    <a:pt x="1238" y="50"/>
                  </a:lnTo>
                  <a:lnTo>
                    <a:pt x="1238" y="40"/>
                  </a:lnTo>
                  <a:lnTo>
                    <a:pt x="1242" y="36"/>
                  </a:lnTo>
                  <a:lnTo>
                    <a:pt x="1242" y="29"/>
                  </a:lnTo>
                  <a:lnTo>
                    <a:pt x="1242" y="22"/>
                  </a:lnTo>
                  <a:lnTo>
                    <a:pt x="1245" y="18"/>
                  </a:lnTo>
                  <a:lnTo>
                    <a:pt x="1245" y="14"/>
                  </a:lnTo>
                  <a:lnTo>
                    <a:pt x="1249" y="11"/>
                  </a:lnTo>
                  <a:lnTo>
                    <a:pt x="1249" y="7"/>
                  </a:lnTo>
                  <a:lnTo>
                    <a:pt x="1253" y="4"/>
                  </a:lnTo>
                  <a:lnTo>
                    <a:pt x="1253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4" name="Freeform 92"/>
            <p:cNvSpPr>
              <a:spLocks/>
            </p:cNvSpPr>
            <p:nvPr/>
          </p:nvSpPr>
          <p:spPr bwMode="auto">
            <a:xfrm>
              <a:off x="2005" y="1048"/>
              <a:ext cx="2484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21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1" y="2192"/>
                </a:cxn>
                <a:cxn ang="0">
                  <a:pos x="526" y="2127"/>
                </a:cxn>
                <a:cxn ang="0">
                  <a:pos x="551" y="2045"/>
                </a:cxn>
                <a:cxn ang="0">
                  <a:pos x="573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1" y="1980"/>
                </a:cxn>
                <a:cxn ang="0">
                  <a:pos x="702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3" y="2005"/>
                </a:cxn>
                <a:cxn ang="0">
                  <a:pos x="875" y="1944"/>
                </a:cxn>
                <a:cxn ang="0">
                  <a:pos x="933" y="1947"/>
                </a:cxn>
                <a:cxn ang="0">
                  <a:pos x="969" y="2009"/>
                </a:cxn>
                <a:cxn ang="0">
                  <a:pos x="997" y="2070"/>
                </a:cxn>
                <a:cxn ang="0">
                  <a:pos x="1051" y="2106"/>
                </a:cxn>
                <a:cxn ang="0">
                  <a:pos x="1102" y="2048"/>
                </a:cxn>
                <a:cxn ang="0">
                  <a:pos x="1134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2" y="2066"/>
                </a:cxn>
                <a:cxn ang="0">
                  <a:pos x="1343" y="2081"/>
                </a:cxn>
                <a:cxn ang="0">
                  <a:pos x="1393" y="2023"/>
                </a:cxn>
                <a:cxn ang="0">
                  <a:pos x="1447" y="1965"/>
                </a:cxn>
                <a:cxn ang="0">
                  <a:pos x="1509" y="1994"/>
                </a:cxn>
                <a:cxn ang="0">
                  <a:pos x="1559" y="2055"/>
                </a:cxn>
                <a:cxn ang="0">
                  <a:pos x="1620" y="2073"/>
                </a:cxn>
                <a:cxn ang="0">
                  <a:pos x="1678" y="2016"/>
                </a:cxn>
                <a:cxn ang="0">
                  <a:pos x="1739" y="1973"/>
                </a:cxn>
                <a:cxn ang="0">
                  <a:pos x="1800" y="2012"/>
                </a:cxn>
                <a:cxn ang="0">
                  <a:pos x="1858" y="2066"/>
                </a:cxn>
                <a:cxn ang="0">
                  <a:pos x="1919" y="2052"/>
                </a:cxn>
                <a:cxn ang="0">
                  <a:pos x="1980" y="1994"/>
                </a:cxn>
                <a:cxn ang="0">
                  <a:pos x="2041" y="1987"/>
                </a:cxn>
                <a:cxn ang="0">
                  <a:pos x="2103" y="2037"/>
                </a:cxn>
                <a:cxn ang="0">
                  <a:pos x="2164" y="2066"/>
                </a:cxn>
                <a:cxn ang="0">
                  <a:pos x="2225" y="2027"/>
                </a:cxn>
                <a:cxn ang="0">
                  <a:pos x="2286" y="1987"/>
                </a:cxn>
                <a:cxn ang="0">
                  <a:pos x="2347" y="2009"/>
                </a:cxn>
                <a:cxn ang="0">
                  <a:pos x="2409" y="2055"/>
                </a:cxn>
                <a:cxn ang="0">
                  <a:pos x="2470" y="2052"/>
                </a:cxn>
              </a:cxnLst>
              <a:rect l="0" t="0" r="r" b="b"/>
              <a:pathLst>
                <a:path w="2484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4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1" y="2045"/>
                  </a:lnTo>
                  <a:lnTo>
                    <a:pt x="2484" y="2041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5" name="Freeform 93"/>
            <p:cNvSpPr>
              <a:spLocks/>
            </p:cNvSpPr>
            <p:nvPr/>
          </p:nvSpPr>
          <p:spPr bwMode="auto">
            <a:xfrm>
              <a:off x="4489" y="3039"/>
              <a:ext cx="720" cy="64"/>
            </a:xfrm>
            <a:custGeom>
              <a:avLst/>
              <a:gdLst/>
              <a:ahLst/>
              <a:cxnLst>
                <a:cxn ang="0">
                  <a:pos x="11" y="43"/>
                </a:cxn>
                <a:cxn ang="0">
                  <a:pos x="25" y="32"/>
                </a:cxn>
                <a:cxn ang="0">
                  <a:pos x="40" y="18"/>
                </a:cxn>
                <a:cxn ang="0">
                  <a:pos x="54" y="10"/>
                </a:cxn>
                <a:cxn ang="0">
                  <a:pos x="69" y="3"/>
                </a:cxn>
                <a:cxn ang="0">
                  <a:pos x="83" y="0"/>
                </a:cxn>
                <a:cxn ang="0">
                  <a:pos x="97" y="0"/>
                </a:cxn>
                <a:cxn ang="0">
                  <a:pos x="112" y="3"/>
                </a:cxn>
                <a:cxn ang="0">
                  <a:pos x="126" y="10"/>
                </a:cxn>
                <a:cxn ang="0">
                  <a:pos x="141" y="18"/>
                </a:cxn>
                <a:cxn ang="0">
                  <a:pos x="155" y="28"/>
                </a:cxn>
                <a:cxn ang="0">
                  <a:pos x="169" y="39"/>
                </a:cxn>
                <a:cxn ang="0">
                  <a:pos x="184" y="50"/>
                </a:cxn>
                <a:cxn ang="0">
                  <a:pos x="198" y="57"/>
                </a:cxn>
                <a:cxn ang="0">
                  <a:pos x="213" y="64"/>
                </a:cxn>
                <a:cxn ang="0">
                  <a:pos x="227" y="64"/>
                </a:cxn>
                <a:cxn ang="0">
                  <a:pos x="241" y="64"/>
                </a:cxn>
                <a:cxn ang="0">
                  <a:pos x="256" y="61"/>
                </a:cxn>
                <a:cxn ang="0">
                  <a:pos x="270" y="54"/>
                </a:cxn>
                <a:cxn ang="0">
                  <a:pos x="285" y="46"/>
                </a:cxn>
                <a:cxn ang="0">
                  <a:pos x="299" y="36"/>
                </a:cxn>
                <a:cxn ang="0">
                  <a:pos x="313" y="25"/>
                </a:cxn>
                <a:cxn ang="0">
                  <a:pos x="328" y="14"/>
                </a:cxn>
                <a:cxn ang="0">
                  <a:pos x="342" y="7"/>
                </a:cxn>
                <a:cxn ang="0">
                  <a:pos x="357" y="3"/>
                </a:cxn>
                <a:cxn ang="0">
                  <a:pos x="371" y="3"/>
                </a:cxn>
                <a:cxn ang="0">
                  <a:pos x="385" y="3"/>
                </a:cxn>
                <a:cxn ang="0">
                  <a:pos x="400" y="7"/>
                </a:cxn>
                <a:cxn ang="0">
                  <a:pos x="414" y="14"/>
                </a:cxn>
                <a:cxn ang="0">
                  <a:pos x="429" y="25"/>
                </a:cxn>
                <a:cxn ang="0">
                  <a:pos x="443" y="36"/>
                </a:cxn>
                <a:cxn ang="0">
                  <a:pos x="457" y="43"/>
                </a:cxn>
                <a:cxn ang="0">
                  <a:pos x="472" y="54"/>
                </a:cxn>
                <a:cxn ang="0">
                  <a:pos x="486" y="57"/>
                </a:cxn>
                <a:cxn ang="0">
                  <a:pos x="501" y="61"/>
                </a:cxn>
                <a:cxn ang="0">
                  <a:pos x="515" y="61"/>
                </a:cxn>
                <a:cxn ang="0">
                  <a:pos x="529" y="61"/>
                </a:cxn>
                <a:cxn ang="0">
                  <a:pos x="544" y="54"/>
                </a:cxn>
                <a:cxn ang="0">
                  <a:pos x="558" y="46"/>
                </a:cxn>
                <a:cxn ang="0">
                  <a:pos x="573" y="39"/>
                </a:cxn>
                <a:cxn ang="0">
                  <a:pos x="587" y="28"/>
                </a:cxn>
                <a:cxn ang="0">
                  <a:pos x="601" y="18"/>
                </a:cxn>
                <a:cxn ang="0">
                  <a:pos x="616" y="10"/>
                </a:cxn>
                <a:cxn ang="0">
                  <a:pos x="630" y="7"/>
                </a:cxn>
                <a:cxn ang="0">
                  <a:pos x="645" y="3"/>
                </a:cxn>
                <a:cxn ang="0">
                  <a:pos x="659" y="7"/>
                </a:cxn>
                <a:cxn ang="0">
                  <a:pos x="673" y="7"/>
                </a:cxn>
                <a:cxn ang="0">
                  <a:pos x="688" y="14"/>
                </a:cxn>
                <a:cxn ang="0">
                  <a:pos x="702" y="21"/>
                </a:cxn>
                <a:cxn ang="0">
                  <a:pos x="717" y="32"/>
                </a:cxn>
              </a:cxnLst>
              <a:rect l="0" t="0" r="r" b="b"/>
              <a:pathLst>
                <a:path w="720" h="64">
                  <a:moveTo>
                    <a:pt x="0" y="50"/>
                  </a:moveTo>
                  <a:lnTo>
                    <a:pt x="4" y="46"/>
                  </a:lnTo>
                  <a:lnTo>
                    <a:pt x="7" y="46"/>
                  </a:lnTo>
                  <a:lnTo>
                    <a:pt x="11" y="43"/>
                  </a:lnTo>
                  <a:lnTo>
                    <a:pt x="15" y="39"/>
                  </a:lnTo>
                  <a:lnTo>
                    <a:pt x="18" y="36"/>
                  </a:lnTo>
                  <a:lnTo>
                    <a:pt x="22" y="32"/>
                  </a:lnTo>
                  <a:lnTo>
                    <a:pt x="25" y="32"/>
                  </a:lnTo>
                  <a:lnTo>
                    <a:pt x="29" y="28"/>
                  </a:lnTo>
                  <a:lnTo>
                    <a:pt x="33" y="25"/>
                  </a:lnTo>
                  <a:lnTo>
                    <a:pt x="36" y="21"/>
                  </a:lnTo>
                  <a:lnTo>
                    <a:pt x="40" y="18"/>
                  </a:lnTo>
                  <a:lnTo>
                    <a:pt x="43" y="18"/>
                  </a:lnTo>
                  <a:lnTo>
                    <a:pt x="47" y="14"/>
                  </a:lnTo>
                  <a:lnTo>
                    <a:pt x="51" y="10"/>
                  </a:lnTo>
                  <a:lnTo>
                    <a:pt x="54" y="10"/>
                  </a:lnTo>
                  <a:lnTo>
                    <a:pt x="58" y="7"/>
                  </a:lnTo>
                  <a:lnTo>
                    <a:pt x="61" y="7"/>
                  </a:lnTo>
                  <a:lnTo>
                    <a:pt x="65" y="3"/>
                  </a:lnTo>
                  <a:lnTo>
                    <a:pt x="69" y="3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3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3" y="7"/>
                  </a:lnTo>
                  <a:lnTo>
                    <a:pt x="126" y="10"/>
                  </a:lnTo>
                  <a:lnTo>
                    <a:pt x="130" y="10"/>
                  </a:lnTo>
                  <a:lnTo>
                    <a:pt x="133" y="14"/>
                  </a:lnTo>
                  <a:lnTo>
                    <a:pt x="137" y="14"/>
                  </a:lnTo>
                  <a:lnTo>
                    <a:pt x="141" y="18"/>
                  </a:lnTo>
                  <a:lnTo>
                    <a:pt x="144" y="21"/>
                  </a:lnTo>
                  <a:lnTo>
                    <a:pt x="148" y="21"/>
                  </a:lnTo>
                  <a:lnTo>
                    <a:pt x="151" y="25"/>
                  </a:lnTo>
                  <a:lnTo>
                    <a:pt x="155" y="28"/>
                  </a:lnTo>
                  <a:lnTo>
                    <a:pt x="159" y="32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69" y="39"/>
                  </a:lnTo>
                  <a:lnTo>
                    <a:pt x="173" y="43"/>
                  </a:lnTo>
                  <a:lnTo>
                    <a:pt x="177" y="43"/>
                  </a:lnTo>
                  <a:lnTo>
                    <a:pt x="180" y="46"/>
                  </a:lnTo>
                  <a:lnTo>
                    <a:pt x="184" y="50"/>
                  </a:lnTo>
                  <a:lnTo>
                    <a:pt x="187" y="50"/>
                  </a:lnTo>
                  <a:lnTo>
                    <a:pt x="191" y="54"/>
                  </a:lnTo>
                  <a:lnTo>
                    <a:pt x="195" y="57"/>
                  </a:lnTo>
                  <a:lnTo>
                    <a:pt x="198" y="57"/>
                  </a:lnTo>
                  <a:lnTo>
                    <a:pt x="202" y="61"/>
                  </a:lnTo>
                  <a:lnTo>
                    <a:pt x="205" y="61"/>
                  </a:lnTo>
                  <a:lnTo>
                    <a:pt x="209" y="61"/>
                  </a:lnTo>
                  <a:lnTo>
                    <a:pt x="213" y="64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1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57"/>
                  </a:lnTo>
                  <a:lnTo>
                    <a:pt x="267" y="57"/>
                  </a:lnTo>
                  <a:lnTo>
                    <a:pt x="270" y="54"/>
                  </a:lnTo>
                  <a:lnTo>
                    <a:pt x="274" y="50"/>
                  </a:lnTo>
                  <a:lnTo>
                    <a:pt x="277" y="50"/>
                  </a:lnTo>
                  <a:lnTo>
                    <a:pt x="281" y="46"/>
                  </a:lnTo>
                  <a:lnTo>
                    <a:pt x="285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5" y="36"/>
                  </a:lnTo>
                  <a:lnTo>
                    <a:pt x="299" y="36"/>
                  </a:lnTo>
                  <a:lnTo>
                    <a:pt x="303" y="32"/>
                  </a:lnTo>
                  <a:lnTo>
                    <a:pt x="306" y="28"/>
                  </a:lnTo>
                  <a:lnTo>
                    <a:pt x="310" y="28"/>
                  </a:lnTo>
                  <a:lnTo>
                    <a:pt x="313" y="25"/>
                  </a:lnTo>
                  <a:lnTo>
                    <a:pt x="317" y="21"/>
                  </a:lnTo>
                  <a:lnTo>
                    <a:pt x="321" y="18"/>
                  </a:lnTo>
                  <a:lnTo>
                    <a:pt x="324" y="18"/>
                  </a:lnTo>
                  <a:lnTo>
                    <a:pt x="328" y="14"/>
                  </a:lnTo>
                  <a:lnTo>
                    <a:pt x="331" y="14"/>
                  </a:lnTo>
                  <a:lnTo>
                    <a:pt x="335" y="10"/>
                  </a:lnTo>
                  <a:lnTo>
                    <a:pt x="339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49" y="3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7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10"/>
                  </a:lnTo>
                  <a:lnTo>
                    <a:pt x="407" y="10"/>
                  </a:lnTo>
                  <a:lnTo>
                    <a:pt x="411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1" y="21"/>
                  </a:lnTo>
                  <a:lnTo>
                    <a:pt x="425" y="21"/>
                  </a:lnTo>
                  <a:lnTo>
                    <a:pt x="429" y="25"/>
                  </a:lnTo>
                  <a:lnTo>
                    <a:pt x="432" y="28"/>
                  </a:lnTo>
                  <a:lnTo>
                    <a:pt x="436" y="28"/>
                  </a:lnTo>
                  <a:lnTo>
                    <a:pt x="439" y="32"/>
                  </a:lnTo>
                  <a:lnTo>
                    <a:pt x="443" y="36"/>
                  </a:lnTo>
                  <a:lnTo>
                    <a:pt x="447" y="39"/>
                  </a:lnTo>
                  <a:lnTo>
                    <a:pt x="450" y="39"/>
                  </a:lnTo>
                  <a:lnTo>
                    <a:pt x="454" y="43"/>
                  </a:lnTo>
                  <a:lnTo>
                    <a:pt x="457" y="43"/>
                  </a:lnTo>
                  <a:lnTo>
                    <a:pt x="461" y="46"/>
                  </a:lnTo>
                  <a:lnTo>
                    <a:pt x="465" y="50"/>
                  </a:lnTo>
                  <a:lnTo>
                    <a:pt x="468" y="50"/>
                  </a:lnTo>
                  <a:lnTo>
                    <a:pt x="472" y="54"/>
                  </a:lnTo>
                  <a:lnTo>
                    <a:pt x="475" y="54"/>
                  </a:lnTo>
                  <a:lnTo>
                    <a:pt x="479" y="57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4"/>
                  </a:lnTo>
                  <a:lnTo>
                    <a:pt x="508" y="64"/>
                  </a:lnTo>
                  <a:lnTo>
                    <a:pt x="511" y="64"/>
                  </a:lnTo>
                  <a:lnTo>
                    <a:pt x="515" y="61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57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4"/>
                  </a:lnTo>
                  <a:lnTo>
                    <a:pt x="547" y="54"/>
                  </a:lnTo>
                  <a:lnTo>
                    <a:pt x="551" y="50"/>
                  </a:lnTo>
                  <a:lnTo>
                    <a:pt x="555" y="50"/>
                  </a:lnTo>
                  <a:lnTo>
                    <a:pt x="558" y="46"/>
                  </a:lnTo>
                  <a:lnTo>
                    <a:pt x="562" y="43"/>
                  </a:lnTo>
                  <a:lnTo>
                    <a:pt x="565" y="43"/>
                  </a:lnTo>
                  <a:lnTo>
                    <a:pt x="569" y="39"/>
                  </a:lnTo>
                  <a:lnTo>
                    <a:pt x="573" y="39"/>
                  </a:lnTo>
                  <a:lnTo>
                    <a:pt x="576" y="36"/>
                  </a:lnTo>
                  <a:lnTo>
                    <a:pt x="580" y="32"/>
                  </a:lnTo>
                  <a:lnTo>
                    <a:pt x="583" y="28"/>
                  </a:lnTo>
                  <a:lnTo>
                    <a:pt x="587" y="28"/>
                  </a:lnTo>
                  <a:lnTo>
                    <a:pt x="591" y="25"/>
                  </a:lnTo>
                  <a:lnTo>
                    <a:pt x="594" y="25"/>
                  </a:lnTo>
                  <a:lnTo>
                    <a:pt x="598" y="21"/>
                  </a:lnTo>
                  <a:lnTo>
                    <a:pt x="601" y="18"/>
                  </a:lnTo>
                  <a:lnTo>
                    <a:pt x="605" y="18"/>
                  </a:lnTo>
                  <a:lnTo>
                    <a:pt x="609" y="14"/>
                  </a:lnTo>
                  <a:lnTo>
                    <a:pt x="612" y="14"/>
                  </a:lnTo>
                  <a:lnTo>
                    <a:pt x="616" y="10"/>
                  </a:lnTo>
                  <a:lnTo>
                    <a:pt x="619" y="10"/>
                  </a:lnTo>
                  <a:lnTo>
                    <a:pt x="623" y="10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3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7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10"/>
                  </a:lnTo>
                  <a:lnTo>
                    <a:pt x="681" y="10"/>
                  </a:lnTo>
                  <a:lnTo>
                    <a:pt x="684" y="14"/>
                  </a:lnTo>
                  <a:lnTo>
                    <a:pt x="688" y="14"/>
                  </a:lnTo>
                  <a:lnTo>
                    <a:pt x="691" y="18"/>
                  </a:lnTo>
                  <a:lnTo>
                    <a:pt x="695" y="18"/>
                  </a:lnTo>
                  <a:lnTo>
                    <a:pt x="699" y="21"/>
                  </a:lnTo>
                  <a:lnTo>
                    <a:pt x="702" y="21"/>
                  </a:lnTo>
                  <a:lnTo>
                    <a:pt x="706" y="25"/>
                  </a:lnTo>
                  <a:lnTo>
                    <a:pt x="709" y="28"/>
                  </a:lnTo>
                  <a:lnTo>
                    <a:pt x="713" y="28"/>
                  </a:lnTo>
                  <a:lnTo>
                    <a:pt x="717" y="32"/>
                  </a:lnTo>
                  <a:lnTo>
                    <a:pt x="720" y="32"/>
                  </a:lnTo>
                  <a:lnTo>
                    <a:pt x="720" y="3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6" name="Freeform 94"/>
            <p:cNvSpPr>
              <a:spLocks/>
            </p:cNvSpPr>
            <p:nvPr/>
          </p:nvSpPr>
          <p:spPr bwMode="auto">
            <a:xfrm>
              <a:off x="749" y="1048"/>
              <a:ext cx="1393" cy="2462"/>
            </a:xfrm>
            <a:custGeom>
              <a:avLst/>
              <a:gdLst/>
              <a:ahLst/>
              <a:cxnLst>
                <a:cxn ang="0">
                  <a:pos x="29" y="2063"/>
                </a:cxn>
                <a:cxn ang="0">
                  <a:pos x="72" y="2091"/>
                </a:cxn>
                <a:cxn ang="0">
                  <a:pos x="115" y="2063"/>
                </a:cxn>
                <a:cxn ang="0">
                  <a:pos x="140" y="2019"/>
                </a:cxn>
                <a:cxn ang="0">
                  <a:pos x="173" y="1976"/>
                </a:cxn>
                <a:cxn ang="0">
                  <a:pos x="212" y="1947"/>
                </a:cxn>
                <a:cxn ang="0">
                  <a:pos x="252" y="1980"/>
                </a:cxn>
                <a:cxn ang="0">
                  <a:pos x="277" y="2023"/>
                </a:cxn>
                <a:cxn ang="0">
                  <a:pos x="302" y="2066"/>
                </a:cxn>
                <a:cxn ang="0">
                  <a:pos x="338" y="2106"/>
                </a:cxn>
                <a:cxn ang="0">
                  <a:pos x="381" y="2088"/>
                </a:cxn>
                <a:cxn ang="0">
                  <a:pos x="407" y="2045"/>
                </a:cxn>
                <a:cxn ang="0">
                  <a:pos x="428" y="2001"/>
                </a:cxn>
                <a:cxn ang="0">
                  <a:pos x="453" y="1958"/>
                </a:cxn>
                <a:cxn ang="0">
                  <a:pos x="489" y="1926"/>
                </a:cxn>
                <a:cxn ang="0">
                  <a:pos x="525" y="1958"/>
                </a:cxn>
                <a:cxn ang="0">
                  <a:pos x="547" y="2001"/>
                </a:cxn>
                <a:cxn ang="0">
                  <a:pos x="565" y="2045"/>
                </a:cxn>
                <a:cxn ang="0">
                  <a:pos x="587" y="2088"/>
                </a:cxn>
                <a:cxn ang="0">
                  <a:pos x="612" y="2131"/>
                </a:cxn>
                <a:cxn ang="0">
                  <a:pos x="655" y="2124"/>
                </a:cxn>
                <a:cxn ang="0">
                  <a:pos x="677" y="2081"/>
                </a:cxn>
                <a:cxn ang="0">
                  <a:pos x="691" y="2037"/>
                </a:cxn>
                <a:cxn ang="0">
                  <a:pos x="709" y="1987"/>
                </a:cxn>
                <a:cxn ang="0">
                  <a:pos x="727" y="1940"/>
                </a:cxn>
                <a:cxn ang="0">
                  <a:pos x="749" y="1897"/>
                </a:cxn>
                <a:cxn ang="0">
                  <a:pos x="788" y="1893"/>
                </a:cxn>
                <a:cxn ang="0">
                  <a:pos x="810" y="1937"/>
                </a:cxn>
                <a:cxn ang="0">
                  <a:pos x="828" y="1991"/>
                </a:cxn>
                <a:cxn ang="0">
                  <a:pos x="842" y="2048"/>
                </a:cxn>
                <a:cxn ang="0">
                  <a:pos x="860" y="2109"/>
                </a:cxn>
                <a:cxn ang="0">
                  <a:pos x="878" y="2160"/>
                </a:cxn>
                <a:cxn ang="0">
                  <a:pos x="900" y="2203"/>
                </a:cxn>
                <a:cxn ang="0">
                  <a:pos x="932" y="2181"/>
                </a:cxn>
                <a:cxn ang="0">
                  <a:pos x="950" y="2131"/>
                </a:cxn>
                <a:cxn ang="0">
                  <a:pos x="968" y="2063"/>
                </a:cxn>
                <a:cxn ang="0">
                  <a:pos x="983" y="1983"/>
                </a:cxn>
                <a:cxn ang="0">
                  <a:pos x="1001" y="1901"/>
                </a:cxn>
                <a:cxn ang="0">
                  <a:pos x="1019" y="1832"/>
                </a:cxn>
                <a:cxn ang="0">
                  <a:pos x="1033" y="1782"/>
                </a:cxn>
                <a:cxn ang="0">
                  <a:pos x="1069" y="1782"/>
                </a:cxn>
                <a:cxn ang="0">
                  <a:pos x="1083" y="1839"/>
                </a:cxn>
                <a:cxn ang="0">
                  <a:pos x="1101" y="1929"/>
                </a:cxn>
                <a:cxn ang="0">
                  <a:pos x="1119" y="2045"/>
                </a:cxn>
                <a:cxn ang="0">
                  <a:pos x="1134" y="2171"/>
                </a:cxn>
                <a:cxn ang="0">
                  <a:pos x="1152" y="2293"/>
                </a:cxn>
                <a:cxn ang="0">
                  <a:pos x="1166" y="2394"/>
                </a:cxn>
                <a:cxn ang="0">
                  <a:pos x="1184" y="2455"/>
                </a:cxn>
                <a:cxn ang="0">
                  <a:pos x="1213" y="2426"/>
                </a:cxn>
                <a:cxn ang="0">
                  <a:pos x="1227" y="2315"/>
                </a:cxn>
                <a:cxn ang="0">
                  <a:pos x="1245" y="2138"/>
                </a:cxn>
                <a:cxn ang="0">
                  <a:pos x="1263" y="1897"/>
                </a:cxn>
                <a:cxn ang="0">
                  <a:pos x="1278" y="1602"/>
                </a:cxn>
                <a:cxn ang="0">
                  <a:pos x="1296" y="1281"/>
                </a:cxn>
                <a:cxn ang="0">
                  <a:pos x="1314" y="950"/>
                </a:cxn>
                <a:cxn ang="0">
                  <a:pos x="1328" y="637"/>
                </a:cxn>
                <a:cxn ang="0">
                  <a:pos x="1346" y="364"/>
                </a:cxn>
                <a:cxn ang="0">
                  <a:pos x="1364" y="158"/>
                </a:cxn>
                <a:cxn ang="0">
                  <a:pos x="1379" y="36"/>
                </a:cxn>
              </a:cxnLst>
              <a:rect l="0" t="0" r="r" b="b"/>
              <a:pathLst>
                <a:path w="1393" h="2462">
                  <a:moveTo>
                    <a:pt x="0" y="2023"/>
                  </a:moveTo>
                  <a:lnTo>
                    <a:pt x="3" y="2027"/>
                  </a:lnTo>
                  <a:lnTo>
                    <a:pt x="3" y="2030"/>
                  </a:lnTo>
                  <a:lnTo>
                    <a:pt x="7" y="2034"/>
                  </a:lnTo>
                  <a:lnTo>
                    <a:pt x="11" y="2037"/>
                  </a:lnTo>
                  <a:lnTo>
                    <a:pt x="11" y="2041"/>
                  </a:lnTo>
                  <a:lnTo>
                    <a:pt x="14" y="2045"/>
                  </a:lnTo>
                  <a:lnTo>
                    <a:pt x="18" y="2048"/>
                  </a:lnTo>
                  <a:lnTo>
                    <a:pt x="21" y="2052"/>
                  </a:lnTo>
                  <a:lnTo>
                    <a:pt x="21" y="2055"/>
                  </a:lnTo>
                  <a:lnTo>
                    <a:pt x="25" y="2059"/>
                  </a:lnTo>
                  <a:lnTo>
                    <a:pt x="29" y="2063"/>
                  </a:lnTo>
                  <a:lnTo>
                    <a:pt x="32" y="2066"/>
                  </a:lnTo>
                  <a:lnTo>
                    <a:pt x="36" y="2070"/>
                  </a:lnTo>
                  <a:lnTo>
                    <a:pt x="39" y="2073"/>
                  </a:lnTo>
                  <a:lnTo>
                    <a:pt x="43" y="2077"/>
                  </a:lnTo>
                  <a:lnTo>
                    <a:pt x="47" y="2081"/>
                  </a:lnTo>
                  <a:lnTo>
                    <a:pt x="50" y="2084"/>
                  </a:lnTo>
                  <a:lnTo>
                    <a:pt x="54" y="2088"/>
                  </a:lnTo>
                  <a:lnTo>
                    <a:pt x="57" y="2088"/>
                  </a:lnTo>
                  <a:lnTo>
                    <a:pt x="61" y="2091"/>
                  </a:lnTo>
                  <a:lnTo>
                    <a:pt x="65" y="2091"/>
                  </a:lnTo>
                  <a:lnTo>
                    <a:pt x="68" y="2091"/>
                  </a:lnTo>
                  <a:lnTo>
                    <a:pt x="72" y="2091"/>
                  </a:lnTo>
                  <a:lnTo>
                    <a:pt x="75" y="2091"/>
                  </a:lnTo>
                  <a:lnTo>
                    <a:pt x="79" y="2091"/>
                  </a:lnTo>
                  <a:lnTo>
                    <a:pt x="83" y="2088"/>
                  </a:lnTo>
                  <a:lnTo>
                    <a:pt x="86" y="2088"/>
                  </a:lnTo>
                  <a:lnTo>
                    <a:pt x="90" y="2084"/>
                  </a:lnTo>
                  <a:lnTo>
                    <a:pt x="93" y="2081"/>
                  </a:lnTo>
                  <a:lnTo>
                    <a:pt x="97" y="2077"/>
                  </a:lnTo>
                  <a:lnTo>
                    <a:pt x="101" y="2077"/>
                  </a:lnTo>
                  <a:lnTo>
                    <a:pt x="104" y="2073"/>
                  </a:lnTo>
                  <a:lnTo>
                    <a:pt x="108" y="2070"/>
                  </a:lnTo>
                  <a:lnTo>
                    <a:pt x="111" y="2066"/>
                  </a:lnTo>
                  <a:lnTo>
                    <a:pt x="115" y="2063"/>
                  </a:lnTo>
                  <a:lnTo>
                    <a:pt x="119" y="2059"/>
                  </a:lnTo>
                  <a:lnTo>
                    <a:pt x="119" y="2055"/>
                  </a:lnTo>
                  <a:lnTo>
                    <a:pt x="122" y="2052"/>
                  </a:lnTo>
                  <a:lnTo>
                    <a:pt x="122" y="2048"/>
                  </a:lnTo>
                  <a:lnTo>
                    <a:pt x="126" y="2045"/>
                  </a:lnTo>
                  <a:lnTo>
                    <a:pt x="129" y="2041"/>
                  </a:lnTo>
                  <a:lnTo>
                    <a:pt x="129" y="2037"/>
                  </a:lnTo>
                  <a:lnTo>
                    <a:pt x="133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4" y="2016"/>
                  </a:lnTo>
                  <a:lnTo>
                    <a:pt x="147" y="2012"/>
                  </a:lnTo>
                  <a:lnTo>
                    <a:pt x="147" y="2009"/>
                  </a:lnTo>
                  <a:lnTo>
                    <a:pt x="151" y="2005"/>
                  </a:lnTo>
                  <a:lnTo>
                    <a:pt x="155" y="2001"/>
                  </a:lnTo>
                  <a:lnTo>
                    <a:pt x="155" y="1998"/>
                  </a:lnTo>
                  <a:lnTo>
                    <a:pt x="158" y="1994"/>
                  </a:lnTo>
                  <a:lnTo>
                    <a:pt x="162" y="1991"/>
                  </a:lnTo>
                  <a:lnTo>
                    <a:pt x="162" y="1987"/>
                  </a:lnTo>
                  <a:lnTo>
                    <a:pt x="165" y="1983"/>
                  </a:lnTo>
                  <a:lnTo>
                    <a:pt x="169" y="1980"/>
                  </a:lnTo>
                  <a:lnTo>
                    <a:pt x="173" y="1976"/>
                  </a:lnTo>
                  <a:lnTo>
                    <a:pt x="173" y="1973"/>
                  </a:lnTo>
                  <a:lnTo>
                    <a:pt x="176" y="1969"/>
                  </a:lnTo>
                  <a:lnTo>
                    <a:pt x="180" y="1965"/>
                  </a:lnTo>
                  <a:lnTo>
                    <a:pt x="183" y="1962"/>
                  </a:lnTo>
                  <a:lnTo>
                    <a:pt x="187" y="1958"/>
                  </a:lnTo>
                  <a:lnTo>
                    <a:pt x="191" y="1955"/>
                  </a:lnTo>
                  <a:lnTo>
                    <a:pt x="194" y="1951"/>
                  </a:lnTo>
                  <a:lnTo>
                    <a:pt x="198" y="1951"/>
                  </a:lnTo>
                  <a:lnTo>
                    <a:pt x="201" y="1951"/>
                  </a:lnTo>
                  <a:lnTo>
                    <a:pt x="205" y="1947"/>
                  </a:lnTo>
                  <a:lnTo>
                    <a:pt x="209" y="1947"/>
                  </a:lnTo>
                  <a:lnTo>
                    <a:pt x="212" y="1947"/>
                  </a:lnTo>
                  <a:lnTo>
                    <a:pt x="216" y="1947"/>
                  </a:lnTo>
                  <a:lnTo>
                    <a:pt x="219" y="1951"/>
                  </a:lnTo>
                  <a:lnTo>
                    <a:pt x="223" y="1951"/>
                  </a:lnTo>
                  <a:lnTo>
                    <a:pt x="227" y="1955"/>
                  </a:lnTo>
                  <a:lnTo>
                    <a:pt x="230" y="1955"/>
                  </a:lnTo>
                  <a:lnTo>
                    <a:pt x="234" y="1958"/>
                  </a:lnTo>
                  <a:lnTo>
                    <a:pt x="237" y="1962"/>
                  </a:lnTo>
                  <a:lnTo>
                    <a:pt x="241" y="1965"/>
                  </a:lnTo>
                  <a:lnTo>
                    <a:pt x="245" y="1969"/>
                  </a:lnTo>
                  <a:lnTo>
                    <a:pt x="248" y="1973"/>
                  </a:lnTo>
                  <a:lnTo>
                    <a:pt x="252" y="1976"/>
                  </a:lnTo>
                  <a:lnTo>
                    <a:pt x="252" y="1980"/>
                  </a:lnTo>
                  <a:lnTo>
                    <a:pt x="255" y="1983"/>
                  </a:lnTo>
                  <a:lnTo>
                    <a:pt x="259" y="1987"/>
                  </a:lnTo>
                  <a:lnTo>
                    <a:pt x="259" y="1991"/>
                  </a:lnTo>
                  <a:lnTo>
                    <a:pt x="263" y="1994"/>
                  </a:lnTo>
                  <a:lnTo>
                    <a:pt x="266" y="1998"/>
                  </a:lnTo>
                  <a:lnTo>
                    <a:pt x="266" y="2001"/>
                  </a:lnTo>
                  <a:lnTo>
                    <a:pt x="270" y="2005"/>
                  </a:lnTo>
                  <a:lnTo>
                    <a:pt x="270" y="2009"/>
                  </a:lnTo>
                  <a:lnTo>
                    <a:pt x="273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4" y="2034"/>
                  </a:lnTo>
                  <a:lnTo>
                    <a:pt x="288" y="2037"/>
                  </a:lnTo>
                  <a:lnTo>
                    <a:pt x="288" y="2041"/>
                  </a:lnTo>
                  <a:lnTo>
                    <a:pt x="291" y="2045"/>
                  </a:lnTo>
                  <a:lnTo>
                    <a:pt x="291" y="2048"/>
                  </a:lnTo>
                  <a:lnTo>
                    <a:pt x="295" y="2052"/>
                  </a:lnTo>
                  <a:lnTo>
                    <a:pt x="295" y="2055"/>
                  </a:lnTo>
                  <a:lnTo>
                    <a:pt x="299" y="2059"/>
                  </a:lnTo>
                  <a:lnTo>
                    <a:pt x="302" y="2063"/>
                  </a:lnTo>
                  <a:lnTo>
                    <a:pt x="302" y="2066"/>
                  </a:lnTo>
                  <a:lnTo>
                    <a:pt x="306" y="2070"/>
                  </a:lnTo>
                  <a:lnTo>
                    <a:pt x="309" y="2073"/>
                  </a:lnTo>
                  <a:lnTo>
                    <a:pt x="309" y="2077"/>
                  </a:lnTo>
                  <a:lnTo>
                    <a:pt x="313" y="2081"/>
                  </a:lnTo>
                  <a:lnTo>
                    <a:pt x="317" y="2084"/>
                  </a:lnTo>
                  <a:lnTo>
                    <a:pt x="317" y="2088"/>
                  </a:lnTo>
                  <a:lnTo>
                    <a:pt x="320" y="2091"/>
                  </a:lnTo>
                  <a:lnTo>
                    <a:pt x="324" y="2095"/>
                  </a:lnTo>
                  <a:lnTo>
                    <a:pt x="327" y="2099"/>
                  </a:lnTo>
                  <a:lnTo>
                    <a:pt x="331" y="2102"/>
                  </a:lnTo>
                  <a:lnTo>
                    <a:pt x="335" y="2106"/>
                  </a:lnTo>
                  <a:lnTo>
                    <a:pt x="338" y="2106"/>
                  </a:lnTo>
                  <a:lnTo>
                    <a:pt x="342" y="2109"/>
                  </a:lnTo>
                  <a:lnTo>
                    <a:pt x="345" y="2109"/>
                  </a:lnTo>
                  <a:lnTo>
                    <a:pt x="349" y="2109"/>
                  </a:lnTo>
                  <a:lnTo>
                    <a:pt x="353" y="2109"/>
                  </a:lnTo>
                  <a:lnTo>
                    <a:pt x="356" y="2109"/>
                  </a:lnTo>
                  <a:lnTo>
                    <a:pt x="360" y="2106"/>
                  </a:lnTo>
                  <a:lnTo>
                    <a:pt x="363" y="2106"/>
                  </a:lnTo>
                  <a:lnTo>
                    <a:pt x="367" y="2102"/>
                  </a:lnTo>
                  <a:lnTo>
                    <a:pt x="371" y="2099"/>
                  </a:lnTo>
                  <a:lnTo>
                    <a:pt x="374" y="2095"/>
                  </a:lnTo>
                  <a:lnTo>
                    <a:pt x="378" y="2091"/>
                  </a:lnTo>
                  <a:lnTo>
                    <a:pt x="381" y="2088"/>
                  </a:lnTo>
                  <a:lnTo>
                    <a:pt x="385" y="2084"/>
                  </a:lnTo>
                  <a:lnTo>
                    <a:pt x="389" y="2081"/>
                  </a:lnTo>
                  <a:lnTo>
                    <a:pt x="389" y="2077"/>
                  </a:lnTo>
                  <a:lnTo>
                    <a:pt x="392" y="2073"/>
                  </a:lnTo>
                  <a:lnTo>
                    <a:pt x="396" y="2070"/>
                  </a:lnTo>
                  <a:lnTo>
                    <a:pt x="396" y="2066"/>
                  </a:lnTo>
                  <a:lnTo>
                    <a:pt x="399" y="2063"/>
                  </a:lnTo>
                  <a:lnTo>
                    <a:pt x="399" y="2059"/>
                  </a:lnTo>
                  <a:lnTo>
                    <a:pt x="403" y="2055"/>
                  </a:lnTo>
                  <a:lnTo>
                    <a:pt x="403" y="2052"/>
                  </a:lnTo>
                  <a:lnTo>
                    <a:pt x="407" y="2048"/>
                  </a:lnTo>
                  <a:lnTo>
                    <a:pt x="407" y="2045"/>
                  </a:lnTo>
                  <a:lnTo>
                    <a:pt x="410" y="2041"/>
                  </a:lnTo>
                  <a:lnTo>
                    <a:pt x="410" y="2037"/>
                  </a:lnTo>
                  <a:lnTo>
                    <a:pt x="414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17" y="2023"/>
                  </a:lnTo>
                  <a:lnTo>
                    <a:pt x="421" y="2019"/>
                  </a:lnTo>
                  <a:lnTo>
                    <a:pt x="421" y="2016"/>
                  </a:lnTo>
                  <a:lnTo>
                    <a:pt x="425" y="2012"/>
                  </a:lnTo>
                  <a:lnTo>
                    <a:pt x="425" y="2009"/>
                  </a:lnTo>
                  <a:lnTo>
                    <a:pt x="428" y="2005"/>
                  </a:lnTo>
                  <a:lnTo>
                    <a:pt x="428" y="2001"/>
                  </a:lnTo>
                  <a:lnTo>
                    <a:pt x="432" y="1998"/>
                  </a:lnTo>
                  <a:lnTo>
                    <a:pt x="432" y="1994"/>
                  </a:lnTo>
                  <a:lnTo>
                    <a:pt x="435" y="1991"/>
                  </a:lnTo>
                  <a:lnTo>
                    <a:pt x="435" y="1987"/>
                  </a:lnTo>
                  <a:lnTo>
                    <a:pt x="439" y="1983"/>
                  </a:lnTo>
                  <a:lnTo>
                    <a:pt x="439" y="1980"/>
                  </a:lnTo>
                  <a:lnTo>
                    <a:pt x="443" y="1976"/>
                  </a:lnTo>
                  <a:lnTo>
                    <a:pt x="443" y="1973"/>
                  </a:lnTo>
                  <a:lnTo>
                    <a:pt x="446" y="1969"/>
                  </a:lnTo>
                  <a:lnTo>
                    <a:pt x="446" y="1965"/>
                  </a:lnTo>
                  <a:lnTo>
                    <a:pt x="450" y="1962"/>
                  </a:lnTo>
                  <a:lnTo>
                    <a:pt x="453" y="1958"/>
                  </a:lnTo>
                  <a:lnTo>
                    <a:pt x="453" y="1955"/>
                  </a:lnTo>
                  <a:lnTo>
                    <a:pt x="457" y="1951"/>
                  </a:lnTo>
                  <a:lnTo>
                    <a:pt x="461" y="1947"/>
                  </a:lnTo>
                  <a:lnTo>
                    <a:pt x="464" y="1944"/>
                  </a:lnTo>
                  <a:lnTo>
                    <a:pt x="464" y="1940"/>
                  </a:lnTo>
                  <a:lnTo>
                    <a:pt x="468" y="1937"/>
                  </a:lnTo>
                  <a:lnTo>
                    <a:pt x="471" y="1933"/>
                  </a:lnTo>
                  <a:lnTo>
                    <a:pt x="475" y="1929"/>
                  </a:lnTo>
                  <a:lnTo>
                    <a:pt x="479" y="1926"/>
                  </a:lnTo>
                  <a:lnTo>
                    <a:pt x="482" y="1926"/>
                  </a:lnTo>
                  <a:lnTo>
                    <a:pt x="486" y="1926"/>
                  </a:lnTo>
                  <a:lnTo>
                    <a:pt x="489" y="1926"/>
                  </a:lnTo>
                  <a:lnTo>
                    <a:pt x="493" y="1926"/>
                  </a:lnTo>
                  <a:lnTo>
                    <a:pt x="497" y="1926"/>
                  </a:lnTo>
                  <a:lnTo>
                    <a:pt x="500" y="1929"/>
                  </a:lnTo>
                  <a:lnTo>
                    <a:pt x="504" y="1929"/>
                  </a:lnTo>
                  <a:lnTo>
                    <a:pt x="507" y="1933"/>
                  </a:lnTo>
                  <a:lnTo>
                    <a:pt x="511" y="1937"/>
                  </a:lnTo>
                  <a:lnTo>
                    <a:pt x="515" y="1940"/>
                  </a:lnTo>
                  <a:lnTo>
                    <a:pt x="518" y="1944"/>
                  </a:lnTo>
                  <a:lnTo>
                    <a:pt x="522" y="1947"/>
                  </a:lnTo>
                  <a:lnTo>
                    <a:pt x="522" y="1951"/>
                  </a:lnTo>
                  <a:lnTo>
                    <a:pt x="525" y="1955"/>
                  </a:lnTo>
                  <a:lnTo>
                    <a:pt x="525" y="1958"/>
                  </a:lnTo>
                  <a:lnTo>
                    <a:pt x="529" y="1962"/>
                  </a:lnTo>
                  <a:lnTo>
                    <a:pt x="533" y="1965"/>
                  </a:lnTo>
                  <a:lnTo>
                    <a:pt x="533" y="1969"/>
                  </a:lnTo>
                  <a:lnTo>
                    <a:pt x="536" y="1973"/>
                  </a:lnTo>
                  <a:lnTo>
                    <a:pt x="536" y="1976"/>
                  </a:lnTo>
                  <a:lnTo>
                    <a:pt x="536" y="1980"/>
                  </a:lnTo>
                  <a:lnTo>
                    <a:pt x="540" y="1983"/>
                  </a:lnTo>
                  <a:lnTo>
                    <a:pt x="543" y="1987"/>
                  </a:lnTo>
                  <a:lnTo>
                    <a:pt x="543" y="1991"/>
                  </a:lnTo>
                  <a:lnTo>
                    <a:pt x="543" y="1994"/>
                  </a:lnTo>
                  <a:lnTo>
                    <a:pt x="547" y="1998"/>
                  </a:lnTo>
                  <a:lnTo>
                    <a:pt x="547" y="2001"/>
                  </a:lnTo>
                  <a:lnTo>
                    <a:pt x="551" y="2005"/>
                  </a:lnTo>
                  <a:lnTo>
                    <a:pt x="551" y="2009"/>
                  </a:lnTo>
                  <a:lnTo>
                    <a:pt x="554" y="2012"/>
                  </a:lnTo>
                  <a:lnTo>
                    <a:pt x="554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27"/>
                  </a:lnTo>
                  <a:lnTo>
                    <a:pt x="561" y="2030"/>
                  </a:lnTo>
                  <a:lnTo>
                    <a:pt x="561" y="2034"/>
                  </a:lnTo>
                  <a:lnTo>
                    <a:pt x="561" y="2037"/>
                  </a:lnTo>
                  <a:lnTo>
                    <a:pt x="565" y="2041"/>
                  </a:lnTo>
                  <a:lnTo>
                    <a:pt x="565" y="2045"/>
                  </a:lnTo>
                  <a:lnTo>
                    <a:pt x="569" y="2048"/>
                  </a:lnTo>
                  <a:lnTo>
                    <a:pt x="569" y="2052"/>
                  </a:lnTo>
                  <a:lnTo>
                    <a:pt x="569" y="2055"/>
                  </a:lnTo>
                  <a:lnTo>
                    <a:pt x="572" y="2059"/>
                  </a:lnTo>
                  <a:lnTo>
                    <a:pt x="576" y="2063"/>
                  </a:lnTo>
                  <a:lnTo>
                    <a:pt x="576" y="2066"/>
                  </a:lnTo>
                  <a:lnTo>
                    <a:pt x="576" y="2070"/>
                  </a:lnTo>
                  <a:lnTo>
                    <a:pt x="579" y="2073"/>
                  </a:lnTo>
                  <a:lnTo>
                    <a:pt x="579" y="2077"/>
                  </a:lnTo>
                  <a:lnTo>
                    <a:pt x="579" y="2081"/>
                  </a:lnTo>
                  <a:lnTo>
                    <a:pt x="583" y="2084"/>
                  </a:lnTo>
                  <a:lnTo>
                    <a:pt x="587" y="2088"/>
                  </a:lnTo>
                  <a:lnTo>
                    <a:pt x="587" y="2091"/>
                  </a:lnTo>
                  <a:lnTo>
                    <a:pt x="587" y="2095"/>
                  </a:lnTo>
                  <a:lnTo>
                    <a:pt x="590" y="2099"/>
                  </a:lnTo>
                  <a:lnTo>
                    <a:pt x="594" y="2102"/>
                  </a:lnTo>
                  <a:lnTo>
                    <a:pt x="594" y="2106"/>
                  </a:lnTo>
                  <a:lnTo>
                    <a:pt x="597" y="2109"/>
                  </a:lnTo>
                  <a:lnTo>
                    <a:pt x="597" y="2113"/>
                  </a:lnTo>
                  <a:lnTo>
                    <a:pt x="601" y="2117"/>
                  </a:lnTo>
                  <a:lnTo>
                    <a:pt x="605" y="2120"/>
                  </a:lnTo>
                  <a:lnTo>
                    <a:pt x="605" y="2124"/>
                  </a:lnTo>
                  <a:lnTo>
                    <a:pt x="608" y="2127"/>
                  </a:lnTo>
                  <a:lnTo>
                    <a:pt x="612" y="2131"/>
                  </a:lnTo>
                  <a:lnTo>
                    <a:pt x="615" y="2135"/>
                  </a:lnTo>
                  <a:lnTo>
                    <a:pt x="619" y="2138"/>
                  </a:lnTo>
                  <a:lnTo>
                    <a:pt x="623" y="2142"/>
                  </a:lnTo>
                  <a:lnTo>
                    <a:pt x="626" y="2142"/>
                  </a:lnTo>
                  <a:lnTo>
                    <a:pt x="630" y="2142"/>
                  </a:lnTo>
                  <a:lnTo>
                    <a:pt x="633" y="2142"/>
                  </a:lnTo>
                  <a:lnTo>
                    <a:pt x="637" y="2138"/>
                  </a:lnTo>
                  <a:lnTo>
                    <a:pt x="641" y="2135"/>
                  </a:lnTo>
                  <a:lnTo>
                    <a:pt x="644" y="2135"/>
                  </a:lnTo>
                  <a:lnTo>
                    <a:pt x="648" y="2131"/>
                  </a:lnTo>
                  <a:lnTo>
                    <a:pt x="651" y="2127"/>
                  </a:lnTo>
                  <a:lnTo>
                    <a:pt x="655" y="2124"/>
                  </a:lnTo>
                  <a:lnTo>
                    <a:pt x="655" y="2120"/>
                  </a:lnTo>
                  <a:lnTo>
                    <a:pt x="659" y="2117"/>
                  </a:lnTo>
                  <a:lnTo>
                    <a:pt x="662" y="2113"/>
                  </a:lnTo>
                  <a:lnTo>
                    <a:pt x="662" y="2109"/>
                  </a:lnTo>
                  <a:lnTo>
                    <a:pt x="666" y="2106"/>
                  </a:lnTo>
                  <a:lnTo>
                    <a:pt x="666" y="2102"/>
                  </a:lnTo>
                  <a:lnTo>
                    <a:pt x="666" y="2099"/>
                  </a:lnTo>
                  <a:lnTo>
                    <a:pt x="669" y="2095"/>
                  </a:lnTo>
                  <a:lnTo>
                    <a:pt x="673" y="2091"/>
                  </a:lnTo>
                  <a:lnTo>
                    <a:pt x="673" y="2088"/>
                  </a:lnTo>
                  <a:lnTo>
                    <a:pt x="673" y="2084"/>
                  </a:lnTo>
                  <a:lnTo>
                    <a:pt x="677" y="2081"/>
                  </a:lnTo>
                  <a:lnTo>
                    <a:pt x="677" y="2077"/>
                  </a:lnTo>
                  <a:lnTo>
                    <a:pt x="680" y="2073"/>
                  </a:lnTo>
                  <a:lnTo>
                    <a:pt x="680" y="2070"/>
                  </a:lnTo>
                  <a:lnTo>
                    <a:pt x="680" y="2066"/>
                  </a:lnTo>
                  <a:lnTo>
                    <a:pt x="684" y="2063"/>
                  </a:lnTo>
                  <a:lnTo>
                    <a:pt x="684" y="2059"/>
                  </a:lnTo>
                  <a:lnTo>
                    <a:pt x="684" y="2055"/>
                  </a:lnTo>
                  <a:lnTo>
                    <a:pt x="687" y="2052"/>
                  </a:lnTo>
                  <a:lnTo>
                    <a:pt x="687" y="2048"/>
                  </a:lnTo>
                  <a:lnTo>
                    <a:pt x="691" y="2045"/>
                  </a:lnTo>
                  <a:lnTo>
                    <a:pt x="691" y="2041"/>
                  </a:lnTo>
                  <a:lnTo>
                    <a:pt x="691" y="2037"/>
                  </a:lnTo>
                  <a:lnTo>
                    <a:pt x="695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698" y="2016"/>
                  </a:lnTo>
                  <a:lnTo>
                    <a:pt x="702" y="2012"/>
                  </a:lnTo>
                  <a:lnTo>
                    <a:pt x="702" y="2009"/>
                  </a:lnTo>
                  <a:lnTo>
                    <a:pt x="705" y="2005"/>
                  </a:lnTo>
                  <a:lnTo>
                    <a:pt x="705" y="1998"/>
                  </a:lnTo>
                  <a:lnTo>
                    <a:pt x="705" y="1994"/>
                  </a:lnTo>
                  <a:lnTo>
                    <a:pt x="709" y="1991"/>
                  </a:lnTo>
                  <a:lnTo>
                    <a:pt x="709" y="1987"/>
                  </a:lnTo>
                  <a:lnTo>
                    <a:pt x="709" y="1983"/>
                  </a:lnTo>
                  <a:lnTo>
                    <a:pt x="713" y="1980"/>
                  </a:lnTo>
                  <a:lnTo>
                    <a:pt x="713" y="1976"/>
                  </a:lnTo>
                  <a:lnTo>
                    <a:pt x="716" y="1973"/>
                  </a:lnTo>
                  <a:lnTo>
                    <a:pt x="716" y="1969"/>
                  </a:lnTo>
                  <a:lnTo>
                    <a:pt x="716" y="1965"/>
                  </a:lnTo>
                  <a:lnTo>
                    <a:pt x="720" y="1958"/>
                  </a:lnTo>
                  <a:lnTo>
                    <a:pt x="720" y="1955"/>
                  </a:lnTo>
                  <a:lnTo>
                    <a:pt x="723" y="1951"/>
                  </a:lnTo>
                  <a:lnTo>
                    <a:pt x="723" y="1947"/>
                  </a:lnTo>
                  <a:lnTo>
                    <a:pt x="723" y="1944"/>
                  </a:lnTo>
                  <a:lnTo>
                    <a:pt x="727" y="1940"/>
                  </a:lnTo>
                  <a:lnTo>
                    <a:pt x="727" y="1937"/>
                  </a:lnTo>
                  <a:lnTo>
                    <a:pt x="731" y="1933"/>
                  </a:lnTo>
                  <a:lnTo>
                    <a:pt x="731" y="1929"/>
                  </a:lnTo>
                  <a:lnTo>
                    <a:pt x="734" y="1926"/>
                  </a:lnTo>
                  <a:lnTo>
                    <a:pt x="734" y="1922"/>
                  </a:lnTo>
                  <a:lnTo>
                    <a:pt x="734" y="1919"/>
                  </a:lnTo>
                  <a:lnTo>
                    <a:pt x="738" y="1915"/>
                  </a:lnTo>
                  <a:lnTo>
                    <a:pt x="741" y="1911"/>
                  </a:lnTo>
                  <a:lnTo>
                    <a:pt x="741" y="1908"/>
                  </a:lnTo>
                  <a:lnTo>
                    <a:pt x="745" y="1904"/>
                  </a:lnTo>
                  <a:lnTo>
                    <a:pt x="745" y="1901"/>
                  </a:lnTo>
                  <a:lnTo>
                    <a:pt x="749" y="1897"/>
                  </a:lnTo>
                  <a:lnTo>
                    <a:pt x="752" y="1893"/>
                  </a:lnTo>
                  <a:lnTo>
                    <a:pt x="752" y="1890"/>
                  </a:lnTo>
                  <a:lnTo>
                    <a:pt x="756" y="1886"/>
                  </a:lnTo>
                  <a:lnTo>
                    <a:pt x="759" y="1883"/>
                  </a:lnTo>
                  <a:lnTo>
                    <a:pt x="763" y="1883"/>
                  </a:lnTo>
                  <a:lnTo>
                    <a:pt x="767" y="1879"/>
                  </a:lnTo>
                  <a:lnTo>
                    <a:pt x="770" y="1879"/>
                  </a:lnTo>
                  <a:lnTo>
                    <a:pt x="774" y="1883"/>
                  </a:lnTo>
                  <a:lnTo>
                    <a:pt x="777" y="1883"/>
                  </a:lnTo>
                  <a:lnTo>
                    <a:pt x="781" y="1886"/>
                  </a:lnTo>
                  <a:lnTo>
                    <a:pt x="785" y="1890"/>
                  </a:lnTo>
                  <a:lnTo>
                    <a:pt x="788" y="1893"/>
                  </a:lnTo>
                  <a:lnTo>
                    <a:pt x="792" y="1897"/>
                  </a:lnTo>
                  <a:lnTo>
                    <a:pt x="792" y="1901"/>
                  </a:lnTo>
                  <a:lnTo>
                    <a:pt x="795" y="1904"/>
                  </a:lnTo>
                  <a:lnTo>
                    <a:pt x="795" y="1908"/>
                  </a:lnTo>
                  <a:lnTo>
                    <a:pt x="799" y="1911"/>
                  </a:lnTo>
                  <a:lnTo>
                    <a:pt x="803" y="1915"/>
                  </a:lnTo>
                  <a:lnTo>
                    <a:pt x="803" y="1919"/>
                  </a:lnTo>
                  <a:lnTo>
                    <a:pt x="803" y="1922"/>
                  </a:lnTo>
                  <a:lnTo>
                    <a:pt x="806" y="1926"/>
                  </a:lnTo>
                  <a:lnTo>
                    <a:pt x="806" y="1929"/>
                  </a:lnTo>
                  <a:lnTo>
                    <a:pt x="810" y="1933"/>
                  </a:lnTo>
                  <a:lnTo>
                    <a:pt x="810" y="1937"/>
                  </a:lnTo>
                  <a:lnTo>
                    <a:pt x="810" y="1940"/>
                  </a:lnTo>
                  <a:lnTo>
                    <a:pt x="813" y="1944"/>
                  </a:lnTo>
                  <a:lnTo>
                    <a:pt x="813" y="1951"/>
                  </a:lnTo>
                  <a:lnTo>
                    <a:pt x="817" y="1955"/>
                  </a:lnTo>
                  <a:lnTo>
                    <a:pt x="817" y="1958"/>
                  </a:lnTo>
                  <a:lnTo>
                    <a:pt x="817" y="1962"/>
                  </a:lnTo>
                  <a:lnTo>
                    <a:pt x="821" y="1965"/>
                  </a:lnTo>
                  <a:lnTo>
                    <a:pt x="821" y="1973"/>
                  </a:lnTo>
                  <a:lnTo>
                    <a:pt x="821" y="1976"/>
                  </a:lnTo>
                  <a:lnTo>
                    <a:pt x="824" y="1980"/>
                  </a:lnTo>
                  <a:lnTo>
                    <a:pt x="824" y="1983"/>
                  </a:lnTo>
                  <a:lnTo>
                    <a:pt x="828" y="1991"/>
                  </a:lnTo>
                  <a:lnTo>
                    <a:pt x="828" y="1994"/>
                  </a:lnTo>
                  <a:lnTo>
                    <a:pt x="828" y="1998"/>
                  </a:lnTo>
                  <a:lnTo>
                    <a:pt x="831" y="2005"/>
                  </a:lnTo>
                  <a:lnTo>
                    <a:pt x="831" y="2009"/>
                  </a:lnTo>
                  <a:lnTo>
                    <a:pt x="835" y="2012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30"/>
                  </a:lnTo>
                  <a:lnTo>
                    <a:pt x="839" y="2034"/>
                  </a:lnTo>
                  <a:lnTo>
                    <a:pt x="839" y="2037"/>
                  </a:lnTo>
                  <a:lnTo>
                    <a:pt x="842" y="2045"/>
                  </a:lnTo>
                  <a:lnTo>
                    <a:pt x="842" y="2048"/>
                  </a:lnTo>
                  <a:lnTo>
                    <a:pt x="846" y="2055"/>
                  </a:lnTo>
                  <a:lnTo>
                    <a:pt x="846" y="2059"/>
                  </a:lnTo>
                  <a:lnTo>
                    <a:pt x="846" y="2066"/>
                  </a:lnTo>
                  <a:lnTo>
                    <a:pt x="849" y="2070"/>
                  </a:lnTo>
                  <a:lnTo>
                    <a:pt x="849" y="2073"/>
                  </a:lnTo>
                  <a:lnTo>
                    <a:pt x="853" y="2081"/>
                  </a:lnTo>
                  <a:lnTo>
                    <a:pt x="853" y="2084"/>
                  </a:lnTo>
                  <a:lnTo>
                    <a:pt x="853" y="2091"/>
                  </a:lnTo>
                  <a:lnTo>
                    <a:pt x="857" y="2095"/>
                  </a:lnTo>
                  <a:lnTo>
                    <a:pt x="857" y="2099"/>
                  </a:lnTo>
                  <a:lnTo>
                    <a:pt x="860" y="2106"/>
                  </a:lnTo>
                  <a:lnTo>
                    <a:pt x="860" y="2109"/>
                  </a:lnTo>
                  <a:lnTo>
                    <a:pt x="860" y="2113"/>
                  </a:lnTo>
                  <a:lnTo>
                    <a:pt x="864" y="2120"/>
                  </a:lnTo>
                  <a:lnTo>
                    <a:pt x="864" y="2124"/>
                  </a:lnTo>
                  <a:lnTo>
                    <a:pt x="864" y="2127"/>
                  </a:lnTo>
                  <a:lnTo>
                    <a:pt x="867" y="2131"/>
                  </a:lnTo>
                  <a:lnTo>
                    <a:pt x="867" y="2138"/>
                  </a:lnTo>
                  <a:lnTo>
                    <a:pt x="871" y="2142"/>
                  </a:lnTo>
                  <a:lnTo>
                    <a:pt x="871" y="2145"/>
                  </a:lnTo>
                  <a:lnTo>
                    <a:pt x="871" y="2149"/>
                  </a:lnTo>
                  <a:lnTo>
                    <a:pt x="875" y="2153"/>
                  </a:lnTo>
                  <a:lnTo>
                    <a:pt x="875" y="2156"/>
                  </a:lnTo>
                  <a:lnTo>
                    <a:pt x="878" y="2160"/>
                  </a:lnTo>
                  <a:lnTo>
                    <a:pt x="878" y="2163"/>
                  </a:lnTo>
                  <a:lnTo>
                    <a:pt x="878" y="2167"/>
                  </a:lnTo>
                  <a:lnTo>
                    <a:pt x="882" y="2171"/>
                  </a:lnTo>
                  <a:lnTo>
                    <a:pt x="882" y="2174"/>
                  </a:lnTo>
                  <a:lnTo>
                    <a:pt x="882" y="2178"/>
                  </a:lnTo>
                  <a:lnTo>
                    <a:pt x="885" y="2181"/>
                  </a:lnTo>
                  <a:lnTo>
                    <a:pt x="889" y="2185"/>
                  </a:lnTo>
                  <a:lnTo>
                    <a:pt x="889" y="2189"/>
                  </a:lnTo>
                  <a:lnTo>
                    <a:pt x="893" y="2192"/>
                  </a:lnTo>
                  <a:lnTo>
                    <a:pt x="893" y="2196"/>
                  </a:lnTo>
                  <a:lnTo>
                    <a:pt x="896" y="2199"/>
                  </a:lnTo>
                  <a:lnTo>
                    <a:pt x="900" y="2203"/>
                  </a:lnTo>
                  <a:lnTo>
                    <a:pt x="903" y="2207"/>
                  </a:lnTo>
                  <a:lnTo>
                    <a:pt x="907" y="2210"/>
                  </a:lnTo>
                  <a:lnTo>
                    <a:pt x="911" y="2210"/>
                  </a:lnTo>
                  <a:lnTo>
                    <a:pt x="914" y="2207"/>
                  </a:lnTo>
                  <a:lnTo>
                    <a:pt x="918" y="2207"/>
                  </a:lnTo>
                  <a:lnTo>
                    <a:pt x="921" y="2203"/>
                  </a:lnTo>
                  <a:lnTo>
                    <a:pt x="925" y="2199"/>
                  </a:lnTo>
                  <a:lnTo>
                    <a:pt x="925" y="2196"/>
                  </a:lnTo>
                  <a:lnTo>
                    <a:pt x="929" y="2192"/>
                  </a:lnTo>
                  <a:lnTo>
                    <a:pt x="932" y="2189"/>
                  </a:lnTo>
                  <a:lnTo>
                    <a:pt x="932" y="2185"/>
                  </a:lnTo>
                  <a:lnTo>
                    <a:pt x="932" y="2181"/>
                  </a:lnTo>
                  <a:lnTo>
                    <a:pt x="936" y="2178"/>
                  </a:lnTo>
                  <a:lnTo>
                    <a:pt x="936" y="2174"/>
                  </a:lnTo>
                  <a:lnTo>
                    <a:pt x="939" y="2171"/>
                  </a:lnTo>
                  <a:lnTo>
                    <a:pt x="939" y="2167"/>
                  </a:lnTo>
                  <a:lnTo>
                    <a:pt x="939" y="2163"/>
                  </a:lnTo>
                  <a:lnTo>
                    <a:pt x="943" y="2160"/>
                  </a:lnTo>
                  <a:lnTo>
                    <a:pt x="943" y="2156"/>
                  </a:lnTo>
                  <a:lnTo>
                    <a:pt x="947" y="2153"/>
                  </a:lnTo>
                  <a:lnTo>
                    <a:pt x="947" y="2145"/>
                  </a:lnTo>
                  <a:lnTo>
                    <a:pt x="947" y="2142"/>
                  </a:lnTo>
                  <a:lnTo>
                    <a:pt x="950" y="2138"/>
                  </a:lnTo>
                  <a:lnTo>
                    <a:pt x="950" y="2131"/>
                  </a:lnTo>
                  <a:lnTo>
                    <a:pt x="950" y="2127"/>
                  </a:lnTo>
                  <a:lnTo>
                    <a:pt x="954" y="2124"/>
                  </a:lnTo>
                  <a:lnTo>
                    <a:pt x="954" y="2117"/>
                  </a:lnTo>
                  <a:lnTo>
                    <a:pt x="957" y="2113"/>
                  </a:lnTo>
                  <a:lnTo>
                    <a:pt x="957" y="2106"/>
                  </a:lnTo>
                  <a:lnTo>
                    <a:pt x="957" y="2099"/>
                  </a:lnTo>
                  <a:lnTo>
                    <a:pt x="961" y="2095"/>
                  </a:lnTo>
                  <a:lnTo>
                    <a:pt x="961" y="2088"/>
                  </a:lnTo>
                  <a:lnTo>
                    <a:pt x="965" y="2081"/>
                  </a:lnTo>
                  <a:lnTo>
                    <a:pt x="965" y="2077"/>
                  </a:lnTo>
                  <a:lnTo>
                    <a:pt x="965" y="2070"/>
                  </a:lnTo>
                  <a:lnTo>
                    <a:pt x="968" y="2063"/>
                  </a:lnTo>
                  <a:lnTo>
                    <a:pt x="968" y="2055"/>
                  </a:lnTo>
                  <a:lnTo>
                    <a:pt x="968" y="2052"/>
                  </a:lnTo>
                  <a:lnTo>
                    <a:pt x="972" y="2045"/>
                  </a:lnTo>
                  <a:lnTo>
                    <a:pt x="972" y="2037"/>
                  </a:lnTo>
                  <a:lnTo>
                    <a:pt x="975" y="2030"/>
                  </a:lnTo>
                  <a:lnTo>
                    <a:pt x="975" y="2023"/>
                  </a:lnTo>
                  <a:lnTo>
                    <a:pt x="975" y="2016"/>
                  </a:lnTo>
                  <a:lnTo>
                    <a:pt x="979" y="2009"/>
                  </a:lnTo>
                  <a:lnTo>
                    <a:pt x="979" y="2005"/>
                  </a:lnTo>
                  <a:lnTo>
                    <a:pt x="983" y="1998"/>
                  </a:lnTo>
                  <a:lnTo>
                    <a:pt x="983" y="1991"/>
                  </a:lnTo>
                  <a:lnTo>
                    <a:pt x="983" y="1983"/>
                  </a:lnTo>
                  <a:lnTo>
                    <a:pt x="986" y="1976"/>
                  </a:lnTo>
                  <a:lnTo>
                    <a:pt x="986" y="1969"/>
                  </a:lnTo>
                  <a:lnTo>
                    <a:pt x="990" y="1962"/>
                  </a:lnTo>
                  <a:lnTo>
                    <a:pt x="990" y="1955"/>
                  </a:lnTo>
                  <a:lnTo>
                    <a:pt x="990" y="1947"/>
                  </a:lnTo>
                  <a:lnTo>
                    <a:pt x="993" y="1940"/>
                  </a:lnTo>
                  <a:lnTo>
                    <a:pt x="993" y="1937"/>
                  </a:lnTo>
                  <a:lnTo>
                    <a:pt x="993" y="1929"/>
                  </a:lnTo>
                  <a:lnTo>
                    <a:pt x="997" y="1922"/>
                  </a:lnTo>
                  <a:lnTo>
                    <a:pt x="997" y="1915"/>
                  </a:lnTo>
                  <a:lnTo>
                    <a:pt x="1001" y="1908"/>
                  </a:lnTo>
                  <a:lnTo>
                    <a:pt x="1001" y="1901"/>
                  </a:lnTo>
                  <a:lnTo>
                    <a:pt x="1001" y="1893"/>
                  </a:lnTo>
                  <a:lnTo>
                    <a:pt x="1004" y="1890"/>
                  </a:lnTo>
                  <a:lnTo>
                    <a:pt x="1004" y="1883"/>
                  </a:lnTo>
                  <a:lnTo>
                    <a:pt x="1008" y="1875"/>
                  </a:lnTo>
                  <a:lnTo>
                    <a:pt x="1008" y="1872"/>
                  </a:lnTo>
                  <a:lnTo>
                    <a:pt x="1008" y="1865"/>
                  </a:lnTo>
                  <a:lnTo>
                    <a:pt x="1011" y="1857"/>
                  </a:lnTo>
                  <a:lnTo>
                    <a:pt x="1011" y="1854"/>
                  </a:lnTo>
                  <a:lnTo>
                    <a:pt x="1011" y="1847"/>
                  </a:lnTo>
                  <a:lnTo>
                    <a:pt x="1015" y="1843"/>
                  </a:lnTo>
                  <a:lnTo>
                    <a:pt x="1015" y="1836"/>
                  </a:lnTo>
                  <a:lnTo>
                    <a:pt x="1019" y="1832"/>
                  </a:lnTo>
                  <a:lnTo>
                    <a:pt x="1019" y="1825"/>
                  </a:lnTo>
                  <a:lnTo>
                    <a:pt x="1019" y="1821"/>
                  </a:lnTo>
                  <a:lnTo>
                    <a:pt x="1022" y="1818"/>
                  </a:lnTo>
                  <a:lnTo>
                    <a:pt x="1022" y="1811"/>
                  </a:lnTo>
                  <a:lnTo>
                    <a:pt x="1026" y="1807"/>
                  </a:lnTo>
                  <a:lnTo>
                    <a:pt x="1026" y="1803"/>
                  </a:lnTo>
                  <a:lnTo>
                    <a:pt x="1026" y="1800"/>
                  </a:lnTo>
                  <a:lnTo>
                    <a:pt x="1029" y="1796"/>
                  </a:lnTo>
                  <a:lnTo>
                    <a:pt x="1029" y="1793"/>
                  </a:lnTo>
                  <a:lnTo>
                    <a:pt x="1033" y="1789"/>
                  </a:lnTo>
                  <a:lnTo>
                    <a:pt x="1033" y="1785"/>
                  </a:lnTo>
                  <a:lnTo>
                    <a:pt x="1033" y="1782"/>
                  </a:lnTo>
                  <a:lnTo>
                    <a:pt x="1037" y="1778"/>
                  </a:lnTo>
                  <a:lnTo>
                    <a:pt x="1037" y="1775"/>
                  </a:lnTo>
                  <a:lnTo>
                    <a:pt x="1040" y="1771"/>
                  </a:lnTo>
                  <a:lnTo>
                    <a:pt x="1044" y="1767"/>
                  </a:lnTo>
                  <a:lnTo>
                    <a:pt x="1047" y="1764"/>
                  </a:lnTo>
                  <a:lnTo>
                    <a:pt x="1051" y="1764"/>
                  </a:lnTo>
                  <a:lnTo>
                    <a:pt x="1055" y="1767"/>
                  </a:lnTo>
                  <a:lnTo>
                    <a:pt x="1058" y="1767"/>
                  </a:lnTo>
                  <a:lnTo>
                    <a:pt x="1062" y="1771"/>
                  </a:lnTo>
                  <a:lnTo>
                    <a:pt x="1062" y="1775"/>
                  </a:lnTo>
                  <a:lnTo>
                    <a:pt x="1065" y="1778"/>
                  </a:lnTo>
                  <a:lnTo>
                    <a:pt x="1069" y="1782"/>
                  </a:lnTo>
                  <a:lnTo>
                    <a:pt x="1069" y="1785"/>
                  </a:lnTo>
                  <a:lnTo>
                    <a:pt x="1069" y="1789"/>
                  </a:lnTo>
                  <a:lnTo>
                    <a:pt x="1073" y="1793"/>
                  </a:lnTo>
                  <a:lnTo>
                    <a:pt x="1073" y="1796"/>
                  </a:lnTo>
                  <a:lnTo>
                    <a:pt x="1076" y="1803"/>
                  </a:lnTo>
                  <a:lnTo>
                    <a:pt x="1076" y="1807"/>
                  </a:lnTo>
                  <a:lnTo>
                    <a:pt x="1076" y="1811"/>
                  </a:lnTo>
                  <a:lnTo>
                    <a:pt x="1080" y="1818"/>
                  </a:lnTo>
                  <a:lnTo>
                    <a:pt x="1080" y="1821"/>
                  </a:lnTo>
                  <a:lnTo>
                    <a:pt x="1080" y="1829"/>
                  </a:lnTo>
                  <a:lnTo>
                    <a:pt x="1083" y="1832"/>
                  </a:lnTo>
                  <a:lnTo>
                    <a:pt x="1083" y="1839"/>
                  </a:lnTo>
                  <a:lnTo>
                    <a:pt x="1087" y="1847"/>
                  </a:lnTo>
                  <a:lnTo>
                    <a:pt x="1087" y="1850"/>
                  </a:lnTo>
                  <a:lnTo>
                    <a:pt x="1087" y="1857"/>
                  </a:lnTo>
                  <a:lnTo>
                    <a:pt x="1091" y="1865"/>
                  </a:lnTo>
                  <a:lnTo>
                    <a:pt x="1091" y="1872"/>
                  </a:lnTo>
                  <a:lnTo>
                    <a:pt x="1094" y="1879"/>
                  </a:lnTo>
                  <a:lnTo>
                    <a:pt x="1094" y="1886"/>
                  </a:lnTo>
                  <a:lnTo>
                    <a:pt x="1094" y="1897"/>
                  </a:lnTo>
                  <a:lnTo>
                    <a:pt x="1098" y="1904"/>
                  </a:lnTo>
                  <a:lnTo>
                    <a:pt x="1098" y="1911"/>
                  </a:lnTo>
                  <a:lnTo>
                    <a:pt x="1098" y="1922"/>
                  </a:lnTo>
                  <a:lnTo>
                    <a:pt x="1101" y="1929"/>
                  </a:lnTo>
                  <a:lnTo>
                    <a:pt x="1101" y="1937"/>
                  </a:lnTo>
                  <a:lnTo>
                    <a:pt x="1105" y="1947"/>
                  </a:lnTo>
                  <a:lnTo>
                    <a:pt x="1105" y="1955"/>
                  </a:lnTo>
                  <a:lnTo>
                    <a:pt x="1105" y="1965"/>
                  </a:lnTo>
                  <a:lnTo>
                    <a:pt x="1109" y="1976"/>
                  </a:lnTo>
                  <a:lnTo>
                    <a:pt x="1109" y="1983"/>
                  </a:lnTo>
                  <a:lnTo>
                    <a:pt x="1112" y="1994"/>
                  </a:lnTo>
                  <a:lnTo>
                    <a:pt x="1112" y="2005"/>
                  </a:lnTo>
                  <a:lnTo>
                    <a:pt x="1112" y="2012"/>
                  </a:lnTo>
                  <a:lnTo>
                    <a:pt x="1116" y="2023"/>
                  </a:lnTo>
                  <a:lnTo>
                    <a:pt x="1116" y="2034"/>
                  </a:lnTo>
                  <a:lnTo>
                    <a:pt x="1119" y="2045"/>
                  </a:lnTo>
                  <a:lnTo>
                    <a:pt x="1119" y="2055"/>
                  </a:lnTo>
                  <a:lnTo>
                    <a:pt x="1119" y="2066"/>
                  </a:lnTo>
                  <a:lnTo>
                    <a:pt x="1123" y="2077"/>
                  </a:lnTo>
                  <a:lnTo>
                    <a:pt x="1123" y="2088"/>
                  </a:lnTo>
                  <a:lnTo>
                    <a:pt x="1123" y="2095"/>
                  </a:lnTo>
                  <a:lnTo>
                    <a:pt x="1127" y="2106"/>
                  </a:lnTo>
                  <a:lnTo>
                    <a:pt x="1127" y="2117"/>
                  </a:lnTo>
                  <a:lnTo>
                    <a:pt x="1130" y="2127"/>
                  </a:lnTo>
                  <a:lnTo>
                    <a:pt x="1130" y="2138"/>
                  </a:lnTo>
                  <a:lnTo>
                    <a:pt x="1130" y="2149"/>
                  </a:lnTo>
                  <a:lnTo>
                    <a:pt x="1134" y="2160"/>
                  </a:lnTo>
                  <a:lnTo>
                    <a:pt x="1134" y="2171"/>
                  </a:lnTo>
                  <a:lnTo>
                    <a:pt x="1137" y="2181"/>
                  </a:lnTo>
                  <a:lnTo>
                    <a:pt x="1137" y="2192"/>
                  </a:lnTo>
                  <a:lnTo>
                    <a:pt x="1137" y="2203"/>
                  </a:lnTo>
                  <a:lnTo>
                    <a:pt x="1141" y="2214"/>
                  </a:lnTo>
                  <a:lnTo>
                    <a:pt x="1141" y="2225"/>
                  </a:lnTo>
                  <a:lnTo>
                    <a:pt x="1141" y="2235"/>
                  </a:lnTo>
                  <a:lnTo>
                    <a:pt x="1145" y="2243"/>
                  </a:lnTo>
                  <a:lnTo>
                    <a:pt x="1145" y="2253"/>
                  </a:lnTo>
                  <a:lnTo>
                    <a:pt x="1148" y="2264"/>
                  </a:lnTo>
                  <a:lnTo>
                    <a:pt x="1148" y="2275"/>
                  </a:lnTo>
                  <a:lnTo>
                    <a:pt x="1148" y="2286"/>
                  </a:lnTo>
                  <a:lnTo>
                    <a:pt x="1152" y="2293"/>
                  </a:lnTo>
                  <a:lnTo>
                    <a:pt x="1152" y="2304"/>
                  </a:lnTo>
                  <a:lnTo>
                    <a:pt x="1155" y="2311"/>
                  </a:lnTo>
                  <a:lnTo>
                    <a:pt x="1155" y="2322"/>
                  </a:lnTo>
                  <a:lnTo>
                    <a:pt x="1155" y="2329"/>
                  </a:lnTo>
                  <a:lnTo>
                    <a:pt x="1159" y="2340"/>
                  </a:lnTo>
                  <a:lnTo>
                    <a:pt x="1159" y="2347"/>
                  </a:lnTo>
                  <a:lnTo>
                    <a:pt x="1163" y="2354"/>
                  </a:lnTo>
                  <a:lnTo>
                    <a:pt x="1163" y="2365"/>
                  </a:lnTo>
                  <a:lnTo>
                    <a:pt x="1163" y="2372"/>
                  </a:lnTo>
                  <a:lnTo>
                    <a:pt x="1166" y="2379"/>
                  </a:lnTo>
                  <a:lnTo>
                    <a:pt x="1166" y="2387"/>
                  </a:lnTo>
                  <a:lnTo>
                    <a:pt x="1166" y="2394"/>
                  </a:lnTo>
                  <a:lnTo>
                    <a:pt x="1170" y="2401"/>
                  </a:lnTo>
                  <a:lnTo>
                    <a:pt x="1170" y="2408"/>
                  </a:lnTo>
                  <a:lnTo>
                    <a:pt x="1173" y="2412"/>
                  </a:lnTo>
                  <a:lnTo>
                    <a:pt x="1173" y="2419"/>
                  </a:lnTo>
                  <a:lnTo>
                    <a:pt x="1173" y="2423"/>
                  </a:lnTo>
                  <a:lnTo>
                    <a:pt x="1177" y="2430"/>
                  </a:lnTo>
                  <a:lnTo>
                    <a:pt x="1177" y="2433"/>
                  </a:lnTo>
                  <a:lnTo>
                    <a:pt x="1181" y="2437"/>
                  </a:lnTo>
                  <a:lnTo>
                    <a:pt x="1181" y="2444"/>
                  </a:lnTo>
                  <a:lnTo>
                    <a:pt x="1181" y="2448"/>
                  </a:lnTo>
                  <a:lnTo>
                    <a:pt x="1184" y="2451"/>
                  </a:lnTo>
                  <a:lnTo>
                    <a:pt x="1184" y="2455"/>
                  </a:lnTo>
                  <a:lnTo>
                    <a:pt x="1188" y="2459"/>
                  </a:lnTo>
                  <a:lnTo>
                    <a:pt x="1191" y="2462"/>
                  </a:lnTo>
                  <a:lnTo>
                    <a:pt x="1195" y="2462"/>
                  </a:lnTo>
                  <a:lnTo>
                    <a:pt x="1199" y="2459"/>
                  </a:lnTo>
                  <a:lnTo>
                    <a:pt x="1202" y="2455"/>
                  </a:lnTo>
                  <a:lnTo>
                    <a:pt x="1206" y="2451"/>
                  </a:lnTo>
                  <a:lnTo>
                    <a:pt x="1206" y="2448"/>
                  </a:lnTo>
                  <a:lnTo>
                    <a:pt x="1206" y="2444"/>
                  </a:lnTo>
                  <a:lnTo>
                    <a:pt x="1209" y="2441"/>
                  </a:lnTo>
                  <a:lnTo>
                    <a:pt x="1209" y="2437"/>
                  </a:lnTo>
                  <a:lnTo>
                    <a:pt x="1209" y="2430"/>
                  </a:lnTo>
                  <a:lnTo>
                    <a:pt x="1213" y="2426"/>
                  </a:lnTo>
                  <a:lnTo>
                    <a:pt x="1213" y="2419"/>
                  </a:lnTo>
                  <a:lnTo>
                    <a:pt x="1217" y="2412"/>
                  </a:lnTo>
                  <a:lnTo>
                    <a:pt x="1217" y="2405"/>
                  </a:lnTo>
                  <a:lnTo>
                    <a:pt x="1217" y="2397"/>
                  </a:lnTo>
                  <a:lnTo>
                    <a:pt x="1220" y="2387"/>
                  </a:lnTo>
                  <a:lnTo>
                    <a:pt x="1220" y="2379"/>
                  </a:lnTo>
                  <a:lnTo>
                    <a:pt x="1224" y="2369"/>
                  </a:lnTo>
                  <a:lnTo>
                    <a:pt x="1224" y="2361"/>
                  </a:lnTo>
                  <a:lnTo>
                    <a:pt x="1224" y="2351"/>
                  </a:lnTo>
                  <a:lnTo>
                    <a:pt x="1227" y="2340"/>
                  </a:lnTo>
                  <a:lnTo>
                    <a:pt x="1227" y="2329"/>
                  </a:lnTo>
                  <a:lnTo>
                    <a:pt x="1227" y="2315"/>
                  </a:lnTo>
                  <a:lnTo>
                    <a:pt x="1231" y="2304"/>
                  </a:lnTo>
                  <a:lnTo>
                    <a:pt x="1231" y="2293"/>
                  </a:lnTo>
                  <a:lnTo>
                    <a:pt x="1235" y="2279"/>
                  </a:lnTo>
                  <a:lnTo>
                    <a:pt x="1235" y="2264"/>
                  </a:lnTo>
                  <a:lnTo>
                    <a:pt x="1235" y="2250"/>
                  </a:lnTo>
                  <a:lnTo>
                    <a:pt x="1238" y="2235"/>
                  </a:lnTo>
                  <a:lnTo>
                    <a:pt x="1238" y="2221"/>
                  </a:lnTo>
                  <a:lnTo>
                    <a:pt x="1242" y="2203"/>
                  </a:lnTo>
                  <a:lnTo>
                    <a:pt x="1242" y="2189"/>
                  </a:lnTo>
                  <a:lnTo>
                    <a:pt x="1242" y="2171"/>
                  </a:lnTo>
                  <a:lnTo>
                    <a:pt x="1245" y="2156"/>
                  </a:lnTo>
                  <a:lnTo>
                    <a:pt x="1245" y="2138"/>
                  </a:lnTo>
                  <a:lnTo>
                    <a:pt x="1249" y="2120"/>
                  </a:lnTo>
                  <a:lnTo>
                    <a:pt x="1249" y="2102"/>
                  </a:lnTo>
                  <a:lnTo>
                    <a:pt x="1249" y="2084"/>
                  </a:lnTo>
                  <a:lnTo>
                    <a:pt x="1253" y="2063"/>
                  </a:lnTo>
                  <a:lnTo>
                    <a:pt x="1253" y="2045"/>
                  </a:lnTo>
                  <a:lnTo>
                    <a:pt x="1253" y="2023"/>
                  </a:lnTo>
                  <a:lnTo>
                    <a:pt x="1256" y="2005"/>
                  </a:lnTo>
                  <a:lnTo>
                    <a:pt x="1256" y="1983"/>
                  </a:lnTo>
                  <a:lnTo>
                    <a:pt x="1260" y="1962"/>
                  </a:lnTo>
                  <a:lnTo>
                    <a:pt x="1260" y="1940"/>
                  </a:lnTo>
                  <a:lnTo>
                    <a:pt x="1260" y="1919"/>
                  </a:lnTo>
                  <a:lnTo>
                    <a:pt x="1263" y="1897"/>
                  </a:lnTo>
                  <a:lnTo>
                    <a:pt x="1263" y="1872"/>
                  </a:lnTo>
                  <a:lnTo>
                    <a:pt x="1267" y="1850"/>
                  </a:lnTo>
                  <a:lnTo>
                    <a:pt x="1267" y="1825"/>
                  </a:lnTo>
                  <a:lnTo>
                    <a:pt x="1267" y="1803"/>
                  </a:lnTo>
                  <a:lnTo>
                    <a:pt x="1271" y="1778"/>
                  </a:lnTo>
                  <a:lnTo>
                    <a:pt x="1271" y="1753"/>
                  </a:lnTo>
                  <a:lnTo>
                    <a:pt x="1274" y="1731"/>
                  </a:lnTo>
                  <a:lnTo>
                    <a:pt x="1274" y="1706"/>
                  </a:lnTo>
                  <a:lnTo>
                    <a:pt x="1274" y="1681"/>
                  </a:lnTo>
                  <a:lnTo>
                    <a:pt x="1278" y="1656"/>
                  </a:lnTo>
                  <a:lnTo>
                    <a:pt x="1278" y="1631"/>
                  </a:lnTo>
                  <a:lnTo>
                    <a:pt x="1278" y="1602"/>
                  </a:lnTo>
                  <a:lnTo>
                    <a:pt x="1281" y="1577"/>
                  </a:lnTo>
                  <a:lnTo>
                    <a:pt x="1281" y="1551"/>
                  </a:lnTo>
                  <a:lnTo>
                    <a:pt x="1285" y="1523"/>
                  </a:lnTo>
                  <a:lnTo>
                    <a:pt x="1285" y="1497"/>
                  </a:lnTo>
                  <a:lnTo>
                    <a:pt x="1285" y="1472"/>
                  </a:lnTo>
                  <a:lnTo>
                    <a:pt x="1289" y="1443"/>
                  </a:lnTo>
                  <a:lnTo>
                    <a:pt x="1289" y="1418"/>
                  </a:lnTo>
                  <a:lnTo>
                    <a:pt x="1292" y="1389"/>
                  </a:lnTo>
                  <a:lnTo>
                    <a:pt x="1292" y="1361"/>
                  </a:lnTo>
                  <a:lnTo>
                    <a:pt x="1292" y="1335"/>
                  </a:lnTo>
                  <a:lnTo>
                    <a:pt x="1296" y="1307"/>
                  </a:lnTo>
                  <a:lnTo>
                    <a:pt x="1296" y="1281"/>
                  </a:lnTo>
                  <a:lnTo>
                    <a:pt x="1296" y="1253"/>
                  </a:lnTo>
                  <a:lnTo>
                    <a:pt x="1299" y="1224"/>
                  </a:lnTo>
                  <a:lnTo>
                    <a:pt x="1299" y="1195"/>
                  </a:lnTo>
                  <a:lnTo>
                    <a:pt x="1303" y="1170"/>
                  </a:lnTo>
                  <a:lnTo>
                    <a:pt x="1303" y="1141"/>
                  </a:lnTo>
                  <a:lnTo>
                    <a:pt x="1303" y="1112"/>
                  </a:lnTo>
                  <a:lnTo>
                    <a:pt x="1307" y="1087"/>
                  </a:lnTo>
                  <a:lnTo>
                    <a:pt x="1307" y="1058"/>
                  </a:lnTo>
                  <a:lnTo>
                    <a:pt x="1310" y="1029"/>
                  </a:lnTo>
                  <a:lnTo>
                    <a:pt x="1310" y="1004"/>
                  </a:lnTo>
                  <a:lnTo>
                    <a:pt x="1310" y="975"/>
                  </a:lnTo>
                  <a:lnTo>
                    <a:pt x="1314" y="950"/>
                  </a:lnTo>
                  <a:lnTo>
                    <a:pt x="1314" y="921"/>
                  </a:lnTo>
                  <a:lnTo>
                    <a:pt x="1317" y="896"/>
                  </a:lnTo>
                  <a:lnTo>
                    <a:pt x="1317" y="867"/>
                  </a:lnTo>
                  <a:lnTo>
                    <a:pt x="1317" y="842"/>
                  </a:lnTo>
                  <a:lnTo>
                    <a:pt x="1321" y="813"/>
                  </a:lnTo>
                  <a:lnTo>
                    <a:pt x="1321" y="788"/>
                  </a:lnTo>
                  <a:lnTo>
                    <a:pt x="1321" y="763"/>
                  </a:lnTo>
                  <a:lnTo>
                    <a:pt x="1325" y="738"/>
                  </a:lnTo>
                  <a:lnTo>
                    <a:pt x="1325" y="709"/>
                  </a:lnTo>
                  <a:lnTo>
                    <a:pt x="1328" y="684"/>
                  </a:lnTo>
                  <a:lnTo>
                    <a:pt x="1328" y="659"/>
                  </a:lnTo>
                  <a:lnTo>
                    <a:pt x="1328" y="637"/>
                  </a:lnTo>
                  <a:lnTo>
                    <a:pt x="1332" y="612"/>
                  </a:lnTo>
                  <a:lnTo>
                    <a:pt x="1332" y="587"/>
                  </a:lnTo>
                  <a:lnTo>
                    <a:pt x="1335" y="562"/>
                  </a:lnTo>
                  <a:lnTo>
                    <a:pt x="1335" y="540"/>
                  </a:lnTo>
                  <a:lnTo>
                    <a:pt x="1335" y="515"/>
                  </a:lnTo>
                  <a:lnTo>
                    <a:pt x="1339" y="493"/>
                  </a:lnTo>
                  <a:lnTo>
                    <a:pt x="1339" y="472"/>
                  </a:lnTo>
                  <a:lnTo>
                    <a:pt x="1339" y="450"/>
                  </a:lnTo>
                  <a:lnTo>
                    <a:pt x="1343" y="428"/>
                  </a:lnTo>
                  <a:lnTo>
                    <a:pt x="1343" y="407"/>
                  </a:lnTo>
                  <a:lnTo>
                    <a:pt x="1346" y="385"/>
                  </a:lnTo>
                  <a:lnTo>
                    <a:pt x="1346" y="364"/>
                  </a:lnTo>
                  <a:lnTo>
                    <a:pt x="1346" y="346"/>
                  </a:lnTo>
                  <a:lnTo>
                    <a:pt x="1350" y="324"/>
                  </a:lnTo>
                  <a:lnTo>
                    <a:pt x="1350" y="306"/>
                  </a:lnTo>
                  <a:lnTo>
                    <a:pt x="1353" y="288"/>
                  </a:lnTo>
                  <a:lnTo>
                    <a:pt x="1353" y="270"/>
                  </a:lnTo>
                  <a:lnTo>
                    <a:pt x="1353" y="252"/>
                  </a:lnTo>
                  <a:lnTo>
                    <a:pt x="1357" y="234"/>
                  </a:lnTo>
                  <a:lnTo>
                    <a:pt x="1357" y="220"/>
                  </a:lnTo>
                  <a:lnTo>
                    <a:pt x="1361" y="202"/>
                  </a:lnTo>
                  <a:lnTo>
                    <a:pt x="1361" y="187"/>
                  </a:lnTo>
                  <a:lnTo>
                    <a:pt x="1361" y="173"/>
                  </a:lnTo>
                  <a:lnTo>
                    <a:pt x="1364" y="158"/>
                  </a:lnTo>
                  <a:lnTo>
                    <a:pt x="1364" y="144"/>
                  </a:lnTo>
                  <a:lnTo>
                    <a:pt x="1364" y="133"/>
                  </a:lnTo>
                  <a:lnTo>
                    <a:pt x="1368" y="119"/>
                  </a:lnTo>
                  <a:lnTo>
                    <a:pt x="1368" y="108"/>
                  </a:lnTo>
                  <a:lnTo>
                    <a:pt x="1371" y="97"/>
                  </a:lnTo>
                  <a:lnTo>
                    <a:pt x="1371" y="86"/>
                  </a:lnTo>
                  <a:lnTo>
                    <a:pt x="1371" y="76"/>
                  </a:lnTo>
                  <a:lnTo>
                    <a:pt x="1375" y="65"/>
                  </a:lnTo>
                  <a:lnTo>
                    <a:pt x="1375" y="58"/>
                  </a:lnTo>
                  <a:lnTo>
                    <a:pt x="1379" y="50"/>
                  </a:lnTo>
                  <a:lnTo>
                    <a:pt x="1379" y="40"/>
                  </a:lnTo>
                  <a:lnTo>
                    <a:pt x="1379" y="36"/>
                  </a:lnTo>
                  <a:lnTo>
                    <a:pt x="1382" y="29"/>
                  </a:lnTo>
                  <a:lnTo>
                    <a:pt x="1382" y="22"/>
                  </a:lnTo>
                  <a:lnTo>
                    <a:pt x="1382" y="18"/>
                  </a:lnTo>
                  <a:lnTo>
                    <a:pt x="1386" y="14"/>
                  </a:lnTo>
                  <a:lnTo>
                    <a:pt x="1386" y="11"/>
                  </a:lnTo>
                  <a:lnTo>
                    <a:pt x="1389" y="7"/>
                  </a:lnTo>
                  <a:lnTo>
                    <a:pt x="1389" y="4"/>
                  </a:lnTo>
                  <a:lnTo>
                    <a:pt x="1393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7" name="Freeform 95"/>
            <p:cNvSpPr>
              <a:spLocks/>
            </p:cNvSpPr>
            <p:nvPr/>
          </p:nvSpPr>
          <p:spPr bwMode="auto">
            <a:xfrm>
              <a:off x="2146" y="1048"/>
              <a:ext cx="2480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68" y="788"/>
                </a:cxn>
                <a:cxn ang="0">
                  <a:pos x="93" y="1253"/>
                </a:cxn>
                <a:cxn ang="0">
                  <a:pos x="115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4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1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89"/>
                </a:cxn>
                <a:cxn ang="0">
                  <a:pos x="525" y="2124"/>
                </a:cxn>
                <a:cxn ang="0">
                  <a:pos x="550" y="2037"/>
                </a:cxn>
                <a:cxn ang="0">
                  <a:pos x="572" y="1958"/>
                </a:cxn>
                <a:cxn ang="0">
                  <a:pos x="604" y="1893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27" y="2109"/>
                </a:cxn>
                <a:cxn ang="0">
                  <a:pos x="784" y="2124"/>
                </a:cxn>
                <a:cxn ang="0">
                  <a:pos x="817" y="2063"/>
                </a:cxn>
                <a:cxn ang="0">
                  <a:pos x="842" y="2001"/>
                </a:cxn>
                <a:cxn ang="0">
                  <a:pos x="878" y="1940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0" y="2073"/>
                </a:cxn>
                <a:cxn ang="0">
                  <a:pos x="1054" y="2106"/>
                </a:cxn>
                <a:cxn ang="0">
                  <a:pos x="1101" y="2045"/>
                </a:cxn>
                <a:cxn ang="0">
                  <a:pos x="1137" y="1983"/>
                </a:cxn>
                <a:cxn ang="0">
                  <a:pos x="1195" y="1951"/>
                </a:cxn>
                <a:cxn ang="0">
                  <a:pos x="1245" y="2012"/>
                </a:cxn>
                <a:cxn ang="0">
                  <a:pos x="1288" y="2073"/>
                </a:cxn>
                <a:cxn ang="0">
                  <a:pos x="1350" y="2077"/>
                </a:cxn>
                <a:cxn ang="0">
                  <a:pos x="1396" y="2016"/>
                </a:cxn>
                <a:cxn ang="0">
                  <a:pos x="1450" y="1962"/>
                </a:cxn>
                <a:cxn ang="0">
                  <a:pos x="1512" y="1998"/>
                </a:cxn>
                <a:cxn ang="0">
                  <a:pos x="1558" y="2059"/>
                </a:cxn>
                <a:cxn ang="0">
                  <a:pos x="1620" y="2073"/>
                </a:cxn>
                <a:cxn ang="0">
                  <a:pos x="1677" y="2016"/>
                </a:cxn>
                <a:cxn ang="0">
                  <a:pos x="1735" y="1973"/>
                </a:cxn>
                <a:cxn ang="0">
                  <a:pos x="1796" y="2009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8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4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28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8" y="1731"/>
                  </a:lnTo>
                  <a:lnTo>
                    <a:pt x="118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36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4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2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3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08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26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4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0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1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88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399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06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4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2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2" y="2106"/>
                  </a:lnTo>
                  <a:lnTo>
                    <a:pt x="532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0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1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68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2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79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86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4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2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1"/>
                  </a:lnTo>
                  <a:lnTo>
                    <a:pt x="781" y="2127"/>
                  </a:lnTo>
                  <a:lnTo>
                    <a:pt x="784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5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2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3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0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8" y="2012"/>
                  </a:lnTo>
                  <a:lnTo>
                    <a:pt x="838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6" y="1973"/>
                  </a:lnTo>
                  <a:lnTo>
                    <a:pt x="856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2" y="1933"/>
                  </a:lnTo>
                  <a:lnTo>
                    <a:pt x="885" y="1929"/>
                  </a:lnTo>
                  <a:lnTo>
                    <a:pt x="889" y="1926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4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0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9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6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4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5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2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0" y="2052"/>
                  </a:lnTo>
                  <a:lnTo>
                    <a:pt x="1270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78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4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2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2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9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6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5" y="2055"/>
                  </a:lnTo>
                  <a:lnTo>
                    <a:pt x="1558" y="2059"/>
                  </a:lnTo>
                  <a:lnTo>
                    <a:pt x="1562" y="2063"/>
                  </a:lnTo>
                  <a:lnTo>
                    <a:pt x="1566" y="2066"/>
                  </a:lnTo>
                  <a:lnTo>
                    <a:pt x="1569" y="2070"/>
                  </a:lnTo>
                  <a:lnTo>
                    <a:pt x="1573" y="2073"/>
                  </a:lnTo>
                  <a:lnTo>
                    <a:pt x="1576" y="2073"/>
                  </a:lnTo>
                  <a:lnTo>
                    <a:pt x="1580" y="2077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3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66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4" y="2005"/>
                  </a:lnTo>
                  <a:lnTo>
                    <a:pt x="1688" y="2001"/>
                  </a:lnTo>
                  <a:lnTo>
                    <a:pt x="1692" y="1998"/>
                  </a:lnTo>
                  <a:lnTo>
                    <a:pt x="1695" y="1994"/>
                  </a:lnTo>
                  <a:lnTo>
                    <a:pt x="1699" y="1991"/>
                  </a:lnTo>
                  <a:lnTo>
                    <a:pt x="1702" y="1987"/>
                  </a:lnTo>
                  <a:lnTo>
                    <a:pt x="1706" y="1983"/>
                  </a:lnTo>
                  <a:lnTo>
                    <a:pt x="1710" y="1980"/>
                  </a:lnTo>
                  <a:lnTo>
                    <a:pt x="1713" y="1980"/>
                  </a:lnTo>
                  <a:lnTo>
                    <a:pt x="1717" y="1976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4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0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59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29" y="2041"/>
                  </a:lnTo>
                  <a:lnTo>
                    <a:pt x="1933" y="2037"/>
                  </a:lnTo>
                  <a:lnTo>
                    <a:pt x="1936" y="2034"/>
                  </a:lnTo>
                  <a:lnTo>
                    <a:pt x="1940" y="2030"/>
                  </a:lnTo>
                  <a:lnTo>
                    <a:pt x="1944" y="2027"/>
                  </a:lnTo>
                  <a:lnTo>
                    <a:pt x="1947" y="2023"/>
                  </a:lnTo>
                  <a:lnTo>
                    <a:pt x="1951" y="2019"/>
                  </a:lnTo>
                  <a:lnTo>
                    <a:pt x="1954" y="2016"/>
                  </a:lnTo>
                  <a:lnTo>
                    <a:pt x="1958" y="2012"/>
                  </a:lnTo>
                  <a:lnTo>
                    <a:pt x="1962" y="2009"/>
                  </a:lnTo>
                  <a:lnTo>
                    <a:pt x="1965" y="2005"/>
                  </a:lnTo>
                  <a:lnTo>
                    <a:pt x="1969" y="2001"/>
                  </a:lnTo>
                  <a:lnTo>
                    <a:pt x="1972" y="1998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87"/>
                  </a:lnTo>
                  <a:lnTo>
                    <a:pt x="1990" y="1987"/>
                  </a:lnTo>
                  <a:lnTo>
                    <a:pt x="1994" y="1983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3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5" y="1998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3" y="2012"/>
                  </a:lnTo>
                  <a:lnTo>
                    <a:pt x="2077" y="2016"/>
                  </a:lnTo>
                  <a:lnTo>
                    <a:pt x="2080" y="2019"/>
                  </a:lnTo>
                  <a:lnTo>
                    <a:pt x="2084" y="2023"/>
                  </a:lnTo>
                  <a:lnTo>
                    <a:pt x="2088" y="2027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52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0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5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3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91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2001"/>
                  </a:lnTo>
                  <a:lnTo>
                    <a:pt x="2340" y="2005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6"/>
                  </a:lnTo>
                  <a:lnTo>
                    <a:pt x="2358" y="2019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9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48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8" name="Freeform 96"/>
            <p:cNvSpPr>
              <a:spLocks/>
            </p:cNvSpPr>
            <p:nvPr/>
          </p:nvSpPr>
          <p:spPr bwMode="auto">
            <a:xfrm>
              <a:off x="4626" y="3039"/>
              <a:ext cx="583" cy="64"/>
            </a:xfrm>
            <a:custGeom>
              <a:avLst/>
              <a:gdLst/>
              <a:ahLst/>
              <a:cxnLst>
                <a:cxn ang="0">
                  <a:pos x="7" y="46"/>
                </a:cxn>
                <a:cxn ang="0">
                  <a:pos x="18" y="39"/>
                </a:cxn>
                <a:cxn ang="0">
                  <a:pos x="29" y="28"/>
                </a:cxn>
                <a:cxn ang="0">
                  <a:pos x="40" y="21"/>
                </a:cxn>
                <a:cxn ang="0">
                  <a:pos x="50" y="14"/>
                </a:cxn>
                <a:cxn ang="0">
                  <a:pos x="61" y="7"/>
                </a:cxn>
                <a:cxn ang="0">
                  <a:pos x="72" y="3"/>
                </a:cxn>
                <a:cxn ang="0">
                  <a:pos x="83" y="0"/>
                </a:cxn>
                <a:cxn ang="0">
                  <a:pos x="94" y="0"/>
                </a:cxn>
                <a:cxn ang="0">
                  <a:pos x="104" y="0"/>
                </a:cxn>
                <a:cxn ang="0">
                  <a:pos x="115" y="3"/>
                </a:cxn>
                <a:cxn ang="0">
                  <a:pos x="126" y="7"/>
                </a:cxn>
                <a:cxn ang="0">
                  <a:pos x="137" y="14"/>
                </a:cxn>
                <a:cxn ang="0">
                  <a:pos x="148" y="21"/>
                </a:cxn>
                <a:cxn ang="0">
                  <a:pos x="158" y="28"/>
                </a:cxn>
                <a:cxn ang="0">
                  <a:pos x="169" y="36"/>
                </a:cxn>
                <a:cxn ang="0">
                  <a:pos x="180" y="46"/>
                </a:cxn>
                <a:cxn ang="0">
                  <a:pos x="191" y="50"/>
                </a:cxn>
                <a:cxn ang="0">
                  <a:pos x="202" y="57"/>
                </a:cxn>
                <a:cxn ang="0">
                  <a:pos x="212" y="61"/>
                </a:cxn>
                <a:cxn ang="0">
                  <a:pos x="223" y="64"/>
                </a:cxn>
                <a:cxn ang="0">
                  <a:pos x="234" y="64"/>
                </a:cxn>
                <a:cxn ang="0">
                  <a:pos x="245" y="64"/>
                </a:cxn>
                <a:cxn ang="0">
                  <a:pos x="256" y="61"/>
                </a:cxn>
                <a:cxn ang="0">
                  <a:pos x="266" y="57"/>
                </a:cxn>
                <a:cxn ang="0">
                  <a:pos x="277" y="50"/>
                </a:cxn>
                <a:cxn ang="0">
                  <a:pos x="288" y="43"/>
                </a:cxn>
                <a:cxn ang="0">
                  <a:pos x="299" y="36"/>
                </a:cxn>
                <a:cxn ang="0">
                  <a:pos x="310" y="28"/>
                </a:cxn>
                <a:cxn ang="0">
                  <a:pos x="320" y="21"/>
                </a:cxn>
                <a:cxn ang="0">
                  <a:pos x="331" y="14"/>
                </a:cxn>
                <a:cxn ang="0">
                  <a:pos x="342" y="7"/>
                </a:cxn>
                <a:cxn ang="0">
                  <a:pos x="353" y="3"/>
                </a:cxn>
                <a:cxn ang="0">
                  <a:pos x="364" y="3"/>
                </a:cxn>
                <a:cxn ang="0">
                  <a:pos x="374" y="3"/>
                </a:cxn>
                <a:cxn ang="0">
                  <a:pos x="385" y="3"/>
                </a:cxn>
                <a:cxn ang="0">
                  <a:pos x="396" y="7"/>
                </a:cxn>
                <a:cxn ang="0">
                  <a:pos x="407" y="10"/>
                </a:cxn>
                <a:cxn ang="0">
                  <a:pos x="418" y="18"/>
                </a:cxn>
                <a:cxn ang="0">
                  <a:pos x="428" y="25"/>
                </a:cxn>
                <a:cxn ang="0">
                  <a:pos x="439" y="28"/>
                </a:cxn>
                <a:cxn ang="0">
                  <a:pos x="450" y="39"/>
                </a:cxn>
                <a:cxn ang="0">
                  <a:pos x="461" y="46"/>
                </a:cxn>
                <a:cxn ang="0">
                  <a:pos x="472" y="50"/>
                </a:cxn>
                <a:cxn ang="0">
                  <a:pos x="482" y="57"/>
                </a:cxn>
                <a:cxn ang="0">
                  <a:pos x="493" y="61"/>
                </a:cxn>
                <a:cxn ang="0">
                  <a:pos x="504" y="61"/>
                </a:cxn>
                <a:cxn ang="0">
                  <a:pos x="515" y="64"/>
                </a:cxn>
                <a:cxn ang="0">
                  <a:pos x="526" y="61"/>
                </a:cxn>
                <a:cxn ang="0">
                  <a:pos x="536" y="57"/>
                </a:cxn>
                <a:cxn ang="0">
                  <a:pos x="547" y="54"/>
                </a:cxn>
                <a:cxn ang="0">
                  <a:pos x="558" y="46"/>
                </a:cxn>
                <a:cxn ang="0">
                  <a:pos x="569" y="43"/>
                </a:cxn>
                <a:cxn ang="0">
                  <a:pos x="580" y="36"/>
                </a:cxn>
              </a:cxnLst>
              <a:rect l="0" t="0" r="r" b="b"/>
              <a:pathLst>
                <a:path w="583" h="64">
                  <a:moveTo>
                    <a:pt x="0" y="54"/>
                  </a:moveTo>
                  <a:lnTo>
                    <a:pt x="4" y="50"/>
                  </a:lnTo>
                  <a:lnTo>
                    <a:pt x="7" y="46"/>
                  </a:lnTo>
                  <a:lnTo>
                    <a:pt x="11" y="43"/>
                  </a:lnTo>
                  <a:lnTo>
                    <a:pt x="14" y="39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2"/>
                  </a:lnTo>
                  <a:lnTo>
                    <a:pt x="29" y="28"/>
                  </a:lnTo>
                  <a:lnTo>
                    <a:pt x="32" y="25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18"/>
                  </a:lnTo>
                  <a:lnTo>
                    <a:pt x="47" y="18"/>
                  </a:lnTo>
                  <a:lnTo>
                    <a:pt x="50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8" y="3"/>
                  </a:lnTo>
                  <a:lnTo>
                    <a:pt x="72" y="3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2" y="7"/>
                  </a:lnTo>
                  <a:lnTo>
                    <a:pt x="126" y="7"/>
                  </a:lnTo>
                  <a:lnTo>
                    <a:pt x="130" y="10"/>
                  </a:lnTo>
                  <a:lnTo>
                    <a:pt x="133" y="10"/>
                  </a:lnTo>
                  <a:lnTo>
                    <a:pt x="137" y="14"/>
                  </a:lnTo>
                  <a:lnTo>
                    <a:pt x="140" y="14"/>
                  </a:lnTo>
                  <a:lnTo>
                    <a:pt x="144" y="18"/>
                  </a:lnTo>
                  <a:lnTo>
                    <a:pt x="148" y="21"/>
                  </a:lnTo>
                  <a:lnTo>
                    <a:pt x="151" y="25"/>
                  </a:lnTo>
                  <a:lnTo>
                    <a:pt x="155" y="25"/>
                  </a:lnTo>
                  <a:lnTo>
                    <a:pt x="158" y="28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6" y="43"/>
                  </a:lnTo>
                  <a:lnTo>
                    <a:pt x="180" y="46"/>
                  </a:lnTo>
                  <a:lnTo>
                    <a:pt x="184" y="46"/>
                  </a:lnTo>
                  <a:lnTo>
                    <a:pt x="187" y="50"/>
                  </a:lnTo>
                  <a:lnTo>
                    <a:pt x="191" y="50"/>
                  </a:lnTo>
                  <a:lnTo>
                    <a:pt x="194" y="54"/>
                  </a:lnTo>
                  <a:lnTo>
                    <a:pt x="198" y="57"/>
                  </a:lnTo>
                  <a:lnTo>
                    <a:pt x="202" y="57"/>
                  </a:lnTo>
                  <a:lnTo>
                    <a:pt x="205" y="61"/>
                  </a:lnTo>
                  <a:lnTo>
                    <a:pt x="209" y="61"/>
                  </a:lnTo>
                  <a:lnTo>
                    <a:pt x="212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57"/>
                  </a:lnTo>
                  <a:lnTo>
                    <a:pt x="266" y="57"/>
                  </a:lnTo>
                  <a:lnTo>
                    <a:pt x="270" y="54"/>
                  </a:lnTo>
                  <a:lnTo>
                    <a:pt x="274" y="54"/>
                  </a:lnTo>
                  <a:lnTo>
                    <a:pt x="277" y="50"/>
                  </a:lnTo>
                  <a:lnTo>
                    <a:pt x="281" y="50"/>
                  </a:lnTo>
                  <a:lnTo>
                    <a:pt x="284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5" y="39"/>
                  </a:lnTo>
                  <a:lnTo>
                    <a:pt x="299" y="36"/>
                  </a:lnTo>
                  <a:lnTo>
                    <a:pt x="302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5"/>
                  </a:lnTo>
                  <a:lnTo>
                    <a:pt x="317" y="25"/>
                  </a:lnTo>
                  <a:lnTo>
                    <a:pt x="320" y="21"/>
                  </a:lnTo>
                  <a:lnTo>
                    <a:pt x="324" y="18"/>
                  </a:lnTo>
                  <a:lnTo>
                    <a:pt x="328" y="18"/>
                  </a:lnTo>
                  <a:lnTo>
                    <a:pt x="331" y="14"/>
                  </a:lnTo>
                  <a:lnTo>
                    <a:pt x="335" y="10"/>
                  </a:lnTo>
                  <a:lnTo>
                    <a:pt x="338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3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2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10"/>
                  </a:lnTo>
                  <a:lnTo>
                    <a:pt x="407" y="10"/>
                  </a:lnTo>
                  <a:lnTo>
                    <a:pt x="410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1" y="18"/>
                  </a:lnTo>
                  <a:lnTo>
                    <a:pt x="425" y="21"/>
                  </a:lnTo>
                  <a:lnTo>
                    <a:pt x="428" y="25"/>
                  </a:lnTo>
                  <a:lnTo>
                    <a:pt x="432" y="25"/>
                  </a:lnTo>
                  <a:lnTo>
                    <a:pt x="436" y="28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6" y="36"/>
                  </a:lnTo>
                  <a:lnTo>
                    <a:pt x="450" y="39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6"/>
                  </a:lnTo>
                  <a:lnTo>
                    <a:pt x="464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8" y="64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8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0"/>
                  </a:lnTo>
                  <a:lnTo>
                    <a:pt x="554" y="50"/>
                  </a:lnTo>
                  <a:lnTo>
                    <a:pt x="558" y="46"/>
                  </a:lnTo>
                  <a:lnTo>
                    <a:pt x="562" y="46"/>
                  </a:lnTo>
                  <a:lnTo>
                    <a:pt x="565" y="43"/>
                  </a:lnTo>
                  <a:lnTo>
                    <a:pt x="569" y="43"/>
                  </a:lnTo>
                  <a:lnTo>
                    <a:pt x="572" y="39"/>
                  </a:lnTo>
                  <a:lnTo>
                    <a:pt x="576" y="36"/>
                  </a:lnTo>
                  <a:lnTo>
                    <a:pt x="580" y="36"/>
                  </a:lnTo>
                  <a:lnTo>
                    <a:pt x="583" y="32"/>
                  </a:lnTo>
                  <a:lnTo>
                    <a:pt x="583" y="32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69" name="Freeform 97"/>
            <p:cNvSpPr>
              <a:spLocks/>
            </p:cNvSpPr>
            <p:nvPr/>
          </p:nvSpPr>
          <p:spPr bwMode="auto">
            <a:xfrm>
              <a:off x="749" y="1048"/>
              <a:ext cx="1533" cy="2462"/>
            </a:xfrm>
            <a:custGeom>
              <a:avLst/>
              <a:gdLst/>
              <a:ahLst/>
              <a:cxnLst>
                <a:cxn ang="0">
                  <a:pos x="32" y="1983"/>
                </a:cxn>
                <a:cxn ang="0">
                  <a:pos x="75" y="1962"/>
                </a:cxn>
                <a:cxn ang="0">
                  <a:pos x="119" y="1994"/>
                </a:cxn>
                <a:cxn ang="0">
                  <a:pos x="147" y="2037"/>
                </a:cxn>
                <a:cxn ang="0">
                  <a:pos x="183" y="2081"/>
                </a:cxn>
                <a:cxn ang="0">
                  <a:pos x="227" y="2088"/>
                </a:cxn>
                <a:cxn ang="0">
                  <a:pos x="263" y="2048"/>
                </a:cxn>
                <a:cxn ang="0">
                  <a:pos x="291" y="2005"/>
                </a:cxn>
                <a:cxn ang="0">
                  <a:pos x="324" y="1962"/>
                </a:cxn>
                <a:cxn ang="0">
                  <a:pos x="367" y="1955"/>
                </a:cxn>
                <a:cxn ang="0">
                  <a:pos x="403" y="1994"/>
                </a:cxn>
                <a:cxn ang="0">
                  <a:pos x="425" y="2037"/>
                </a:cxn>
                <a:cxn ang="0">
                  <a:pos x="450" y="2081"/>
                </a:cxn>
                <a:cxn ang="0">
                  <a:pos x="493" y="2109"/>
                </a:cxn>
                <a:cxn ang="0">
                  <a:pos x="533" y="2073"/>
                </a:cxn>
                <a:cxn ang="0">
                  <a:pos x="554" y="2030"/>
                </a:cxn>
                <a:cxn ang="0">
                  <a:pos x="576" y="1987"/>
                </a:cxn>
                <a:cxn ang="0">
                  <a:pos x="601" y="1944"/>
                </a:cxn>
                <a:cxn ang="0">
                  <a:pos x="644" y="1929"/>
                </a:cxn>
                <a:cxn ang="0">
                  <a:pos x="673" y="1973"/>
                </a:cxn>
                <a:cxn ang="0">
                  <a:pos x="695" y="2016"/>
                </a:cxn>
                <a:cxn ang="0">
                  <a:pos x="709" y="2059"/>
                </a:cxn>
                <a:cxn ang="0">
                  <a:pos x="731" y="2102"/>
                </a:cxn>
                <a:cxn ang="0">
                  <a:pos x="767" y="2142"/>
                </a:cxn>
                <a:cxn ang="0">
                  <a:pos x="803" y="2109"/>
                </a:cxn>
                <a:cxn ang="0">
                  <a:pos x="821" y="2066"/>
                </a:cxn>
                <a:cxn ang="0">
                  <a:pos x="839" y="2019"/>
                </a:cxn>
                <a:cxn ang="0">
                  <a:pos x="853" y="1973"/>
                </a:cxn>
                <a:cxn ang="0">
                  <a:pos x="871" y="1926"/>
                </a:cxn>
                <a:cxn ang="0">
                  <a:pos x="900" y="1883"/>
                </a:cxn>
                <a:cxn ang="0">
                  <a:pos x="936" y="1908"/>
                </a:cxn>
                <a:cxn ang="0">
                  <a:pos x="954" y="1955"/>
                </a:cxn>
                <a:cxn ang="0">
                  <a:pos x="972" y="2009"/>
                </a:cxn>
                <a:cxn ang="0">
                  <a:pos x="990" y="2070"/>
                </a:cxn>
                <a:cxn ang="0">
                  <a:pos x="1004" y="2127"/>
                </a:cxn>
                <a:cxn ang="0">
                  <a:pos x="1022" y="2174"/>
                </a:cxn>
                <a:cxn ang="0">
                  <a:pos x="1055" y="2207"/>
                </a:cxn>
                <a:cxn ang="0">
                  <a:pos x="1080" y="2163"/>
                </a:cxn>
                <a:cxn ang="0">
                  <a:pos x="1098" y="2106"/>
                </a:cxn>
                <a:cxn ang="0">
                  <a:pos x="1112" y="2030"/>
                </a:cxn>
                <a:cxn ang="0">
                  <a:pos x="1130" y="1947"/>
                </a:cxn>
                <a:cxn ang="0">
                  <a:pos x="1148" y="1872"/>
                </a:cxn>
                <a:cxn ang="0">
                  <a:pos x="1163" y="1807"/>
                </a:cxn>
                <a:cxn ang="0">
                  <a:pos x="1188" y="1764"/>
                </a:cxn>
                <a:cxn ang="0">
                  <a:pos x="1217" y="1807"/>
                </a:cxn>
                <a:cxn ang="0">
                  <a:pos x="1231" y="1879"/>
                </a:cxn>
                <a:cxn ang="0">
                  <a:pos x="1249" y="1983"/>
                </a:cxn>
                <a:cxn ang="0">
                  <a:pos x="1267" y="2106"/>
                </a:cxn>
                <a:cxn ang="0">
                  <a:pos x="1281" y="2235"/>
                </a:cxn>
                <a:cxn ang="0">
                  <a:pos x="1299" y="2347"/>
                </a:cxn>
                <a:cxn ang="0">
                  <a:pos x="1317" y="2430"/>
                </a:cxn>
                <a:cxn ang="0">
                  <a:pos x="1343" y="2451"/>
                </a:cxn>
                <a:cxn ang="0">
                  <a:pos x="1361" y="2379"/>
                </a:cxn>
                <a:cxn ang="0">
                  <a:pos x="1379" y="2235"/>
                </a:cxn>
                <a:cxn ang="0">
                  <a:pos x="1393" y="2023"/>
                </a:cxn>
                <a:cxn ang="0">
                  <a:pos x="1411" y="1753"/>
                </a:cxn>
                <a:cxn ang="0">
                  <a:pos x="1425" y="1443"/>
                </a:cxn>
                <a:cxn ang="0">
                  <a:pos x="1443" y="1112"/>
                </a:cxn>
                <a:cxn ang="0">
                  <a:pos x="1461" y="788"/>
                </a:cxn>
                <a:cxn ang="0">
                  <a:pos x="1476" y="493"/>
                </a:cxn>
                <a:cxn ang="0">
                  <a:pos x="1494" y="252"/>
                </a:cxn>
                <a:cxn ang="0">
                  <a:pos x="1512" y="86"/>
                </a:cxn>
                <a:cxn ang="0">
                  <a:pos x="1526" y="7"/>
                </a:cxn>
              </a:cxnLst>
              <a:rect l="0" t="0" r="r" b="b"/>
              <a:pathLst>
                <a:path w="1533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1" y="2009"/>
                  </a:lnTo>
                  <a:lnTo>
                    <a:pt x="14" y="2005"/>
                  </a:lnTo>
                  <a:lnTo>
                    <a:pt x="18" y="2001"/>
                  </a:lnTo>
                  <a:lnTo>
                    <a:pt x="21" y="1998"/>
                  </a:lnTo>
                  <a:lnTo>
                    <a:pt x="25" y="1994"/>
                  </a:lnTo>
                  <a:lnTo>
                    <a:pt x="29" y="1991"/>
                  </a:lnTo>
                  <a:lnTo>
                    <a:pt x="32" y="1987"/>
                  </a:lnTo>
                  <a:lnTo>
                    <a:pt x="32" y="1983"/>
                  </a:lnTo>
                  <a:lnTo>
                    <a:pt x="36" y="1980"/>
                  </a:lnTo>
                  <a:lnTo>
                    <a:pt x="39" y="1976"/>
                  </a:lnTo>
                  <a:lnTo>
                    <a:pt x="43" y="1973"/>
                  </a:lnTo>
                  <a:lnTo>
                    <a:pt x="47" y="1973"/>
                  </a:lnTo>
                  <a:lnTo>
                    <a:pt x="50" y="1969"/>
                  </a:lnTo>
                  <a:lnTo>
                    <a:pt x="54" y="1965"/>
                  </a:lnTo>
                  <a:lnTo>
                    <a:pt x="57" y="1965"/>
                  </a:lnTo>
                  <a:lnTo>
                    <a:pt x="61" y="1965"/>
                  </a:lnTo>
                  <a:lnTo>
                    <a:pt x="65" y="1962"/>
                  </a:lnTo>
                  <a:lnTo>
                    <a:pt x="68" y="1962"/>
                  </a:lnTo>
                  <a:lnTo>
                    <a:pt x="72" y="1962"/>
                  </a:lnTo>
                  <a:lnTo>
                    <a:pt x="75" y="1962"/>
                  </a:lnTo>
                  <a:lnTo>
                    <a:pt x="79" y="1965"/>
                  </a:lnTo>
                  <a:lnTo>
                    <a:pt x="83" y="1965"/>
                  </a:lnTo>
                  <a:lnTo>
                    <a:pt x="86" y="1965"/>
                  </a:lnTo>
                  <a:lnTo>
                    <a:pt x="90" y="1969"/>
                  </a:lnTo>
                  <a:lnTo>
                    <a:pt x="93" y="1973"/>
                  </a:lnTo>
                  <a:lnTo>
                    <a:pt x="97" y="1976"/>
                  </a:lnTo>
                  <a:lnTo>
                    <a:pt x="101" y="1976"/>
                  </a:lnTo>
                  <a:lnTo>
                    <a:pt x="104" y="1980"/>
                  </a:lnTo>
                  <a:lnTo>
                    <a:pt x="108" y="1983"/>
                  </a:lnTo>
                  <a:lnTo>
                    <a:pt x="111" y="1987"/>
                  </a:lnTo>
                  <a:lnTo>
                    <a:pt x="115" y="1991"/>
                  </a:lnTo>
                  <a:lnTo>
                    <a:pt x="119" y="1994"/>
                  </a:lnTo>
                  <a:lnTo>
                    <a:pt x="122" y="1998"/>
                  </a:lnTo>
                  <a:lnTo>
                    <a:pt x="122" y="2001"/>
                  </a:lnTo>
                  <a:lnTo>
                    <a:pt x="126" y="2005"/>
                  </a:lnTo>
                  <a:lnTo>
                    <a:pt x="129" y="2009"/>
                  </a:lnTo>
                  <a:lnTo>
                    <a:pt x="133" y="2012"/>
                  </a:lnTo>
                  <a:lnTo>
                    <a:pt x="133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47" y="2037"/>
                  </a:lnTo>
                  <a:lnTo>
                    <a:pt x="151" y="2041"/>
                  </a:lnTo>
                  <a:lnTo>
                    <a:pt x="155" y="2045"/>
                  </a:lnTo>
                  <a:lnTo>
                    <a:pt x="158" y="2048"/>
                  </a:lnTo>
                  <a:lnTo>
                    <a:pt x="162" y="2052"/>
                  </a:lnTo>
                  <a:lnTo>
                    <a:pt x="162" y="2055"/>
                  </a:lnTo>
                  <a:lnTo>
                    <a:pt x="165" y="2059"/>
                  </a:lnTo>
                  <a:lnTo>
                    <a:pt x="169" y="2063"/>
                  </a:lnTo>
                  <a:lnTo>
                    <a:pt x="173" y="2066"/>
                  </a:lnTo>
                  <a:lnTo>
                    <a:pt x="173" y="2070"/>
                  </a:lnTo>
                  <a:lnTo>
                    <a:pt x="176" y="2073"/>
                  </a:lnTo>
                  <a:lnTo>
                    <a:pt x="180" y="2077"/>
                  </a:lnTo>
                  <a:lnTo>
                    <a:pt x="183" y="2081"/>
                  </a:lnTo>
                  <a:lnTo>
                    <a:pt x="187" y="2084"/>
                  </a:lnTo>
                  <a:lnTo>
                    <a:pt x="191" y="2088"/>
                  </a:lnTo>
                  <a:lnTo>
                    <a:pt x="194" y="2088"/>
                  </a:lnTo>
                  <a:lnTo>
                    <a:pt x="198" y="2088"/>
                  </a:lnTo>
                  <a:lnTo>
                    <a:pt x="201" y="2091"/>
                  </a:lnTo>
                  <a:lnTo>
                    <a:pt x="205" y="2091"/>
                  </a:lnTo>
                  <a:lnTo>
                    <a:pt x="209" y="2091"/>
                  </a:lnTo>
                  <a:lnTo>
                    <a:pt x="212" y="2091"/>
                  </a:lnTo>
                  <a:lnTo>
                    <a:pt x="216" y="2091"/>
                  </a:lnTo>
                  <a:lnTo>
                    <a:pt x="219" y="2091"/>
                  </a:lnTo>
                  <a:lnTo>
                    <a:pt x="223" y="2088"/>
                  </a:lnTo>
                  <a:lnTo>
                    <a:pt x="227" y="2088"/>
                  </a:lnTo>
                  <a:lnTo>
                    <a:pt x="230" y="2084"/>
                  </a:lnTo>
                  <a:lnTo>
                    <a:pt x="234" y="2081"/>
                  </a:lnTo>
                  <a:lnTo>
                    <a:pt x="237" y="2077"/>
                  </a:lnTo>
                  <a:lnTo>
                    <a:pt x="241" y="2073"/>
                  </a:lnTo>
                  <a:lnTo>
                    <a:pt x="245" y="2073"/>
                  </a:lnTo>
                  <a:lnTo>
                    <a:pt x="248" y="2070"/>
                  </a:lnTo>
                  <a:lnTo>
                    <a:pt x="252" y="2066"/>
                  </a:lnTo>
                  <a:lnTo>
                    <a:pt x="252" y="2063"/>
                  </a:lnTo>
                  <a:lnTo>
                    <a:pt x="255" y="2059"/>
                  </a:lnTo>
                  <a:lnTo>
                    <a:pt x="259" y="2055"/>
                  </a:lnTo>
                  <a:lnTo>
                    <a:pt x="259" y="2052"/>
                  </a:lnTo>
                  <a:lnTo>
                    <a:pt x="263" y="2048"/>
                  </a:lnTo>
                  <a:lnTo>
                    <a:pt x="266" y="2045"/>
                  </a:lnTo>
                  <a:lnTo>
                    <a:pt x="270" y="2041"/>
                  </a:lnTo>
                  <a:lnTo>
                    <a:pt x="270" y="2037"/>
                  </a:lnTo>
                  <a:lnTo>
                    <a:pt x="273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1" y="2019"/>
                  </a:lnTo>
                  <a:lnTo>
                    <a:pt x="284" y="2016"/>
                  </a:lnTo>
                  <a:lnTo>
                    <a:pt x="288" y="2012"/>
                  </a:lnTo>
                  <a:lnTo>
                    <a:pt x="288" y="2009"/>
                  </a:lnTo>
                  <a:lnTo>
                    <a:pt x="291" y="2005"/>
                  </a:lnTo>
                  <a:lnTo>
                    <a:pt x="291" y="2001"/>
                  </a:lnTo>
                  <a:lnTo>
                    <a:pt x="295" y="1998"/>
                  </a:lnTo>
                  <a:lnTo>
                    <a:pt x="299" y="1994"/>
                  </a:lnTo>
                  <a:lnTo>
                    <a:pt x="302" y="1991"/>
                  </a:lnTo>
                  <a:lnTo>
                    <a:pt x="302" y="1987"/>
                  </a:lnTo>
                  <a:lnTo>
                    <a:pt x="306" y="1983"/>
                  </a:lnTo>
                  <a:lnTo>
                    <a:pt x="309" y="1980"/>
                  </a:lnTo>
                  <a:lnTo>
                    <a:pt x="309" y="1976"/>
                  </a:lnTo>
                  <a:lnTo>
                    <a:pt x="313" y="1973"/>
                  </a:lnTo>
                  <a:lnTo>
                    <a:pt x="317" y="1969"/>
                  </a:lnTo>
                  <a:lnTo>
                    <a:pt x="320" y="1965"/>
                  </a:lnTo>
                  <a:lnTo>
                    <a:pt x="324" y="1962"/>
                  </a:lnTo>
                  <a:lnTo>
                    <a:pt x="327" y="1958"/>
                  </a:lnTo>
                  <a:lnTo>
                    <a:pt x="331" y="1955"/>
                  </a:lnTo>
                  <a:lnTo>
                    <a:pt x="335" y="1951"/>
                  </a:lnTo>
                  <a:lnTo>
                    <a:pt x="338" y="1951"/>
                  </a:lnTo>
                  <a:lnTo>
                    <a:pt x="342" y="1947"/>
                  </a:lnTo>
                  <a:lnTo>
                    <a:pt x="345" y="1947"/>
                  </a:lnTo>
                  <a:lnTo>
                    <a:pt x="349" y="1947"/>
                  </a:lnTo>
                  <a:lnTo>
                    <a:pt x="353" y="1947"/>
                  </a:lnTo>
                  <a:lnTo>
                    <a:pt x="356" y="1947"/>
                  </a:lnTo>
                  <a:lnTo>
                    <a:pt x="360" y="1951"/>
                  </a:lnTo>
                  <a:lnTo>
                    <a:pt x="363" y="1951"/>
                  </a:lnTo>
                  <a:lnTo>
                    <a:pt x="367" y="1955"/>
                  </a:lnTo>
                  <a:lnTo>
                    <a:pt x="371" y="1958"/>
                  </a:lnTo>
                  <a:lnTo>
                    <a:pt x="374" y="1958"/>
                  </a:lnTo>
                  <a:lnTo>
                    <a:pt x="378" y="1962"/>
                  </a:lnTo>
                  <a:lnTo>
                    <a:pt x="381" y="1965"/>
                  </a:lnTo>
                  <a:lnTo>
                    <a:pt x="385" y="1969"/>
                  </a:lnTo>
                  <a:lnTo>
                    <a:pt x="389" y="1973"/>
                  </a:lnTo>
                  <a:lnTo>
                    <a:pt x="389" y="1976"/>
                  </a:lnTo>
                  <a:lnTo>
                    <a:pt x="392" y="1980"/>
                  </a:lnTo>
                  <a:lnTo>
                    <a:pt x="396" y="1983"/>
                  </a:lnTo>
                  <a:lnTo>
                    <a:pt x="396" y="1987"/>
                  </a:lnTo>
                  <a:lnTo>
                    <a:pt x="399" y="1991"/>
                  </a:lnTo>
                  <a:lnTo>
                    <a:pt x="403" y="1994"/>
                  </a:lnTo>
                  <a:lnTo>
                    <a:pt x="403" y="1998"/>
                  </a:lnTo>
                  <a:lnTo>
                    <a:pt x="407" y="2001"/>
                  </a:lnTo>
                  <a:lnTo>
                    <a:pt x="407" y="2005"/>
                  </a:lnTo>
                  <a:lnTo>
                    <a:pt x="410" y="2009"/>
                  </a:lnTo>
                  <a:lnTo>
                    <a:pt x="414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5" y="2034"/>
                  </a:lnTo>
                  <a:lnTo>
                    <a:pt x="425" y="2037"/>
                  </a:lnTo>
                  <a:lnTo>
                    <a:pt x="428" y="2041"/>
                  </a:lnTo>
                  <a:lnTo>
                    <a:pt x="428" y="2045"/>
                  </a:lnTo>
                  <a:lnTo>
                    <a:pt x="432" y="2048"/>
                  </a:lnTo>
                  <a:lnTo>
                    <a:pt x="432" y="2052"/>
                  </a:lnTo>
                  <a:lnTo>
                    <a:pt x="435" y="2055"/>
                  </a:lnTo>
                  <a:lnTo>
                    <a:pt x="439" y="2059"/>
                  </a:lnTo>
                  <a:lnTo>
                    <a:pt x="439" y="2063"/>
                  </a:lnTo>
                  <a:lnTo>
                    <a:pt x="443" y="2066"/>
                  </a:lnTo>
                  <a:lnTo>
                    <a:pt x="446" y="2070"/>
                  </a:lnTo>
                  <a:lnTo>
                    <a:pt x="446" y="2073"/>
                  </a:lnTo>
                  <a:lnTo>
                    <a:pt x="450" y="2077"/>
                  </a:lnTo>
                  <a:lnTo>
                    <a:pt x="450" y="2081"/>
                  </a:lnTo>
                  <a:lnTo>
                    <a:pt x="453" y="2084"/>
                  </a:lnTo>
                  <a:lnTo>
                    <a:pt x="457" y="2088"/>
                  </a:lnTo>
                  <a:lnTo>
                    <a:pt x="461" y="2091"/>
                  </a:lnTo>
                  <a:lnTo>
                    <a:pt x="464" y="2095"/>
                  </a:lnTo>
                  <a:lnTo>
                    <a:pt x="468" y="2099"/>
                  </a:lnTo>
                  <a:lnTo>
                    <a:pt x="471" y="2102"/>
                  </a:lnTo>
                  <a:lnTo>
                    <a:pt x="475" y="2106"/>
                  </a:lnTo>
                  <a:lnTo>
                    <a:pt x="479" y="2106"/>
                  </a:lnTo>
                  <a:lnTo>
                    <a:pt x="482" y="2109"/>
                  </a:lnTo>
                  <a:lnTo>
                    <a:pt x="486" y="2109"/>
                  </a:lnTo>
                  <a:lnTo>
                    <a:pt x="489" y="2109"/>
                  </a:lnTo>
                  <a:lnTo>
                    <a:pt x="493" y="2109"/>
                  </a:lnTo>
                  <a:lnTo>
                    <a:pt x="497" y="2109"/>
                  </a:lnTo>
                  <a:lnTo>
                    <a:pt x="500" y="2106"/>
                  </a:lnTo>
                  <a:lnTo>
                    <a:pt x="504" y="2106"/>
                  </a:lnTo>
                  <a:lnTo>
                    <a:pt x="507" y="2102"/>
                  </a:lnTo>
                  <a:lnTo>
                    <a:pt x="511" y="2099"/>
                  </a:lnTo>
                  <a:lnTo>
                    <a:pt x="515" y="2095"/>
                  </a:lnTo>
                  <a:lnTo>
                    <a:pt x="518" y="2091"/>
                  </a:lnTo>
                  <a:lnTo>
                    <a:pt x="522" y="2088"/>
                  </a:lnTo>
                  <a:lnTo>
                    <a:pt x="525" y="2084"/>
                  </a:lnTo>
                  <a:lnTo>
                    <a:pt x="525" y="2081"/>
                  </a:lnTo>
                  <a:lnTo>
                    <a:pt x="529" y="2077"/>
                  </a:lnTo>
                  <a:lnTo>
                    <a:pt x="533" y="2073"/>
                  </a:lnTo>
                  <a:lnTo>
                    <a:pt x="533" y="2070"/>
                  </a:lnTo>
                  <a:lnTo>
                    <a:pt x="536" y="2066"/>
                  </a:lnTo>
                  <a:lnTo>
                    <a:pt x="536" y="2063"/>
                  </a:lnTo>
                  <a:lnTo>
                    <a:pt x="540" y="2059"/>
                  </a:lnTo>
                  <a:lnTo>
                    <a:pt x="543" y="2055"/>
                  </a:lnTo>
                  <a:lnTo>
                    <a:pt x="543" y="2052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41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1" y="2016"/>
                  </a:lnTo>
                  <a:lnTo>
                    <a:pt x="561" y="2012"/>
                  </a:lnTo>
                  <a:lnTo>
                    <a:pt x="565" y="2009"/>
                  </a:lnTo>
                  <a:lnTo>
                    <a:pt x="569" y="2005"/>
                  </a:lnTo>
                  <a:lnTo>
                    <a:pt x="569" y="2001"/>
                  </a:lnTo>
                  <a:lnTo>
                    <a:pt x="569" y="1998"/>
                  </a:lnTo>
                  <a:lnTo>
                    <a:pt x="572" y="1994"/>
                  </a:lnTo>
                  <a:lnTo>
                    <a:pt x="576" y="1991"/>
                  </a:lnTo>
                  <a:lnTo>
                    <a:pt x="576" y="1987"/>
                  </a:lnTo>
                  <a:lnTo>
                    <a:pt x="576" y="1983"/>
                  </a:lnTo>
                  <a:lnTo>
                    <a:pt x="579" y="1980"/>
                  </a:lnTo>
                  <a:lnTo>
                    <a:pt x="579" y="1976"/>
                  </a:lnTo>
                  <a:lnTo>
                    <a:pt x="583" y="1973"/>
                  </a:lnTo>
                  <a:lnTo>
                    <a:pt x="587" y="1969"/>
                  </a:lnTo>
                  <a:lnTo>
                    <a:pt x="587" y="1965"/>
                  </a:lnTo>
                  <a:lnTo>
                    <a:pt x="590" y="1962"/>
                  </a:lnTo>
                  <a:lnTo>
                    <a:pt x="594" y="1958"/>
                  </a:lnTo>
                  <a:lnTo>
                    <a:pt x="594" y="1955"/>
                  </a:lnTo>
                  <a:lnTo>
                    <a:pt x="597" y="1951"/>
                  </a:lnTo>
                  <a:lnTo>
                    <a:pt x="597" y="1947"/>
                  </a:lnTo>
                  <a:lnTo>
                    <a:pt x="601" y="1944"/>
                  </a:lnTo>
                  <a:lnTo>
                    <a:pt x="605" y="1940"/>
                  </a:lnTo>
                  <a:lnTo>
                    <a:pt x="608" y="1937"/>
                  </a:lnTo>
                  <a:lnTo>
                    <a:pt x="612" y="1933"/>
                  </a:lnTo>
                  <a:lnTo>
                    <a:pt x="615" y="1929"/>
                  </a:lnTo>
                  <a:lnTo>
                    <a:pt x="619" y="1926"/>
                  </a:lnTo>
                  <a:lnTo>
                    <a:pt x="623" y="1926"/>
                  </a:lnTo>
                  <a:lnTo>
                    <a:pt x="626" y="1926"/>
                  </a:lnTo>
                  <a:lnTo>
                    <a:pt x="630" y="1926"/>
                  </a:lnTo>
                  <a:lnTo>
                    <a:pt x="633" y="1926"/>
                  </a:lnTo>
                  <a:lnTo>
                    <a:pt x="637" y="1926"/>
                  </a:lnTo>
                  <a:lnTo>
                    <a:pt x="641" y="1929"/>
                  </a:lnTo>
                  <a:lnTo>
                    <a:pt x="644" y="1929"/>
                  </a:lnTo>
                  <a:lnTo>
                    <a:pt x="648" y="1933"/>
                  </a:lnTo>
                  <a:lnTo>
                    <a:pt x="651" y="1937"/>
                  </a:lnTo>
                  <a:lnTo>
                    <a:pt x="655" y="1940"/>
                  </a:lnTo>
                  <a:lnTo>
                    <a:pt x="659" y="1944"/>
                  </a:lnTo>
                  <a:lnTo>
                    <a:pt x="662" y="1947"/>
                  </a:lnTo>
                  <a:lnTo>
                    <a:pt x="662" y="1951"/>
                  </a:lnTo>
                  <a:lnTo>
                    <a:pt x="666" y="1955"/>
                  </a:lnTo>
                  <a:lnTo>
                    <a:pt x="666" y="1958"/>
                  </a:lnTo>
                  <a:lnTo>
                    <a:pt x="669" y="1962"/>
                  </a:lnTo>
                  <a:lnTo>
                    <a:pt x="669" y="1965"/>
                  </a:lnTo>
                  <a:lnTo>
                    <a:pt x="673" y="1969"/>
                  </a:lnTo>
                  <a:lnTo>
                    <a:pt x="673" y="1973"/>
                  </a:lnTo>
                  <a:lnTo>
                    <a:pt x="677" y="1976"/>
                  </a:lnTo>
                  <a:lnTo>
                    <a:pt x="677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7" y="2001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4"/>
                  </a:lnTo>
                  <a:lnTo>
                    <a:pt x="702" y="2037"/>
                  </a:lnTo>
                  <a:lnTo>
                    <a:pt x="705" y="2041"/>
                  </a:lnTo>
                  <a:lnTo>
                    <a:pt x="705" y="2045"/>
                  </a:lnTo>
                  <a:lnTo>
                    <a:pt x="705" y="2048"/>
                  </a:lnTo>
                  <a:lnTo>
                    <a:pt x="709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3" y="2063"/>
                  </a:lnTo>
                  <a:lnTo>
                    <a:pt x="716" y="2066"/>
                  </a:lnTo>
                  <a:lnTo>
                    <a:pt x="716" y="2070"/>
                  </a:lnTo>
                  <a:lnTo>
                    <a:pt x="716" y="2073"/>
                  </a:lnTo>
                  <a:lnTo>
                    <a:pt x="720" y="2077"/>
                  </a:lnTo>
                  <a:lnTo>
                    <a:pt x="720" y="2081"/>
                  </a:lnTo>
                  <a:lnTo>
                    <a:pt x="723" y="2084"/>
                  </a:lnTo>
                  <a:lnTo>
                    <a:pt x="723" y="2088"/>
                  </a:lnTo>
                  <a:lnTo>
                    <a:pt x="727" y="2091"/>
                  </a:lnTo>
                  <a:lnTo>
                    <a:pt x="727" y="2095"/>
                  </a:lnTo>
                  <a:lnTo>
                    <a:pt x="727" y="2099"/>
                  </a:lnTo>
                  <a:lnTo>
                    <a:pt x="731" y="2102"/>
                  </a:lnTo>
                  <a:lnTo>
                    <a:pt x="734" y="2106"/>
                  </a:lnTo>
                  <a:lnTo>
                    <a:pt x="734" y="2109"/>
                  </a:lnTo>
                  <a:lnTo>
                    <a:pt x="738" y="2113"/>
                  </a:lnTo>
                  <a:lnTo>
                    <a:pt x="741" y="2117"/>
                  </a:lnTo>
                  <a:lnTo>
                    <a:pt x="741" y="2120"/>
                  </a:lnTo>
                  <a:lnTo>
                    <a:pt x="745" y="2124"/>
                  </a:lnTo>
                  <a:lnTo>
                    <a:pt x="749" y="2127"/>
                  </a:lnTo>
                  <a:lnTo>
                    <a:pt x="752" y="2131"/>
                  </a:lnTo>
                  <a:lnTo>
                    <a:pt x="756" y="2135"/>
                  </a:lnTo>
                  <a:lnTo>
                    <a:pt x="759" y="2138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42"/>
                  </a:lnTo>
                  <a:lnTo>
                    <a:pt x="774" y="2142"/>
                  </a:lnTo>
                  <a:lnTo>
                    <a:pt x="777" y="2138"/>
                  </a:lnTo>
                  <a:lnTo>
                    <a:pt x="781" y="2135"/>
                  </a:lnTo>
                  <a:lnTo>
                    <a:pt x="785" y="2131"/>
                  </a:lnTo>
                  <a:lnTo>
                    <a:pt x="788" y="2131"/>
                  </a:lnTo>
                  <a:lnTo>
                    <a:pt x="792" y="2127"/>
                  </a:lnTo>
                  <a:lnTo>
                    <a:pt x="795" y="2124"/>
                  </a:lnTo>
                  <a:lnTo>
                    <a:pt x="795" y="2120"/>
                  </a:lnTo>
                  <a:lnTo>
                    <a:pt x="799" y="2117"/>
                  </a:lnTo>
                  <a:lnTo>
                    <a:pt x="799" y="2113"/>
                  </a:lnTo>
                  <a:lnTo>
                    <a:pt x="803" y="2109"/>
                  </a:lnTo>
                  <a:lnTo>
                    <a:pt x="803" y="2106"/>
                  </a:lnTo>
                  <a:lnTo>
                    <a:pt x="806" y="2102"/>
                  </a:lnTo>
                  <a:lnTo>
                    <a:pt x="806" y="2099"/>
                  </a:lnTo>
                  <a:lnTo>
                    <a:pt x="810" y="2095"/>
                  </a:lnTo>
                  <a:lnTo>
                    <a:pt x="810" y="2091"/>
                  </a:lnTo>
                  <a:lnTo>
                    <a:pt x="813" y="2088"/>
                  </a:lnTo>
                  <a:lnTo>
                    <a:pt x="813" y="2084"/>
                  </a:lnTo>
                  <a:lnTo>
                    <a:pt x="817" y="2081"/>
                  </a:lnTo>
                  <a:lnTo>
                    <a:pt x="817" y="2077"/>
                  </a:lnTo>
                  <a:lnTo>
                    <a:pt x="817" y="2073"/>
                  </a:lnTo>
                  <a:lnTo>
                    <a:pt x="821" y="2070"/>
                  </a:lnTo>
                  <a:lnTo>
                    <a:pt x="821" y="2066"/>
                  </a:lnTo>
                  <a:lnTo>
                    <a:pt x="821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8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31" y="2041"/>
                  </a:lnTo>
                  <a:lnTo>
                    <a:pt x="831" y="2037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49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3" y="1973"/>
                  </a:lnTo>
                  <a:lnTo>
                    <a:pt x="857" y="1969"/>
                  </a:lnTo>
                  <a:lnTo>
                    <a:pt x="857" y="1965"/>
                  </a:lnTo>
                  <a:lnTo>
                    <a:pt x="860" y="1958"/>
                  </a:lnTo>
                  <a:lnTo>
                    <a:pt x="860" y="1955"/>
                  </a:lnTo>
                  <a:lnTo>
                    <a:pt x="860" y="1951"/>
                  </a:lnTo>
                  <a:lnTo>
                    <a:pt x="864" y="1947"/>
                  </a:lnTo>
                  <a:lnTo>
                    <a:pt x="864" y="1944"/>
                  </a:lnTo>
                  <a:lnTo>
                    <a:pt x="864" y="1940"/>
                  </a:lnTo>
                  <a:lnTo>
                    <a:pt x="867" y="1937"/>
                  </a:lnTo>
                  <a:lnTo>
                    <a:pt x="871" y="1933"/>
                  </a:lnTo>
                  <a:lnTo>
                    <a:pt x="871" y="1929"/>
                  </a:lnTo>
                  <a:lnTo>
                    <a:pt x="871" y="1926"/>
                  </a:lnTo>
                  <a:lnTo>
                    <a:pt x="875" y="1922"/>
                  </a:lnTo>
                  <a:lnTo>
                    <a:pt x="875" y="1919"/>
                  </a:lnTo>
                  <a:lnTo>
                    <a:pt x="878" y="1915"/>
                  </a:lnTo>
                  <a:lnTo>
                    <a:pt x="878" y="1911"/>
                  </a:lnTo>
                  <a:lnTo>
                    <a:pt x="882" y="1908"/>
                  </a:lnTo>
                  <a:lnTo>
                    <a:pt x="882" y="1904"/>
                  </a:lnTo>
                  <a:lnTo>
                    <a:pt x="885" y="1901"/>
                  </a:lnTo>
                  <a:lnTo>
                    <a:pt x="889" y="1897"/>
                  </a:lnTo>
                  <a:lnTo>
                    <a:pt x="889" y="1893"/>
                  </a:lnTo>
                  <a:lnTo>
                    <a:pt x="893" y="1890"/>
                  </a:lnTo>
                  <a:lnTo>
                    <a:pt x="896" y="1886"/>
                  </a:lnTo>
                  <a:lnTo>
                    <a:pt x="900" y="1883"/>
                  </a:lnTo>
                  <a:lnTo>
                    <a:pt x="903" y="1883"/>
                  </a:lnTo>
                  <a:lnTo>
                    <a:pt x="907" y="1879"/>
                  </a:lnTo>
                  <a:lnTo>
                    <a:pt x="911" y="1879"/>
                  </a:lnTo>
                  <a:lnTo>
                    <a:pt x="914" y="1883"/>
                  </a:lnTo>
                  <a:lnTo>
                    <a:pt x="918" y="1883"/>
                  </a:lnTo>
                  <a:lnTo>
                    <a:pt x="921" y="1886"/>
                  </a:lnTo>
                  <a:lnTo>
                    <a:pt x="925" y="1890"/>
                  </a:lnTo>
                  <a:lnTo>
                    <a:pt x="929" y="1893"/>
                  </a:lnTo>
                  <a:lnTo>
                    <a:pt x="932" y="1897"/>
                  </a:lnTo>
                  <a:lnTo>
                    <a:pt x="932" y="1901"/>
                  </a:lnTo>
                  <a:lnTo>
                    <a:pt x="936" y="1904"/>
                  </a:lnTo>
                  <a:lnTo>
                    <a:pt x="936" y="1908"/>
                  </a:lnTo>
                  <a:lnTo>
                    <a:pt x="939" y="1911"/>
                  </a:lnTo>
                  <a:lnTo>
                    <a:pt x="939" y="1915"/>
                  </a:lnTo>
                  <a:lnTo>
                    <a:pt x="943" y="1919"/>
                  </a:lnTo>
                  <a:lnTo>
                    <a:pt x="943" y="1922"/>
                  </a:lnTo>
                  <a:lnTo>
                    <a:pt x="947" y="1926"/>
                  </a:lnTo>
                  <a:lnTo>
                    <a:pt x="947" y="1929"/>
                  </a:lnTo>
                  <a:lnTo>
                    <a:pt x="947" y="1933"/>
                  </a:lnTo>
                  <a:lnTo>
                    <a:pt x="950" y="1937"/>
                  </a:lnTo>
                  <a:lnTo>
                    <a:pt x="950" y="1940"/>
                  </a:lnTo>
                  <a:lnTo>
                    <a:pt x="950" y="1944"/>
                  </a:lnTo>
                  <a:lnTo>
                    <a:pt x="954" y="1951"/>
                  </a:lnTo>
                  <a:lnTo>
                    <a:pt x="954" y="1955"/>
                  </a:lnTo>
                  <a:lnTo>
                    <a:pt x="957" y="1958"/>
                  </a:lnTo>
                  <a:lnTo>
                    <a:pt x="957" y="1962"/>
                  </a:lnTo>
                  <a:lnTo>
                    <a:pt x="957" y="1965"/>
                  </a:lnTo>
                  <a:lnTo>
                    <a:pt x="961" y="1973"/>
                  </a:lnTo>
                  <a:lnTo>
                    <a:pt x="961" y="1976"/>
                  </a:lnTo>
                  <a:lnTo>
                    <a:pt x="965" y="1980"/>
                  </a:lnTo>
                  <a:lnTo>
                    <a:pt x="965" y="1983"/>
                  </a:lnTo>
                  <a:lnTo>
                    <a:pt x="965" y="1991"/>
                  </a:lnTo>
                  <a:lnTo>
                    <a:pt x="968" y="1994"/>
                  </a:lnTo>
                  <a:lnTo>
                    <a:pt x="968" y="1998"/>
                  </a:lnTo>
                  <a:lnTo>
                    <a:pt x="968" y="2005"/>
                  </a:lnTo>
                  <a:lnTo>
                    <a:pt x="972" y="2009"/>
                  </a:lnTo>
                  <a:lnTo>
                    <a:pt x="972" y="2012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5"/>
                  </a:lnTo>
                  <a:lnTo>
                    <a:pt x="983" y="2048"/>
                  </a:lnTo>
                  <a:lnTo>
                    <a:pt x="983" y="2055"/>
                  </a:lnTo>
                  <a:lnTo>
                    <a:pt x="986" y="2059"/>
                  </a:lnTo>
                  <a:lnTo>
                    <a:pt x="986" y="2066"/>
                  </a:lnTo>
                  <a:lnTo>
                    <a:pt x="990" y="2070"/>
                  </a:lnTo>
                  <a:lnTo>
                    <a:pt x="990" y="2073"/>
                  </a:lnTo>
                  <a:lnTo>
                    <a:pt x="990" y="2081"/>
                  </a:lnTo>
                  <a:lnTo>
                    <a:pt x="993" y="2084"/>
                  </a:lnTo>
                  <a:lnTo>
                    <a:pt x="993" y="2091"/>
                  </a:lnTo>
                  <a:lnTo>
                    <a:pt x="993" y="2095"/>
                  </a:lnTo>
                  <a:lnTo>
                    <a:pt x="997" y="2099"/>
                  </a:lnTo>
                  <a:lnTo>
                    <a:pt x="997" y="2106"/>
                  </a:lnTo>
                  <a:lnTo>
                    <a:pt x="1001" y="2109"/>
                  </a:lnTo>
                  <a:lnTo>
                    <a:pt x="1001" y="2113"/>
                  </a:lnTo>
                  <a:lnTo>
                    <a:pt x="1001" y="2120"/>
                  </a:lnTo>
                  <a:lnTo>
                    <a:pt x="1004" y="2124"/>
                  </a:lnTo>
                  <a:lnTo>
                    <a:pt x="1004" y="2127"/>
                  </a:lnTo>
                  <a:lnTo>
                    <a:pt x="1008" y="2131"/>
                  </a:lnTo>
                  <a:lnTo>
                    <a:pt x="1008" y="2138"/>
                  </a:lnTo>
                  <a:lnTo>
                    <a:pt x="1008" y="2142"/>
                  </a:lnTo>
                  <a:lnTo>
                    <a:pt x="1011" y="2145"/>
                  </a:lnTo>
                  <a:lnTo>
                    <a:pt x="1011" y="2149"/>
                  </a:lnTo>
                  <a:lnTo>
                    <a:pt x="1011" y="2153"/>
                  </a:lnTo>
                  <a:lnTo>
                    <a:pt x="1015" y="2156"/>
                  </a:lnTo>
                  <a:lnTo>
                    <a:pt x="1015" y="2160"/>
                  </a:lnTo>
                  <a:lnTo>
                    <a:pt x="1019" y="2163"/>
                  </a:lnTo>
                  <a:lnTo>
                    <a:pt x="1019" y="2167"/>
                  </a:lnTo>
                  <a:lnTo>
                    <a:pt x="1019" y="2171"/>
                  </a:lnTo>
                  <a:lnTo>
                    <a:pt x="1022" y="2174"/>
                  </a:lnTo>
                  <a:lnTo>
                    <a:pt x="1022" y="2178"/>
                  </a:lnTo>
                  <a:lnTo>
                    <a:pt x="1026" y="2181"/>
                  </a:lnTo>
                  <a:lnTo>
                    <a:pt x="1026" y="2185"/>
                  </a:lnTo>
                  <a:lnTo>
                    <a:pt x="1029" y="2189"/>
                  </a:lnTo>
                  <a:lnTo>
                    <a:pt x="1033" y="2192"/>
                  </a:lnTo>
                  <a:lnTo>
                    <a:pt x="1033" y="2196"/>
                  </a:lnTo>
                  <a:lnTo>
                    <a:pt x="1037" y="2199"/>
                  </a:lnTo>
                  <a:lnTo>
                    <a:pt x="1040" y="2203"/>
                  </a:lnTo>
                  <a:lnTo>
                    <a:pt x="1044" y="2207"/>
                  </a:lnTo>
                  <a:lnTo>
                    <a:pt x="1047" y="2210"/>
                  </a:lnTo>
                  <a:lnTo>
                    <a:pt x="1051" y="2207"/>
                  </a:lnTo>
                  <a:lnTo>
                    <a:pt x="1055" y="2207"/>
                  </a:lnTo>
                  <a:lnTo>
                    <a:pt x="1058" y="2203"/>
                  </a:lnTo>
                  <a:lnTo>
                    <a:pt x="1062" y="2199"/>
                  </a:lnTo>
                  <a:lnTo>
                    <a:pt x="1065" y="2196"/>
                  </a:lnTo>
                  <a:lnTo>
                    <a:pt x="1069" y="2192"/>
                  </a:lnTo>
                  <a:lnTo>
                    <a:pt x="1069" y="2189"/>
                  </a:lnTo>
                  <a:lnTo>
                    <a:pt x="1073" y="2185"/>
                  </a:lnTo>
                  <a:lnTo>
                    <a:pt x="1073" y="2181"/>
                  </a:lnTo>
                  <a:lnTo>
                    <a:pt x="1076" y="2178"/>
                  </a:lnTo>
                  <a:lnTo>
                    <a:pt x="1076" y="2174"/>
                  </a:lnTo>
                  <a:lnTo>
                    <a:pt x="1076" y="2171"/>
                  </a:lnTo>
                  <a:lnTo>
                    <a:pt x="1080" y="2167"/>
                  </a:lnTo>
                  <a:lnTo>
                    <a:pt x="1080" y="2163"/>
                  </a:lnTo>
                  <a:lnTo>
                    <a:pt x="1080" y="2160"/>
                  </a:lnTo>
                  <a:lnTo>
                    <a:pt x="1083" y="2156"/>
                  </a:lnTo>
                  <a:lnTo>
                    <a:pt x="1083" y="2153"/>
                  </a:lnTo>
                  <a:lnTo>
                    <a:pt x="1087" y="2145"/>
                  </a:lnTo>
                  <a:lnTo>
                    <a:pt x="1087" y="2142"/>
                  </a:lnTo>
                  <a:lnTo>
                    <a:pt x="1087" y="2138"/>
                  </a:lnTo>
                  <a:lnTo>
                    <a:pt x="1091" y="2131"/>
                  </a:lnTo>
                  <a:lnTo>
                    <a:pt x="1091" y="2127"/>
                  </a:lnTo>
                  <a:lnTo>
                    <a:pt x="1094" y="2124"/>
                  </a:lnTo>
                  <a:lnTo>
                    <a:pt x="1094" y="2117"/>
                  </a:lnTo>
                  <a:lnTo>
                    <a:pt x="1094" y="2113"/>
                  </a:lnTo>
                  <a:lnTo>
                    <a:pt x="1098" y="2106"/>
                  </a:lnTo>
                  <a:lnTo>
                    <a:pt x="1098" y="2099"/>
                  </a:lnTo>
                  <a:lnTo>
                    <a:pt x="1098" y="2095"/>
                  </a:lnTo>
                  <a:lnTo>
                    <a:pt x="1101" y="2088"/>
                  </a:lnTo>
                  <a:lnTo>
                    <a:pt x="1101" y="2081"/>
                  </a:lnTo>
                  <a:lnTo>
                    <a:pt x="1105" y="2077"/>
                  </a:lnTo>
                  <a:lnTo>
                    <a:pt x="1105" y="2070"/>
                  </a:lnTo>
                  <a:lnTo>
                    <a:pt x="1105" y="2063"/>
                  </a:lnTo>
                  <a:lnTo>
                    <a:pt x="1109" y="2055"/>
                  </a:lnTo>
                  <a:lnTo>
                    <a:pt x="1109" y="2052"/>
                  </a:lnTo>
                  <a:lnTo>
                    <a:pt x="1112" y="2045"/>
                  </a:lnTo>
                  <a:lnTo>
                    <a:pt x="1112" y="2037"/>
                  </a:lnTo>
                  <a:lnTo>
                    <a:pt x="1112" y="2030"/>
                  </a:lnTo>
                  <a:lnTo>
                    <a:pt x="1116" y="2023"/>
                  </a:lnTo>
                  <a:lnTo>
                    <a:pt x="1116" y="2016"/>
                  </a:lnTo>
                  <a:lnTo>
                    <a:pt x="1119" y="2009"/>
                  </a:lnTo>
                  <a:lnTo>
                    <a:pt x="1119" y="2005"/>
                  </a:lnTo>
                  <a:lnTo>
                    <a:pt x="1119" y="1998"/>
                  </a:lnTo>
                  <a:lnTo>
                    <a:pt x="1123" y="1991"/>
                  </a:lnTo>
                  <a:lnTo>
                    <a:pt x="1123" y="1983"/>
                  </a:lnTo>
                  <a:lnTo>
                    <a:pt x="1123" y="1976"/>
                  </a:lnTo>
                  <a:lnTo>
                    <a:pt x="1127" y="1969"/>
                  </a:lnTo>
                  <a:lnTo>
                    <a:pt x="1127" y="1962"/>
                  </a:lnTo>
                  <a:lnTo>
                    <a:pt x="1130" y="1955"/>
                  </a:lnTo>
                  <a:lnTo>
                    <a:pt x="1130" y="1947"/>
                  </a:lnTo>
                  <a:lnTo>
                    <a:pt x="1130" y="1940"/>
                  </a:lnTo>
                  <a:lnTo>
                    <a:pt x="1134" y="1937"/>
                  </a:lnTo>
                  <a:lnTo>
                    <a:pt x="1134" y="1929"/>
                  </a:lnTo>
                  <a:lnTo>
                    <a:pt x="1137" y="1922"/>
                  </a:lnTo>
                  <a:lnTo>
                    <a:pt x="1137" y="1915"/>
                  </a:lnTo>
                  <a:lnTo>
                    <a:pt x="1137" y="1908"/>
                  </a:lnTo>
                  <a:lnTo>
                    <a:pt x="1141" y="1901"/>
                  </a:lnTo>
                  <a:lnTo>
                    <a:pt x="1141" y="1893"/>
                  </a:lnTo>
                  <a:lnTo>
                    <a:pt x="1141" y="1890"/>
                  </a:lnTo>
                  <a:lnTo>
                    <a:pt x="1145" y="1883"/>
                  </a:lnTo>
                  <a:lnTo>
                    <a:pt x="1145" y="1875"/>
                  </a:lnTo>
                  <a:lnTo>
                    <a:pt x="1148" y="1872"/>
                  </a:lnTo>
                  <a:lnTo>
                    <a:pt x="1148" y="1865"/>
                  </a:lnTo>
                  <a:lnTo>
                    <a:pt x="1148" y="1857"/>
                  </a:lnTo>
                  <a:lnTo>
                    <a:pt x="1152" y="1854"/>
                  </a:lnTo>
                  <a:lnTo>
                    <a:pt x="1152" y="1847"/>
                  </a:lnTo>
                  <a:lnTo>
                    <a:pt x="1155" y="1843"/>
                  </a:lnTo>
                  <a:lnTo>
                    <a:pt x="1155" y="1836"/>
                  </a:lnTo>
                  <a:lnTo>
                    <a:pt x="1155" y="1832"/>
                  </a:lnTo>
                  <a:lnTo>
                    <a:pt x="1159" y="1825"/>
                  </a:lnTo>
                  <a:lnTo>
                    <a:pt x="1159" y="1821"/>
                  </a:lnTo>
                  <a:lnTo>
                    <a:pt x="1163" y="1818"/>
                  </a:lnTo>
                  <a:lnTo>
                    <a:pt x="1163" y="1811"/>
                  </a:lnTo>
                  <a:lnTo>
                    <a:pt x="1163" y="1807"/>
                  </a:lnTo>
                  <a:lnTo>
                    <a:pt x="1166" y="1803"/>
                  </a:lnTo>
                  <a:lnTo>
                    <a:pt x="1166" y="1800"/>
                  </a:lnTo>
                  <a:lnTo>
                    <a:pt x="1166" y="1796"/>
                  </a:lnTo>
                  <a:lnTo>
                    <a:pt x="1170" y="1793"/>
                  </a:lnTo>
                  <a:lnTo>
                    <a:pt x="1170" y="1789"/>
                  </a:lnTo>
                  <a:lnTo>
                    <a:pt x="1173" y="1785"/>
                  </a:lnTo>
                  <a:lnTo>
                    <a:pt x="1173" y="1782"/>
                  </a:lnTo>
                  <a:lnTo>
                    <a:pt x="1177" y="1778"/>
                  </a:lnTo>
                  <a:lnTo>
                    <a:pt x="1177" y="1775"/>
                  </a:lnTo>
                  <a:lnTo>
                    <a:pt x="1181" y="1771"/>
                  </a:lnTo>
                  <a:lnTo>
                    <a:pt x="1184" y="1767"/>
                  </a:lnTo>
                  <a:lnTo>
                    <a:pt x="1188" y="1764"/>
                  </a:lnTo>
                  <a:lnTo>
                    <a:pt x="1191" y="1764"/>
                  </a:lnTo>
                  <a:lnTo>
                    <a:pt x="1195" y="1767"/>
                  </a:lnTo>
                  <a:lnTo>
                    <a:pt x="1199" y="1771"/>
                  </a:lnTo>
                  <a:lnTo>
                    <a:pt x="1202" y="1775"/>
                  </a:lnTo>
                  <a:lnTo>
                    <a:pt x="1206" y="1778"/>
                  </a:lnTo>
                  <a:lnTo>
                    <a:pt x="1206" y="1782"/>
                  </a:lnTo>
                  <a:lnTo>
                    <a:pt x="1209" y="1785"/>
                  </a:lnTo>
                  <a:lnTo>
                    <a:pt x="1209" y="1789"/>
                  </a:lnTo>
                  <a:lnTo>
                    <a:pt x="1209" y="1793"/>
                  </a:lnTo>
                  <a:lnTo>
                    <a:pt x="1213" y="1796"/>
                  </a:lnTo>
                  <a:lnTo>
                    <a:pt x="1213" y="1803"/>
                  </a:lnTo>
                  <a:lnTo>
                    <a:pt x="1217" y="1807"/>
                  </a:lnTo>
                  <a:lnTo>
                    <a:pt x="1217" y="1811"/>
                  </a:lnTo>
                  <a:lnTo>
                    <a:pt x="1217" y="1818"/>
                  </a:lnTo>
                  <a:lnTo>
                    <a:pt x="1220" y="1821"/>
                  </a:lnTo>
                  <a:lnTo>
                    <a:pt x="1220" y="1829"/>
                  </a:lnTo>
                  <a:lnTo>
                    <a:pt x="1224" y="1832"/>
                  </a:lnTo>
                  <a:lnTo>
                    <a:pt x="1224" y="1839"/>
                  </a:lnTo>
                  <a:lnTo>
                    <a:pt x="1224" y="1847"/>
                  </a:lnTo>
                  <a:lnTo>
                    <a:pt x="1227" y="1850"/>
                  </a:lnTo>
                  <a:lnTo>
                    <a:pt x="1227" y="1857"/>
                  </a:lnTo>
                  <a:lnTo>
                    <a:pt x="1227" y="1865"/>
                  </a:lnTo>
                  <a:lnTo>
                    <a:pt x="1231" y="1872"/>
                  </a:lnTo>
                  <a:lnTo>
                    <a:pt x="1231" y="1879"/>
                  </a:lnTo>
                  <a:lnTo>
                    <a:pt x="1235" y="1886"/>
                  </a:lnTo>
                  <a:lnTo>
                    <a:pt x="1235" y="1897"/>
                  </a:lnTo>
                  <a:lnTo>
                    <a:pt x="1235" y="1904"/>
                  </a:lnTo>
                  <a:lnTo>
                    <a:pt x="1238" y="1911"/>
                  </a:lnTo>
                  <a:lnTo>
                    <a:pt x="1238" y="1922"/>
                  </a:lnTo>
                  <a:lnTo>
                    <a:pt x="1242" y="1929"/>
                  </a:lnTo>
                  <a:lnTo>
                    <a:pt x="1242" y="1937"/>
                  </a:lnTo>
                  <a:lnTo>
                    <a:pt x="1242" y="1947"/>
                  </a:lnTo>
                  <a:lnTo>
                    <a:pt x="1245" y="1955"/>
                  </a:lnTo>
                  <a:lnTo>
                    <a:pt x="1245" y="1965"/>
                  </a:lnTo>
                  <a:lnTo>
                    <a:pt x="1249" y="1976"/>
                  </a:lnTo>
                  <a:lnTo>
                    <a:pt x="1249" y="1983"/>
                  </a:lnTo>
                  <a:lnTo>
                    <a:pt x="1249" y="1994"/>
                  </a:lnTo>
                  <a:lnTo>
                    <a:pt x="1253" y="2005"/>
                  </a:lnTo>
                  <a:lnTo>
                    <a:pt x="1253" y="2012"/>
                  </a:lnTo>
                  <a:lnTo>
                    <a:pt x="1253" y="2023"/>
                  </a:lnTo>
                  <a:lnTo>
                    <a:pt x="1256" y="2034"/>
                  </a:lnTo>
                  <a:lnTo>
                    <a:pt x="1256" y="2045"/>
                  </a:lnTo>
                  <a:lnTo>
                    <a:pt x="1260" y="2055"/>
                  </a:lnTo>
                  <a:lnTo>
                    <a:pt x="1260" y="2066"/>
                  </a:lnTo>
                  <a:lnTo>
                    <a:pt x="1260" y="2077"/>
                  </a:lnTo>
                  <a:lnTo>
                    <a:pt x="1263" y="2088"/>
                  </a:lnTo>
                  <a:lnTo>
                    <a:pt x="1263" y="2095"/>
                  </a:lnTo>
                  <a:lnTo>
                    <a:pt x="1267" y="2106"/>
                  </a:lnTo>
                  <a:lnTo>
                    <a:pt x="1267" y="2117"/>
                  </a:lnTo>
                  <a:lnTo>
                    <a:pt x="1267" y="2127"/>
                  </a:lnTo>
                  <a:lnTo>
                    <a:pt x="1271" y="2138"/>
                  </a:lnTo>
                  <a:lnTo>
                    <a:pt x="1271" y="2149"/>
                  </a:lnTo>
                  <a:lnTo>
                    <a:pt x="1274" y="2160"/>
                  </a:lnTo>
                  <a:lnTo>
                    <a:pt x="1274" y="2171"/>
                  </a:lnTo>
                  <a:lnTo>
                    <a:pt x="1274" y="2181"/>
                  </a:lnTo>
                  <a:lnTo>
                    <a:pt x="1278" y="2192"/>
                  </a:lnTo>
                  <a:lnTo>
                    <a:pt x="1278" y="2203"/>
                  </a:lnTo>
                  <a:lnTo>
                    <a:pt x="1278" y="2214"/>
                  </a:lnTo>
                  <a:lnTo>
                    <a:pt x="1281" y="2225"/>
                  </a:lnTo>
                  <a:lnTo>
                    <a:pt x="1281" y="2235"/>
                  </a:lnTo>
                  <a:lnTo>
                    <a:pt x="1285" y="2243"/>
                  </a:lnTo>
                  <a:lnTo>
                    <a:pt x="1285" y="2253"/>
                  </a:lnTo>
                  <a:lnTo>
                    <a:pt x="1285" y="2264"/>
                  </a:lnTo>
                  <a:lnTo>
                    <a:pt x="1289" y="2275"/>
                  </a:lnTo>
                  <a:lnTo>
                    <a:pt x="1289" y="2286"/>
                  </a:lnTo>
                  <a:lnTo>
                    <a:pt x="1292" y="2293"/>
                  </a:lnTo>
                  <a:lnTo>
                    <a:pt x="1292" y="2304"/>
                  </a:lnTo>
                  <a:lnTo>
                    <a:pt x="1292" y="2311"/>
                  </a:lnTo>
                  <a:lnTo>
                    <a:pt x="1296" y="2322"/>
                  </a:lnTo>
                  <a:lnTo>
                    <a:pt x="1296" y="2329"/>
                  </a:lnTo>
                  <a:lnTo>
                    <a:pt x="1296" y="2340"/>
                  </a:lnTo>
                  <a:lnTo>
                    <a:pt x="1299" y="2347"/>
                  </a:lnTo>
                  <a:lnTo>
                    <a:pt x="1299" y="2354"/>
                  </a:lnTo>
                  <a:lnTo>
                    <a:pt x="1303" y="2365"/>
                  </a:lnTo>
                  <a:lnTo>
                    <a:pt x="1303" y="2372"/>
                  </a:lnTo>
                  <a:lnTo>
                    <a:pt x="1303" y="2379"/>
                  </a:lnTo>
                  <a:lnTo>
                    <a:pt x="1307" y="2387"/>
                  </a:lnTo>
                  <a:lnTo>
                    <a:pt x="1307" y="2394"/>
                  </a:lnTo>
                  <a:lnTo>
                    <a:pt x="1310" y="2401"/>
                  </a:lnTo>
                  <a:lnTo>
                    <a:pt x="1310" y="2408"/>
                  </a:lnTo>
                  <a:lnTo>
                    <a:pt x="1310" y="2412"/>
                  </a:lnTo>
                  <a:lnTo>
                    <a:pt x="1314" y="2419"/>
                  </a:lnTo>
                  <a:lnTo>
                    <a:pt x="1314" y="2423"/>
                  </a:lnTo>
                  <a:lnTo>
                    <a:pt x="1317" y="2430"/>
                  </a:lnTo>
                  <a:lnTo>
                    <a:pt x="1317" y="2433"/>
                  </a:lnTo>
                  <a:lnTo>
                    <a:pt x="1317" y="2437"/>
                  </a:lnTo>
                  <a:lnTo>
                    <a:pt x="1321" y="2444"/>
                  </a:lnTo>
                  <a:lnTo>
                    <a:pt x="1321" y="2448"/>
                  </a:lnTo>
                  <a:lnTo>
                    <a:pt x="1325" y="2451"/>
                  </a:lnTo>
                  <a:lnTo>
                    <a:pt x="1325" y="2455"/>
                  </a:lnTo>
                  <a:lnTo>
                    <a:pt x="1328" y="2459"/>
                  </a:lnTo>
                  <a:lnTo>
                    <a:pt x="1332" y="2462"/>
                  </a:lnTo>
                  <a:lnTo>
                    <a:pt x="1335" y="2462"/>
                  </a:lnTo>
                  <a:lnTo>
                    <a:pt x="1339" y="2459"/>
                  </a:lnTo>
                  <a:lnTo>
                    <a:pt x="1343" y="2455"/>
                  </a:lnTo>
                  <a:lnTo>
                    <a:pt x="1343" y="2451"/>
                  </a:lnTo>
                  <a:lnTo>
                    <a:pt x="1346" y="2448"/>
                  </a:lnTo>
                  <a:lnTo>
                    <a:pt x="1346" y="2444"/>
                  </a:lnTo>
                  <a:lnTo>
                    <a:pt x="1346" y="2441"/>
                  </a:lnTo>
                  <a:lnTo>
                    <a:pt x="1350" y="2437"/>
                  </a:lnTo>
                  <a:lnTo>
                    <a:pt x="1350" y="2430"/>
                  </a:lnTo>
                  <a:lnTo>
                    <a:pt x="1353" y="2426"/>
                  </a:lnTo>
                  <a:lnTo>
                    <a:pt x="1353" y="2419"/>
                  </a:lnTo>
                  <a:lnTo>
                    <a:pt x="1353" y="2412"/>
                  </a:lnTo>
                  <a:lnTo>
                    <a:pt x="1357" y="2405"/>
                  </a:lnTo>
                  <a:lnTo>
                    <a:pt x="1357" y="2397"/>
                  </a:lnTo>
                  <a:lnTo>
                    <a:pt x="1361" y="2387"/>
                  </a:lnTo>
                  <a:lnTo>
                    <a:pt x="1361" y="2379"/>
                  </a:lnTo>
                  <a:lnTo>
                    <a:pt x="1361" y="2369"/>
                  </a:lnTo>
                  <a:lnTo>
                    <a:pt x="1364" y="2361"/>
                  </a:lnTo>
                  <a:lnTo>
                    <a:pt x="1364" y="2351"/>
                  </a:lnTo>
                  <a:lnTo>
                    <a:pt x="1364" y="2340"/>
                  </a:lnTo>
                  <a:lnTo>
                    <a:pt x="1368" y="2329"/>
                  </a:lnTo>
                  <a:lnTo>
                    <a:pt x="1368" y="2315"/>
                  </a:lnTo>
                  <a:lnTo>
                    <a:pt x="1371" y="2304"/>
                  </a:lnTo>
                  <a:lnTo>
                    <a:pt x="1371" y="2293"/>
                  </a:lnTo>
                  <a:lnTo>
                    <a:pt x="1371" y="2279"/>
                  </a:lnTo>
                  <a:lnTo>
                    <a:pt x="1375" y="2264"/>
                  </a:lnTo>
                  <a:lnTo>
                    <a:pt x="1375" y="2250"/>
                  </a:lnTo>
                  <a:lnTo>
                    <a:pt x="1379" y="2235"/>
                  </a:lnTo>
                  <a:lnTo>
                    <a:pt x="1379" y="2221"/>
                  </a:lnTo>
                  <a:lnTo>
                    <a:pt x="1379" y="2203"/>
                  </a:lnTo>
                  <a:lnTo>
                    <a:pt x="1382" y="2189"/>
                  </a:lnTo>
                  <a:lnTo>
                    <a:pt x="1382" y="2171"/>
                  </a:lnTo>
                  <a:lnTo>
                    <a:pt x="1382" y="2156"/>
                  </a:lnTo>
                  <a:lnTo>
                    <a:pt x="1386" y="2138"/>
                  </a:lnTo>
                  <a:lnTo>
                    <a:pt x="1386" y="2120"/>
                  </a:lnTo>
                  <a:lnTo>
                    <a:pt x="1389" y="2102"/>
                  </a:lnTo>
                  <a:lnTo>
                    <a:pt x="1389" y="2084"/>
                  </a:lnTo>
                  <a:lnTo>
                    <a:pt x="1389" y="2063"/>
                  </a:lnTo>
                  <a:lnTo>
                    <a:pt x="1393" y="2045"/>
                  </a:lnTo>
                  <a:lnTo>
                    <a:pt x="1393" y="2023"/>
                  </a:lnTo>
                  <a:lnTo>
                    <a:pt x="1397" y="2005"/>
                  </a:lnTo>
                  <a:lnTo>
                    <a:pt x="1397" y="1983"/>
                  </a:lnTo>
                  <a:lnTo>
                    <a:pt x="1397" y="1962"/>
                  </a:lnTo>
                  <a:lnTo>
                    <a:pt x="1400" y="1940"/>
                  </a:lnTo>
                  <a:lnTo>
                    <a:pt x="1400" y="1919"/>
                  </a:lnTo>
                  <a:lnTo>
                    <a:pt x="1404" y="1897"/>
                  </a:lnTo>
                  <a:lnTo>
                    <a:pt x="1404" y="1872"/>
                  </a:lnTo>
                  <a:lnTo>
                    <a:pt x="1404" y="1850"/>
                  </a:lnTo>
                  <a:lnTo>
                    <a:pt x="1407" y="1825"/>
                  </a:lnTo>
                  <a:lnTo>
                    <a:pt x="1407" y="1803"/>
                  </a:lnTo>
                  <a:lnTo>
                    <a:pt x="1407" y="1778"/>
                  </a:lnTo>
                  <a:lnTo>
                    <a:pt x="1411" y="1753"/>
                  </a:lnTo>
                  <a:lnTo>
                    <a:pt x="1411" y="1731"/>
                  </a:lnTo>
                  <a:lnTo>
                    <a:pt x="1415" y="1706"/>
                  </a:lnTo>
                  <a:lnTo>
                    <a:pt x="1415" y="1681"/>
                  </a:lnTo>
                  <a:lnTo>
                    <a:pt x="1415" y="1656"/>
                  </a:lnTo>
                  <a:lnTo>
                    <a:pt x="1418" y="1631"/>
                  </a:lnTo>
                  <a:lnTo>
                    <a:pt x="1418" y="1602"/>
                  </a:lnTo>
                  <a:lnTo>
                    <a:pt x="1422" y="1577"/>
                  </a:lnTo>
                  <a:lnTo>
                    <a:pt x="1422" y="1551"/>
                  </a:lnTo>
                  <a:lnTo>
                    <a:pt x="1422" y="1523"/>
                  </a:lnTo>
                  <a:lnTo>
                    <a:pt x="1425" y="1497"/>
                  </a:lnTo>
                  <a:lnTo>
                    <a:pt x="1425" y="1472"/>
                  </a:lnTo>
                  <a:lnTo>
                    <a:pt x="1425" y="1443"/>
                  </a:lnTo>
                  <a:lnTo>
                    <a:pt x="1429" y="1418"/>
                  </a:lnTo>
                  <a:lnTo>
                    <a:pt x="1429" y="1389"/>
                  </a:lnTo>
                  <a:lnTo>
                    <a:pt x="1433" y="1361"/>
                  </a:lnTo>
                  <a:lnTo>
                    <a:pt x="1433" y="1335"/>
                  </a:lnTo>
                  <a:lnTo>
                    <a:pt x="1433" y="1307"/>
                  </a:lnTo>
                  <a:lnTo>
                    <a:pt x="1436" y="1281"/>
                  </a:lnTo>
                  <a:lnTo>
                    <a:pt x="1436" y="1253"/>
                  </a:lnTo>
                  <a:lnTo>
                    <a:pt x="1440" y="1224"/>
                  </a:lnTo>
                  <a:lnTo>
                    <a:pt x="1440" y="1195"/>
                  </a:lnTo>
                  <a:lnTo>
                    <a:pt x="1440" y="1170"/>
                  </a:lnTo>
                  <a:lnTo>
                    <a:pt x="1443" y="1141"/>
                  </a:lnTo>
                  <a:lnTo>
                    <a:pt x="1443" y="1112"/>
                  </a:lnTo>
                  <a:lnTo>
                    <a:pt x="1447" y="1087"/>
                  </a:lnTo>
                  <a:lnTo>
                    <a:pt x="1447" y="1058"/>
                  </a:lnTo>
                  <a:lnTo>
                    <a:pt x="1447" y="1029"/>
                  </a:lnTo>
                  <a:lnTo>
                    <a:pt x="1451" y="1004"/>
                  </a:lnTo>
                  <a:lnTo>
                    <a:pt x="1451" y="975"/>
                  </a:lnTo>
                  <a:lnTo>
                    <a:pt x="1451" y="950"/>
                  </a:lnTo>
                  <a:lnTo>
                    <a:pt x="1454" y="921"/>
                  </a:lnTo>
                  <a:lnTo>
                    <a:pt x="1454" y="896"/>
                  </a:lnTo>
                  <a:lnTo>
                    <a:pt x="1458" y="867"/>
                  </a:lnTo>
                  <a:lnTo>
                    <a:pt x="1458" y="842"/>
                  </a:lnTo>
                  <a:lnTo>
                    <a:pt x="1458" y="813"/>
                  </a:lnTo>
                  <a:lnTo>
                    <a:pt x="1461" y="788"/>
                  </a:lnTo>
                  <a:lnTo>
                    <a:pt x="1461" y="763"/>
                  </a:lnTo>
                  <a:lnTo>
                    <a:pt x="1465" y="738"/>
                  </a:lnTo>
                  <a:lnTo>
                    <a:pt x="1465" y="709"/>
                  </a:lnTo>
                  <a:lnTo>
                    <a:pt x="1465" y="684"/>
                  </a:lnTo>
                  <a:lnTo>
                    <a:pt x="1469" y="659"/>
                  </a:lnTo>
                  <a:lnTo>
                    <a:pt x="1469" y="637"/>
                  </a:lnTo>
                  <a:lnTo>
                    <a:pt x="1469" y="612"/>
                  </a:lnTo>
                  <a:lnTo>
                    <a:pt x="1472" y="587"/>
                  </a:lnTo>
                  <a:lnTo>
                    <a:pt x="1472" y="562"/>
                  </a:lnTo>
                  <a:lnTo>
                    <a:pt x="1476" y="540"/>
                  </a:lnTo>
                  <a:lnTo>
                    <a:pt x="1476" y="515"/>
                  </a:lnTo>
                  <a:lnTo>
                    <a:pt x="1476" y="493"/>
                  </a:lnTo>
                  <a:lnTo>
                    <a:pt x="1479" y="472"/>
                  </a:lnTo>
                  <a:lnTo>
                    <a:pt x="1479" y="450"/>
                  </a:lnTo>
                  <a:lnTo>
                    <a:pt x="1483" y="428"/>
                  </a:lnTo>
                  <a:lnTo>
                    <a:pt x="1483" y="407"/>
                  </a:lnTo>
                  <a:lnTo>
                    <a:pt x="1483" y="385"/>
                  </a:lnTo>
                  <a:lnTo>
                    <a:pt x="1487" y="364"/>
                  </a:lnTo>
                  <a:lnTo>
                    <a:pt x="1487" y="346"/>
                  </a:lnTo>
                  <a:lnTo>
                    <a:pt x="1490" y="324"/>
                  </a:lnTo>
                  <a:lnTo>
                    <a:pt x="1490" y="306"/>
                  </a:lnTo>
                  <a:lnTo>
                    <a:pt x="1490" y="288"/>
                  </a:lnTo>
                  <a:lnTo>
                    <a:pt x="1494" y="270"/>
                  </a:lnTo>
                  <a:lnTo>
                    <a:pt x="1494" y="252"/>
                  </a:lnTo>
                  <a:lnTo>
                    <a:pt x="1494" y="234"/>
                  </a:lnTo>
                  <a:lnTo>
                    <a:pt x="1497" y="220"/>
                  </a:lnTo>
                  <a:lnTo>
                    <a:pt x="1497" y="202"/>
                  </a:lnTo>
                  <a:lnTo>
                    <a:pt x="1501" y="187"/>
                  </a:lnTo>
                  <a:lnTo>
                    <a:pt x="1501" y="173"/>
                  </a:lnTo>
                  <a:lnTo>
                    <a:pt x="1501" y="158"/>
                  </a:lnTo>
                  <a:lnTo>
                    <a:pt x="1505" y="144"/>
                  </a:lnTo>
                  <a:lnTo>
                    <a:pt x="1505" y="133"/>
                  </a:lnTo>
                  <a:lnTo>
                    <a:pt x="1508" y="119"/>
                  </a:lnTo>
                  <a:lnTo>
                    <a:pt x="1508" y="108"/>
                  </a:lnTo>
                  <a:lnTo>
                    <a:pt x="1508" y="97"/>
                  </a:lnTo>
                  <a:lnTo>
                    <a:pt x="1512" y="86"/>
                  </a:lnTo>
                  <a:lnTo>
                    <a:pt x="1512" y="76"/>
                  </a:lnTo>
                  <a:lnTo>
                    <a:pt x="1512" y="65"/>
                  </a:lnTo>
                  <a:lnTo>
                    <a:pt x="1515" y="58"/>
                  </a:lnTo>
                  <a:lnTo>
                    <a:pt x="1515" y="50"/>
                  </a:lnTo>
                  <a:lnTo>
                    <a:pt x="1519" y="40"/>
                  </a:lnTo>
                  <a:lnTo>
                    <a:pt x="1519" y="36"/>
                  </a:lnTo>
                  <a:lnTo>
                    <a:pt x="1519" y="29"/>
                  </a:lnTo>
                  <a:lnTo>
                    <a:pt x="1523" y="22"/>
                  </a:lnTo>
                  <a:lnTo>
                    <a:pt x="1523" y="18"/>
                  </a:lnTo>
                  <a:lnTo>
                    <a:pt x="1526" y="14"/>
                  </a:lnTo>
                  <a:lnTo>
                    <a:pt x="1526" y="11"/>
                  </a:lnTo>
                  <a:lnTo>
                    <a:pt x="1526" y="7"/>
                  </a:lnTo>
                  <a:lnTo>
                    <a:pt x="1530" y="4"/>
                  </a:lnTo>
                  <a:lnTo>
                    <a:pt x="1533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0" name="Freeform 98"/>
            <p:cNvSpPr>
              <a:spLocks/>
            </p:cNvSpPr>
            <p:nvPr/>
          </p:nvSpPr>
          <p:spPr bwMode="auto">
            <a:xfrm>
              <a:off x="2282" y="1048"/>
              <a:ext cx="2477" cy="2462"/>
            </a:xfrm>
            <a:custGeom>
              <a:avLst/>
              <a:gdLst/>
              <a:ahLst/>
              <a:cxnLst>
                <a:cxn ang="0">
                  <a:pos x="26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8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6" y="1904"/>
                </a:cxn>
                <a:cxn ang="0">
                  <a:pos x="321" y="1796"/>
                </a:cxn>
                <a:cxn ang="0">
                  <a:pos x="360" y="1785"/>
                </a:cxn>
                <a:cxn ang="0">
                  <a:pos x="386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8" y="2171"/>
                </a:cxn>
                <a:cxn ang="0">
                  <a:pos x="504" y="2192"/>
                </a:cxn>
                <a:cxn ang="0">
                  <a:pos x="530" y="2127"/>
                </a:cxn>
                <a:cxn ang="0">
                  <a:pos x="551" y="2045"/>
                </a:cxn>
                <a:cxn ang="0">
                  <a:pos x="576" y="1962"/>
                </a:cxn>
                <a:cxn ang="0">
                  <a:pos x="605" y="1897"/>
                </a:cxn>
                <a:cxn ang="0">
                  <a:pos x="656" y="1911"/>
                </a:cxn>
                <a:cxn ang="0">
                  <a:pos x="681" y="1976"/>
                </a:cxn>
                <a:cxn ang="0">
                  <a:pos x="702" y="2045"/>
                </a:cxn>
                <a:cxn ang="0">
                  <a:pos x="728" y="2106"/>
                </a:cxn>
                <a:cxn ang="0">
                  <a:pos x="782" y="2131"/>
                </a:cxn>
                <a:cxn ang="0">
                  <a:pos x="818" y="2070"/>
                </a:cxn>
                <a:cxn ang="0">
                  <a:pos x="843" y="2009"/>
                </a:cxn>
                <a:cxn ang="0">
                  <a:pos x="875" y="1947"/>
                </a:cxn>
                <a:cxn ang="0">
                  <a:pos x="933" y="1944"/>
                </a:cxn>
                <a:cxn ang="0">
                  <a:pos x="969" y="2005"/>
                </a:cxn>
                <a:cxn ang="0">
                  <a:pos x="998" y="2066"/>
                </a:cxn>
                <a:cxn ang="0">
                  <a:pos x="1052" y="2109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42" y="2001"/>
                </a:cxn>
                <a:cxn ang="0">
                  <a:pos x="1282" y="2063"/>
                </a:cxn>
                <a:cxn ang="0">
                  <a:pos x="1340" y="2088"/>
                </a:cxn>
                <a:cxn ang="0">
                  <a:pos x="1394" y="2027"/>
                </a:cxn>
                <a:cxn ang="0">
                  <a:pos x="1444" y="1965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1" y="2027"/>
                </a:cxn>
                <a:cxn ang="0">
                  <a:pos x="1728" y="1973"/>
                </a:cxn>
                <a:cxn ang="0">
                  <a:pos x="1790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6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2" y="2048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4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2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80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7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8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5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3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2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60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8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5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6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3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1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8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6" y="2203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2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9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7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5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83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4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2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9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10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7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5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2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51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9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9"/>
                  </a:lnTo>
                  <a:lnTo>
                    <a:pt x="1055" y="2106"/>
                  </a:lnTo>
                  <a:lnTo>
                    <a:pt x="1059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6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4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9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6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2" y="1983"/>
                  </a:lnTo>
                  <a:lnTo>
                    <a:pt x="1505" y="1987"/>
                  </a:lnTo>
                  <a:lnTo>
                    <a:pt x="1509" y="1991"/>
                  </a:lnTo>
                  <a:lnTo>
                    <a:pt x="1512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8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66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3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5"/>
                  </a:lnTo>
                  <a:lnTo>
                    <a:pt x="2207" y="2045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8" y="2001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30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3"/>
                  </a:lnTo>
                  <a:lnTo>
                    <a:pt x="2373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4" y="2037"/>
                  </a:lnTo>
                  <a:lnTo>
                    <a:pt x="2387" y="2037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2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20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8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6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4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1" name="Freeform 99"/>
            <p:cNvSpPr>
              <a:spLocks/>
            </p:cNvSpPr>
            <p:nvPr/>
          </p:nvSpPr>
          <p:spPr bwMode="auto">
            <a:xfrm>
              <a:off x="4759" y="3039"/>
              <a:ext cx="450" cy="64"/>
            </a:xfrm>
            <a:custGeom>
              <a:avLst/>
              <a:gdLst/>
              <a:ahLst/>
              <a:cxnLst>
                <a:cxn ang="0">
                  <a:pos x="4" y="54"/>
                </a:cxn>
                <a:cxn ang="0">
                  <a:pos x="11" y="50"/>
                </a:cxn>
                <a:cxn ang="0">
                  <a:pos x="18" y="43"/>
                </a:cxn>
                <a:cxn ang="0">
                  <a:pos x="25" y="36"/>
                </a:cxn>
                <a:cxn ang="0">
                  <a:pos x="33" y="32"/>
                </a:cxn>
                <a:cxn ang="0">
                  <a:pos x="40" y="25"/>
                </a:cxn>
                <a:cxn ang="0">
                  <a:pos x="47" y="21"/>
                </a:cxn>
                <a:cxn ang="0">
                  <a:pos x="54" y="14"/>
                </a:cxn>
                <a:cxn ang="0">
                  <a:pos x="61" y="10"/>
                </a:cxn>
                <a:cxn ang="0">
                  <a:pos x="69" y="7"/>
                </a:cxn>
                <a:cxn ang="0">
                  <a:pos x="76" y="3"/>
                </a:cxn>
                <a:cxn ang="0">
                  <a:pos x="83" y="0"/>
                </a:cxn>
                <a:cxn ang="0">
                  <a:pos x="90" y="0"/>
                </a:cxn>
                <a:cxn ang="0">
                  <a:pos x="97" y="0"/>
                </a:cxn>
                <a:cxn ang="0">
                  <a:pos x="105" y="0"/>
                </a:cxn>
                <a:cxn ang="0">
                  <a:pos x="112" y="0"/>
                </a:cxn>
                <a:cxn ang="0">
                  <a:pos x="119" y="0"/>
                </a:cxn>
                <a:cxn ang="0">
                  <a:pos x="126" y="3"/>
                </a:cxn>
                <a:cxn ang="0">
                  <a:pos x="133" y="7"/>
                </a:cxn>
                <a:cxn ang="0">
                  <a:pos x="141" y="10"/>
                </a:cxn>
                <a:cxn ang="0">
                  <a:pos x="148" y="18"/>
                </a:cxn>
                <a:cxn ang="0">
                  <a:pos x="155" y="21"/>
                </a:cxn>
                <a:cxn ang="0">
                  <a:pos x="162" y="25"/>
                </a:cxn>
                <a:cxn ang="0">
                  <a:pos x="169" y="32"/>
                </a:cxn>
                <a:cxn ang="0">
                  <a:pos x="177" y="39"/>
                </a:cxn>
                <a:cxn ang="0">
                  <a:pos x="184" y="43"/>
                </a:cxn>
                <a:cxn ang="0">
                  <a:pos x="191" y="46"/>
                </a:cxn>
                <a:cxn ang="0">
                  <a:pos x="198" y="54"/>
                </a:cxn>
                <a:cxn ang="0">
                  <a:pos x="205" y="57"/>
                </a:cxn>
                <a:cxn ang="0">
                  <a:pos x="213" y="61"/>
                </a:cxn>
                <a:cxn ang="0">
                  <a:pos x="220" y="61"/>
                </a:cxn>
                <a:cxn ang="0">
                  <a:pos x="227" y="64"/>
                </a:cxn>
                <a:cxn ang="0">
                  <a:pos x="234" y="64"/>
                </a:cxn>
                <a:cxn ang="0">
                  <a:pos x="241" y="64"/>
                </a:cxn>
                <a:cxn ang="0">
                  <a:pos x="249" y="64"/>
                </a:cxn>
                <a:cxn ang="0">
                  <a:pos x="256" y="64"/>
                </a:cxn>
                <a:cxn ang="0">
                  <a:pos x="263" y="61"/>
                </a:cxn>
                <a:cxn ang="0">
                  <a:pos x="270" y="57"/>
                </a:cxn>
                <a:cxn ang="0">
                  <a:pos x="277" y="54"/>
                </a:cxn>
                <a:cxn ang="0">
                  <a:pos x="285" y="50"/>
                </a:cxn>
                <a:cxn ang="0">
                  <a:pos x="292" y="46"/>
                </a:cxn>
                <a:cxn ang="0">
                  <a:pos x="299" y="39"/>
                </a:cxn>
                <a:cxn ang="0">
                  <a:pos x="306" y="36"/>
                </a:cxn>
                <a:cxn ang="0">
                  <a:pos x="313" y="28"/>
                </a:cxn>
                <a:cxn ang="0">
                  <a:pos x="321" y="25"/>
                </a:cxn>
                <a:cxn ang="0">
                  <a:pos x="328" y="21"/>
                </a:cxn>
                <a:cxn ang="0">
                  <a:pos x="335" y="18"/>
                </a:cxn>
                <a:cxn ang="0">
                  <a:pos x="342" y="10"/>
                </a:cxn>
                <a:cxn ang="0">
                  <a:pos x="349" y="7"/>
                </a:cxn>
                <a:cxn ang="0">
                  <a:pos x="357" y="7"/>
                </a:cxn>
                <a:cxn ang="0">
                  <a:pos x="364" y="3"/>
                </a:cxn>
                <a:cxn ang="0">
                  <a:pos x="371" y="3"/>
                </a:cxn>
                <a:cxn ang="0">
                  <a:pos x="378" y="3"/>
                </a:cxn>
                <a:cxn ang="0">
                  <a:pos x="385" y="3"/>
                </a:cxn>
                <a:cxn ang="0">
                  <a:pos x="393" y="3"/>
                </a:cxn>
                <a:cxn ang="0">
                  <a:pos x="400" y="7"/>
                </a:cxn>
                <a:cxn ang="0">
                  <a:pos x="407" y="7"/>
                </a:cxn>
                <a:cxn ang="0">
                  <a:pos x="414" y="10"/>
                </a:cxn>
                <a:cxn ang="0">
                  <a:pos x="421" y="14"/>
                </a:cxn>
                <a:cxn ang="0">
                  <a:pos x="429" y="18"/>
                </a:cxn>
                <a:cxn ang="0">
                  <a:pos x="436" y="25"/>
                </a:cxn>
                <a:cxn ang="0">
                  <a:pos x="443" y="28"/>
                </a:cxn>
                <a:cxn ang="0">
                  <a:pos x="450" y="36"/>
                </a:cxn>
              </a:cxnLst>
              <a:rect l="0" t="0" r="r" b="b"/>
              <a:pathLst>
                <a:path w="450" h="64">
                  <a:moveTo>
                    <a:pt x="0" y="57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50"/>
                  </a:lnTo>
                  <a:lnTo>
                    <a:pt x="15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3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1" y="18"/>
                  </a:lnTo>
                  <a:lnTo>
                    <a:pt x="54" y="14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9" y="7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1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9" y="25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7" y="39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46"/>
                  </a:lnTo>
                  <a:lnTo>
                    <a:pt x="195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57"/>
                  </a:lnTo>
                  <a:lnTo>
                    <a:pt x="213" y="61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5" y="50"/>
                  </a:lnTo>
                  <a:lnTo>
                    <a:pt x="288" y="46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3" y="39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28"/>
                  </a:lnTo>
                  <a:lnTo>
                    <a:pt x="317" y="28"/>
                  </a:lnTo>
                  <a:lnTo>
                    <a:pt x="321" y="25"/>
                  </a:lnTo>
                  <a:lnTo>
                    <a:pt x="324" y="25"/>
                  </a:lnTo>
                  <a:lnTo>
                    <a:pt x="328" y="21"/>
                  </a:lnTo>
                  <a:lnTo>
                    <a:pt x="331" y="18"/>
                  </a:lnTo>
                  <a:lnTo>
                    <a:pt x="335" y="18"/>
                  </a:lnTo>
                  <a:lnTo>
                    <a:pt x="339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3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1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9" y="18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5"/>
                  </a:lnTo>
                  <a:lnTo>
                    <a:pt x="443" y="28"/>
                  </a:lnTo>
                  <a:lnTo>
                    <a:pt x="447" y="32"/>
                  </a:lnTo>
                  <a:lnTo>
                    <a:pt x="450" y="36"/>
                  </a:lnTo>
                  <a:lnTo>
                    <a:pt x="450" y="36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2" name="Freeform 100"/>
            <p:cNvSpPr>
              <a:spLocks/>
            </p:cNvSpPr>
            <p:nvPr/>
          </p:nvSpPr>
          <p:spPr bwMode="auto">
            <a:xfrm>
              <a:off x="749" y="1048"/>
              <a:ext cx="1670" cy="2462"/>
            </a:xfrm>
            <a:custGeom>
              <a:avLst/>
              <a:gdLst/>
              <a:ahLst/>
              <a:cxnLst>
                <a:cxn ang="0">
                  <a:pos x="39" y="2066"/>
                </a:cxn>
                <a:cxn ang="0">
                  <a:pos x="86" y="2077"/>
                </a:cxn>
                <a:cxn ang="0">
                  <a:pos x="133" y="2034"/>
                </a:cxn>
                <a:cxn ang="0">
                  <a:pos x="169" y="1987"/>
                </a:cxn>
                <a:cxn ang="0">
                  <a:pos x="216" y="1962"/>
                </a:cxn>
                <a:cxn ang="0">
                  <a:pos x="259" y="1998"/>
                </a:cxn>
                <a:cxn ang="0">
                  <a:pos x="295" y="2045"/>
                </a:cxn>
                <a:cxn ang="0">
                  <a:pos x="335" y="2088"/>
                </a:cxn>
                <a:cxn ang="0">
                  <a:pos x="381" y="2073"/>
                </a:cxn>
                <a:cxn ang="0">
                  <a:pos x="417" y="2027"/>
                </a:cxn>
                <a:cxn ang="0">
                  <a:pos x="446" y="1980"/>
                </a:cxn>
                <a:cxn ang="0">
                  <a:pos x="493" y="1947"/>
                </a:cxn>
                <a:cxn ang="0">
                  <a:pos x="536" y="1987"/>
                </a:cxn>
                <a:cxn ang="0">
                  <a:pos x="561" y="2034"/>
                </a:cxn>
                <a:cxn ang="0">
                  <a:pos x="590" y="2081"/>
                </a:cxn>
                <a:cxn ang="0">
                  <a:pos x="637" y="2109"/>
                </a:cxn>
                <a:cxn ang="0">
                  <a:pos x="677" y="2066"/>
                </a:cxn>
                <a:cxn ang="0">
                  <a:pos x="698" y="2019"/>
                </a:cxn>
                <a:cxn ang="0">
                  <a:pos x="723" y="1973"/>
                </a:cxn>
                <a:cxn ang="0">
                  <a:pos x="759" y="1926"/>
                </a:cxn>
                <a:cxn ang="0">
                  <a:pos x="803" y="1955"/>
                </a:cxn>
                <a:cxn ang="0">
                  <a:pos x="828" y="2001"/>
                </a:cxn>
                <a:cxn ang="0">
                  <a:pos x="846" y="2048"/>
                </a:cxn>
                <a:cxn ang="0">
                  <a:pos x="867" y="2095"/>
                </a:cxn>
                <a:cxn ang="0">
                  <a:pos x="900" y="2138"/>
                </a:cxn>
                <a:cxn ang="0">
                  <a:pos x="943" y="2109"/>
                </a:cxn>
                <a:cxn ang="0">
                  <a:pos x="961" y="2063"/>
                </a:cxn>
                <a:cxn ang="0">
                  <a:pos x="979" y="2012"/>
                </a:cxn>
                <a:cxn ang="0">
                  <a:pos x="997" y="1958"/>
                </a:cxn>
                <a:cxn ang="0">
                  <a:pos x="1019" y="1911"/>
                </a:cxn>
                <a:cxn ang="0">
                  <a:pos x="1058" y="1886"/>
                </a:cxn>
                <a:cxn ang="0">
                  <a:pos x="1087" y="1933"/>
                </a:cxn>
                <a:cxn ang="0">
                  <a:pos x="1105" y="1991"/>
                </a:cxn>
                <a:cxn ang="0">
                  <a:pos x="1123" y="2055"/>
                </a:cxn>
                <a:cxn ang="0">
                  <a:pos x="1141" y="2120"/>
                </a:cxn>
                <a:cxn ang="0">
                  <a:pos x="1159" y="2171"/>
                </a:cxn>
                <a:cxn ang="0">
                  <a:pos x="1191" y="2207"/>
                </a:cxn>
                <a:cxn ang="0">
                  <a:pos x="1220" y="2163"/>
                </a:cxn>
                <a:cxn ang="0">
                  <a:pos x="1238" y="2099"/>
                </a:cxn>
                <a:cxn ang="0">
                  <a:pos x="1256" y="2016"/>
                </a:cxn>
                <a:cxn ang="0">
                  <a:pos x="1274" y="1929"/>
                </a:cxn>
                <a:cxn ang="0">
                  <a:pos x="1292" y="1847"/>
                </a:cxn>
                <a:cxn ang="0">
                  <a:pos x="1310" y="1789"/>
                </a:cxn>
                <a:cxn ang="0">
                  <a:pos x="1346" y="1782"/>
                </a:cxn>
                <a:cxn ang="0">
                  <a:pos x="1364" y="1847"/>
                </a:cxn>
                <a:cxn ang="0">
                  <a:pos x="1382" y="1947"/>
                </a:cxn>
                <a:cxn ang="0">
                  <a:pos x="1400" y="2077"/>
                </a:cxn>
                <a:cxn ang="0">
                  <a:pos x="1418" y="2214"/>
                </a:cxn>
                <a:cxn ang="0">
                  <a:pos x="1436" y="2340"/>
                </a:cxn>
                <a:cxn ang="0">
                  <a:pos x="1454" y="2430"/>
                </a:cxn>
                <a:cxn ang="0">
                  <a:pos x="1483" y="2448"/>
                </a:cxn>
                <a:cxn ang="0">
                  <a:pos x="1501" y="2361"/>
                </a:cxn>
                <a:cxn ang="0">
                  <a:pos x="1519" y="2189"/>
                </a:cxn>
                <a:cxn ang="0">
                  <a:pos x="1537" y="1940"/>
                </a:cxn>
                <a:cxn ang="0">
                  <a:pos x="1555" y="1631"/>
                </a:cxn>
                <a:cxn ang="0">
                  <a:pos x="1577" y="1281"/>
                </a:cxn>
                <a:cxn ang="0">
                  <a:pos x="1595" y="921"/>
                </a:cxn>
                <a:cxn ang="0">
                  <a:pos x="1613" y="587"/>
                </a:cxn>
                <a:cxn ang="0">
                  <a:pos x="1631" y="306"/>
                </a:cxn>
                <a:cxn ang="0">
                  <a:pos x="1649" y="108"/>
                </a:cxn>
                <a:cxn ang="0">
                  <a:pos x="1667" y="11"/>
                </a:cxn>
              </a:cxnLst>
              <a:rect l="0" t="0" r="r" b="b"/>
              <a:pathLst>
                <a:path w="1670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7" y="2034"/>
                  </a:lnTo>
                  <a:lnTo>
                    <a:pt x="11" y="2037"/>
                  </a:lnTo>
                  <a:lnTo>
                    <a:pt x="14" y="2041"/>
                  </a:lnTo>
                  <a:lnTo>
                    <a:pt x="18" y="2045"/>
                  </a:lnTo>
                  <a:lnTo>
                    <a:pt x="21" y="2048"/>
                  </a:lnTo>
                  <a:lnTo>
                    <a:pt x="25" y="2052"/>
                  </a:lnTo>
                  <a:lnTo>
                    <a:pt x="29" y="2055"/>
                  </a:lnTo>
                  <a:lnTo>
                    <a:pt x="32" y="2059"/>
                  </a:lnTo>
                  <a:lnTo>
                    <a:pt x="36" y="2063"/>
                  </a:lnTo>
                  <a:lnTo>
                    <a:pt x="39" y="2066"/>
                  </a:lnTo>
                  <a:lnTo>
                    <a:pt x="43" y="2070"/>
                  </a:lnTo>
                  <a:lnTo>
                    <a:pt x="47" y="2073"/>
                  </a:lnTo>
                  <a:lnTo>
                    <a:pt x="50" y="2073"/>
                  </a:lnTo>
                  <a:lnTo>
                    <a:pt x="54" y="2077"/>
                  </a:lnTo>
                  <a:lnTo>
                    <a:pt x="57" y="2077"/>
                  </a:lnTo>
                  <a:lnTo>
                    <a:pt x="61" y="2081"/>
                  </a:lnTo>
                  <a:lnTo>
                    <a:pt x="65" y="2081"/>
                  </a:lnTo>
                  <a:lnTo>
                    <a:pt x="68" y="2081"/>
                  </a:lnTo>
                  <a:lnTo>
                    <a:pt x="72" y="2081"/>
                  </a:lnTo>
                  <a:lnTo>
                    <a:pt x="75" y="2081"/>
                  </a:lnTo>
                  <a:lnTo>
                    <a:pt x="79" y="2077"/>
                  </a:lnTo>
                  <a:lnTo>
                    <a:pt x="83" y="2077"/>
                  </a:lnTo>
                  <a:lnTo>
                    <a:pt x="86" y="2077"/>
                  </a:lnTo>
                  <a:lnTo>
                    <a:pt x="90" y="2073"/>
                  </a:lnTo>
                  <a:lnTo>
                    <a:pt x="93" y="2073"/>
                  </a:lnTo>
                  <a:lnTo>
                    <a:pt x="97" y="2070"/>
                  </a:lnTo>
                  <a:lnTo>
                    <a:pt x="101" y="2066"/>
                  </a:lnTo>
                  <a:lnTo>
                    <a:pt x="104" y="2063"/>
                  </a:lnTo>
                  <a:lnTo>
                    <a:pt x="108" y="2059"/>
                  </a:lnTo>
                  <a:lnTo>
                    <a:pt x="111" y="2055"/>
                  </a:lnTo>
                  <a:lnTo>
                    <a:pt x="115" y="2052"/>
                  </a:lnTo>
                  <a:lnTo>
                    <a:pt x="119" y="2048"/>
                  </a:lnTo>
                  <a:lnTo>
                    <a:pt x="122" y="2045"/>
                  </a:lnTo>
                  <a:lnTo>
                    <a:pt x="126" y="2041"/>
                  </a:lnTo>
                  <a:lnTo>
                    <a:pt x="129" y="2037"/>
                  </a:lnTo>
                  <a:lnTo>
                    <a:pt x="133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47" y="2012"/>
                  </a:lnTo>
                  <a:lnTo>
                    <a:pt x="151" y="2009"/>
                  </a:lnTo>
                  <a:lnTo>
                    <a:pt x="155" y="2005"/>
                  </a:lnTo>
                  <a:lnTo>
                    <a:pt x="158" y="2001"/>
                  </a:lnTo>
                  <a:lnTo>
                    <a:pt x="162" y="1998"/>
                  </a:lnTo>
                  <a:lnTo>
                    <a:pt x="162" y="1994"/>
                  </a:lnTo>
                  <a:lnTo>
                    <a:pt x="165" y="1991"/>
                  </a:lnTo>
                  <a:lnTo>
                    <a:pt x="169" y="1987"/>
                  </a:lnTo>
                  <a:lnTo>
                    <a:pt x="173" y="1983"/>
                  </a:lnTo>
                  <a:lnTo>
                    <a:pt x="176" y="1980"/>
                  </a:lnTo>
                  <a:lnTo>
                    <a:pt x="180" y="1976"/>
                  </a:lnTo>
                  <a:lnTo>
                    <a:pt x="183" y="1973"/>
                  </a:lnTo>
                  <a:lnTo>
                    <a:pt x="187" y="1969"/>
                  </a:lnTo>
                  <a:lnTo>
                    <a:pt x="191" y="1969"/>
                  </a:lnTo>
                  <a:lnTo>
                    <a:pt x="194" y="1965"/>
                  </a:lnTo>
                  <a:lnTo>
                    <a:pt x="198" y="1965"/>
                  </a:lnTo>
                  <a:lnTo>
                    <a:pt x="201" y="1965"/>
                  </a:lnTo>
                  <a:lnTo>
                    <a:pt x="205" y="1962"/>
                  </a:lnTo>
                  <a:lnTo>
                    <a:pt x="209" y="1962"/>
                  </a:lnTo>
                  <a:lnTo>
                    <a:pt x="212" y="1962"/>
                  </a:lnTo>
                  <a:lnTo>
                    <a:pt x="216" y="1962"/>
                  </a:lnTo>
                  <a:lnTo>
                    <a:pt x="219" y="1965"/>
                  </a:lnTo>
                  <a:lnTo>
                    <a:pt x="223" y="1965"/>
                  </a:lnTo>
                  <a:lnTo>
                    <a:pt x="227" y="1969"/>
                  </a:lnTo>
                  <a:lnTo>
                    <a:pt x="230" y="1969"/>
                  </a:lnTo>
                  <a:lnTo>
                    <a:pt x="234" y="1973"/>
                  </a:lnTo>
                  <a:lnTo>
                    <a:pt x="237" y="1976"/>
                  </a:lnTo>
                  <a:lnTo>
                    <a:pt x="241" y="1980"/>
                  </a:lnTo>
                  <a:lnTo>
                    <a:pt x="245" y="1980"/>
                  </a:lnTo>
                  <a:lnTo>
                    <a:pt x="248" y="1983"/>
                  </a:lnTo>
                  <a:lnTo>
                    <a:pt x="252" y="1987"/>
                  </a:lnTo>
                  <a:lnTo>
                    <a:pt x="255" y="1991"/>
                  </a:lnTo>
                  <a:lnTo>
                    <a:pt x="259" y="1994"/>
                  </a:lnTo>
                  <a:lnTo>
                    <a:pt x="259" y="1998"/>
                  </a:lnTo>
                  <a:lnTo>
                    <a:pt x="263" y="2001"/>
                  </a:lnTo>
                  <a:lnTo>
                    <a:pt x="266" y="2005"/>
                  </a:lnTo>
                  <a:lnTo>
                    <a:pt x="270" y="2009"/>
                  </a:lnTo>
                  <a:lnTo>
                    <a:pt x="273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4" y="2034"/>
                  </a:lnTo>
                  <a:lnTo>
                    <a:pt x="288" y="2037"/>
                  </a:lnTo>
                  <a:lnTo>
                    <a:pt x="291" y="2041"/>
                  </a:lnTo>
                  <a:lnTo>
                    <a:pt x="295" y="2045"/>
                  </a:lnTo>
                  <a:lnTo>
                    <a:pt x="295" y="2048"/>
                  </a:lnTo>
                  <a:lnTo>
                    <a:pt x="299" y="2052"/>
                  </a:lnTo>
                  <a:lnTo>
                    <a:pt x="302" y="2055"/>
                  </a:lnTo>
                  <a:lnTo>
                    <a:pt x="306" y="2059"/>
                  </a:lnTo>
                  <a:lnTo>
                    <a:pt x="309" y="2063"/>
                  </a:lnTo>
                  <a:lnTo>
                    <a:pt x="309" y="2066"/>
                  </a:lnTo>
                  <a:lnTo>
                    <a:pt x="313" y="2070"/>
                  </a:lnTo>
                  <a:lnTo>
                    <a:pt x="317" y="2073"/>
                  </a:lnTo>
                  <a:lnTo>
                    <a:pt x="320" y="2077"/>
                  </a:lnTo>
                  <a:lnTo>
                    <a:pt x="324" y="2081"/>
                  </a:lnTo>
                  <a:lnTo>
                    <a:pt x="327" y="2084"/>
                  </a:lnTo>
                  <a:lnTo>
                    <a:pt x="331" y="2088"/>
                  </a:lnTo>
                  <a:lnTo>
                    <a:pt x="335" y="2088"/>
                  </a:lnTo>
                  <a:lnTo>
                    <a:pt x="338" y="2091"/>
                  </a:lnTo>
                  <a:lnTo>
                    <a:pt x="342" y="2091"/>
                  </a:lnTo>
                  <a:lnTo>
                    <a:pt x="345" y="2091"/>
                  </a:lnTo>
                  <a:lnTo>
                    <a:pt x="349" y="2091"/>
                  </a:lnTo>
                  <a:lnTo>
                    <a:pt x="353" y="2091"/>
                  </a:lnTo>
                  <a:lnTo>
                    <a:pt x="356" y="2091"/>
                  </a:lnTo>
                  <a:lnTo>
                    <a:pt x="360" y="2091"/>
                  </a:lnTo>
                  <a:lnTo>
                    <a:pt x="363" y="2088"/>
                  </a:lnTo>
                  <a:lnTo>
                    <a:pt x="367" y="2088"/>
                  </a:lnTo>
                  <a:lnTo>
                    <a:pt x="371" y="2084"/>
                  </a:lnTo>
                  <a:lnTo>
                    <a:pt x="374" y="2081"/>
                  </a:lnTo>
                  <a:lnTo>
                    <a:pt x="378" y="2077"/>
                  </a:lnTo>
                  <a:lnTo>
                    <a:pt x="381" y="2073"/>
                  </a:lnTo>
                  <a:lnTo>
                    <a:pt x="385" y="2070"/>
                  </a:lnTo>
                  <a:lnTo>
                    <a:pt x="389" y="2066"/>
                  </a:lnTo>
                  <a:lnTo>
                    <a:pt x="392" y="2063"/>
                  </a:lnTo>
                  <a:lnTo>
                    <a:pt x="396" y="2059"/>
                  </a:lnTo>
                  <a:lnTo>
                    <a:pt x="399" y="2055"/>
                  </a:lnTo>
                  <a:lnTo>
                    <a:pt x="399" y="2052"/>
                  </a:lnTo>
                  <a:lnTo>
                    <a:pt x="403" y="2048"/>
                  </a:lnTo>
                  <a:lnTo>
                    <a:pt x="407" y="2045"/>
                  </a:lnTo>
                  <a:lnTo>
                    <a:pt x="407" y="2041"/>
                  </a:lnTo>
                  <a:lnTo>
                    <a:pt x="410" y="2037"/>
                  </a:lnTo>
                  <a:lnTo>
                    <a:pt x="414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1" y="2019"/>
                  </a:lnTo>
                  <a:lnTo>
                    <a:pt x="425" y="2016"/>
                  </a:lnTo>
                  <a:lnTo>
                    <a:pt x="425" y="2012"/>
                  </a:lnTo>
                  <a:lnTo>
                    <a:pt x="428" y="2009"/>
                  </a:lnTo>
                  <a:lnTo>
                    <a:pt x="432" y="2005"/>
                  </a:lnTo>
                  <a:lnTo>
                    <a:pt x="432" y="2001"/>
                  </a:lnTo>
                  <a:lnTo>
                    <a:pt x="435" y="1998"/>
                  </a:lnTo>
                  <a:lnTo>
                    <a:pt x="439" y="1994"/>
                  </a:lnTo>
                  <a:lnTo>
                    <a:pt x="439" y="1991"/>
                  </a:lnTo>
                  <a:lnTo>
                    <a:pt x="443" y="1987"/>
                  </a:lnTo>
                  <a:lnTo>
                    <a:pt x="446" y="1983"/>
                  </a:lnTo>
                  <a:lnTo>
                    <a:pt x="446" y="1980"/>
                  </a:lnTo>
                  <a:lnTo>
                    <a:pt x="450" y="1976"/>
                  </a:lnTo>
                  <a:lnTo>
                    <a:pt x="453" y="1973"/>
                  </a:lnTo>
                  <a:lnTo>
                    <a:pt x="457" y="1969"/>
                  </a:lnTo>
                  <a:lnTo>
                    <a:pt x="461" y="1965"/>
                  </a:lnTo>
                  <a:lnTo>
                    <a:pt x="464" y="1962"/>
                  </a:lnTo>
                  <a:lnTo>
                    <a:pt x="468" y="1958"/>
                  </a:lnTo>
                  <a:lnTo>
                    <a:pt x="471" y="1955"/>
                  </a:lnTo>
                  <a:lnTo>
                    <a:pt x="475" y="1951"/>
                  </a:lnTo>
                  <a:lnTo>
                    <a:pt x="479" y="1951"/>
                  </a:lnTo>
                  <a:lnTo>
                    <a:pt x="482" y="1947"/>
                  </a:lnTo>
                  <a:lnTo>
                    <a:pt x="486" y="1947"/>
                  </a:lnTo>
                  <a:lnTo>
                    <a:pt x="489" y="1947"/>
                  </a:lnTo>
                  <a:lnTo>
                    <a:pt x="493" y="1947"/>
                  </a:lnTo>
                  <a:lnTo>
                    <a:pt x="497" y="1951"/>
                  </a:lnTo>
                  <a:lnTo>
                    <a:pt x="500" y="1951"/>
                  </a:lnTo>
                  <a:lnTo>
                    <a:pt x="504" y="1951"/>
                  </a:lnTo>
                  <a:lnTo>
                    <a:pt x="507" y="1955"/>
                  </a:lnTo>
                  <a:lnTo>
                    <a:pt x="511" y="1958"/>
                  </a:lnTo>
                  <a:lnTo>
                    <a:pt x="515" y="1962"/>
                  </a:lnTo>
                  <a:lnTo>
                    <a:pt x="518" y="1965"/>
                  </a:lnTo>
                  <a:lnTo>
                    <a:pt x="522" y="1969"/>
                  </a:lnTo>
                  <a:lnTo>
                    <a:pt x="525" y="1973"/>
                  </a:lnTo>
                  <a:lnTo>
                    <a:pt x="529" y="1976"/>
                  </a:lnTo>
                  <a:lnTo>
                    <a:pt x="533" y="1980"/>
                  </a:lnTo>
                  <a:lnTo>
                    <a:pt x="533" y="1983"/>
                  </a:lnTo>
                  <a:lnTo>
                    <a:pt x="536" y="1987"/>
                  </a:lnTo>
                  <a:lnTo>
                    <a:pt x="536" y="1991"/>
                  </a:lnTo>
                  <a:lnTo>
                    <a:pt x="540" y="1994"/>
                  </a:lnTo>
                  <a:lnTo>
                    <a:pt x="543" y="1998"/>
                  </a:lnTo>
                  <a:lnTo>
                    <a:pt x="543" y="2001"/>
                  </a:lnTo>
                  <a:lnTo>
                    <a:pt x="547" y="2005"/>
                  </a:lnTo>
                  <a:lnTo>
                    <a:pt x="551" y="2009"/>
                  </a:lnTo>
                  <a:lnTo>
                    <a:pt x="551" y="2012"/>
                  </a:lnTo>
                  <a:lnTo>
                    <a:pt x="554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27"/>
                  </a:lnTo>
                  <a:lnTo>
                    <a:pt x="561" y="2030"/>
                  </a:lnTo>
                  <a:lnTo>
                    <a:pt x="561" y="2034"/>
                  </a:lnTo>
                  <a:lnTo>
                    <a:pt x="565" y="2037"/>
                  </a:lnTo>
                  <a:lnTo>
                    <a:pt x="569" y="2041"/>
                  </a:lnTo>
                  <a:lnTo>
                    <a:pt x="569" y="2045"/>
                  </a:lnTo>
                  <a:lnTo>
                    <a:pt x="572" y="2048"/>
                  </a:lnTo>
                  <a:lnTo>
                    <a:pt x="572" y="2052"/>
                  </a:lnTo>
                  <a:lnTo>
                    <a:pt x="576" y="2055"/>
                  </a:lnTo>
                  <a:lnTo>
                    <a:pt x="576" y="2059"/>
                  </a:lnTo>
                  <a:lnTo>
                    <a:pt x="579" y="2063"/>
                  </a:lnTo>
                  <a:lnTo>
                    <a:pt x="579" y="2066"/>
                  </a:lnTo>
                  <a:lnTo>
                    <a:pt x="583" y="2070"/>
                  </a:lnTo>
                  <a:lnTo>
                    <a:pt x="587" y="2073"/>
                  </a:lnTo>
                  <a:lnTo>
                    <a:pt x="590" y="2077"/>
                  </a:lnTo>
                  <a:lnTo>
                    <a:pt x="590" y="2081"/>
                  </a:lnTo>
                  <a:lnTo>
                    <a:pt x="594" y="2084"/>
                  </a:lnTo>
                  <a:lnTo>
                    <a:pt x="597" y="2088"/>
                  </a:lnTo>
                  <a:lnTo>
                    <a:pt x="601" y="2091"/>
                  </a:lnTo>
                  <a:lnTo>
                    <a:pt x="605" y="2095"/>
                  </a:lnTo>
                  <a:lnTo>
                    <a:pt x="608" y="2099"/>
                  </a:lnTo>
                  <a:lnTo>
                    <a:pt x="612" y="2102"/>
                  </a:lnTo>
                  <a:lnTo>
                    <a:pt x="615" y="2106"/>
                  </a:lnTo>
                  <a:lnTo>
                    <a:pt x="619" y="2109"/>
                  </a:lnTo>
                  <a:lnTo>
                    <a:pt x="623" y="2109"/>
                  </a:lnTo>
                  <a:lnTo>
                    <a:pt x="626" y="2109"/>
                  </a:lnTo>
                  <a:lnTo>
                    <a:pt x="630" y="2109"/>
                  </a:lnTo>
                  <a:lnTo>
                    <a:pt x="633" y="2109"/>
                  </a:lnTo>
                  <a:lnTo>
                    <a:pt x="637" y="2109"/>
                  </a:lnTo>
                  <a:lnTo>
                    <a:pt x="641" y="2106"/>
                  </a:lnTo>
                  <a:lnTo>
                    <a:pt x="644" y="2106"/>
                  </a:lnTo>
                  <a:lnTo>
                    <a:pt x="648" y="2102"/>
                  </a:lnTo>
                  <a:lnTo>
                    <a:pt x="651" y="2099"/>
                  </a:lnTo>
                  <a:lnTo>
                    <a:pt x="655" y="2095"/>
                  </a:lnTo>
                  <a:lnTo>
                    <a:pt x="659" y="2091"/>
                  </a:lnTo>
                  <a:lnTo>
                    <a:pt x="662" y="2088"/>
                  </a:lnTo>
                  <a:lnTo>
                    <a:pt x="666" y="2084"/>
                  </a:lnTo>
                  <a:lnTo>
                    <a:pt x="666" y="2081"/>
                  </a:lnTo>
                  <a:lnTo>
                    <a:pt x="669" y="2077"/>
                  </a:lnTo>
                  <a:lnTo>
                    <a:pt x="673" y="2073"/>
                  </a:lnTo>
                  <a:lnTo>
                    <a:pt x="673" y="2070"/>
                  </a:lnTo>
                  <a:lnTo>
                    <a:pt x="677" y="2066"/>
                  </a:lnTo>
                  <a:lnTo>
                    <a:pt x="677" y="2063"/>
                  </a:lnTo>
                  <a:lnTo>
                    <a:pt x="680" y="2059"/>
                  </a:lnTo>
                  <a:lnTo>
                    <a:pt x="680" y="2055"/>
                  </a:lnTo>
                  <a:lnTo>
                    <a:pt x="684" y="2052"/>
                  </a:lnTo>
                  <a:lnTo>
                    <a:pt x="684" y="2048"/>
                  </a:lnTo>
                  <a:lnTo>
                    <a:pt x="687" y="2045"/>
                  </a:lnTo>
                  <a:lnTo>
                    <a:pt x="687" y="2041"/>
                  </a:lnTo>
                  <a:lnTo>
                    <a:pt x="691" y="2037"/>
                  </a:lnTo>
                  <a:lnTo>
                    <a:pt x="691" y="2034"/>
                  </a:lnTo>
                  <a:lnTo>
                    <a:pt x="695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702" y="2016"/>
                  </a:lnTo>
                  <a:lnTo>
                    <a:pt x="702" y="2012"/>
                  </a:lnTo>
                  <a:lnTo>
                    <a:pt x="705" y="2009"/>
                  </a:lnTo>
                  <a:lnTo>
                    <a:pt x="705" y="2005"/>
                  </a:lnTo>
                  <a:lnTo>
                    <a:pt x="709" y="2001"/>
                  </a:lnTo>
                  <a:lnTo>
                    <a:pt x="709" y="1998"/>
                  </a:lnTo>
                  <a:lnTo>
                    <a:pt x="709" y="1994"/>
                  </a:lnTo>
                  <a:lnTo>
                    <a:pt x="713" y="1991"/>
                  </a:lnTo>
                  <a:lnTo>
                    <a:pt x="716" y="1987"/>
                  </a:lnTo>
                  <a:lnTo>
                    <a:pt x="716" y="1983"/>
                  </a:lnTo>
                  <a:lnTo>
                    <a:pt x="720" y="1980"/>
                  </a:lnTo>
                  <a:lnTo>
                    <a:pt x="720" y="1976"/>
                  </a:lnTo>
                  <a:lnTo>
                    <a:pt x="723" y="1973"/>
                  </a:lnTo>
                  <a:lnTo>
                    <a:pt x="723" y="1969"/>
                  </a:lnTo>
                  <a:lnTo>
                    <a:pt x="727" y="1965"/>
                  </a:lnTo>
                  <a:lnTo>
                    <a:pt x="727" y="1962"/>
                  </a:lnTo>
                  <a:lnTo>
                    <a:pt x="731" y="1958"/>
                  </a:lnTo>
                  <a:lnTo>
                    <a:pt x="734" y="1955"/>
                  </a:lnTo>
                  <a:lnTo>
                    <a:pt x="734" y="1951"/>
                  </a:lnTo>
                  <a:lnTo>
                    <a:pt x="738" y="1947"/>
                  </a:lnTo>
                  <a:lnTo>
                    <a:pt x="741" y="1944"/>
                  </a:lnTo>
                  <a:lnTo>
                    <a:pt x="745" y="1940"/>
                  </a:lnTo>
                  <a:lnTo>
                    <a:pt x="749" y="1937"/>
                  </a:lnTo>
                  <a:lnTo>
                    <a:pt x="752" y="1933"/>
                  </a:lnTo>
                  <a:lnTo>
                    <a:pt x="756" y="1929"/>
                  </a:lnTo>
                  <a:lnTo>
                    <a:pt x="759" y="1926"/>
                  </a:lnTo>
                  <a:lnTo>
                    <a:pt x="763" y="1926"/>
                  </a:lnTo>
                  <a:lnTo>
                    <a:pt x="767" y="1926"/>
                  </a:lnTo>
                  <a:lnTo>
                    <a:pt x="770" y="1926"/>
                  </a:lnTo>
                  <a:lnTo>
                    <a:pt x="774" y="1926"/>
                  </a:lnTo>
                  <a:lnTo>
                    <a:pt x="777" y="1926"/>
                  </a:lnTo>
                  <a:lnTo>
                    <a:pt x="781" y="1929"/>
                  </a:lnTo>
                  <a:lnTo>
                    <a:pt x="785" y="1933"/>
                  </a:lnTo>
                  <a:lnTo>
                    <a:pt x="788" y="1937"/>
                  </a:lnTo>
                  <a:lnTo>
                    <a:pt x="792" y="1940"/>
                  </a:lnTo>
                  <a:lnTo>
                    <a:pt x="795" y="1944"/>
                  </a:lnTo>
                  <a:lnTo>
                    <a:pt x="799" y="1947"/>
                  </a:lnTo>
                  <a:lnTo>
                    <a:pt x="803" y="1951"/>
                  </a:lnTo>
                  <a:lnTo>
                    <a:pt x="803" y="1955"/>
                  </a:lnTo>
                  <a:lnTo>
                    <a:pt x="806" y="1958"/>
                  </a:lnTo>
                  <a:lnTo>
                    <a:pt x="810" y="1962"/>
                  </a:lnTo>
                  <a:lnTo>
                    <a:pt x="810" y="1965"/>
                  </a:lnTo>
                  <a:lnTo>
                    <a:pt x="813" y="1969"/>
                  </a:lnTo>
                  <a:lnTo>
                    <a:pt x="813" y="1973"/>
                  </a:lnTo>
                  <a:lnTo>
                    <a:pt x="817" y="1976"/>
                  </a:lnTo>
                  <a:lnTo>
                    <a:pt x="817" y="1980"/>
                  </a:lnTo>
                  <a:lnTo>
                    <a:pt x="821" y="1983"/>
                  </a:lnTo>
                  <a:lnTo>
                    <a:pt x="821" y="1987"/>
                  </a:lnTo>
                  <a:lnTo>
                    <a:pt x="821" y="1991"/>
                  </a:lnTo>
                  <a:lnTo>
                    <a:pt x="824" y="1994"/>
                  </a:lnTo>
                  <a:lnTo>
                    <a:pt x="824" y="1998"/>
                  </a:lnTo>
                  <a:lnTo>
                    <a:pt x="828" y="2001"/>
                  </a:lnTo>
                  <a:lnTo>
                    <a:pt x="828" y="2005"/>
                  </a:lnTo>
                  <a:lnTo>
                    <a:pt x="828" y="2009"/>
                  </a:lnTo>
                  <a:lnTo>
                    <a:pt x="831" y="2012"/>
                  </a:lnTo>
                  <a:lnTo>
                    <a:pt x="835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39" y="2034"/>
                  </a:lnTo>
                  <a:lnTo>
                    <a:pt x="842" y="2037"/>
                  </a:lnTo>
                  <a:lnTo>
                    <a:pt x="842" y="2041"/>
                  </a:lnTo>
                  <a:lnTo>
                    <a:pt x="846" y="2045"/>
                  </a:lnTo>
                  <a:lnTo>
                    <a:pt x="846" y="2048"/>
                  </a:lnTo>
                  <a:lnTo>
                    <a:pt x="846" y="2052"/>
                  </a:lnTo>
                  <a:lnTo>
                    <a:pt x="849" y="2055"/>
                  </a:lnTo>
                  <a:lnTo>
                    <a:pt x="849" y="2059"/>
                  </a:lnTo>
                  <a:lnTo>
                    <a:pt x="853" y="2063"/>
                  </a:lnTo>
                  <a:lnTo>
                    <a:pt x="853" y="2066"/>
                  </a:lnTo>
                  <a:lnTo>
                    <a:pt x="857" y="2070"/>
                  </a:lnTo>
                  <a:lnTo>
                    <a:pt x="857" y="2073"/>
                  </a:lnTo>
                  <a:lnTo>
                    <a:pt x="860" y="2077"/>
                  </a:lnTo>
                  <a:lnTo>
                    <a:pt x="860" y="2081"/>
                  </a:lnTo>
                  <a:lnTo>
                    <a:pt x="860" y="2084"/>
                  </a:lnTo>
                  <a:lnTo>
                    <a:pt x="864" y="2088"/>
                  </a:lnTo>
                  <a:lnTo>
                    <a:pt x="864" y="2091"/>
                  </a:lnTo>
                  <a:lnTo>
                    <a:pt x="867" y="2095"/>
                  </a:lnTo>
                  <a:lnTo>
                    <a:pt x="867" y="2099"/>
                  </a:lnTo>
                  <a:lnTo>
                    <a:pt x="871" y="2102"/>
                  </a:lnTo>
                  <a:lnTo>
                    <a:pt x="871" y="2106"/>
                  </a:lnTo>
                  <a:lnTo>
                    <a:pt x="875" y="2109"/>
                  </a:lnTo>
                  <a:lnTo>
                    <a:pt x="878" y="2113"/>
                  </a:lnTo>
                  <a:lnTo>
                    <a:pt x="878" y="2117"/>
                  </a:lnTo>
                  <a:lnTo>
                    <a:pt x="882" y="2120"/>
                  </a:lnTo>
                  <a:lnTo>
                    <a:pt x="885" y="2124"/>
                  </a:lnTo>
                  <a:lnTo>
                    <a:pt x="889" y="2127"/>
                  </a:lnTo>
                  <a:lnTo>
                    <a:pt x="889" y="2131"/>
                  </a:lnTo>
                  <a:lnTo>
                    <a:pt x="893" y="2135"/>
                  </a:lnTo>
                  <a:lnTo>
                    <a:pt x="896" y="2138"/>
                  </a:lnTo>
                  <a:lnTo>
                    <a:pt x="900" y="2138"/>
                  </a:lnTo>
                  <a:lnTo>
                    <a:pt x="903" y="2142"/>
                  </a:lnTo>
                  <a:lnTo>
                    <a:pt x="907" y="2142"/>
                  </a:lnTo>
                  <a:lnTo>
                    <a:pt x="911" y="2142"/>
                  </a:lnTo>
                  <a:lnTo>
                    <a:pt x="914" y="2138"/>
                  </a:lnTo>
                  <a:lnTo>
                    <a:pt x="918" y="2138"/>
                  </a:lnTo>
                  <a:lnTo>
                    <a:pt x="921" y="2135"/>
                  </a:lnTo>
                  <a:lnTo>
                    <a:pt x="925" y="2131"/>
                  </a:lnTo>
                  <a:lnTo>
                    <a:pt x="929" y="2127"/>
                  </a:lnTo>
                  <a:lnTo>
                    <a:pt x="932" y="2124"/>
                  </a:lnTo>
                  <a:lnTo>
                    <a:pt x="936" y="2120"/>
                  </a:lnTo>
                  <a:lnTo>
                    <a:pt x="939" y="2117"/>
                  </a:lnTo>
                  <a:lnTo>
                    <a:pt x="939" y="2113"/>
                  </a:lnTo>
                  <a:lnTo>
                    <a:pt x="943" y="2109"/>
                  </a:lnTo>
                  <a:lnTo>
                    <a:pt x="943" y="2106"/>
                  </a:lnTo>
                  <a:lnTo>
                    <a:pt x="947" y="2102"/>
                  </a:lnTo>
                  <a:lnTo>
                    <a:pt x="947" y="2099"/>
                  </a:lnTo>
                  <a:lnTo>
                    <a:pt x="950" y="2095"/>
                  </a:lnTo>
                  <a:lnTo>
                    <a:pt x="950" y="2091"/>
                  </a:lnTo>
                  <a:lnTo>
                    <a:pt x="950" y="2088"/>
                  </a:lnTo>
                  <a:lnTo>
                    <a:pt x="954" y="2084"/>
                  </a:lnTo>
                  <a:lnTo>
                    <a:pt x="954" y="2081"/>
                  </a:lnTo>
                  <a:lnTo>
                    <a:pt x="957" y="2077"/>
                  </a:lnTo>
                  <a:lnTo>
                    <a:pt x="957" y="2073"/>
                  </a:lnTo>
                  <a:lnTo>
                    <a:pt x="957" y="2070"/>
                  </a:lnTo>
                  <a:lnTo>
                    <a:pt x="961" y="2066"/>
                  </a:lnTo>
                  <a:lnTo>
                    <a:pt x="961" y="2063"/>
                  </a:lnTo>
                  <a:lnTo>
                    <a:pt x="965" y="2059"/>
                  </a:lnTo>
                  <a:lnTo>
                    <a:pt x="965" y="2055"/>
                  </a:lnTo>
                  <a:lnTo>
                    <a:pt x="965" y="2052"/>
                  </a:lnTo>
                  <a:lnTo>
                    <a:pt x="968" y="2048"/>
                  </a:lnTo>
                  <a:lnTo>
                    <a:pt x="968" y="2045"/>
                  </a:lnTo>
                  <a:lnTo>
                    <a:pt x="968" y="2041"/>
                  </a:lnTo>
                  <a:lnTo>
                    <a:pt x="972" y="2037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5" y="2019"/>
                  </a:lnTo>
                  <a:lnTo>
                    <a:pt x="979" y="2016"/>
                  </a:lnTo>
                  <a:lnTo>
                    <a:pt x="979" y="2012"/>
                  </a:lnTo>
                  <a:lnTo>
                    <a:pt x="983" y="2009"/>
                  </a:lnTo>
                  <a:lnTo>
                    <a:pt x="983" y="2005"/>
                  </a:lnTo>
                  <a:lnTo>
                    <a:pt x="983" y="1998"/>
                  </a:lnTo>
                  <a:lnTo>
                    <a:pt x="986" y="1994"/>
                  </a:lnTo>
                  <a:lnTo>
                    <a:pt x="986" y="1991"/>
                  </a:lnTo>
                  <a:lnTo>
                    <a:pt x="990" y="1987"/>
                  </a:lnTo>
                  <a:lnTo>
                    <a:pt x="990" y="1983"/>
                  </a:lnTo>
                  <a:lnTo>
                    <a:pt x="990" y="1980"/>
                  </a:lnTo>
                  <a:lnTo>
                    <a:pt x="993" y="1976"/>
                  </a:lnTo>
                  <a:lnTo>
                    <a:pt x="993" y="1973"/>
                  </a:lnTo>
                  <a:lnTo>
                    <a:pt x="993" y="1969"/>
                  </a:lnTo>
                  <a:lnTo>
                    <a:pt x="997" y="1965"/>
                  </a:lnTo>
                  <a:lnTo>
                    <a:pt x="997" y="1958"/>
                  </a:lnTo>
                  <a:lnTo>
                    <a:pt x="1001" y="1955"/>
                  </a:lnTo>
                  <a:lnTo>
                    <a:pt x="1001" y="1951"/>
                  </a:lnTo>
                  <a:lnTo>
                    <a:pt x="1001" y="1947"/>
                  </a:lnTo>
                  <a:lnTo>
                    <a:pt x="1004" y="1944"/>
                  </a:lnTo>
                  <a:lnTo>
                    <a:pt x="1004" y="1940"/>
                  </a:lnTo>
                  <a:lnTo>
                    <a:pt x="1008" y="1937"/>
                  </a:lnTo>
                  <a:lnTo>
                    <a:pt x="1008" y="1933"/>
                  </a:lnTo>
                  <a:lnTo>
                    <a:pt x="1011" y="1929"/>
                  </a:lnTo>
                  <a:lnTo>
                    <a:pt x="1011" y="1926"/>
                  </a:lnTo>
                  <a:lnTo>
                    <a:pt x="1011" y="1922"/>
                  </a:lnTo>
                  <a:lnTo>
                    <a:pt x="1015" y="1919"/>
                  </a:lnTo>
                  <a:lnTo>
                    <a:pt x="1015" y="1915"/>
                  </a:lnTo>
                  <a:lnTo>
                    <a:pt x="1019" y="1911"/>
                  </a:lnTo>
                  <a:lnTo>
                    <a:pt x="1019" y="1908"/>
                  </a:lnTo>
                  <a:lnTo>
                    <a:pt x="1022" y="1904"/>
                  </a:lnTo>
                  <a:lnTo>
                    <a:pt x="1026" y="1901"/>
                  </a:lnTo>
                  <a:lnTo>
                    <a:pt x="1026" y="1897"/>
                  </a:lnTo>
                  <a:lnTo>
                    <a:pt x="1029" y="1893"/>
                  </a:lnTo>
                  <a:lnTo>
                    <a:pt x="1033" y="1890"/>
                  </a:lnTo>
                  <a:lnTo>
                    <a:pt x="1037" y="1886"/>
                  </a:lnTo>
                  <a:lnTo>
                    <a:pt x="1040" y="1883"/>
                  </a:lnTo>
                  <a:lnTo>
                    <a:pt x="1044" y="1883"/>
                  </a:lnTo>
                  <a:lnTo>
                    <a:pt x="1047" y="1879"/>
                  </a:lnTo>
                  <a:lnTo>
                    <a:pt x="1051" y="1883"/>
                  </a:lnTo>
                  <a:lnTo>
                    <a:pt x="1055" y="1883"/>
                  </a:lnTo>
                  <a:lnTo>
                    <a:pt x="1058" y="1886"/>
                  </a:lnTo>
                  <a:lnTo>
                    <a:pt x="1062" y="1890"/>
                  </a:lnTo>
                  <a:lnTo>
                    <a:pt x="1065" y="1893"/>
                  </a:lnTo>
                  <a:lnTo>
                    <a:pt x="1069" y="1897"/>
                  </a:lnTo>
                  <a:lnTo>
                    <a:pt x="1073" y="1901"/>
                  </a:lnTo>
                  <a:lnTo>
                    <a:pt x="1076" y="1904"/>
                  </a:lnTo>
                  <a:lnTo>
                    <a:pt x="1076" y="1908"/>
                  </a:lnTo>
                  <a:lnTo>
                    <a:pt x="1076" y="1911"/>
                  </a:lnTo>
                  <a:lnTo>
                    <a:pt x="1080" y="1915"/>
                  </a:lnTo>
                  <a:lnTo>
                    <a:pt x="1080" y="1919"/>
                  </a:lnTo>
                  <a:lnTo>
                    <a:pt x="1083" y="1922"/>
                  </a:lnTo>
                  <a:lnTo>
                    <a:pt x="1083" y="1926"/>
                  </a:lnTo>
                  <a:lnTo>
                    <a:pt x="1087" y="1929"/>
                  </a:lnTo>
                  <a:lnTo>
                    <a:pt x="1087" y="1933"/>
                  </a:lnTo>
                  <a:lnTo>
                    <a:pt x="1087" y="1937"/>
                  </a:lnTo>
                  <a:lnTo>
                    <a:pt x="1091" y="1940"/>
                  </a:lnTo>
                  <a:lnTo>
                    <a:pt x="1091" y="1944"/>
                  </a:lnTo>
                  <a:lnTo>
                    <a:pt x="1094" y="1951"/>
                  </a:lnTo>
                  <a:lnTo>
                    <a:pt x="1094" y="1955"/>
                  </a:lnTo>
                  <a:lnTo>
                    <a:pt x="1094" y="1958"/>
                  </a:lnTo>
                  <a:lnTo>
                    <a:pt x="1098" y="1962"/>
                  </a:lnTo>
                  <a:lnTo>
                    <a:pt x="1098" y="1965"/>
                  </a:lnTo>
                  <a:lnTo>
                    <a:pt x="1098" y="1973"/>
                  </a:lnTo>
                  <a:lnTo>
                    <a:pt x="1101" y="1976"/>
                  </a:lnTo>
                  <a:lnTo>
                    <a:pt x="1101" y="1980"/>
                  </a:lnTo>
                  <a:lnTo>
                    <a:pt x="1105" y="1983"/>
                  </a:lnTo>
                  <a:lnTo>
                    <a:pt x="1105" y="1991"/>
                  </a:lnTo>
                  <a:lnTo>
                    <a:pt x="1105" y="1994"/>
                  </a:lnTo>
                  <a:lnTo>
                    <a:pt x="1109" y="1998"/>
                  </a:lnTo>
                  <a:lnTo>
                    <a:pt x="1109" y="2005"/>
                  </a:lnTo>
                  <a:lnTo>
                    <a:pt x="1112" y="2009"/>
                  </a:lnTo>
                  <a:lnTo>
                    <a:pt x="1112" y="2012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30"/>
                  </a:lnTo>
                  <a:lnTo>
                    <a:pt x="1119" y="2034"/>
                  </a:lnTo>
                  <a:lnTo>
                    <a:pt x="1119" y="2037"/>
                  </a:lnTo>
                  <a:lnTo>
                    <a:pt x="1119" y="2045"/>
                  </a:lnTo>
                  <a:lnTo>
                    <a:pt x="1123" y="2048"/>
                  </a:lnTo>
                  <a:lnTo>
                    <a:pt x="1123" y="2055"/>
                  </a:lnTo>
                  <a:lnTo>
                    <a:pt x="1123" y="2059"/>
                  </a:lnTo>
                  <a:lnTo>
                    <a:pt x="1127" y="2066"/>
                  </a:lnTo>
                  <a:lnTo>
                    <a:pt x="1127" y="2070"/>
                  </a:lnTo>
                  <a:lnTo>
                    <a:pt x="1130" y="2073"/>
                  </a:lnTo>
                  <a:lnTo>
                    <a:pt x="1130" y="2081"/>
                  </a:lnTo>
                  <a:lnTo>
                    <a:pt x="1130" y="2084"/>
                  </a:lnTo>
                  <a:lnTo>
                    <a:pt x="1134" y="2091"/>
                  </a:lnTo>
                  <a:lnTo>
                    <a:pt x="1134" y="2095"/>
                  </a:lnTo>
                  <a:lnTo>
                    <a:pt x="1137" y="2099"/>
                  </a:lnTo>
                  <a:lnTo>
                    <a:pt x="1137" y="2106"/>
                  </a:lnTo>
                  <a:lnTo>
                    <a:pt x="1137" y="2109"/>
                  </a:lnTo>
                  <a:lnTo>
                    <a:pt x="1141" y="2113"/>
                  </a:lnTo>
                  <a:lnTo>
                    <a:pt x="1141" y="2120"/>
                  </a:lnTo>
                  <a:lnTo>
                    <a:pt x="1141" y="2124"/>
                  </a:lnTo>
                  <a:lnTo>
                    <a:pt x="1145" y="2127"/>
                  </a:lnTo>
                  <a:lnTo>
                    <a:pt x="1145" y="2131"/>
                  </a:lnTo>
                  <a:lnTo>
                    <a:pt x="1148" y="2138"/>
                  </a:lnTo>
                  <a:lnTo>
                    <a:pt x="1148" y="2142"/>
                  </a:lnTo>
                  <a:lnTo>
                    <a:pt x="1148" y="2145"/>
                  </a:lnTo>
                  <a:lnTo>
                    <a:pt x="1152" y="2149"/>
                  </a:lnTo>
                  <a:lnTo>
                    <a:pt x="1152" y="2153"/>
                  </a:lnTo>
                  <a:lnTo>
                    <a:pt x="1155" y="2156"/>
                  </a:lnTo>
                  <a:lnTo>
                    <a:pt x="1155" y="2160"/>
                  </a:lnTo>
                  <a:lnTo>
                    <a:pt x="1155" y="2163"/>
                  </a:lnTo>
                  <a:lnTo>
                    <a:pt x="1159" y="2167"/>
                  </a:lnTo>
                  <a:lnTo>
                    <a:pt x="1159" y="2171"/>
                  </a:lnTo>
                  <a:lnTo>
                    <a:pt x="1163" y="2174"/>
                  </a:lnTo>
                  <a:lnTo>
                    <a:pt x="1163" y="2178"/>
                  </a:lnTo>
                  <a:lnTo>
                    <a:pt x="1163" y="2181"/>
                  </a:lnTo>
                  <a:lnTo>
                    <a:pt x="1166" y="2185"/>
                  </a:lnTo>
                  <a:lnTo>
                    <a:pt x="1166" y="2189"/>
                  </a:lnTo>
                  <a:lnTo>
                    <a:pt x="1170" y="2192"/>
                  </a:lnTo>
                  <a:lnTo>
                    <a:pt x="1173" y="2196"/>
                  </a:lnTo>
                  <a:lnTo>
                    <a:pt x="1173" y="2199"/>
                  </a:lnTo>
                  <a:lnTo>
                    <a:pt x="1177" y="2203"/>
                  </a:lnTo>
                  <a:lnTo>
                    <a:pt x="1181" y="2207"/>
                  </a:lnTo>
                  <a:lnTo>
                    <a:pt x="1184" y="2207"/>
                  </a:lnTo>
                  <a:lnTo>
                    <a:pt x="1188" y="2210"/>
                  </a:lnTo>
                  <a:lnTo>
                    <a:pt x="1191" y="2207"/>
                  </a:lnTo>
                  <a:lnTo>
                    <a:pt x="1195" y="2207"/>
                  </a:lnTo>
                  <a:lnTo>
                    <a:pt x="1199" y="2203"/>
                  </a:lnTo>
                  <a:lnTo>
                    <a:pt x="1202" y="2199"/>
                  </a:lnTo>
                  <a:lnTo>
                    <a:pt x="1206" y="2196"/>
                  </a:lnTo>
                  <a:lnTo>
                    <a:pt x="1206" y="2192"/>
                  </a:lnTo>
                  <a:lnTo>
                    <a:pt x="1209" y="2189"/>
                  </a:lnTo>
                  <a:lnTo>
                    <a:pt x="1209" y="2185"/>
                  </a:lnTo>
                  <a:lnTo>
                    <a:pt x="1213" y="2181"/>
                  </a:lnTo>
                  <a:lnTo>
                    <a:pt x="1213" y="2178"/>
                  </a:lnTo>
                  <a:lnTo>
                    <a:pt x="1217" y="2174"/>
                  </a:lnTo>
                  <a:lnTo>
                    <a:pt x="1217" y="2171"/>
                  </a:lnTo>
                  <a:lnTo>
                    <a:pt x="1217" y="2167"/>
                  </a:lnTo>
                  <a:lnTo>
                    <a:pt x="1220" y="2163"/>
                  </a:lnTo>
                  <a:lnTo>
                    <a:pt x="1220" y="2160"/>
                  </a:lnTo>
                  <a:lnTo>
                    <a:pt x="1224" y="2156"/>
                  </a:lnTo>
                  <a:lnTo>
                    <a:pt x="1224" y="2153"/>
                  </a:lnTo>
                  <a:lnTo>
                    <a:pt x="1224" y="2145"/>
                  </a:lnTo>
                  <a:lnTo>
                    <a:pt x="1227" y="2142"/>
                  </a:lnTo>
                  <a:lnTo>
                    <a:pt x="1227" y="2138"/>
                  </a:lnTo>
                  <a:lnTo>
                    <a:pt x="1227" y="2131"/>
                  </a:lnTo>
                  <a:lnTo>
                    <a:pt x="1231" y="2127"/>
                  </a:lnTo>
                  <a:lnTo>
                    <a:pt x="1231" y="2124"/>
                  </a:lnTo>
                  <a:lnTo>
                    <a:pt x="1235" y="2117"/>
                  </a:lnTo>
                  <a:lnTo>
                    <a:pt x="1235" y="2113"/>
                  </a:lnTo>
                  <a:lnTo>
                    <a:pt x="1235" y="2106"/>
                  </a:lnTo>
                  <a:lnTo>
                    <a:pt x="1238" y="2099"/>
                  </a:lnTo>
                  <a:lnTo>
                    <a:pt x="1238" y="2095"/>
                  </a:lnTo>
                  <a:lnTo>
                    <a:pt x="1242" y="2088"/>
                  </a:lnTo>
                  <a:lnTo>
                    <a:pt x="1242" y="2081"/>
                  </a:lnTo>
                  <a:lnTo>
                    <a:pt x="1242" y="2077"/>
                  </a:lnTo>
                  <a:lnTo>
                    <a:pt x="1245" y="2070"/>
                  </a:lnTo>
                  <a:lnTo>
                    <a:pt x="1245" y="2063"/>
                  </a:lnTo>
                  <a:lnTo>
                    <a:pt x="1249" y="2055"/>
                  </a:lnTo>
                  <a:lnTo>
                    <a:pt x="1249" y="2052"/>
                  </a:lnTo>
                  <a:lnTo>
                    <a:pt x="1249" y="2045"/>
                  </a:lnTo>
                  <a:lnTo>
                    <a:pt x="1253" y="2037"/>
                  </a:lnTo>
                  <a:lnTo>
                    <a:pt x="1253" y="2030"/>
                  </a:lnTo>
                  <a:lnTo>
                    <a:pt x="1253" y="2023"/>
                  </a:lnTo>
                  <a:lnTo>
                    <a:pt x="1256" y="2016"/>
                  </a:lnTo>
                  <a:lnTo>
                    <a:pt x="1256" y="2009"/>
                  </a:lnTo>
                  <a:lnTo>
                    <a:pt x="1260" y="2005"/>
                  </a:lnTo>
                  <a:lnTo>
                    <a:pt x="1260" y="1998"/>
                  </a:lnTo>
                  <a:lnTo>
                    <a:pt x="1260" y="1991"/>
                  </a:lnTo>
                  <a:lnTo>
                    <a:pt x="1263" y="1983"/>
                  </a:lnTo>
                  <a:lnTo>
                    <a:pt x="1263" y="1976"/>
                  </a:lnTo>
                  <a:lnTo>
                    <a:pt x="1267" y="1969"/>
                  </a:lnTo>
                  <a:lnTo>
                    <a:pt x="1267" y="1962"/>
                  </a:lnTo>
                  <a:lnTo>
                    <a:pt x="1267" y="1955"/>
                  </a:lnTo>
                  <a:lnTo>
                    <a:pt x="1271" y="1947"/>
                  </a:lnTo>
                  <a:lnTo>
                    <a:pt x="1271" y="1940"/>
                  </a:lnTo>
                  <a:lnTo>
                    <a:pt x="1274" y="1937"/>
                  </a:lnTo>
                  <a:lnTo>
                    <a:pt x="1274" y="1929"/>
                  </a:lnTo>
                  <a:lnTo>
                    <a:pt x="1274" y="1922"/>
                  </a:lnTo>
                  <a:lnTo>
                    <a:pt x="1278" y="1915"/>
                  </a:lnTo>
                  <a:lnTo>
                    <a:pt x="1278" y="1908"/>
                  </a:lnTo>
                  <a:lnTo>
                    <a:pt x="1278" y="1901"/>
                  </a:lnTo>
                  <a:lnTo>
                    <a:pt x="1281" y="1893"/>
                  </a:lnTo>
                  <a:lnTo>
                    <a:pt x="1281" y="1890"/>
                  </a:lnTo>
                  <a:lnTo>
                    <a:pt x="1285" y="1883"/>
                  </a:lnTo>
                  <a:lnTo>
                    <a:pt x="1285" y="1875"/>
                  </a:lnTo>
                  <a:lnTo>
                    <a:pt x="1285" y="1872"/>
                  </a:lnTo>
                  <a:lnTo>
                    <a:pt x="1289" y="1865"/>
                  </a:lnTo>
                  <a:lnTo>
                    <a:pt x="1289" y="1857"/>
                  </a:lnTo>
                  <a:lnTo>
                    <a:pt x="1292" y="1854"/>
                  </a:lnTo>
                  <a:lnTo>
                    <a:pt x="1292" y="1847"/>
                  </a:lnTo>
                  <a:lnTo>
                    <a:pt x="1292" y="1843"/>
                  </a:lnTo>
                  <a:lnTo>
                    <a:pt x="1296" y="1836"/>
                  </a:lnTo>
                  <a:lnTo>
                    <a:pt x="1296" y="1832"/>
                  </a:lnTo>
                  <a:lnTo>
                    <a:pt x="1296" y="1825"/>
                  </a:lnTo>
                  <a:lnTo>
                    <a:pt x="1299" y="1821"/>
                  </a:lnTo>
                  <a:lnTo>
                    <a:pt x="1299" y="1818"/>
                  </a:lnTo>
                  <a:lnTo>
                    <a:pt x="1303" y="1811"/>
                  </a:lnTo>
                  <a:lnTo>
                    <a:pt x="1303" y="1807"/>
                  </a:lnTo>
                  <a:lnTo>
                    <a:pt x="1303" y="1803"/>
                  </a:lnTo>
                  <a:lnTo>
                    <a:pt x="1307" y="1800"/>
                  </a:lnTo>
                  <a:lnTo>
                    <a:pt x="1307" y="1796"/>
                  </a:lnTo>
                  <a:lnTo>
                    <a:pt x="1310" y="1793"/>
                  </a:lnTo>
                  <a:lnTo>
                    <a:pt x="1310" y="1789"/>
                  </a:lnTo>
                  <a:lnTo>
                    <a:pt x="1310" y="1785"/>
                  </a:lnTo>
                  <a:lnTo>
                    <a:pt x="1314" y="1782"/>
                  </a:lnTo>
                  <a:lnTo>
                    <a:pt x="1317" y="1778"/>
                  </a:lnTo>
                  <a:lnTo>
                    <a:pt x="1317" y="1775"/>
                  </a:lnTo>
                  <a:lnTo>
                    <a:pt x="1321" y="1771"/>
                  </a:lnTo>
                  <a:lnTo>
                    <a:pt x="1325" y="1767"/>
                  </a:lnTo>
                  <a:lnTo>
                    <a:pt x="1328" y="1764"/>
                  </a:lnTo>
                  <a:lnTo>
                    <a:pt x="1332" y="1764"/>
                  </a:lnTo>
                  <a:lnTo>
                    <a:pt x="1335" y="1767"/>
                  </a:lnTo>
                  <a:lnTo>
                    <a:pt x="1339" y="1771"/>
                  </a:lnTo>
                  <a:lnTo>
                    <a:pt x="1343" y="1775"/>
                  </a:lnTo>
                  <a:lnTo>
                    <a:pt x="1346" y="1778"/>
                  </a:lnTo>
                  <a:lnTo>
                    <a:pt x="1346" y="1782"/>
                  </a:lnTo>
                  <a:lnTo>
                    <a:pt x="1346" y="1785"/>
                  </a:lnTo>
                  <a:lnTo>
                    <a:pt x="1350" y="1789"/>
                  </a:lnTo>
                  <a:lnTo>
                    <a:pt x="1350" y="1793"/>
                  </a:lnTo>
                  <a:lnTo>
                    <a:pt x="1353" y="1796"/>
                  </a:lnTo>
                  <a:lnTo>
                    <a:pt x="1353" y="1803"/>
                  </a:lnTo>
                  <a:lnTo>
                    <a:pt x="1353" y="1807"/>
                  </a:lnTo>
                  <a:lnTo>
                    <a:pt x="1357" y="1811"/>
                  </a:lnTo>
                  <a:lnTo>
                    <a:pt x="1357" y="1818"/>
                  </a:lnTo>
                  <a:lnTo>
                    <a:pt x="1361" y="1821"/>
                  </a:lnTo>
                  <a:lnTo>
                    <a:pt x="1361" y="1829"/>
                  </a:lnTo>
                  <a:lnTo>
                    <a:pt x="1361" y="1832"/>
                  </a:lnTo>
                  <a:lnTo>
                    <a:pt x="1364" y="1839"/>
                  </a:lnTo>
                  <a:lnTo>
                    <a:pt x="1364" y="1847"/>
                  </a:lnTo>
                  <a:lnTo>
                    <a:pt x="1364" y="1850"/>
                  </a:lnTo>
                  <a:lnTo>
                    <a:pt x="1368" y="1857"/>
                  </a:lnTo>
                  <a:lnTo>
                    <a:pt x="1368" y="1865"/>
                  </a:lnTo>
                  <a:lnTo>
                    <a:pt x="1371" y="1872"/>
                  </a:lnTo>
                  <a:lnTo>
                    <a:pt x="1371" y="1879"/>
                  </a:lnTo>
                  <a:lnTo>
                    <a:pt x="1371" y="1886"/>
                  </a:lnTo>
                  <a:lnTo>
                    <a:pt x="1375" y="1897"/>
                  </a:lnTo>
                  <a:lnTo>
                    <a:pt x="1375" y="1904"/>
                  </a:lnTo>
                  <a:lnTo>
                    <a:pt x="1379" y="1911"/>
                  </a:lnTo>
                  <a:lnTo>
                    <a:pt x="1379" y="1922"/>
                  </a:lnTo>
                  <a:lnTo>
                    <a:pt x="1379" y="1929"/>
                  </a:lnTo>
                  <a:lnTo>
                    <a:pt x="1382" y="1937"/>
                  </a:lnTo>
                  <a:lnTo>
                    <a:pt x="1382" y="1947"/>
                  </a:lnTo>
                  <a:lnTo>
                    <a:pt x="1382" y="1955"/>
                  </a:lnTo>
                  <a:lnTo>
                    <a:pt x="1386" y="1965"/>
                  </a:lnTo>
                  <a:lnTo>
                    <a:pt x="1386" y="1976"/>
                  </a:lnTo>
                  <a:lnTo>
                    <a:pt x="1389" y="1983"/>
                  </a:lnTo>
                  <a:lnTo>
                    <a:pt x="1389" y="1994"/>
                  </a:lnTo>
                  <a:lnTo>
                    <a:pt x="1389" y="2005"/>
                  </a:lnTo>
                  <a:lnTo>
                    <a:pt x="1393" y="2012"/>
                  </a:lnTo>
                  <a:lnTo>
                    <a:pt x="1393" y="2023"/>
                  </a:lnTo>
                  <a:lnTo>
                    <a:pt x="1397" y="2034"/>
                  </a:lnTo>
                  <a:lnTo>
                    <a:pt x="1397" y="2045"/>
                  </a:lnTo>
                  <a:lnTo>
                    <a:pt x="1397" y="2055"/>
                  </a:lnTo>
                  <a:lnTo>
                    <a:pt x="1400" y="2066"/>
                  </a:lnTo>
                  <a:lnTo>
                    <a:pt x="1400" y="2077"/>
                  </a:lnTo>
                  <a:lnTo>
                    <a:pt x="1404" y="2088"/>
                  </a:lnTo>
                  <a:lnTo>
                    <a:pt x="1404" y="2095"/>
                  </a:lnTo>
                  <a:lnTo>
                    <a:pt x="1404" y="2106"/>
                  </a:lnTo>
                  <a:lnTo>
                    <a:pt x="1407" y="2117"/>
                  </a:lnTo>
                  <a:lnTo>
                    <a:pt x="1407" y="2127"/>
                  </a:lnTo>
                  <a:lnTo>
                    <a:pt x="1407" y="2138"/>
                  </a:lnTo>
                  <a:lnTo>
                    <a:pt x="1411" y="2149"/>
                  </a:lnTo>
                  <a:lnTo>
                    <a:pt x="1411" y="2160"/>
                  </a:lnTo>
                  <a:lnTo>
                    <a:pt x="1415" y="2171"/>
                  </a:lnTo>
                  <a:lnTo>
                    <a:pt x="1415" y="2181"/>
                  </a:lnTo>
                  <a:lnTo>
                    <a:pt x="1415" y="2192"/>
                  </a:lnTo>
                  <a:lnTo>
                    <a:pt x="1418" y="2203"/>
                  </a:lnTo>
                  <a:lnTo>
                    <a:pt x="1418" y="2214"/>
                  </a:lnTo>
                  <a:lnTo>
                    <a:pt x="1422" y="2225"/>
                  </a:lnTo>
                  <a:lnTo>
                    <a:pt x="1422" y="2235"/>
                  </a:lnTo>
                  <a:lnTo>
                    <a:pt x="1422" y="2243"/>
                  </a:lnTo>
                  <a:lnTo>
                    <a:pt x="1425" y="2253"/>
                  </a:lnTo>
                  <a:lnTo>
                    <a:pt x="1425" y="2264"/>
                  </a:lnTo>
                  <a:lnTo>
                    <a:pt x="1425" y="2275"/>
                  </a:lnTo>
                  <a:lnTo>
                    <a:pt x="1429" y="2286"/>
                  </a:lnTo>
                  <a:lnTo>
                    <a:pt x="1429" y="2293"/>
                  </a:lnTo>
                  <a:lnTo>
                    <a:pt x="1433" y="2304"/>
                  </a:lnTo>
                  <a:lnTo>
                    <a:pt x="1433" y="2311"/>
                  </a:lnTo>
                  <a:lnTo>
                    <a:pt x="1433" y="2322"/>
                  </a:lnTo>
                  <a:lnTo>
                    <a:pt x="1436" y="2329"/>
                  </a:lnTo>
                  <a:lnTo>
                    <a:pt x="1436" y="2340"/>
                  </a:lnTo>
                  <a:lnTo>
                    <a:pt x="1440" y="2347"/>
                  </a:lnTo>
                  <a:lnTo>
                    <a:pt x="1440" y="2354"/>
                  </a:lnTo>
                  <a:lnTo>
                    <a:pt x="1440" y="2365"/>
                  </a:lnTo>
                  <a:lnTo>
                    <a:pt x="1443" y="2372"/>
                  </a:lnTo>
                  <a:lnTo>
                    <a:pt x="1443" y="2379"/>
                  </a:lnTo>
                  <a:lnTo>
                    <a:pt x="1447" y="2387"/>
                  </a:lnTo>
                  <a:lnTo>
                    <a:pt x="1447" y="2394"/>
                  </a:lnTo>
                  <a:lnTo>
                    <a:pt x="1447" y="2401"/>
                  </a:lnTo>
                  <a:lnTo>
                    <a:pt x="1451" y="2408"/>
                  </a:lnTo>
                  <a:lnTo>
                    <a:pt x="1451" y="2412"/>
                  </a:lnTo>
                  <a:lnTo>
                    <a:pt x="1451" y="2419"/>
                  </a:lnTo>
                  <a:lnTo>
                    <a:pt x="1454" y="2423"/>
                  </a:lnTo>
                  <a:lnTo>
                    <a:pt x="1454" y="2430"/>
                  </a:lnTo>
                  <a:lnTo>
                    <a:pt x="1458" y="2433"/>
                  </a:lnTo>
                  <a:lnTo>
                    <a:pt x="1458" y="2437"/>
                  </a:lnTo>
                  <a:lnTo>
                    <a:pt x="1458" y="2444"/>
                  </a:lnTo>
                  <a:lnTo>
                    <a:pt x="1461" y="2448"/>
                  </a:lnTo>
                  <a:lnTo>
                    <a:pt x="1465" y="2451"/>
                  </a:lnTo>
                  <a:lnTo>
                    <a:pt x="1465" y="2455"/>
                  </a:lnTo>
                  <a:lnTo>
                    <a:pt x="1469" y="2459"/>
                  </a:lnTo>
                  <a:lnTo>
                    <a:pt x="1472" y="2462"/>
                  </a:lnTo>
                  <a:lnTo>
                    <a:pt x="1476" y="2462"/>
                  </a:lnTo>
                  <a:lnTo>
                    <a:pt x="1479" y="2459"/>
                  </a:lnTo>
                  <a:lnTo>
                    <a:pt x="1483" y="2455"/>
                  </a:lnTo>
                  <a:lnTo>
                    <a:pt x="1483" y="2451"/>
                  </a:lnTo>
                  <a:lnTo>
                    <a:pt x="1483" y="2448"/>
                  </a:lnTo>
                  <a:lnTo>
                    <a:pt x="1487" y="2444"/>
                  </a:lnTo>
                  <a:lnTo>
                    <a:pt x="1487" y="2441"/>
                  </a:lnTo>
                  <a:lnTo>
                    <a:pt x="1490" y="2437"/>
                  </a:lnTo>
                  <a:lnTo>
                    <a:pt x="1490" y="2430"/>
                  </a:lnTo>
                  <a:lnTo>
                    <a:pt x="1490" y="2426"/>
                  </a:lnTo>
                  <a:lnTo>
                    <a:pt x="1494" y="2419"/>
                  </a:lnTo>
                  <a:lnTo>
                    <a:pt x="1494" y="2412"/>
                  </a:lnTo>
                  <a:lnTo>
                    <a:pt x="1494" y="2405"/>
                  </a:lnTo>
                  <a:lnTo>
                    <a:pt x="1497" y="2397"/>
                  </a:lnTo>
                  <a:lnTo>
                    <a:pt x="1497" y="2387"/>
                  </a:lnTo>
                  <a:lnTo>
                    <a:pt x="1501" y="2379"/>
                  </a:lnTo>
                  <a:lnTo>
                    <a:pt x="1501" y="2369"/>
                  </a:lnTo>
                  <a:lnTo>
                    <a:pt x="1501" y="2361"/>
                  </a:lnTo>
                  <a:lnTo>
                    <a:pt x="1505" y="2351"/>
                  </a:lnTo>
                  <a:lnTo>
                    <a:pt x="1505" y="2340"/>
                  </a:lnTo>
                  <a:lnTo>
                    <a:pt x="1508" y="2329"/>
                  </a:lnTo>
                  <a:lnTo>
                    <a:pt x="1508" y="2315"/>
                  </a:lnTo>
                  <a:lnTo>
                    <a:pt x="1508" y="2304"/>
                  </a:lnTo>
                  <a:lnTo>
                    <a:pt x="1512" y="2293"/>
                  </a:lnTo>
                  <a:lnTo>
                    <a:pt x="1512" y="2279"/>
                  </a:lnTo>
                  <a:lnTo>
                    <a:pt x="1512" y="2264"/>
                  </a:lnTo>
                  <a:lnTo>
                    <a:pt x="1515" y="2250"/>
                  </a:lnTo>
                  <a:lnTo>
                    <a:pt x="1515" y="2235"/>
                  </a:lnTo>
                  <a:lnTo>
                    <a:pt x="1519" y="2221"/>
                  </a:lnTo>
                  <a:lnTo>
                    <a:pt x="1519" y="2203"/>
                  </a:lnTo>
                  <a:lnTo>
                    <a:pt x="1519" y="2189"/>
                  </a:lnTo>
                  <a:lnTo>
                    <a:pt x="1523" y="2171"/>
                  </a:lnTo>
                  <a:lnTo>
                    <a:pt x="1523" y="2156"/>
                  </a:lnTo>
                  <a:lnTo>
                    <a:pt x="1526" y="2138"/>
                  </a:lnTo>
                  <a:lnTo>
                    <a:pt x="1526" y="2120"/>
                  </a:lnTo>
                  <a:lnTo>
                    <a:pt x="1526" y="2102"/>
                  </a:lnTo>
                  <a:lnTo>
                    <a:pt x="1530" y="2084"/>
                  </a:lnTo>
                  <a:lnTo>
                    <a:pt x="1530" y="2063"/>
                  </a:lnTo>
                  <a:lnTo>
                    <a:pt x="1533" y="2045"/>
                  </a:lnTo>
                  <a:lnTo>
                    <a:pt x="1533" y="2023"/>
                  </a:lnTo>
                  <a:lnTo>
                    <a:pt x="1533" y="2005"/>
                  </a:lnTo>
                  <a:lnTo>
                    <a:pt x="1537" y="1983"/>
                  </a:lnTo>
                  <a:lnTo>
                    <a:pt x="1537" y="1962"/>
                  </a:lnTo>
                  <a:lnTo>
                    <a:pt x="1537" y="1940"/>
                  </a:lnTo>
                  <a:lnTo>
                    <a:pt x="1541" y="1919"/>
                  </a:lnTo>
                  <a:lnTo>
                    <a:pt x="1541" y="1897"/>
                  </a:lnTo>
                  <a:lnTo>
                    <a:pt x="1544" y="1872"/>
                  </a:lnTo>
                  <a:lnTo>
                    <a:pt x="1544" y="1850"/>
                  </a:lnTo>
                  <a:lnTo>
                    <a:pt x="1544" y="1825"/>
                  </a:lnTo>
                  <a:lnTo>
                    <a:pt x="1548" y="1803"/>
                  </a:lnTo>
                  <a:lnTo>
                    <a:pt x="1548" y="1778"/>
                  </a:lnTo>
                  <a:lnTo>
                    <a:pt x="1551" y="1753"/>
                  </a:lnTo>
                  <a:lnTo>
                    <a:pt x="1551" y="1731"/>
                  </a:lnTo>
                  <a:lnTo>
                    <a:pt x="1551" y="1706"/>
                  </a:lnTo>
                  <a:lnTo>
                    <a:pt x="1555" y="1681"/>
                  </a:lnTo>
                  <a:lnTo>
                    <a:pt x="1555" y="1656"/>
                  </a:lnTo>
                  <a:lnTo>
                    <a:pt x="1555" y="1631"/>
                  </a:lnTo>
                  <a:lnTo>
                    <a:pt x="1559" y="1602"/>
                  </a:lnTo>
                  <a:lnTo>
                    <a:pt x="1559" y="1577"/>
                  </a:lnTo>
                  <a:lnTo>
                    <a:pt x="1562" y="1551"/>
                  </a:lnTo>
                  <a:lnTo>
                    <a:pt x="1562" y="1523"/>
                  </a:lnTo>
                  <a:lnTo>
                    <a:pt x="1562" y="1497"/>
                  </a:lnTo>
                  <a:lnTo>
                    <a:pt x="1566" y="1472"/>
                  </a:lnTo>
                  <a:lnTo>
                    <a:pt x="1566" y="1443"/>
                  </a:lnTo>
                  <a:lnTo>
                    <a:pt x="1569" y="1418"/>
                  </a:lnTo>
                  <a:lnTo>
                    <a:pt x="1569" y="1389"/>
                  </a:lnTo>
                  <a:lnTo>
                    <a:pt x="1569" y="1361"/>
                  </a:lnTo>
                  <a:lnTo>
                    <a:pt x="1573" y="1335"/>
                  </a:lnTo>
                  <a:lnTo>
                    <a:pt x="1573" y="1307"/>
                  </a:lnTo>
                  <a:lnTo>
                    <a:pt x="1577" y="1281"/>
                  </a:lnTo>
                  <a:lnTo>
                    <a:pt x="1577" y="1253"/>
                  </a:lnTo>
                  <a:lnTo>
                    <a:pt x="1577" y="1224"/>
                  </a:lnTo>
                  <a:lnTo>
                    <a:pt x="1580" y="1195"/>
                  </a:lnTo>
                  <a:lnTo>
                    <a:pt x="1580" y="1170"/>
                  </a:lnTo>
                  <a:lnTo>
                    <a:pt x="1580" y="1141"/>
                  </a:lnTo>
                  <a:lnTo>
                    <a:pt x="1584" y="1112"/>
                  </a:lnTo>
                  <a:lnTo>
                    <a:pt x="1584" y="1087"/>
                  </a:lnTo>
                  <a:lnTo>
                    <a:pt x="1587" y="1058"/>
                  </a:lnTo>
                  <a:lnTo>
                    <a:pt x="1587" y="1029"/>
                  </a:lnTo>
                  <a:lnTo>
                    <a:pt x="1587" y="1004"/>
                  </a:lnTo>
                  <a:lnTo>
                    <a:pt x="1591" y="975"/>
                  </a:lnTo>
                  <a:lnTo>
                    <a:pt x="1591" y="950"/>
                  </a:lnTo>
                  <a:lnTo>
                    <a:pt x="1595" y="921"/>
                  </a:lnTo>
                  <a:lnTo>
                    <a:pt x="1595" y="896"/>
                  </a:lnTo>
                  <a:lnTo>
                    <a:pt x="1595" y="867"/>
                  </a:lnTo>
                  <a:lnTo>
                    <a:pt x="1598" y="842"/>
                  </a:lnTo>
                  <a:lnTo>
                    <a:pt x="1598" y="813"/>
                  </a:lnTo>
                  <a:lnTo>
                    <a:pt x="1598" y="788"/>
                  </a:lnTo>
                  <a:lnTo>
                    <a:pt x="1602" y="763"/>
                  </a:lnTo>
                  <a:lnTo>
                    <a:pt x="1602" y="738"/>
                  </a:lnTo>
                  <a:lnTo>
                    <a:pt x="1605" y="709"/>
                  </a:lnTo>
                  <a:lnTo>
                    <a:pt x="1605" y="684"/>
                  </a:lnTo>
                  <a:lnTo>
                    <a:pt x="1605" y="659"/>
                  </a:lnTo>
                  <a:lnTo>
                    <a:pt x="1609" y="637"/>
                  </a:lnTo>
                  <a:lnTo>
                    <a:pt x="1609" y="612"/>
                  </a:lnTo>
                  <a:lnTo>
                    <a:pt x="1613" y="587"/>
                  </a:lnTo>
                  <a:lnTo>
                    <a:pt x="1613" y="562"/>
                  </a:lnTo>
                  <a:lnTo>
                    <a:pt x="1613" y="540"/>
                  </a:lnTo>
                  <a:lnTo>
                    <a:pt x="1616" y="515"/>
                  </a:lnTo>
                  <a:lnTo>
                    <a:pt x="1616" y="493"/>
                  </a:lnTo>
                  <a:lnTo>
                    <a:pt x="1620" y="472"/>
                  </a:lnTo>
                  <a:lnTo>
                    <a:pt x="1620" y="450"/>
                  </a:lnTo>
                  <a:lnTo>
                    <a:pt x="1620" y="428"/>
                  </a:lnTo>
                  <a:lnTo>
                    <a:pt x="1623" y="407"/>
                  </a:lnTo>
                  <a:lnTo>
                    <a:pt x="1623" y="385"/>
                  </a:lnTo>
                  <a:lnTo>
                    <a:pt x="1623" y="364"/>
                  </a:lnTo>
                  <a:lnTo>
                    <a:pt x="1627" y="346"/>
                  </a:lnTo>
                  <a:lnTo>
                    <a:pt x="1627" y="324"/>
                  </a:lnTo>
                  <a:lnTo>
                    <a:pt x="1631" y="306"/>
                  </a:lnTo>
                  <a:lnTo>
                    <a:pt x="1631" y="288"/>
                  </a:lnTo>
                  <a:lnTo>
                    <a:pt x="1631" y="270"/>
                  </a:lnTo>
                  <a:lnTo>
                    <a:pt x="1634" y="252"/>
                  </a:lnTo>
                  <a:lnTo>
                    <a:pt x="1634" y="234"/>
                  </a:lnTo>
                  <a:lnTo>
                    <a:pt x="1638" y="220"/>
                  </a:lnTo>
                  <a:lnTo>
                    <a:pt x="1638" y="202"/>
                  </a:lnTo>
                  <a:lnTo>
                    <a:pt x="1638" y="187"/>
                  </a:lnTo>
                  <a:lnTo>
                    <a:pt x="1641" y="173"/>
                  </a:lnTo>
                  <a:lnTo>
                    <a:pt x="1641" y="158"/>
                  </a:lnTo>
                  <a:lnTo>
                    <a:pt x="1641" y="144"/>
                  </a:lnTo>
                  <a:lnTo>
                    <a:pt x="1645" y="133"/>
                  </a:lnTo>
                  <a:lnTo>
                    <a:pt x="1645" y="119"/>
                  </a:lnTo>
                  <a:lnTo>
                    <a:pt x="1649" y="108"/>
                  </a:lnTo>
                  <a:lnTo>
                    <a:pt x="1649" y="97"/>
                  </a:lnTo>
                  <a:lnTo>
                    <a:pt x="1649" y="86"/>
                  </a:lnTo>
                  <a:lnTo>
                    <a:pt x="1652" y="76"/>
                  </a:lnTo>
                  <a:lnTo>
                    <a:pt x="1652" y="65"/>
                  </a:lnTo>
                  <a:lnTo>
                    <a:pt x="1656" y="58"/>
                  </a:lnTo>
                  <a:lnTo>
                    <a:pt x="1656" y="50"/>
                  </a:lnTo>
                  <a:lnTo>
                    <a:pt x="1656" y="40"/>
                  </a:lnTo>
                  <a:lnTo>
                    <a:pt x="1659" y="36"/>
                  </a:lnTo>
                  <a:lnTo>
                    <a:pt x="1659" y="29"/>
                  </a:lnTo>
                  <a:lnTo>
                    <a:pt x="1663" y="22"/>
                  </a:lnTo>
                  <a:lnTo>
                    <a:pt x="1663" y="18"/>
                  </a:lnTo>
                  <a:lnTo>
                    <a:pt x="1663" y="14"/>
                  </a:lnTo>
                  <a:lnTo>
                    <a:pt x="1667" y="11"/>
                  </a:lnTo>
                  <a:lnTo>
                    <a:pt x="1667" y="7"/>
                  </a:lnTo>
                  <a:lnTo>
                    <a:pt x="1670" y="4"/>
                  </a:lnTo>
                  <a:lnTo>
                    <a:pt x="1670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3" name="Freeform 101"/>
            <p:cNvSpPr>
              <a:spLocks/>
            </p:cNvSpPr>
            <p:nvPr/>
          </p:nvSpPr>
          <p:spPr bwMode="auto">
            <a:xfrm>
              <a:off x="2423" y="1048"/>
              <a:ext cx="2473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3" y="2401"/>
                </a:cxn>
                <a:cxn ang="0">
                  <a:pos x="248" y="2253"/>
                </a:cxn>
                <a:cxn ang="0">
                  <a:pos x="270" y="2077"/>
                </a:cxn>
                <a:cxn ang="0">
                  <a:pos x="295" y="1911"/>
                </a:cxn>
                <a:cxn ang="0">
                  <a:pos x="317" y="1803"/>
                </a:cxn>
                <a:cxn ang="0">
                  <a:pos x="360" y="1782"/>
                </a:cxn>
                <a:cxn ang="0">
                  <a:pos x="381" y="1857"/>
                </a:cxn>
                <a:cxn ang="0">
                  <a:pos x="407" y="1969"/>
                </a:cxn>
                <a:cxn ang="0">
                  <a:pos x="428" y="2081"/>
                </a:cxn>
                <a:cxn ang="0">
                  <a:pos x="453" y="2167"/>
                </a:cxn>
                <a:cxn ang="0">
                  <a:pos x="497" y="2199"/>
                </a:cxn>
                <a:cxn ang="0">
                  <a:pos x="525" y="2138"/>
                </a:cxn>
                <a:cxn ang="0">
                  <a:pos x="547" y="2055"/>
                </a:cxn>
                <a:cxn ang="0">
                  <a:pos x="572" y="1973"/>
                </a:cxn>
                <a:cxn ang="0">
                  <a:pos x="597" y="1904"/>
                </a:cxn>
                <a:cxn ang="0">
                  <a:pos x="651" y="1908"/>
                </a:cxn>
                <a:cxn ang="0">
                  <a:pos x="677" y="1973"/>
                </a:cxn>
                <a:cxn ang="0">
                  <a:pos x="702" y="2041"/>
                </a:cxn>
                <a:cxn ang="0">
                  <a:pos x="727" y="2102"/>
                </a:cxn>
                <a:cxn ang="0">
                  <a:pos x="777" y="2135"/>
                </a:cxn>
                <a:cxn ang="0">
                  <a:pos x="813" y="2073"/>
                </a:cxn>
                <a:cxn ang="0">
                  <a:pos x="839" y="2012"/>
                </a:cxn>
                <a:cxn ang="0">
                  <a:pos x="871" y="1951"/>
                </a:cxn>
                <a:cxn ang="0">
                  <a:pos x="929" y="1940"/>
                </a:cxn>
                <a:cxn ang="0">
                  <a:pos x="965" y="2001"/>
                </a:cxn>
                <a:cxn ang="0">
                  <a:pos x="993" y="2063"/>
                </a:cxn>
                <a:cxn ang="0">
                  <a:pos x="1044" y="2109"/>
                </a:cxn>
                <a:cxn ang="0">
                  <a:pos x="1094" y="2059"/>
                </a:cxn>
                <a:cxn ang="0">
                  <a:pos x="1130" y="1998"/>
                </a:cxn>
                <a:cxn ang="0">
                  <a:pos x="1181" y="1947"/>
                </a:cxn>
                <a:cxn ang="0">
                  <a:pos x="1235" y="1994"/>
                </a:cxn>
                <a:cxn ang="0">
                  <a:pos x="1274" y="2055"/>
                </a:cxn>
                <a:cxn ang="0">
                  <a:pos x="1332" y="2088"/>
                </a:cxn>
                <a:cxn ang="0">
                  <a:pos x="1386" y="2034"/>
                </a:cxn>
                <a:cxn ang="0">
                  <a:pos x="1436" y="1973"/>
                </a:cxn>
                <a:cxn ang="0">
                  <a:pos x="1497" y="1983"/>
                </a:cxn>
                <a:cxn ang="0">
                  <a:pos x="1548" y="2045"/>
                </a:cxn>
                <a:cxn ang="0">
                  <a:pos x="1609" y="2077"/>
                </a:cxn>
                <a:cxn ang="0">
                  <a:pos x="1667" y="2030"/>
                </a:cxn>
                <a:cxn ang="0">
                  <a:pos x="1724" y="1976"/>
                </a:cxn>
                <a:cxn ang="0">
                  <a:pos x="1785" y="1998"/>
                </a:cxn>
                <a:cxn ang="0">
                  <a:pos x="1847" y="2059"/>
                </a:cxn>
                <a:cxn ang="0">
                  <a:pos x="1908" y="2063"/>
                </a:cxn>
                <a:cxn ang="0">
                  <a:pos x="1969" y="2005"/>
                </a:cxn>
                <a:cxn ang="0">
                  <a:pos x="2030" y="1980"/>
                </a:cxn>
                <a:cxn ang="0">
                  <a:pos x="2091" y="2027"/>
                </a:cxn>
                <a:cxn ang="0">
                  <a:pos x="2153" y="2066"/>
                </a:cxn>
                <a:cxn ang="0">
                  <a:pos x="2214" y="2037"/>
                </a:cxn>
                <a:cxn ang="0">
                  <a:pos x="2275" y="1991"/>
                </a:cxn>
                <a:cxn ang="0">
                  <a:pos x="2336" y="1998"/>
                </a:cxn>
                <a:cxn ang="0">
                  <a:pos x="2397" y="2048"/>
                </a:cxn>
                <a:cxn ang="0">
                  <a:pos x="2459" y="2055"/>
                </a:cxn>
              </a:cxnLst>
              <a:rect l="0" t="0" r="r" b="b"/>
              <a:pathLst>
                <a:path w="2473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30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4" name="Freeform 102"/>
            <p:cNvSpPr>
              <a:spLocks/>
            </p:cNvSpPr>
            <p:nvPr/>
          </p:nvSpPr>
          <p:spPr bwMode="auto">
            <a:xfrm>
              <a:off x="4896" y="3039"/>
              <a:ext cx="313" cy="64"/>
            </a:xfrm>
            <a:custGeom>
              <a:avLst/>
              <a:gdLst/>
              <a:ahLst/>
              <a:cxnLst>
                <a:cxn ang="0">
                  <a:pos x="4" y="54"/>
                </a:cxn>
                <a:cxn ang="0">
                  <a:pos x="11" y="50"/>
                </a:cxn>
                <a:cxn ang="0">
                  <a:pos x="18" y="46"/>
                </a:cxn>
                <a:cxn ang="0">
                  <a:pos x="25" y="39"/>
                </a:cxn>
                <a:cxn ang="0">
                  <a:pos x="32" y="36"/>
                </a:cxn>
                <a:cxn ang="0">
                  <a:pos x="40" y="28"/>
                </a:cxn>
                <a:cxn ang="0">
                  <a:pos x="47" y="21"/>
                </a:cxn>
                <a:cxn ang="0">
                  <a:pos x="54" y="18"/>
                </a:cxn>
                <a:cxn ang="0">
                  <a:pos x="61" y="10"/>
                </a:cxn>
                <a:cxn ang="0">
                  <a:pos x="68" y="7"/>
                </a:cxn>
                <a:cxn ang="0">
                  <a:pos x="76" y="3"/>
                </a:cxn>
                <a:cxn ang="0">
                  <a:pos x="83" y="3"/>
                </a:cxn>
                <a:cxn ang="0">
                  <a:pos x="90" y="0"/>
                </a:cxn>
                <a:cxn ang="0">
                  <a:pos x="97" y="0"/>
                </a:cxn>
                <a:cxn ang="0">
                  <a:pos x="104" y="0"/>
                </a:cxn>
                <a:cxn ang="0">
                  <a:pos x="112" y="0"/>
                </a:cxn>
                <a:cxn ang="0">
                  <a:pos x="119" y="0"/>
                </a:cxn>
                <a:cxn ang="0">
                  <a:pos x="126" y="3"/>
                </a:cxn>
                <a:cxn ang="0">
                  <a:pos x="133" y="7"/>
                </a:cxn>
                <a:cxn ang="0">
                  <a:pos x="140" y="10"/>
                </a:cxn>
                <a:cxn ang="0">
                  <a:pos x="148" y="14"/>
                </a:cxn>
                <a:cxn ang="0">
                  <a:pos x="155" y="18"/>
                </a:cxn>
                <a:cxn ang="0">
                  <a:pos x="162" y="25"/>
                </a:cxn>
                <a:cxn ang="0">
                  <a:pos x="169" y="28"/>
                </a:cxn>
                <a:cxn ang="0">
                  <a:pos x="176" y="36"/>
                </a:cxn>
                <a:cxn ang="0">
                  <a:pos x="184" y="43"/>
                </a:cxn>
                <a:cxn ang="0">
                  <a:pos x="191" y="46"/>
                </a:cxn>
                <a:cxn ang="0">
                  <a:pos x="198" y="50"/>
                </a:cxn>
                <a:cxn ang="0">
                  <a:pos x="205" y="54"/>
                </a:cxn>
                <a:cxn ang="0">
                  <a:pos x="212" y="57"/>
                </a:cxn>
                <a:cxn ang="0">
                  <a:pos x="220" y="61"/>
                </a:cxn>
                <a:cxn ang="0">
                  <a:pos x="227" y="64"/>
                </a:cxn>
                <a:cxn ang="0">
                  <a:pos x="234" y="64"/>
                </a:cxn>
                <a:cxn ang="0">
                  <a:pos x="241" y="64"/>
                </a:cxn>
                <a:cxn ang="0">
                  <a:pos x="248" y="64"/>
                </a:cxn>
                <a:cxn ang="0">
                  <a:pos x="256" y="64"/>
                </a:cxn>
                <a:cxn ang="0">
                  <a:pos x="263" y="61"/>
                </a:cxn>
                <a:cxn ang="0">
                  <a:pos x="270" y="61"/>
                </a:cxn>
                <a:cxn ang="0">
                  <a:pos x="277" y="57"/>
                </a:cxn>
                <a:cxn ang="0">
                  <a:pos x="284" y="54"/>
                </a:cxn>
                <a:cxn ang="0">
                  <a:pos x="292" y="46"/>
                </a:cxn>
                <a:cxn ang="0">
                  <a:pos x="299" y="43"/>
                </a:cxn>
                <a:cxn ang="0">
                  <a:pos x="306" y="36"/>
                </a:cxn>
                <a:cxn ang="0">
                  <a:pos x="313" y="32"/>
                </a:cxn>
              </a:cxnLst>
              <a:rect l="0" t="0" r="r" b="b"/>
              <a:pathLst>
                <a:path w="313" h="64">
                  <a:moveTo>
                    <a:pt x="0" y="57"/>
                  </a:moveTo>
                  <a:lnTo>
                    <a:pt x="4" y="54"/>
                  </a:lnTo>
                  <a:lnTo>
                    <a:pt x="7" y="54"/>
                  </a:lnTo>
                  <a:lnTo>
                    <a:pt x="11" y="50"/>
                  </a:lnTo>
                  <a:lnTo>
                    <a:pt x="14" y="50"/>
                  </a:lnTo>
                  <a:lnTo>
                    <a:pt x="18" y="46"/>
                  </a:lnTo>
                  <a:lnTo>
                    <a:pt x="22" y="43"/>
                  </a:lnTo>
                  <a:lnTo>
                    <a:pt x="25" y="39"/>
                  </a:lnTo>
                  <a:lnTo>
                    <a:pt x="29" y="36"/>
                  </a:lnTo>
                  <a:lnTo>
                    <a:pt x="32" y="36"/>
                  </a:lnTo>
                  <a:lnTo>
                    <a:pt x="36" y="32"/>
                  </a:lnTo>
                  <a:lnTo>
                    <a:pt x="40" y="28"/>
                  </a:lnTo>
                  <a:lnTo>
                    <a:pt x="43" y="25"/>
                  </a:lnTo>
                  <a:lnTo>
                    <a:pt x="47" y="21"/>
                  </a:lnTo>
                  <a:lnTo>
                    <a:pt x="50" y="21"/>
                  </a:lnTo>
                  <a:lnTo>
                    <a:pt x="54" y="18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8" y="7"/>
                  </a:lnTo>
                  <a:lnTo>
                    <a:pt x="72" y="7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3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2" y="3"/>
                  </a:lnTo>
                  <a:lnTo>
                    <a:pt x="126" y="3"/>
                  </a:lnTo>
                  <a:lnTo>
                    <a:pt x="130" y="3"/>
                  </a:lnTo>
                  <a:lnTo>
                    <a:pt x="133" y="7"/>
                  </a:lnTo>
                  <a:lnTo>
                    <a:pt x="137" y="7"/>
                  </a:lnTo>
                  <a:lnTo>
                    <a:pt x="140" y="10"/>
                  </a:lnTo>
                  <a:lnTo>
                    <a:pt x="144" y="10"/>
                  </a:lnTo>
                  <a:lnTo>
                    <a:pt x="148" y="14"/>
                  </a:lnTo>
                  <a:lnTo>
                    <a:pt x="151" y="18"/>
                  </a:lnTo>
                  <a:lnTo>
                    <a:pt x="155" y="18"/>
                  </a:lnTo>
                  <a:lnTo>
                    <a:pt x="158" y="21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28"/>
                  </a:lnTo>
                  <a:lnTo>
                    <a:pt x="173" y="32"/>
                  </a:lnTo>
                  <a:lnTo>
                    <a:pt x="176" y="36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3"/>
                  </a:lnTo>
                  <a:lnTo>
                    <a:pt x="191" y="46"/>
                  </a:lnTo>
                  <a:lnTo>
                    <a:pt x="194" y="50"/>
                  </a:lnTo>
                  <a:lnTo>
                    <a:pt x="198" y="50"/>
                  </a:lnTo>
                  <a:lnTo>
                    <a:pt x="202" y="54"/>
                  </a:lnTo>
                  <a:lnTo>
                    <a:pt x="205" y="54"/>
                  </a:lnTo>
                  <a:lnTo>
                    <a:pt x="209" y="57"/>
                  </a:lnTo>
                  <a:lnTo>
                    <a:pt x="212" y="57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4"/>
                  </a:lnTo>
                  <a:lnTo>
                    <a:pt x="263" y="61"/>
                  </a:lnTo>
                  <a:lnTo>
                    <a:pt x="266" y="61"/>
                  </a:lnTo>
                  <a:lnTo>
                    <a:pt x="270" y="61"/>
                  </a:lnTo>
                  <a:lnTo>
                    <a:pt x="274" y="57"/>
                  </a:lnTo>
                  <a:lnTo>
                    <a:pt x="277" y="57"/>
                  </a:lnTo>
                  <a:lnTo>
                    <a:pt x="281" y="54"/>
                  </a:lnTo>
                  <a:lnTo>
                    <a:pt x="284" y="54"/>
                  </a:lnTo>
                  <a:lnTo>
                    <a:pt x="288" y="50"/>
                  </a:lnTo>
                  <a:lnTo>
                    <a:pt x="292" y="46"/>
                  </a:lnTo>
                  <a:lnTo>
                    <a:pt x="295" y="46"/>
                  </a:lnTo>
                  <a:lnTo>
                    <a:pt x="299" y="43"/>
                  </a:lnTo>
                  <a:lnTo>
                    <a:pt x="302" y="39"/>
                  </a:lnTo>
                  <a:lnTo>
                    <a:pt x="306" y="36"/>
                  </a:lnTo>
                  <a:lnTo>
                    <a:pt x="310" y="36"/>
                  </a:lnTo>
                  <a:lnTo>
                    <a:pt x="313" y="32"/>
                  </a:lnTo>
                  <a:lnTo>
                    <a:pt x="313" y="32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5" name="Freeform 103"/>
            <p:cNvSpPr>
              <a:spLocks/>
            </p:cNvSpPr>
            <p:nvPr/>
          </p:nvSpPr>
          <p:spPr bwMode="auto">
            <a:xfrm>
              <a:off x="749" y="1048"/>
              <a:ext cx="1811" cy="2462"/>
            </a:xfrm>
            <a:custGeom>
              <a:avLst/>
              <a:gdLst/>
              <a:ahLst/>
              <a:cxnLst>
                <a:cxn ang="0">
                  <a:pos x="47" y="1980"/>
                </a:cxn>
                <a:cxn ang="0">
                  <a:pos x="97" y="1983"/>
                </a:cxn>
                <a:cxn ang="0">
                  <a:pos x="144" y="2030"/>
                </a:cxn>
                <a:cxn ang="0">
                  <a:pos x="191" y="2077"/>
                </a:cxn>
                <a:cxn ang="0">
                  <a:pos x="241" y="2066"/>
                </a:cxn>
                <a:cxn ang="0">
                  <a:pos x="284" y="2016"/>
                </a:cxn>
                <a:cxn ang="0">
                  <a:pos x="331" y="1969"/>
                </a:cxn>
                <a:cxn ang="0">
                  <a:pos x="381" y="1980"/>
                </a:cxn>
                <a:cxn ang="0">
                  <a:pos x="421" y="2030"/>
                </a:cxn>
                <a:cxn ang="0">
                  <a:pos x="464" y="2081"/>
                </a:cxn>
                <a:cxn ang="0">
                  <a:pos x="515" y="2081"/>
                </a:cxn>
                <a:cxn ang="0">
                  <a:pos x="554" y="2030"/>
                </a:cxn>
                <a:cxn ang="0">
                  <a:pos x="587" y="1980"/>
                </a:cxn>
                <a:cxn ang="0">
                  <a:pos x="633" y="1947"/>
                </a:cxn>
                <a:cxn ang="0">
                  <a:pos x="677" y="1991"/>
                </a:cxn>
                <a:cxn ang="0">
                  <a:pos x="705" y="2041"/>
                </a:cxn>
                <a:cxn ang="0">
                  <a:pos x="738" y="2091"/>
                </a:cxn>
                <a:cxn ang="0">
                  <a:pos x="788" y="2102"/>
                </a:cxn>
                <a:cxn ang="0">
                  <a:pos x="821" y="2052"/>
                </a:cxn>
                <a:cxn ang="0">
                  <a:pos x="846" y="2001"/>
                </a:cxn>
                <a:cxn ang="0">
                  <a:pos x="875" y="1951"/>
                </a:cxn>
                <a:cxn ang="0">
                  <a:pos x="921" y="1929"/>
                </a:cxn>
                <a:cxn ang="0">
                  <a:pos x="957" y="1980"/>
                </a:cxn>
                <a:cxn ang="0">
                  <a:pos x="979" y="2030"/>
                </a:cxn>
                <a:cxn ang="0">
                  <a:pos x="1001" y="2081"/>
                </a:cxn>
                <a:cxn ang="0">
                  <a:pos x="1029" y="2131"/>
                </a:cxn>
                <a:cxn ang="0">
                  <a:pos x="1076" y="2117"/>
                </a:cxn>
                <a:cxn ang="0">
                  <a:pos x="1098" y="2066"/>
                </a:cxn>
                <a:cxn ang="0">
                  <a:pos x="1119" y="2012"/>
                </a:cxn>
                <a:cxn ang="0">
                  <a:pos x="1137" y="1955"/>
                </a:cxn>
                <a:cxn ang="0">
                  <a:pos x="1163" y="1904"/>
                </a:cxn>
                <a:cxn ang="0">
                  <a:pos x="1209" y="1897"/>
                </a:cxn>
                <a:cxn ang="0">
                  <a:pos x="1231" y="1951"/>
                </a:cxn>
                <a:cxn ang="0">
                  <a:pos x="1253" y="2012"/>
                </a:cxn>
                <a:cxn ang="0">
                  <a:pos x="1271" y="2084"/>
                </a:cxn>
                <a:cxn ang="0">
                  <a:pos x="1292" y="2149"/>
                </a:cxn>
                <a:cxn ang="0">
                  <a:pos x="1314" y="2199"/>
                </a:cxn>
                <a:cxn ang="0">
                  <a:pos x="1353" y="2178"/>
                </a:cxn>
                <a:cxn ang="0">
                  <a:pos x="1371" y="2117"/>
                </a:cxn>
                <a:cxn ang="0">
                  <a:pos x="1393" y="2030"/>
                </a:cxn>
                <a:cxn ang="0">
                  <a:pos x="1411" y="1937"/>
                </a:cxn>
                <a:cxn ang="0">
                  <a:pos x="1433" y="1847"/>
                </a:cxn>
                <a:cxn ang="0">
                  <a:pos x="1451" y="1785"/>
                </a:cxn>
                <a:cxn ang="0">
                  <a:pos x="1487" y="1785"/>
                </a:cxn>
                <a:cxn ang="0">
                  <a:pos x="1508" y="1857"/>
                </a:cxn>
                <a:cxn ang="0">
                  <a:pos x="1526" y="1976"/>
                </a:cxn>
                <a:cxn ang="0">
                  <a:pos x="1544" y="2117"/>
                </a:cxn>
                <a:cxn ang="0">
                  <a:pos x="1566" y="2264"/>
                </a:cxn>
                <a:cxn ang="0">
                  <a:pos x="1584" y="2387"/>
                </a:cxn>
                <a:cxn ang="0">
                  <a:pos x="1605" y="2459"/>
                </a:cxn>
                <a:cxn ang="0">
                  <a:pos x="1634" y="2412"/>
                </a:cxn>
                <a:cxn ang="0">
                  <a:pos x="1652" y="2264"/>
                </a:cxn>
                <a:cxn ang="0">
                  <a:pos x="1674" y="2023"/>
                </a:cxn>
                <a:cxn ang="0">
                  <a:pos x="1692" y="1706"/>
                </a:cxn>
                <a:cxn ang="0">
                  <a:pos x="1710" y="1335"/>
                </a:cxn>
                <a:cxn ang="0">
                  <a:pos x="1731" y="950"/>
                </a:cxn>
                <a:cxn ang="0">
                  <a:pos x="1749" y="587"/>
                </a:cxn>
                <a:cxn ang="0">
                  <a:pos x="1771" y="288"/>
                </a:cxn>
                <a:cxn ang="0">
                  <a:pos x="1789" y="86"/>
                </a:cxn>
                <a:cxn ang="0">
                  <a:pos x="1811" y="0"/>
                </a:cxn>
              </a:cxnLst>
              <a:rect l="0" t="0" r="r" b="b"/>
              <a:pathLst>
                <a:path w="1811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09"/>
                  </a:lnTo>
                  <a:lnTo>
                    <a:pt x="18" y="2005"/>
                  </a:lnTo>
                  <a:lnTo>
                    <a:pt x="21" y="2001"/>
                  </a:lnTo>
                  <a:lnTo>
                    <a:pt x="25" y="1998"/>
                  </a:lnTo>
                  <a:lnTo>
                    <a:pt x="29" y="1994"/>
                  </a:lnTo>
                  <a:lnTo>
                    <a:pt x="32" y="1991"/>
                  </a:lnTo>
                  <a:lnTo>
                    <a:pt x="36" y="1987"/>
                  </a:lnTo>
                  <a:lnTo>
                    <a:pt x="39" y="1983"/>
                  </a:lnTo>
                  <a:lnTo>
                    <a:pt x="43" y="1980"/>
                  </a:lnTo>
                  <a:lnTo>
                    <a:pt x="47" y="1980"/>
                  </a:lnTo>
                  <a:lnTo>
                    <a:pt x="50" y="1976"/>
                  </a:lnTo>
                  <a:lnTo>
                    <a:pt x="54" y="1976"/>
                  </a:lnTo>
                  <a:lnTo>
                    <a:pt x="57" y="1973"/>
                  </a:lnTo>
                  <a:lnTo>
                    <a:pt x="61" y="1973"/>
                  </a:lnTo>
                  <a:lnTo>
                    <a:pt x="65" y="1973"/>
                  </a:lnTo>
                  <a:lnTo>
                    <a:pt x="68" y="1973"/>
                  </a:lnTo>
                  <a:lnTo>
                    <a:pt x="72" y="1973"/>
                  </a:lnTo>
                  <a:lnTo>
                    <a:pt x="75" y="1973"/>
                  </a:lnTo>
                  <a:lnTo>
                    <a:pt x="79" y="1973"/>
                  </a:lnTo>
                  <a:lnTo>
                    <a:pt x="83" y="1976"/>
                  </a:lnTo>
                  <a:lnTo>
                    <a:pt x="86" y="1976"/>
                  </a:lnTo>
                  <a:lnTo>
                    <a:pt x="90" y="1976"/>
                  </a:lnTo>
                  <a:lnTo>
                    <a:pt x="93" y="1980"/>
                  </a:lnTo>
                  <a:lnTo>
                    <a:pt x="97" y="1983"/>
                  </a:lnTo>
                  <a:lnTo>
                    <a:pt x="101" y="1983"/>
                  </a:lnTo>
                  <a:lnTo>
                    <a:pt x="104" y="1987"/>
                  </a:lnTo>
                  <a:lnTo>
                    <a:pt x="108" y="1991"/>
                  </a:lnTo>
                  <a:lnTo>
                    <a:pt x="111" y="1994"/>
                  </a:lnTo>
                  <a:lnTo>
                    <a:pt x="115" y="1998"/>
                  </a:lnTo>
                  <a:lnTo>
                    <a:pt x="119" y="2001"/>
                  </a:lnTo>
                  <a:lnTo>
                    <a:pt x="122" y="2005"/>
                  </a:lnTo>
                  <a:lnTo>
                    <a:pt x="126" y="2009"/>
                  </a:lnTo>
                  <a:lnTo>
                    <a:pt x="129" y="2012"/>
                  </a:lnTo>
                  <a:lnTo>
                    <a:pt x="133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7"/>
                  </a:lnTo>
                  <a:lnTo>
                    <a:pt x="155" y="2041"/>
                  </a:lnTo>
                  <a:lnTo>
                    <a:pt x="158" y="2045"/>
                  </a:lnTo>
                  <a:lnTo>
                    <a:pt x="162" y="2048"/>
                  </a:lnTo>
                  <a:lnTo>
                    <a:pt x="165" y="2052"/>
                  </a:lnTo>
                  <a:lnTo>
                    <a:pt x="165" y="2055"/>
                  </a:lnTo>
                  <a:lnTo>
                    <a:pt x="169" y="2059"/>
                  </a:lnTo>
                  <a:lnTo>
                    <a:pt x="173" y="2063"/>
                  </a:lnTo>
                  <a:lnTo>
                    <a:pt x="176" y="2066"/>
                  </a:lnTo>
                  <a:lnTo>
                    <a:pt x="180" y="2070"/>
                  </a:lnTo>
                  <a:lnTo>
                    <a:pt x="183" y="2070"/>
                  </a:lnTo>
                  <a:lnTo>
                    <a:pt x="187" y="2073"/>
                  </a:lnTo>
                  <a:lnTo>
                    <a:pt x="191" y="2077"/>
                  </a:lnTo>
                  <a:lnTo>
                    <a:pt x="194" y="2077"/>
                  </a:lnTo>
                  <a:lnTo>
                    <a:pt x="198" y="2077"/>
                  </a:lnTo>
                  <a:lnTo>
                    <a:pt x="201" y="2081"/>
                  </a:lnTo>
                  <a:lnTo>
                    <a:pt x="205" y="2081"/>
                  </a:lnTo>
                  <a:lnTo>
                    <a:pt x="209" y="2081"/>
                  </a:lnTo>
                  <a:lnTo>
                    <a:pt x="212" y="2081"/>
                  </a:lnTo>
                  <a:lnTo>
                    <a:pt x="216" y="2081"/>
                  </a:lnTo>
                  <a:lnTo>
                    <a:pt x="219" y="2077"/>
                  </a:lnTo>
                  <a:lnTo>
                    <a:pt x="223" y="2077"/>
                  </a:lnTo>
                  <a:lnTo>
                    <a:pt x="227" y="2073"/>
                  </a:lnTo>
                  <a:lnTo>
                    <a:pt x="230" y="2073"/>
                  </a:lnTo>
                  <a:lnTo>
                    <a:pt x="234" y="2070"/>
                  </a:lnTo>
                  <a:lnTo>
                    <a:pt x="237" y="2070"/>
                  </a:lnTo>
                  <a:lnTo>
                    <a:pt x="241" y="2066"/>
                  </a:lnTo>
                  <a:lnTo>
                    <a:pt x="245" y="2063"/>
                  </a:lnTo>
                  <a:lnTo>
                    <a:pt x="248" y="2059"/>
                  </a:lnTo>
                  <a:lnTo>
                    <a:pt x="252" y="2055"/>
                  </a:lnTo>
                  <a:lnTo>
                    <a:pt x="255" y="2052"/>
                  </a:lnTo>
                  <a:lnTo>
                    <a:pt x="259" y="2048"/>
                  </a:lnTo>
                  <a:lnTo>
                    <a:pt x="263" y="2045"/>
                  </a:lnTo>
                  <a:lnTo>
                    <a:pt x="266" y="2041"/>
                  </a:lnTo>
                  <a:lnTo>
                    <a:pt x="270" y="2037"/>
                  </a:lnTo>
                  <a:lnTo>
                    <a:pt x="273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4" y="2016"/>
                  </a:lnTo>
                  <a:lnTo>
                    <a:pt x="288" y="2012"/>
                  </a:lnTo>
                  <a:lnTo>
                    <a:pt x="291" y="2009"/>
                  </a:lnTo>
                  <a:lnTo>
                    <a:pt x="295" y="2005"/>
                  </a:lnTo>
                  <a:lnTo>
                    <a:pt x="295" y="2001"/>
                  </a:lnTo>
                  <a:lnTo>
                    <a:pt x="299" y="1998"/>
                  </a:lnTo>
                  <a:lnTo>
                    <a:pt x="302" y="1994"/>
                  </a:lnTo>
                  <a:lnTo>
                    <a:pt x="306" y="1991"/>
                  </a:lnTo>
                  <a:lnTo>
                    <a:pt x="309" y="1987"/>
                  </a:lnTo>
                  <a:lnTo>
                    <a:pt x="313" y="1983"/>
                  </a:lnTo>
                  <a:lnTo>
                    <a:pt x="317" y="1980"/>
                  </a:lnTo>
                  <a:lnTo>
                    <a:pt x="320" y="1976"/>
                  </a:lnTo>
                  <a:lnTo>
                    <a:pt x="324" y="1973"/>
                  </a:lnTo>
                  <a:lnTo>
                    <a:pt x="327" y="1969"/>
                  </a:lnTo>
                  <a:lnTo>
                    <a:pt x="331" y="1969"/>
                  </a:lnTo>
                  <a:lnTo>
                    <a:pt x="335" y="1965"/>
                  </a:lnTo>
                  <a:lnTo>
                    <a:pt x="338" y="1965"/>
                  </a:lnTo>
                  <a:lnTo>
                    <a:pt x="342" y="1962"/>
                  </a:lnTo>
                  <a:lnTo>
                    <a:pt x="345" y="1962"/>
                  </a:lnTo>
                  <a:lnTo>
                    <a:pt x="349" y="1962"/>
                  </a:lnTo>
                  <a:lnTo>
                    <a:pt x="353" y="1962"/>
                  </a:lnTo>
                  <a:lnTo>
                    <a:pt x="356" y="1962"/>
                  </a:lnTo>
                  <a:lnTo>
                    <a:pt x="360" y="1965"/>
                  </a:lnTo>
                  <a:lnTo>
                    <a:pt x="363" y="1965"/>
                  </a:lnTo>
                  <a:lnTo>
                    <a:pt x="367" y="1969"/>
                  </a:lnTo>
                  <a:lnTo>
                    <a:pt x="371" y="1969"/>
                  </a:lnTo>
                  <a:lnTo>
                    <a:pt x="374" y="1973"/>
                  </a:lnTo>
                  <a:lnTo>
                    <a:pt x="378" y="1976"/>
                  </a:lnTo>
                  <a:lnTo>
                    <a:pt x="381" y="1980"/>
                  </a:lnTo>
                  <a:lnTo>
                    <a:pt x="385" y="1983"/>
                  </a:lnTo>
                  <a:lnTo>
                    <a:pt x="389" y="1987"/>
                  </a:lnTo>
                  <a:lnTo>
                    <a:pt x="392" y="1991"/>
                  </a:lnTo>
                  <a:lnTo>
                    <a:pt x="396" y="1994"/>
                  </a:lnTo>
                  <a:lnTo>
                    <a:pt x="399" y="1998"/>
                  </a:lnTo>
                  <a:lnTo>
                    <a:pt x="403" y="2001"/>
                  </a:lnTo>
                  <a:lnTo>
                    <a:pt x="407" y="2005"/>
                  </a:lnTo>
                  <a:lnTo>
                    <a:pt x="407" y="2009"/>
                  </a:lnTo>
                  <a:lnTo>
                    <a:pt x="410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5" y="2034"/>
                  </a:lnTo>
                  <a:lnTo>
                    <a:pt x="428" y="2037"/>
                  </a:lnTo>
                  <a:lnTo>
                    <a:pt x="432" y="2041"/>
                  </a:lnTo>
                  <a:lnTo>
                    <a:pt x="432" y="2045"/>
                  </a:lnTo>
                  <a:lnTo>
                    <a:pt x="435" y="2048"/>
                  </a:lnTo>
                  <a:lnTo>
                    <a:pt x="439" y="2052"/>
                  </a:lnTo>
                  <a:lnTo>
                    <a:pt x="439" y="2055"/>
                  </a:lnTo>
                  <a:lnTo>
                    <a:pt x="443" y="2059"/>
                  </a:lnTo>
                  <a:lnTo>
                    <a:pt x="446" y="2063"/>
                  </a:lnTo>
                  <a:lnTo>
                    <a:pt x="450" y="2066"/>
                  </a:lnTo>
                  <a:lnTo>
                    <a:pt x="453" y="2070"/>
                  </a:lnTo>
                  <a:lnTo>
                    <a:pt x="457" y="2073"/>
                  </a:lnTo>
                  <a:lnTo>
                    <a:pt x="461" y="2077"/>
                  </a:lnTo>
                  <a:lnTo>
                    <a:pt x="464" y="2081"/>
                  </a:lnTo>
                  <a:lnTo>
                    <a:pt x="468" y="2084"/>
                  </a:lnTo>
                  <a:lnTo>
                    <a:pt x="471" y="2088"/>
                  </a:lnTo>
                  <a:lnTo>
                    <a:pt x="475" y="2088"/>
                  </a:lnTo>
                  <a:lnTo>
                    <a:pt x="479" y="2091"/>
                  </a:lnTo>
                  <a:lnTo>
                    <a:pt x="482" y="2091"/>
                  </a:lnTo>
                  <a:lnTo>
                    <a:pt x="486" y="2091"/>
                  </a:lnTo>
                  <a:lnTo>
                    <a:pt x="489" y="2091"/>
                  </a:lnTo>
                  <a:lnTo>
                    <a:pt x="493" y="2091"/>
                  </a:lnTo>
                  <a:lnTo>
                    <a:pt x="497" y="2091"/>
                  </a:lnTo>
                  <a:lnTo>
                    <a:pt x="500" y="2088"/>
                  </a:lnTo>
                  <a:lnTo>
                    <a:pt x="504" y="2088"/>
                  </a:lnTo>
                  <a:lnTo>
                    <a:pt x="507" y="2084"/>
                  </a:lnTo>
                  <a:lnTo>
                    <a:pt x="511" y="2081"/>
                  </a:lnTo>
                  <a:lnTo>
                    <a:pt x="515" y="2081"/>
                  </a:lnTo>
                  <a:lnTo>
                    <a:pt x="518" y="2077"/>
                  </a:lnTo>
                  <a:lnTo>
                    <a:pt x="522" y="2073"/>
                  </a:lnTo>
                  <a:lnTo>
                    <a:pt x="525" y="2070"/>
                  </a:lnTo>
                  <a:lnTo>
                    <a:pt x="529" y="2066"/>
                  </a:lnTo>
                  <a:lnTo>
                    <a:pt x="533" y="2063"/>
                  </a:lnTo>
                  <a:lnTo>
                    <a:pt x="536" y="2059"/>
                  </a:lnTo>
                  <a:lnTo>
                    <a:pt x="536" y="2055"/>
                  </a:lnTo>
                  <a:lnTo>
                    <a:pt x="540" y="2052"/>
                  </a:lnTo>
                  <a:lnTo>
                    <a:pt x="543" y="2048"/>
                  </a:lnTo>
                  <a:lnTo>
                    <a:pt x="543" y="2045"/>
                  </a:lnTo>
                  <a:lnTo>
                    <a:pt x="547" y="2041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1" y="2016"/>
                  </a:lnTo>
                  <a:lnTo>
                    <a:pt x="565" y="2012"/>
                  </a:lnTo>
                  <a:lnTo>
                    <a:pt x="569" y="2009"/>
                  </a:lnTo>
                  <a:lnTo>
                    <a:pt x="569" y="2005"/>
                  </a:lnTo>
                  <a:lnTo>
                    <a:pt x="572" y="2001"/>
                  </a:lnTo>
                  <a:lnTo>
                    <a:pt x="576" y="1998"/>
                  </a:lnTo>
                  <a:lnTo>
                    <a:pt x="576" y="1994"/>
                  </a:lnTo>
                  <a:lnTo>
                    <a:pt x="579" y="1991"/>
                  </a:lnTo>
                  <a:lnTo>
                    <a:pt x="579" y="1987"/>
                  </a:lnTo>
                  <a:lnTo>
                    <a:pt x="583" y="1983"/>
                  </a:lnTo>
                  <a:lnTo>
                    <a:pt x="587" y="1980"/>
                  </a:lnTo>
                  <a:lnTo>
                    <a:pt x="590" y="1976"/>
                  </a:lnTo>
                  <a:lnTo>
                    <a:pt x="594" y="1973"/>
                  </a:lnTo>
                  <a:lnTo>
                    <a:pt x="594" y="1969"/>
                  </a:lnTo>
                  <a:lnTo>
                    <a:pt x="597" y="1965"/>
                  </a:lnTo>
                  <a:lnTo>
                    <a:pt x="601" y="1962"/>
                  </a:lnTo>
                  <a:lnTo>
                    <a:pt x="605" y="1958"/>
                  </a:lnTo>
                  <a:lnTo>
                    <a:pt x="608" y="1955"/>
                  </a:lnTo>
                  <a:lnTo>
                    <a:pt x="612" y="1951"/>
                  </a:lnTo>
                  <a:lnTo>
                    <a:pt x="615" y="1951"/>
                  </a:lnTo>
                  <a:lnTo>
                    <a:pt x="619" y="1951"/>
                  </a:lnTo>
                  <a:lnTo>
                    <a:pt x="623" y="1947"/>
                  </a:lnTo>
                  <a:lnTo>
                    <a:pt x="626" y="1947"/>
                  </a:lnTo>
                  <a:lnTo>
                    <a:pt x="630" y="1947"/>
                  </a:lnTo>
                  <a:lnTo>
                    <a:pt x="633" y="1947"/>
                  </a:lnTo>
                  <a:lnTo>
                    <a:pt x="637" y="1951"/>
                  </a:lnTo>
                  <a:lnTo>
                    <a:pt x="641" y="1951"/>
                  </a:lnTo>
                  <a:lnTo>
                    <a:pt x="644" y="1955"/>
                  </a:lnTo>
                  <a:lnTo>
                    <a:pt x="648" y="1955"/>
                  </a:lnTo>
                  <a:lnTo>
                    <a:pt x="651" y="1958"/>
                  </a:lnTo>
                  <a:lnTo>
                    <a:pt x="655" y="1962"/>
                  </a:lnTo>
                  <a:lnTo>
                    <a:pt x="659" y="1965"/>
                  </a:lnTo>
                  <a:lnTo>
                    <a:pt x="662" y="1969"/>
                  </a:lnTo>
                  <a:lnTo>
                    <a:pt x="666" y="1973"/>
                  </a:lnTo>
                  <a:lnTo>
                    <a:pt x="669" y="1976"/>
                  </a:lnTo>
                  <a:lnTo>
                    <a:pt x="669" y="1980"/>
                  </a:lnTo>
                  <a:lnTo>
                    <a:pt x="673" y="1983"/>
                  </a:lnTo>
                  <a:lnTo>
                    <a:pt x="677" y="1987"/>
                  </a:lnTo>
                  <a:lnTo>
                    <a:pt x="677" y="1991"/>
                  </a:lnTo>
                  <a:lnTo>
                    <a:pt x="680" y="1994"/>
                  </a:lnTo>
                  <a:lnTo>
                    <a:pt x="684" y="1998"/>
                  </a:lnTo>
                  <a:lnTo>
                    <a:pt x="684" y="2001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2" y="2034"/>
                  </a:lnTo>
                  <a:lnTo>
                    <a:pt x="705" y="2037"/>
                  </a:lnTo>
                  <a:lnTo>
                    <a:pt x="705" y="2041"/>
                  </a:lnTo>
                  <a:lnTo>
                    <a:pt x="709" y="2045"/>
                  </a:lnTo>
                  <a:lnTo>
                    <a:pt x="709" y="2048"/>
                  </a:lnTo>
                  <a:lnTo>
                    <a:pt x="713" y="2052"/>
                  </a:lnTo>
                  <a:lnTo>
                    <a:pt x="716" y="2055"/>
                  </a:lnTo>
                  <a:lnTo>
                    <a:pt x="716" y="2059"/>
                  </a:lnTo>
                  <a:lnTo>
                    <a:pt x="720" y="2063"/>
                  </a:lnTo>
                  <a:lnTo>
                    <a:pt x="720" y="2066"/>
                  </a:lnTo>
                  <a:lnTo>
                    <a:pt x="723" y="2070"/>
                  </a:lnTo>
                  <a:lnTo>
                    <a:pt x="727" y="2073"/>
                  </a:lnTo>
                  <a:lnTo>
                    <a:pt x="727" y="2077"/>
                  </a:lnTo>
                  <a:lnTo>
                    <a:pt x="731" y="2081"/>
                  </a:lnTo>
                  <a:lnTo>
                    <a:pt x="734" y="2084"/>
                  </a:lnTo>
                  <a:lnTo>
                    <a:pt x="734" y="2088"/>
                  </a:lnTo>
                  <a:lnTo>
                    <a:pt x="738" y="2091"/>
                  </a:lnTo>
                  <a:lnTo>
                    <a:pt x="741" y="2095"/>
                  </a:lnTo>
                  <a:lnTo>
                    <a:pt x="745" y="2099"/>
                  </a:lnTo>
                  <a:lnTo>
                    <a:pt x="749" y="2102"/>
                  </a:lnTo>
                  <a:lnTo>
                    <a:pt x="752" y="2106"/>
                  </a:lnTo>
                  <a:lnTo>
                    <a:pt x="756" y="2106"/>
                  </a:lnTo>
                  <a:lnTo>
                    <a:pt x="759" y="2109"/>
                  </a:lnTo>
                  <a:lnTo>
                    <a:pt x="763" y="2109"/>
                  </a:lnTo>
                  <a:lnTo>
                    <a:pt x="767" y="2109"/>
                  </a:lnTo>
                  <a:lnTo>
                    <a:pt x="770" y="2109"/>
                  </a:lnTo>
                  <a:lnTo>
                    <a:pt x="774" y="2109"/>
                  </a:lnTo>
                  <a:lnTo>
                    <a:pt x="777" y="2106"/>
                  </a:lnTo>
                  <a:lnTo>
                    <a:pt x="781" y="2106"/>
                  </a:lnTo>
                  <a:lnTo>
                    <a:pt x="785" y="2102"/>
                  </a:lnTo>
                  <a:lnTo>
                    <a:pt x="788" y="2102"/>
                  </a:lnTo>
                  <a:lnTo>
                    <a:pt x="792" y="2099"/>
                  </a:lnTo>
                  <a:lnTo>
                    <a:pt x="795" y="2095"/>
                  </a:lnTo>
                  <a:lnTo>
                    <a:pt x="799" y="2091"/>
                  </a:lnTo>
                  <a:lnTo>
                    <a:pt x="803" y="2088"/>
                  </a:lnTo>
                  <a:lnTo>
                    <a:pt x="803" y="2084"/>
                  </a:lnTo>
                  <a:lnTo>
                    <a:pt x="806" y="2081"/>
                  </a:lnTo>
                  <a:lnTo>
                    <a:pt x="810" y="2077"/>
                  </a:lnTo>
                  <a:lnTo>
                    <a:pt x="810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17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9" y="1998"/>
                  </a:lnTo>
                  <a:lnTo>
                    <a:pt x="849" y="1994"/>
                  </a:lnTo>
                  <a:lnTo>
                    <a:pt x="853" y="1991"/>
                  </a:lnTo>
                  <a:lnTo>
                    <a:pt x="853" y="1987"/>
                  </a:lnTo>
                  <a:lnTo>
                    <a:pt x="857" y="1983"/>
                  </a:lnTo>
                  <a:lnTo>
                    <a:pt x="860" y="1980"/>
                  </a:lnTo>
                  <a:lnTo>
                    <a:pt x="860" y="1976"/>
                  </a:lnTo>
                  <a:lnTo>
                    <a:pt x="860" y="1973"/>
                  </a:lnTo>
                  <a:lnTo>
                    <a:pt x="864" y="1969"/>
                  </a:lnTo>
                  <a:lnTo>
                    <a:pt x="864" y="1965"/>
                  </a:lnTo>
                  <a:lnTo>
                    <a:pt x="867" y="1962"/>
                  </a:lnTo>
                  <a:lnTo>
                    <a:pt x="871" y="1958"/>
                  </a:lnTo>
                  <a:lnTo>
                    <a:pt x="871" y="1955"/>
                  </a:lnTo>
                  <a:lnTo>
                    <a:pt x="875" y="1951"/>
                  </a:lnTo>
                  <a:lnTo>
                    <a:pt x="878" y="1947"/>
                  </a:lnTo>
                  <a:lnTo>
                    <a:pt x="882" y="1944"/>
                  </a:lnTo>
                  <a:lnTo>
                    <a:pt x="882" y="1940"/>
                  </a:lnTo>
                  <a:lnTo>
                    <a:pt x="885" y="1937"/>
                  </a:lnTo>
                  <a:lnTo>
                    <a:pt x="889" y="1933"/>
                  </a:lnTo>
                  <a:lnTo>
                    <a:pt x="893" y="1929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6"/>
                  </a:lnTo>
                  <a:lnTo>
                    <a:pt x="918" y="1926"/>
                  </a:lnTo>
                  <a:lnTo>
                    <a:pt x="921" y="1929"/>
                  </a:lnTo>
                  <a:lnTo>
                    <a:pt x="925" y="1933"/>
                  </a:lnTo>
                  <a:lnTo>
                    <a:pt x="929" y="1937"/>
                  </a:lnTo>
                  <a:lnTo>
                    <a:pt x="932" y="1940"/>
                  </a:lnTo>
                  <a:lnTo>
                    <a:pt x="936" y="1944"/>
                  </a:lnTo>
                  <a:lnTo>
                    <a:pt x="939" y="1947"/>
                  </a:lnTo>
                  <a:lnTo>
                    <a:pt x="939" y="1951"/>
                  </a:lnTo>
                  <a:lnTo>
                    <a:pt x="943" y="1955"/>
                  </a:lnTo>
                  <a:lnTo>
                    <a:pt x="947" y="1958"/>
                  </a:lnTo>
                  <a:lnTo>
                    <a:pt x="947" y="1962"/>
                  </a:lnTo>
                  <a:lnTo>
                    <a:pt x="950" y="1965"/>
                  </a:lnTo>
                  <a:lnTo>
                    <a:pt x="950" y="1969"/>
                  </a:lnTo>
                  <a:lnTo>
                    <a:pt x="954" y="1973"/>
                  </a:lnTo>
                  <a:lnTo>
                    <a:pt x="954" y="1976"/>
                  </a:lnTo>
                  <a:lnTo>
                    <a:pt x="957" y="1980"/>
                  </a:lnTo>
                  <a:lnTo>
                    <a:pt x="957" y="1983"/>
                  </a:lnTo>
                  <a:lnTo>
                    <a:pt x="961" y="1987"/>
                  </a:lnTo>
                  <a:lnTo>
                    <a:pt x="961" y="1991"/>
                  </a:lnTo>
                  <a:lnTo>
                    <a:pt x="965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3" y="2070"/>
                  </a:lnTo>
                  <a:lnTo>
                    <a:pt x="997" y="2073"/>
                  </a:lnTo>
                  <a:lnTo>
                    <a:pt x="997" y="2077"/>
                  </a:lnTo>
                  <a:lnTo>
                    <a:pt x="1001" y="2081"/>
                  </a:lnTo>
                  <a:lnTo>
                    <a:pt x="1001" y="2084"/>
                  </a:lnTo>
                  <a:lnTo>
                    <a:pt x="1004" y="2088"/>
                  </a:lnTo>
                  <a:lnTo>
                    <a:pt x="1004" y="2091"/>
                  </a:lnTo>
                  <a:lnTo>
                    <a:pt x="1008" y="2095"/>
                  </a:lnTo>
                  <a:lnTo>
                    <a:pt x="1008" y="2099"/>
                  </a:lnTo>
                  <a:lnTo>
                    <a:pt x="1011" y="2102"/>
                  </a:lnTo>
                  <a:lnTo>
                    <a:pt x="1011" y="2106"/>
                  </a:lnTo>
                  <a:lnTo>
                    <a:pt x="1015" y="2109"/>
                  </a:lnTo>
                  <a:lnTo>
                    <a:pt x="1015" y="2113"/>
                  </a:lnTo>
                  <a:lnTo>
                    <a:pt x="1019" y="2117"/>
                  </a:lnTo>
                  <a:lnTo>
                    <a:pt x="1022" y="2120"/>
                  </a:lnTo>
                  <a:lnTo>
                    <a:pt x="1026" y="2124"/>
                  </a:lnTo>
                  <a:lnTo>
                    <a:pt x="1026" y="2127"/>
                  </a:lnTo>
                  <a:lnTo>
                    <a:pt x="1029" y="2131"/>
                  </a:lnTo>
                  <a:lnTo>
                    <a:pt x="1033" y="2135"/>
                  </a:lnTo>
                  <a:lnTo>
                    <a:pt x="1037" y="2138"/>
                  </a:lnTo>
                  <a:lnTo>
                    <a:pt x="1040" y="2138"/>
                  </a:lnTo>
                  <a:lnTo>
                    <a:pt x="1044" y="2142"/>
                  </a:lnTo>
                  <a:lnTo>
                    <a:pt x="1047" y="2142"/>
                  </a:lnTo>
                  <a:lnTo>
                    <a:pt x="1051" y="2142"/>
                  </a:lnTo>
                  <a:lnTo>
                    <a:pt x="1055" y="2138"/>
                  </a:lnTo>
                  <a:lnTo>
                    <a:pt x="1058" y="2138"/>
                  </a:lnTo>
                  <a:lnTo>
                    <a:pt x="1062" y="2135"/>
                  </a:lnTo>
                  <a:lnTo>
                    <a:pt x="1065" y="2131"/>
                  </a:lnTo>
                  <a:lnTo>
                    <a:pt x="1069" y="2127"/>
                  </a:lnTo>
                  <a:lnTo>
                    <a:pt x="1073" y="2124"/>
                  </a:lnTo>
                  <a:lnTo>
                    <a:pt x="1076" y="2120"/>
                  </a:lnTo>
                  <a:lnTo>
                    <a:pt x="1076" y="2117"/>
                  </a:lnTo>
                  <a:lnTo>
                    <a:pt x="1080" y="2113"/>
                  </a:lnTo>
                  <a:lnTo>
                    <a:pt x="1080" y="2109"/>
                  </a:lnTo>
                  <a:lnTo>
                    <a:pt x="1083" y="2106"/>
                  </a:lnTo>
                  <a:lnTo>
                    <a:pt x="1083" y="2102"/>
                  </a:lnTo>
                  <a:lnTo>
                    <a:pt x="1087" y="2099"/>
                  </a:lnTo>
                  <a:lnTo>
                    <a:pt x="1087" y="2095"/>
                  </a:lnTo>
                  <a:lnTo>
                    <a:pt x="1091" y="2091"/>
                  </a:lnTo>
                  <a:lnTo>
                    <a:pt x="1091" y="2088"/>
                  </a:lnTo>
                  <a:lnTo>
                    <a:pt x="1094" y="2084"/>
                  </a:lnTo>
                  <a:lnTo>
                    <a:pt x="1094" y="2081"/>
                  </a:lnTo>
                  <a:lnTo>
                    <a:pt x="1094" y="2077"/>
                  </a:lnTo>
                  <a:lnTo>
                    <a:pt x="1098" y="2073"/>
                  </a:lnTo>
                  <a:lnTo>
                    <a:pt x="1098" y="2070"/>
                  </a:lnTo>
                  <a:lnTo>
                    <a:pt x="1098" y="2066"/>
                  </a:lnTo>
                  <a:lnTo>
                    <a:pt x="1101" y="2063"/>
                  </a:lnTo>
                  <a:lnTo>
                    <a:pt x="1101" y="2059"/>
                  </a:lnTo>
                  <a:lnTo>
                    <a:pt x="1105" y="2055"/>
                  </a:lnTo>
                  <a:lnTo>
                    <a:pt x="1105" y="2052"/>
                  </a:lnTo>
                  <a:lnTo>
                    <a:pt x="1105" y="2048"/>
                  </a:lnTo>
                  <a:lnTo>
                    <a:pt x="1109" y="2045"/>
                  </a:lnTo>
                  <a:lnTo>
                    <a:pt x="1109" y="2041"/>
                  </a:lnTo>
                  <a:lnTo>
                    <a:pt x="1112" y="2037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3" y="1998"/>
                  </a:lnTo>
                  <a:lnTo>
                    <a:pt x="1123" y="1994"/>
                  </a:lnTo>
                  <a:lnTo>
                    <a:pt x="1127" y="1991"/>
                  </a:lnTo>
                  <a:lnTo>
                    <a:pt x="1127" y="1987"/>
                  </a:lnTo>
                  <a:lnTo>
                    <a:pt x="1130" y="1983"/>
                  </a:lnTo>
                  <a:lnTo>
                    <a:pt x="1130" y="1980"/>
                  </a:lnTo>
                  <a:lnTo>
                    <a:pt x="1130" y="1976"/>
                  </a:lnTo>
                  <a:lnTo>
                    <a:pt x="1134" y="1973"/>
                  </a:lnTo>
                  <a:lnTo>
                    <a:pt x="1134" y="1969"/>
                  </a:lnTo>
                  <a:lnTo>
                    <a:pt x="1137" y="1965"/>
                  </a:lnTo>
                  <a:lnTo>
                    <a:pt x="1137" y="1958"/>
                  </a:lnTo>
                  <a:lnTo>
                    <a:pt x="1137" y="1955"/>
                  </a:lnTo>
                  <a:lnTo>
                    <a:pt x="1141" y="1951"/>
                  </a:lnTo>
                  <a:lnTo>
                    <a:pt x="1141" y="1947"/>
                  </a:lnTo>
                  <a:lnTo>
                    <a:pt x="1141" y="1944"/>
                  </a:lnTo>
                  <a:lnTo>
                    <a:pt x="1145" y="1940"/>
                  </a:lnTo>
                  <a:lnTo>
                    <a:pt x="1145" y="1937"/>
                  </a:lnTo>
                  <a:lnTo>
                    <a:pt x="1148" y="1933"/>
                  </a:lnTo>
                  <a:lnTo>
                    <a:pt x="1148" y="1929"/>
                  </a:lnTo>
                  <a:lnTo>
                    <a:pt x="1152" y="1926"/>
                  </a:lnTo>
                  <a:lnTo>
                    <a:pt x="1152" y="1922"/>
                  </a:lnTo>
                  <a:lnTo>
                    <a:pt x="1155" y="1919"/>
                  </a:lnTo>
                  <a:lnTo>
                    <a:pt x="1155" y="1915"/>
                  </a:lnTo>
                  <a:lnTo>
                    <a:pt x="1159" y="1911"/>
                  </a:lnTo>
                  <a:lnTo>
                    <a:pt x="1159" y="1908"/>
                  </a:lnTo>
                  <a:lnTo>
                    <a:pt x="1163" y="1904"/>
                  </a:lnTo>
                  <a:lnTo>
                    <a:pt x="1163" y="1901"/>
                  </a:lnTo>
                  <a:lnTo>
                    <a:pt x="1166" y="1897"/>
                  </a:lnTo>
                  <a:lnTo>
                    <a:pt x="1170" y="1893"/>
                  </a:lnTo>
                  <a:lnTo>
                    <a:pt x="1173" y="1890"/>
                  </a:lnTo>
                  <a:lnTo>
                    <a:pt x="1177" y="1886"/>
                  </a:lnTo>
                  <a:lnTo>
                    <a:pt x="1181" y="1883"/>
                  </a:lnTo>
                  <a:lnTo>
                    <a:pt x="1184" y="1879"/>
                  </a:lnTo>
                  <a:lnTo>
                    <a:pt x="1188" y="1879"/>
                  </a:lnTo>
                  <a:lnTo>
                    <a:pt x="1191" y="1883"/>
                  </a:lnTo>
                  <a:lnTo>
                    <a:pt x="1195" y="1883"/>
                  </a:lnTo>
                  <a:lnTo>
                    <a:pt x="1199" y="1886"/>
                  </a:lnTo>
                  <a:lnTo>
                    <a:pt x="1202" y="1890"/>
                  </a:lnTo>
                  <a:lnTo>
                    <a:pt x="1206" y="1893"/>
                  </a:lnTo>
                  <a:lnTo>
                    <a:pt x="1209" y="1897"/>
                  </a:lnTo>
                  <a:lnTo>
                    <a:pt x="1209" y="1901"/>
                  </a:lnTo>
                  <a:lnTo>
                    <a:pt x="1213" y="1904"/>
                  </a:lnTo>
                  <a:lnTo>
                    <a:pt x="1217" y="1908"/>
                  </a:lnTo>
                  <a:lnTo>
                    <a:pt x="1217" y="1911"/>
                  </a:lnTo>
                  <a:lnTo>
                    <a:pt x="1220" y="1915"/>
                  </a:lnTo>
                  <a:lnTo>
                    <a:pt x="1220" y="1919"/>
                  </a:lnTo>
                  <a:lnTo>
                    <a:pt x="1224" y="1922"/>
                  </a:lnTo>
                  <a:lnTo>
                    <a:pt x="1224" y="1926"/>
                  </a:lnTo>
                  <a:lnTo>
                    <a:pt x="1224" y="1929"/>
                  </a:lnTo>
                  <a:lnTo>
                    <a:pt x="1227" y="1933"/>
                  </a:lnTo>
                  <a:lnTo>
                    <a:pt x="1227" y="1937"/>
                  </a:lnTo>
                  <a:lnTo>
                    <a:pt x="1227" y="1940"/>
                  </a:lnTo>
                  <a:lnTo>
                    <a:pt x="1231" y="1944"/>
                  </a:lnTo>
                  <a:lnTo>
                    <a:pt x="1231" y="1951"/>
                  </a:lnTo>
                  <a:lnTo>
                    <a:pt x="1235" y="1955"/>
                  </a:lnTo>
                  <a:lnTo>
                    <a:pt x="1235" y="1958"/>
                  </a:lnTo>
                  <a:lnTo>
                    <a:pt x="1235" y="1962"/>
                  </a:lnTo>
                  <a:lnTo>
                    <a:pt x="1238" y="1965"/>
                  </a:lnTo>
                  <a:lnTo>
                    <a:pt x="1238" y="1973"/>
                  </a:lnTo>
                  <a:lnTo>
                    <a:pt x="1242" y="1976"/>
                  </a:lnTo>
                  <a:lnTo>
                    <a:pt x="1242" y="1980"/>
                  </a:lnTo>
                  <a:lnTo>
                    <a:pt x="1242" y="1983"/>
                  </a:lnTo>
                  <a:lnTo>
                    <a:pt x="1245" y="1991"/>
                  </a:lnTo>
                  <a:lnTo>
                    <a:pt x="1245" y="1994"/>
                  </a:lnTo>
                  <a:lnTo>
                    <a:pt x="1249" y="1998"/>
                  </a:lnTo>
                  <a:lnTo>
                    <a:pt x="1249" y="2005"/>
                  </a:lnTo>
                  <a:lnTo>
                    <a:pt x="1249" y="2009"/>
                  </a:lnTo>
                  <a:lnTo>
                    <a:pt x="1253" y="2012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30"/>
                  </a:lnTo>
                  <a:lnTo>
                    <a:pt x="1256" y="2034"/>
                  </a:lnTo>
                  <a:lnTo>
                    <a:pt x="1260" y="2037"/>
                  </a:lnTo>
                  <a:lnTo>
                    <a:pt x="1260" y="2045"/>
                  </a:lnTo>
                  <a:lnTo>
                    <a:pt x="1260" y="2048"/>
                  </a:lnTo>
                  <a:lnTo>
                    <a:pt x="1263" y="2055"/>
                  </a:lnTo>
                  <a:lnTo>
                    <a:pt x="1263" y="2059"/>
                  </a:lnTo>
                  <a:lnTo>
                    <a:pt x="1267" y="2066"/>
                  </a:lnTo>
                  <a:lnTo>
                    <a:pt x="1267" y="2070"/>
                  </a:lnTo>
                  <a:lnTo>
                    <a:pt x="1267" y="2073"/>
                  </a:lnTo>
                  <a:lnTo>
                    <a:pt x="1271" y="2081"/>
                  </a:lnTo>
                  <a:lnTo>
                    <a:pt x="1271" y="2084"/>
                  </a:lnTo>
                  <a:lnTo>
                    <a:pt x="1274" y="2091"/>
                  </a:lnTo>
                  <a:lnTo>
                    <a:pt x="1274" y="2095"/>
                  </a:lnTo>
                  <a:lnTo>
                    <a:pt x="1274" y="2099"/>
                  </a:lnTo>
                  <a:lnTo>
                    <a:pt x="1278" y="2106"/>
                  </a:lnTo>
                  <a:lnTo>
                    <a:pt x="1278" y="2109"/>
                  </a:lnTo>
                  <a:lnTo>
                    <a:pt x="1278" y="2113"/>
                  </a:lnTo>
                  <a:lnTo>
                    <a:pt x="1281" y="2120"/>
                  </a:lnTo>
                  <a:lnTo>
                    <a:pt x="1281" y="2124"/>
                  </a:lnTo>
                  <a:lnTo>
                    <a:pt x="1285" y="2127"/>
                  </a:lnTo>
                  <a:lnTo>
                    <a:pt x="1285" y="2131"/>
                  </a:lnTo>
                  <a:lnTo>
                    <a:pt x="1285" y="2138"/>
                  </a:lnTo>
                  <a:lnTo>
                    <a:pt x="1289" y="2142"/>
                  </a:lnTo>
                  <a:lnTo>
                    <a:pt x="1289" y="2145"/>
                  </a:lnTo>
                  <a:lnTo>
                    <a:pt x="1292" y="2149"/>
                  </a:lnTo>
                  <a:lnTo>
                    <a:pt x="1292" y="2153"/>
                  </a:lnTo>
                  <a:lnTo>
                    <a:pt x="1292" y="2156"/>
                  </a:lnTo>
                  <a:lnTo>
                    <a:pt x="1296" y="2160"/>
                  </a:lnTo>
                  <a:lnTo>
                    <a:pt x="1296" y="2163"/>
                  </a:lnTo>
                  <a:lnTo>
                    <a:pt x="1296" y="2167"/>
                  </a:lnTo>
                  <a:lnTo>
                    <a:pt x="1299" y="2171"/>
                  </a:lnTo>
                  <a:lnTo>
                    <a:pt x="1299" y="2174"/>
                  </a:lnTo>
                  <a:lnTo>
                    <a:pt x="1303" y="2178"/>
                  </a:lnTo>
                  <a:lnTo>
                    <a:pt x="1303" y="2181"/>
                  </a:lnTo>
                  <a:lnTo>
                    <a:pt x="1307" y="2185"/>
                  </a:lnTo>
                  <a:lnTo>
                    <a:pt x="1307" y="2189"/>
                  </a:lnTo>
                  <a:lnTo>
                    <a:pt x="1310" y="2192"/>
                  </a:lnTo>
                  <a:lnTo>
                    <a:pt x="1310" y="2196"/>
                  </a:lnTo>
                  <a:lnTo>
                    <a:pt x="1314" y="2199"/>
                  </a:lnTo>
                  <a:lnTo>
                    <a:pt x="1317" y="2203"/>
                  </a:lnTo>
                  <a:lnTo>
                    <a:pt x="1321" y="2207"/>
                  </a:lnTo>
                  <a:lnTo>
                    <a:pt x="1325" y="2207"/>
                  </a:lnTo>
                  <a:lnTo>
                    <a:pt x="1328" y="2210"/>
                  </a:lnTo>
                  <a:lnTo>
                    <a:pt x="1332" y="2207"/>
                  </a:lnTo>
                  <a:lnTo>
                    <a:pt x="1335" y="2207"/>
                  </a:lnTo>
                  <a:lnTo>
                    <a:pt x="1339" y="2203"/>
                  </a:lnTo>
                  <a:lnTo>
                    <a:pt x="1343" y="2199"/>
                  </a:lnTo>
                  <a:lnTo>
                    <a:pt x="1346" y="2196"/>
                  </a:lnTo>
                  <a:lnTo>
                    <a:pt x="1346" y="2192"/>
                  </a:lnTo>
                  <a:lnTo>
                    <a:pt x="1350" y="2189"/>
                  </a:lnTo>
                  <a:lnTo>
                    <a:pt x="1350" y="2185"/>
                  </a:lnTo>
                  <a:lnTo>
                    <a:pt x="1353" y="2181"/>
                  </a:lnTo>
                  <a:lnTo>
                    <a:pt x="1353" y="2178"/>
                  </a:lnTo>
                  <a:lnTo>
                    <a:pt x="1353" y="2174"/>
                  </a:lnTo>
                  <a:lnTo>
                    <a:pt x="1357" y="2171"/>
                  </a:lnTo>
                  <a:lnTo>
                    <a:pt x="1357" y="2167"/>
                  </a:lnTo>
                  <a:lnTo>
                    <a:pt x="1361" y="2163"/>
                  </a:lnTo>
                  <a:lnTo>
                    <a:pt x="1361" y="2160"/>
                  </a:lnTo>
                  <a:lnTo>
                    <a:pt x="1361" y="2156"/>
                  </a:lnTo>
                  <a:lnTo>
                    <a:pt x="1364" y="2153"/>
                  </a:lnTo>
                  <a:lnTo>
                    <a:pt x="1364" y="2145"/>
                  </a:lnTo>
                  <a:lnTo>
                    <a:pt x="1364" y="2142"/>
                  </a:lnTo>
                  <a:lnTo>
                    <a:pt x="1368" y="2138"/>
                  </a:lnTo>
                  <a:lnTo>
                    <a:pt x="1368" y="2131"/>
                  </a:lnTo>
                  <a:lnTo>
                    <a:pt x="1371" y="2127"/>
                  </a:lnTo>
                  <a:lnTo>
                    <a:pt x="1371" y="2124"/>
                  </a:lnTo>
                  <a:lnTo>
                    <a:pt x="1371" y="2117"/>
                  </a:lnTo>
                  <a:lnTo>
                    <a:pt x="1375" y="2113"/>
                  </a:lnTo>
                  <a:lnTo>
                    <a:pt x="1375" y="2106"/>
                  </a:lnTo>
                  <a:lnTo>
                    <a:pt x="1379" y="2099"/>
                  </a:lnTo>
                  <a:lnTo>
                    <a:pt x="1379" y="2095"/>
                  </a:lnTo>
                  <a:lnTo>
                    <a:pt x="1379" y="2088"/>
                  </a:lnTo>
                  <a:lnTo>
                    <a:pt x="1382" y="2081"/>
                  </a:lnTo>
                  <a:lnTo>
                    <a:pt x="1382" y="2077"/>
                  </a:lnTo>
                  <a:lnTo>
                    <a:pt x="1382" y="2070"/>
                  </a:lnTo>
                  <a:lnTo>
                    <a:pt x="1386" y="2063"/>
                  </a:lnTo>
                  <a:lnTo>
                    <a:pt x="1386" y="2055"/>
                  </a:lnTo>
                  <a:lnTo>
                    <a:pt x="1389" y="2052"/>
                  </a:lnTo>
                  <a:lnTo>
                    <a:pt x="1389" y="2045"/>
                  </a:lnTo>
                  <a:lnTo>
                    <a:pt x="1389" y="2037"/>
                  </a:lnTo>
                  <a:lnTo>
                    <a:pt x="1393" y="2030"/>
                  </a:lnTo>
                  <a:lnTo>
                    <a:pt x="1393" y="2023"/>
                  </a:lnTo>
                  <a:lnTo>
                    <a:pt x="1397" y="2016"/>
                  </a:lnTo>
                  <a:lnTo>
                    <a:pt x="1397" y="2009"/>
                  </a:lnTo>
                  <a:lnTo>
                    <a:pt x="1397" y="2005"/>
                  </a:lnTo>
                  <a:lnTo>
                    <a:pt x="1400" y="1998"/>
                  </a:lnTo>
                  <a:lnTo>
                    <a:pt x="1400" y="1991"/>
                  </a:lnTo>
                  <a:lnTo>
                    <a:pt x="1404" y="1983"/>
                  </a:lnTo>
                  <a:lnTo>
                    <a:pt x="1404" y="1976"/>
                  </a:lnTo>
                  <a:lnTo>
                    <a:pt x="1404" y="1969"/>
                  </a:lnTo>
                  <a:lnTo>
                    <a:pt x="1407" y="1962"/>
                  </a:lnTo>
                  <a:lnTo>
                    <a:pt x="1407" y="1955"/>
                  </a:lnTo>
                  <a:lnTo>
                    <a:pt x="1407" y="1947"/>
                  </a:lnTo>
                  <a:lnTo>
                    <a:pt x="1411" y="1940"/>
                  </a:lnTo>
                  <a:lnTo>
                    <a:pt x="1411" y="1937"/>
                  </a:lnTo>
                  <a:lnTo>
                    <a:pt x="1415" y="1929"/>
                  </a:lnTo>
                  <a:lnTo>
                    <a:pt x="1415" y="1922"/>
                  </a:lnTo>
                  <a:lnTo>
                    <a:pt x="1415" y="1915"/>
                  </a:lnTo>
                  <a:lnTo>
                    <a:pt x="1418" y="1908"/>
                  </a:lnTo>
                  <a:lnTo>
                    <a:pt x="1418" y="1901"/>
                  </a:lnTo>
                  <a:lnTo>
                    <a:pt x="1422" y="1893"/>
                  </a:lnTo>
                  <a:lnTo>
                    <a:pt x="1422" y="1890"/>
                  </a:lnTo>
                  <a:lnTo>
                    <a:pt x="1422" y="1883"/>
                  </a:lnTo>
                  <a:lnTo>
                    <a:pt x="1425" y="1875"/>
                  </a:lnTo>
                  <a:lnTo>
                    <a:pt x="1425" y="1872"/>
                  </a:lnTo>
                  <a:lnTo>
                    <a:pt x="1425" y="1865"/>
                  </a:lnTo>
                  <a:lnTo>
                    <a:pt x="1429" y="1857"/>
                  </a:lnTo>
                  <a:lnTo>
                    <a:pt x="1429" y="1854"/>
                  </a:lnTo>
                  <a:lnTo>
                    <a:pt x="1433" y="1847"/>
                  </a:lnTo>
                  <a:lnTo>
                    <a:pt x="1433" y="1843"/>
                  </a:lnTo>
                  <a:lnTo>
                    <a:pt x="1433" y="1836"/>
                  </a:lnTo>
                  <a:lnTo>
                    <a:pt x="1436" y="1832"/>
                  </a:lnTo>
                  <a:lnTo>
                    <a:pt x="1436" y="1825"/>
                  </a:lnTo>
                  <a:lnTo>
                    <a:pt x="1440" y="1821"/>
                  </a:lnTo>
                  <a:lnTo>
                    <a:pt x="1440" y="1818"/>
                  </a:lnTo>
                  <a:lnTo>
                    <a:pt x="1440" y="1811"/>
                  </a:lnTo>
                  <a:lnTo>
                    <a:pt x="1443" y="1807"/>
                  </a:lnTo>
                  <a:lnTo>
                    <a:pt x="1443" y="1803"/>
                  </a:lnTo>
                  <a:lnTo>
                    <a:pt x="1447" y="1800"/>
                  </a:lnTo>
                  <a:lnTo>
                    <a:pt x="1447" y="1796"/>
                  </a:lnTo>
                  <a:lnTo>
                    <a:pt x="1447" y="1793"/>
                  </a:lnTo>
                  <a:lnTo>
                    <a:pt x="1451" y="1789"/>
                  </a:lnTo>
                  <a:lnTo>
                    <a:pt x="1451" y="1785"/>
                  </a:lnTo>
                  <a:lnTo>
                    <a:pt x="1451" y="1782"/>
                  </a:lnTo>
                  <a:lnTo>
                    <a:pt x="1454" y="1778"/>
                  </a:lnTo>
                  <a:lnTo>
                    <a:pt x="1458" y="1775"/>
                  </a:lnTo>
                  <a:lnTo>
                    <a:pt x="1458" y="1771"/>
                  </a:lnTo>
                  <a:lnTo>
                    <a:pt x="1461" y="1767"/>
                  </a:lnTo>
                  <a:lnTo>
                    <a:pt x="1465" y="1764"/>
                  </a:lnTo>
                  <a:lnTo>
                    <a:pt x="1469" y="1764"/>
                  </a:lnTo>
                  <a:lnTo>
                    <a:pt x="1472" y="1764"/>
                  </a:lnTo>
                  <a:lnTo>
                    <a:pt x="1476" y="1767"/>
                  </a:lnTo>
                  <a:lnTo>
                    <a:pt x="1479" y="1771"/>
                  </a:lnTo>
                  <a:lnTo>
                    <a:pt x="1483" y="1775"/>
                  </a:lnTo>
                  <a:lnTo>
                    <a:pt x="1483" y="1778"/>
                  </a:lnTo>
                  <a:lnTo>
                    <a:pt x="1487" y="1782"/>
                  </a:lnTo>
                  <a:lnTo>
                    <a:pt x="1487" y="1785"/>
                  </a:lnTo>
                  <a:lnTo>
                    <a:pt x="1490" y="1789"/>
                  </a:lnTo>
                  <a:lnTo>
                    <a:pt x="1490" y="1793"/>
                  </a:lnTo>
                  <a:lnTo>
                    <a:pt x="1490" y="1796"/>
                  </a:lnTo>
                  <a:lnTo>
                    <a:pt x="1494" y="1803"/>
                  </a:lnTo>
                  <a:lnTo>
                    <a:pt x="1494" y="1807"/>
                  </a:lnTo>
                  <a:lnTo>
                    <a:pt x="1494" y="1811"/>
                  </a:lnTo>
                  <a:lnTo>
                    <a:pt x="1497" y="1818"/>
                  </a:lnTo>
                  <a:lnTo>
                    <a:pt x="1497" y="1821"/>
                  </a:lnTo>
                  <a:lnTo>
                    <a:pt x="1501" y="1829"/>
                  </a:lnTo>
                  <a:lnTo>
                    <a:pt x="1501" y="1832"/>
                  </a:lnTo>
                  <a:lnTo>
                    <a:pt x="1501" y="1839"/>
                  </a:lnTo>
                  <a:lnTo>
                    <a:pt x="1505" y="1847"/>
                  </a:lnTo>
                  <a:lnTo>
                    <a:pt x="1505" y="1850"/>
                  </a:lnTo>
                  <a:lnTo>
                    <a:pt x="1508" y="1857"/>
                  </a:lnTo>
                  <a:lnTo>
                    <a:pt x="1508" y="1865"/>
                  </a:lnTo>
                  <a:lnTo>
                    <a:pt x="1508" y="1872"/>
                  </a:lnTo>
                  <a:lnTo>
                    <a:pt x="1512" y="1879"/>
                  </a:lnTo>
                  <a:lnTo>
                    <a:pt x="1512" y="1886"/>
                  </a:lnTo>
                  <a:lnTo>
                    <a:pt x="1512" y="1897"/>
                  </a:lnTo>
                  <a:lnTo>
                    <a:pt x="1515" y="1904"/>
                  </a:lnTo>
                  <a:lnTo>
                    <a:pt x="1515" y="1911"/>
                  </a:lnTo>
                  <a:lnTo>
                    <a:pt x="1519" y="1922"/>
                  </a:lnTo>
                  <a:lnTo>
                    <a:pt x="1519" y="1929"/>
                  </a:lnTo>
                  <a:lnTo>
                    <a:pt x="1519" y="1937"/>
                  </a:lnTo>
                  <a:lnTo>
                    <a:pt x="1523" y="1947"/>
                  </a:lnTo>
                  <a:lnTo>
                    <a:pt x="1523" y="1955"/>
                  </a:lnTo>
                  <a:lnTo>
                    <a:pt x="1526" y="1965"/>
                  </a:lnTo>
                  <a:lnTo>
                    <a:pt x="1526" y="1976"/>
                  </a:lnTo>
                  <a:lnTo>
                    <a:pt x="1526" y="1983"/>
                  </a:lnTo>
                  <a:lnTo>
                    <a:pt x="1530" y="1994"/>
                  </a:lnTo>
                  <a:lnTo>
                    <a:pt x="1530" y="2005"/>
                  </a:lnTo>
                  <a:lnTo>
                    <a:pt x="1533" y="2012"/>
                  </a:lnTo>
                  <a:lnTo>
                    <a:pt x="1533" y="2023"/>
                  </a:lnTo>
                  <a:lnTo>
                    <a:pt x="1533" y="2034"/>
                  </a:lnTo>
                  <a:lnTo>
                    <a:pt x="1537" y="2045"/>
                  </a:lnTo>
                  <a:lnTo>
                    <a:pt x="1537" y="2055"/>
                  </a:lnTo>
                  <a:lnTo>
                    <a:pt x="1537" y="2066"/>
                  </a:lnTo>
                  <a:lnTo>
                    <a:pt x="1541" y="2077"/>
                  </a:lnTo>
                  <a:lnTo>
                    <a:pt x="1541" y="2088"/>
                  </a:lnTo>
                  <a:lnTo>
                    <a:pt x="1544" y="2095"/>
                  </a:lnTo>
                  <a:lnTo>
                    <a:pt x="1544" y="2106"/>
                  </a:lnTo>
                  <a:lnTo>
                    <a:pt x="1544" y="2117"/>
                  </a:lnTo>
                  <a:lnTo>
                    <a:pt x="1548" y="2127"/>
                  </a:lnTo>
                  <a:lnTo>
                    <a:pt x="1548" y="2138"/>
                  </a:lnTo>
                  <a:lnTo>
                    <a:pt x="1551" y="2149"/>
                  </a:lnTo>
                  <a:lnTo>
                    <a:pt x="1551" y="2160"/>
                  </a:lnTo>
                  <a:lnTo>
                    <a:pt x="1551" y="2171"/>
                  </a:lnTo>
                  <a:lnTo>
                    <a:pt x="1555" y="2181"/>
                  </a:lnTo>
                  <a:lnTo>
                    <a:pt x="1555" y="2192"/>
                  </a:lnTo>
                  <a:lnTo>
                    <a:pt x="1555" y="2203"/>
                  </a:lnTo>
                  <a:lnTo>
                    <a:pt x="1559" y="2214"/>
                  </a:lnTo>
                  <a:lnTo>
                    <a:pt x="1559" y="2225"/>
                  </a:lnTo>
                  <a:lnTo>
                    <a:pt x="1562" y="2235"/>
                  </a:lnTo>
                  <a:lnTo>
                    <a:pt x="1562" y="2243"/>
                  </a:lnTo>
                  <a:lnTo>
                    <a:pt x="1562" y="2253"/>
                  </a:lnTo>
                  <a:lnTo>
                    <a:pt x="1566" y="2264"/>
                  </a:lnTo>
                  <a:lnTo>
                    <a:pt x="1566" y="2275"/>
                  </a:lnTo>
                  <a:lnTo>
                    <a:pt x="1569" y="2286"/>
                  </a:lnTo>
                  <a:lnTo>
                    <a:pt x="1569" y="2293"/>
                  </a:lnTo>
                  <a:lnTo>
                    <a:pt x="1569" y="2304"/>
                  </a:lnTo>
                  <a:lnTo>
                    <a:pt x="1573" y="2311"/>
                  </a:lnTo>
                  <a:lnTo>
                    <a:pt x="1573" y="2322"/>
                  </a:lnTo>
                  <a:lnTo>
                    <a:pt x="1577" y="2329"/>
                  </a:lnTo>
                  <a:lnTo>
                    <a:pt x="1577" y="2340"/>
                  </a:lnTo>
                  <a:lnTo>
                    <a:pt x="1577" y="2347"/>
                  </a:lnTo>
                  <a:lnTo>
                    <a:pt x="1580" y="2354"/>
                  </a:lnTo>
                  <a:lnTo>
                    <a:pt x="1580" y="2365"/>
                  </a:lnTo>
                  <a:lnTo>
                    <a:pt x="1580" y="2372"/>
                  </a:lnTo>
                  <a:lnTo>
                    <a:pt x="1584" y="2379"/>
                  </a:lnTo>
                  <a:lnTo>
                    <a:pt x="1584" y="2387"/>
                  </a:lnTo>
                  <a:lnTo>
                    <a:pt x="1587" y="2394"/>
                  </a:lnTo>
                  <a:lnTo>
                    <a:pt x="1587" y="2401"/>
                  </a:lnTo>
                  <a:lnTo>
                    <a:pt x="1587" y="2408"/>
                  </a:lnTo>
                  <a:lnTo>
                    <a:pt x="1591" y="2412"/>
                  </a:lnTo>
                  <a:lnTo>
                    <a:pt x="1591" y="2419"/>
                  </a:lnTo>
                  <a:lnTo>
                    <a:pt x="1595" y="2423"/>
                  </a:lnTo>
                  <a:lnTo>
                    <a:pt x="1595" y="2430"/>
                  </a:lnTo>
                  <a:lnTo>
                    <a:pt x="1595" y="2433"/>
                  </a:lnTo>
                  <a:lnTo>
                    <a:pt x="1598" y="2437"/>
                  </a:lnTo>
                  <a:lnTo>
                    <a:pt x="1598" y="2444"/>
                  </a:lnTo>
                  <a:lnTo>
                    <a:pt x="1598" y="2448"/>
                  </a:lnTo>
                  <a:lnTo>
                    <a:pt x="1602" y="2451"/>
                  </a:lnTo>
                  <a:lnTo>
                    <a:pt x="1605" y="2455"/>
                  </a:lnTo>
                  <a:lnTo>
                    <a:pt x="1605" y="2459"/>
                  </a:lnTo>
                  <a:lnTo>
                    <a:pt x="1609" y="2462"/>
                  </a:lnTo>
                  <a:lnTo>
                    <a:pt x="1613" y="2462"/>
                  </a:lnTo>
                  <a:lnTo>
                    <a:pt x="1616" y="2462"/>
                  </a:lnTo>
                  <a:lnTo>
                    <a:pt x="1620" y="2459"/>
                  </a:lnTo>
                  <a:lnTo>
                    <a:pt x="1620" y="2455"/>
                  </a:lnTo>
                  <a:lnTo>
                    <a:pt x="1623" y="2451"/>
                  </a:lnTo>
                  <a:lnTo>
                    <a:pt x="1623" y="2448"/>
                  </a:lnTo>
                  <a:lnTo>
                    <a:pt x="1623" y="2444"/>
                  </a:lnTo>
                  <a:lnTo>
                    <a:pt x="1627" y="2441"/>
                  </a:lnTo>
                  <a:lnTo>
                    <a:pt x="1627" y="2437"/>
                  </a:lnTo>
                  <a:lnTo>
                    <a:pt x="1631" y="2430"/>
                  </a:lnTo>
                  <a:lnTo>
                    <a:pt x="1631" y="2426"/>
                  </a:lnTo>
                  <a:lnTo>
                    <a:pt x="1631" y="2419"/>
                  </a:lnTo>
                  <a:lnTo>
                    <a:pt x="1634" y="2412"/>
                  </a:lnTo>
                  <a:lnTo>
                    <a:pt x="1634" y="2405"/>
                  </a:lnTo>
                  <a:lnTo>
                    <a:pt x="1638" y="2397"/>
                  </a:lnTo>
                  <a:lnTo>
                    <a:pt x="1638" y="2387"/>
                  </a:lnTo>
                  <a:lnTo>
                    <a:pt x="1638" y="2379"/>
                  </a:lnTo>
                  <a:lnTo>
                    <a:pt x="1641" y="2369"/>
                  </a:lnTo>
                  <a:lnTo>
                    <a:pt x="1641" y="2361"/>
                  </a:lnTo>
                  <a:lnTo>
                    <a:pt x="1641" y="2351"/>
                  </a:lnTo>
                  <a:lnTo>
                    <a:pt x="1645" y="2340"/>
                  </a:lnTo>
                  <a:lnTo>
                    <a:pt x="1645" y="2329"/>
                  </a:lnTo>
                  <a:lnTo>
                    <a:pt x="1649" y="2315"/>
                  </a:lnTo>
                  <a:lnTo>
                    <a:pt x="1649" y="2304"/>
                  </a:lnTo>
                  <a:lnTo>
                    <a:pt x="1649" y="2293"/>
                  </a:lnTo>
                  <a:lnTo>
                    <a:pt x="1652" y="2279"/>
                  </a:lnTo>
                  <a:lnTo>
                    <a:pt x="1652" y="2264"/>
                  </a:lnTo>
                  <a:lnTo>
                    <a:pt x="1656" y="2250"/>
                  </a:lnTo>
                  <a:lnTo>
                    <a:pt x="1656" y="2235"/>
                  </a:lnTo>
                  <a:lnTo>
                    <a:pt x="1656" y="2221"/>
                  </a:lnTo>
                  <a:lnTo>
                    <a:pt x="1659" y="2203"/>
                  </a:lnTo>
                  <a:lnTo>
                    <a:pt x="1659" y="2189"/>
                  </a:lnTo>
                  <a:lnTo>
                    <a:pt x="1663" y="2171"/>
                  </a:lnTo>
                  <a:lnTo>
                    <a:pt x="1663" y="2156"/>
                  </a:lnTo>
                  <a:lnTo>
                    <a:pt x="1663" y="2138"/>
                  </a:lnTo>
                  <a:lnTo>
                    <a:pt x="1667" y="2120"/>
                  </a:lnTo>
                  <a:lnTo>
                    <a:pt x="1667" y="2102"/>
                  </a:lnTo>
                  <a:lnTo>
                    <a:pt x="1667" y="2084"/>
                  </a:lnTo>
                  <a:lnTo>
                    <a:pt x="1670" y="2063"/>
                  </a:lnTo>
                  <a:lnTo>
                    <a:pt x="1670" y="2045"/>
                  </a:lnTo>
                  <a:lnTo>
                    <a:pt x="1674" y="2023"/>
                  </a:lnTo>
                  <a:lnTo>
                    <a:pt x="1674" y="2005"/>
                  </a:lnTo>
                  <a:lnTo>
                    <a:pt x="1674" y="1983"/>
                  </a:lnTo>
                  <a:lnTo>
                    <a:pt x="1677" y="1962"/>
                  </a:lnTo>
                  <a:lnTo>
                    <a:pt x="1677" y="1940"/>
                  </a:lnTo>
                  <a:lnTo>
                    <a:pt x="1681" y="1919"/>
                  </a:lnTo>
                  <a:lnTo>
                    <a:pt x="1681" y="1897"/>
                  </a:lnTo>
                  <a:lnTo>
                    <a:pt x="1681" y="1872"/>
                  </a:lnTo>
                  <a:lnTo>
                    <a:pt x="1685" y="1850"/>
                  </a:lnTo>
                  <a:lnTo>
                    <a:pt x="1685" y="1825"/>
                  </a:lnTo>
                  <a:lnTo>
                    <a:pt x="1685" y="1803"/>
                  </a:lnTo>
                  <a:lnTo>
                    <a:pt x="1688" y="1778"/>
                  </a:lnTo>
                  <a:lnTo>
                    <a:pt x="1688" y="1753"/>
                  </a:lnTo>
                  <a:lnTo>
                    <a:pt x="1692" y="1731"/>
                  </a:lnTo>
                  <a:lnTo>
                    <a:pt x="1692" y="1706"/>
                  </a:lnTo>
                  <a:lnTo>
                    <a:pt x="1692" y="1681"/>
                  </a:lnTo>
                  <a:lnTo>
                    <a:pt x="1695" y="1656"/>
                  </a:lnTo>
                  <a:lnTo>
                    <a:pt x="1695" y="1631"/>
                  </a:lnTo>
                  <a:lnTo>
                    <a:pt x="1699" y="1602"/>
                  </a:lnTo>
                  <a:lnTo>
                    <a:pt x="1699" y="1577"/>
                  </a:lnTo>
                  <a:lnTo>
                    <a:pt x="1699" y="1551"/>
                  </a:lnTo>
                  <a:lnTo>
                    <a:pt x="1703" y="1523"/>
                  </a:lnTo>
                  <a:lnTo>
                    <a:pt x="1703" y="1497"/>
                  </a:lnTo>
                  <a:lnTo>
                    <a:pt x="1706" y="1472"/>
                  </a:lnTo>
                  <a:lnTo>
                    <a:pt x="1706" y="1443"/>
                  </a:lnTo>
                  <a:lnTo>
                    <a:pt x="1706" y="1418"/>
                  </a:lnTo>
                  <a:lnTo>
                    <a:pt x="1710" y="1389"/>
                  </a:lnTo>
                  <a:lnTo>
                    <a:pt x="1710" y="1361"/>
                  </a:lnTo>
                  <a:lnTo>
                    <a:pt x="1710" y="1335"/>
                  </a:lnTo>
                  <a:lnTo>
                    <a:pt x="1713" y="1307"/>
                  </a:lnTo>
                  <a:lnTo>
                    <a:pt x="1713" y="1281"/>
                  </a:lnTo>
                  <a:lnTo>
                    <a:pt x="1717" y="1253"/>
                  </a:lnTo>
                  <a:lnTo>
                    <a:pt x="1717" y="1224"/>
                  </a:lnTo>
                  <a:lnTo>
                    <a:pt x="1717" y="1195"/>
                  </a:lnTo>
                  <a:lnTo>
                    <a:pt x="1721" y="1170"/>
                  </a:lnTo>
                  <a:lnTo>
                    <a:pt x="1721" y="1141"/>
                  </a:lnTo>
                  <a:lnTo>
                    <a:pt x="1724" y="1112"/>
                  </a:lnTo>
                  <a:lnTo>
                    <a:pt x="1724" y="1087"/>
                  </a:lnTo>
                  <a:lnTo>
                    <a:pt x="1724" y="1058"/>
                  </a:lnTo>
                  <a:lnTo>
                    <a:pt x="1728" y="1029"/>
                  </a:lnTo>
                  <a:lnTo>
                    <a:pt x="1728" y="1004"/>
                  </a:lnTo>
                  <a:lnTo>
                    <a:pt x="1728" y="975"/>
                  </a:lnTo>
                  <a:lnTo>
                    <a:pt x="1731" y="950"/>
                  </a:lnTo>
                  <a:lnTo>
                    <a:pt x="1731" y="921"/>
                  </a:lnTo>
                  <a:lnTo>
                    <a:pt x="1735" y="896"/>
                  </a:lnTo>
                  <a:lnTo>
                    <a:pt x="1735" y="867"/>
                  </a:lnTo>
                  <a:lnTo>
                    <a:pt x="1735" y="842"/>
                  </a:lnTo>
                  <a:lnTo>
                    <a:pt x="1739" y="813"/>
                  </a:lnTo>
                  <a:lnTo>
                    <a:pt x="1739" y="788"/>
                  </a:lnTo>
                  <a:lnTo>
                    <a:pt x="1742" y="763"/>
                  </a:lnTo>
                  <a:lnTo>
                    <a:pt x="1742" y="738"/>
                  </a:lnTo>
                  <a:lnTo>
                    <a:pt x="1742" y="709"/>
                  </a:lnTo>
                  <a:lnTo>
                    <a:pt x="1746" y="684"/>
                  </a:lnTo>
                  <a:lnTo>
                    <a:pt x="1746" y="659"/>
                  </a:lnTo>
                  <a:lnTo>
                    <a:pt x="1749" y="637"/>
                  </a:lnTo>
                  <a:lnTo>
                    <a:pt x="1749" y="612"/>
                  </a:lnTo>
                  <a:lnTo>
                    <a:pt x="1749" y="587"/>
                  </a:lnTo>
                  <a:lnTo>
                    <a:pt x="1753" y="562"/>
                  </a:lnTo>
                  <a:lnTo>
                    <a:pt x="1753" y="540"/>
                  </a:lnTo>
                  <a:lnTo>
                    <a:pt x="1753" y="515"/>
                  </a:lnTo>
                  <a:lnTo>
                    <a:pt x="1757" y="493"/>
                  </a:lnTo>
                  <a:lnTo>
                    <a:pt x="1757" y="472"/>
                  </a:lnTo>
                  <a:lnTo>
                    <a:pt x="1760" y="450"/>
                  </a:lnTo>
                  <a:lnTo>
                    <a:pt x="1760" y="428"/>
                  </a:lnTo>
                  <a:lnTo>
                    <a:pt x="1760" y="407"/>
                  </a:lnTo>
                  <a:lnTo>
                    <a:pt x="1764" y="385"/>
                  </a:lnTo>
                  <a:lnTo>
                    <a:pt x="1764" y="364"/>
                  </a:lnTo>
                  <a:lnTo>
                    <a:pt x="1767" y="346"/>
                  </a:lnTo>
                  <a:lnTo>
                    <a:pt x="1767" y="324"/>
                  </a:lnTo>
                  <a:lnTo>
                    <a:pt x="1767" y="306"/>
                  </a:lnTo>
                  <a:lnTo>
                    <a:pt x="1771" y="288"/>
                  </a:lnTo>
                  <a:lnTo>
                    <a:pt x="1771" y="270"/>
                  </a:lnTo>
                  <a:lnTo>
                    <a:pt x="1775" y="252"/>
                  </a:lnTo>
                  <a:lnTo>
                    <a:pt x="1775" y="234"/>
                  </a:lnTo>
                  <a:lnTo>
                    <a:pt x="1775" y="220"/>
                  </a:lnTo>
                  <a:lnTo>
                    <a:pt x="1778" y="202"/>
                  </a:lnTo>
                  <a:lnTo>
                    <a:pt x="1778" y="187"/>
                  </a:lnTo>
                  <a:lnTo>
                    <a:pt x="1778" y="173"/>
                  </a:lnTo>
                  <a:lnTo>
                    <a:pt x="1782" y="158"/>
                  </a:lnTo>
                  <a:lnTo>
                    <a:pt x="1782" y="144"/>
                  </a:lnTo>
                  <a:lnTo>
                    <a:pt x="1785" y="133"/>
                  </a:lnTo>
                  <a:lnTo>
                    <a:pt x="1785" y="119"/>
                  </a:lnTo>
                  <a:lnTo>
                    <a:pt x="1785" y="108"/>
                  </a:lnTo>
                  <a:lnTo>
                    <a:pt x="1789" y="97"/>
                  </a:lnTo>
                  <a:lnTo>
                    <a:pt x="1789" y="86"/>
                  </a:lnTo>
                  <a:lnTo>
                    <a:pt x="1793" y="76"/>
                  </a:lnTo>
                  <a:lnTo>
                    <a:pt x="1793" y="65"/>
                  </a:lnTo>
                  <a:lnTo>
                    <a:pt x="1793" y="58"/>
                  </a:lnTo>
                  <a:lnTo>
                    <a:pt x="1796" y="50"/>
                  </a:lnTo>
                  <a:lnTo>
                    <a:pt x="1796" y="40"/>
                  </a:lnTo>
                  <a:lnTo>
                    <a:pt x="1796" y="36"/>
                  </a:lnTo>
                  <a:lnTo>
                    <a:pt x="1800" y="29"/>
                  </a:lnTo>
                  <a:lnTo>
                    <a:pt x="1800" y="22"/>
                  </a:lnTo>
                  <a:lnTo>
                    <a:pt x="1803" y="18"/>
                  </a:lnTo>
                  <a:lnTo>
                    <a:pt x="1803" y="14"/>
                  </a:lnTo>
                  <a:lnTo>
                    <a:pt x="1803" y="11"/>
                  </a:lnTo>
                  <a:lnTo>
                    <a:pt x="1807" y="7"/>
                  </a:lnTo>
                  <a:lnTo>
                    <a:pt x="1811" y="4"/>
                  </a:lnTo>
                  <a:lnTo>
                    <a:pt x="1811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6" name="Freeform 104"/>
            <p:cNvSpPr>
              <a:spLocks/>
            </p:cNvSpPr>
            <p:nvPr/>
          </p:nvSpPr>
          <p:spPr bwMode="auto">
            <a:xfrm>
              <a:off x="2563" y="1048"/>
              <a:ext cx="2488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69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7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1" y="2192"/>
                </a:cxn>
                <a:cxn ang="0">
                  <a:pos x="526" y="2127"/>
                </a:cxn>
                <a:cxn ang="0">
                  <a:pos x="551" y="2045"/>
                </a:cxn>
                <a:cxn ang="0">
                  <a:pos x="573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1" y="1980"/>
                </a:cxn>
                <a:cxn ang="0">
                  <a:pos x="702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3" y="2005"/>
                </a:cxn>
                <a:cxn ang="0">
                  <a:pos x="875" y="1944"/>
                </a:cxn>
                <a:cxn ang="0">
                  <a:pos x="936" y="1951"/>
                </a:cxn>
                <a:cxn ang="0">
                  <a:pos x="969" y="2012"/>
                </a:cxn>
                <a:cxn ang="0">
                  <a:pos x="1001" y="2073"/>
                </a:cxn>
                <a:cxn ang="0">
                  <a:pos x="1055" y="2106"/>
                </a:cxn>
                <a:cxn ang="0">
                  <a:pos x="1102" y="2045"/>
                </a:cxn>
                <a:cxn ang="0">
                  <a:pos x="1138" y="1983"/>
                </a:cxn>
                <a:cxn ang="0">
                  <a:pos x="1195" y="1951"/>
                </a:cxn>
                <a:cxn ang="0">
                  <a:pos x="1246" y="2012"/>
                </a:cxn>
                <a:cxn ang="0">
                  <a:pos x="1289" y="2073"/>
                </a:cxn>
                <a:cxn ang="0">
                  <a:pos x="1350" y="2077"/>
                </a:cxn>
                <a:cxn ang="0">
                  <a:pos x="1397" y="2016"/>
                </a:cxn>
                <a:cxn ang="0">
                  <a:pos x="1451" y="1965"/>
                </a:cxn>
                <a:cxn ang="0">
                  <a:pos x="1512" y="1998"/>
                </a:cxn>
                <a:cxn ang="0">
                  <a:pos x="1563" y="2059"/>
                </a:cxn>
                <a:cxn ang="0">
                  <a:pos x="1624" y="2070"/>
                </a:cxn>
                <a:cxn ang="0">
                  <a:pos x="1681" y="2012"/>
                </a:cxn>
                <a:cxn ang="0">
                  <a:pos x="1743" y="1973"/>
                </a:cxn>
                <a:cxn ang="0">
                  <a:pos x="1804" y="2016"/>
                </a:cxn>
                <a:cxn ang="0">
                  <a:pos x="1861" y="2070"/>
                </a:cxn>
                <a:cxn ang="0">
                  <a:pos x="1923" y="2048"/>
                </a:cxn>
                <a:cxn ang="0">
                  <a:pos x="1984" y="1991"/>
                </a:cxn>
                <a:cxn ang="0">
                  <a:pos x="2045" y="1987"/>
                </a:cxn>
                <a:cxn ang="0">
                  <a:pos x="2106" y="2041"/>
                </a:cxn>
                <a:cxn ang="0">
                  <a:pos x="2167" y="2063"/>
                </a:cxn>
                <a:cxn ang="0">
                  <a:pos x="2229" y="2023"/>
                </a:cxn>
                <a:cxn ang="0">
                  <a:pos x="2290" y="1987"/>
                </a:cxn>
                <a:cxn ang="0">
                  <a:pos x="2351" y="2012"/>
                </a:cxn>
                <a:cxn ang="0">
                  <a:pos x="2412" y="2055"/>
                </a:cxn>
                <a:cxn ang="0">
                  <a:pos x="2473" y="2048"/>
                </a:cxn>
              </a:cxnLst>
              <a:rect l="0" t="0" r="r" b="b"/>
              <a:pathLst>
                <a:path w="2488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67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5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5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1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699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1" y="2138"/>
                  </a:lnTo>
                  <a:lnTo>
                    <a:pt x="774" y="2135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5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5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3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5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7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27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5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4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4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1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2001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5" y="2016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1" y="2045"/>
                  </a:lnTo>
                  <a:lnTo>
                    <a:pt x="2484" y="2041"/>
                  </a:lnTo>
                  <a:lnTo>
                    <a:pt x="2488" y="203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7" name="Freeform 105"/>
            <p:cNvSpPr>
              <a:spLocks/>
            </p:cNvSpPr>
            <p:nvPr/>
          </p:nvSpPr>
          <p:spPr bwMode="auto">
            <a:xfrm>
              <a:off x="5051" y="3039"/>
              <a:ext cx="158" cy="46"/>
            </a:xfrm>
            <a:custGeom>
              <a:avLst/>
              <a:gdLst/>
              <a:ahLst/>
              <a:cxnLst>
                <a:cxn ang="0">
                  <a:pos x="0" y="46"/>
                </a:cxn>
                <a:cxn ang="0">
                  <a:pos x="3" y="43"/>
                </a:cxn>
                <a:cxn ang="0">
                  <a:pos x="7" y="43"/>
                </a:cxn>
                <a:cxn ang="0">
                  <a:pos x="11" y="39"/>
                </a:cxn>
                <a:cxn ang="0">
                  <a:pos x="14" y="36"/>
                </a:cxn>
                <a:cxn ang="0">
                  <a:pos x="18" y="32"/>
                </a:cxn>
                <a:cxn ang="0">
                  <a:pos x="21" y="28"/>
                </a:cxn>
                <a:cxn ang="0">
                  <a:pos x="25" y="28"/>
                </a:cxn>
                <a:cxn ang="0">
                  <a:pos x="29" y="25"/>
                </a:cxn>
                <a:cxn ang="0">
                  <a:pos x="32" y="21"/>
                </a:cxn>
                <a:cxn ang="0">
                  <a:pos x="36" y="18"/>
                </a:cxn>
                <a:cxn ang="0">
                  <a:pos x="39" y="18"/>
                </a:cxn>
                <a:cxn ang="0">
                  <a:pos x="43" y="14"/>
                </a:cxn>
                <a:cxn ang="0">
                  <a:pos x="47" y="10"/>
                </a:cxn>
                <a:cxn ang="0">
                  <a:pos x="50" y="10"/>
                </a:cxn>
                <a:cxn ang="0">
                  <a:pos x="54" y="7"/>
                </a:cxn>
                <a:cxn ang="0">
                  <a:pos x="57" y="7"/>
                </a:cxn>
                <a:cxn ang="0">
                  <a:pos x="61" y="3"/>
                </a:cxn>
                <a:cxn ang="0">
                  <a:pos x="65" y="3"/>
                </a:cxn>
                <a:cxn ang="0">
                  <a:pos x="68" y="0"/>
                </a:cxn>
                <a:cxn ang="0">
                  <a:pos x="72" y="0"/>
                </a:cxn>
                <a:cxn ang="0">
                  <a:pos x="75" y="0"/>
                </a:cxn>
                <a:cxn ang="0">
                  <a:pos x="79" y="0"/>
                </a:cxn>
                <a:cxn ang="0">
                  <a:pos x="83" y="0"/>
                </a:cxn>
                <a:cxn ang="0">
                  <a:pos x="86" y="0"/>
                </a:cxn>
                <a:cxn ang="0">
                  <a:pos x="90" y="0"/>
                </a:cxn>
                <a:cxn ang="0">
                  <a:pos x="93" y="0"/>
                </a:cxn>
                <a:cxn ang="0">
                  <a:pos x="97" y="0"/>
                </a:cxn>
                <a:cxn ang="0">
                  <a:pos x="101" y="0"/>
                </a:cxn>
                <a:cxn ang="0">
                  <a:pos x="104" y="0"/>
                </a:cxn>
                <a:cxn ang="0">
                  <a:pos x="108" y="3"/>
                </a:cxn>
                <a:cxn ang="0">
                  <a:pos x="111" y="3"/>
                </a:cxn>
                <a:cxn ang="0">
                  <a:pos x="115" y="7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6" y="10"/>
                </a:cxn>
                <a:cxn ang="0">
                  <a:pos x="129" y="14"/>
                </a:cxn>
                <a:cxn ang="0">
                  <a:pos x="133" y="14"/>
                </a:cxn>
                <a:cxn ang="0">
                  <a:pos x="137" y="18"/>
                </a:cxn>
                <a:cxn ang="0">
                  <a:pos x="140" y="21"/>
                </a:cxn>
                <a:cxn ang="0">
                  <a:pos x="144" y="21"/>
                </a:cxn>
                <a:cxn ang="0">
                  <a:pos x="147" y="25"/>
                </a:cxn>
                <a:cxn ang="0">
                  <a:pos x="151" y="28"/>
                </a:cxn>
                <a:cxn ang="0">
                  <a:pos x="155" y="32"/>
                </a:cxn>
                <a:cxn ang="0">
                  <a:pos x="158" y="36"/>
                </a:cxn>
                <a:cxn ang="0">
                  <a:pos x="158" y="36"/>
                </a:cxn>
              </a:cxnLst>
              <a:rect l="0" t="0" r="r" b="b"/>
              <a:pathLst>
                <a:path w="158" h="46">
                  <a:moveTo>
                    <a:pt x="0" y="46"/>
                  </a:moveTo>
                  <a:lnTo>
                    <a:pt x="3" y="43"/>
                  </a:lnTo>
                  <a:lnTo>
                    <a:pt x="7" y="43"/>
                  </a:lnTo>
                  <a:lnTo>
                    <a:pt x="11" y="39"/>
                  </a:lnTo>
                  <a:lnTo>
                    <a:pt x="14" y="36"/>
                  </a:lnTo>
                  <a:lnTo>
                    <a:pt x="18" y="32"/>
                  </a:lnTo>
                  <a:lnTo>
                    <a:pt x="21" y="28"/>
                  </a:lnTo>
                  <a:lnTo>
                    <a:pt x="25" y="28"/>
                  </a:lnTo>
                  <a:lnTo>
                    <a:pt x="29" y="25"/>
                  </a:lnTo>
                  <a:lnTo>
                    <a:pt x="32" y="21"/>
                  </a:lnTo>
                  <a:lnTo>
                    <a:pt x="36" y="18"/>
                  </a:lnTo>
                  <a:lnTo>
                    <a:pt x="39" y="18"/>
                  </a:lnTo>
                  <a:lnTo>
                    <a:pt x="43" y="14"/>
                  </a:lnTo>
                  <a:lnTo>
                    <a:pt x="47" y="10"/>
                  </a:lnTo>
                  <a:lnTo>
                    <a:pt x="50" y="10"/>
                  </a:lnTo>
                  <a:lnTo>
                    <a:pt x="54" y="7"/>
                  </a:lnTo>
                  <a:lnTo>
                    <a:pt x="57" y="7"/>
                  </a:lnTo>
                  <a:lnTo>
                    <a:pt x="61" y="3"/>
                  </a:lnTo>
                  <a:lnTo>
                    <a:pt x="65" y="3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3"/>
                  </a:lnTo>
                  <a:lnTo>
                    <a:pt x="111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6" y="10"/>
                  </a:lnTo>
                  <a:lnTo>
                    <a:pt x="129" y="14"/>
                  </a:lnTo>
                  <a:lnTo>
                    <a:pt x="133" y="14"/>
                  </a:lnTo>
                  <a:lnTo>
                    <a:pt x="137" y="18"/>
                  </a:lnTo>
                  <a:lnTo>
                    <a:pt x="140" y="21"/>
                  </a:lnTo>
                  <a:lnTo>
                    <a:pt x="144" y="21"/>
                  </a:lnTo>
                  <a:lnTo>
                    <a:pt x="147" y="25"/>
                  </a:lnTo>
                  <a:lnTo>
                    <a:pt x="151" y="28"/>
                  </a:lnTo>
                  <a:lnTo>
                    <a:pt x="155" y="32"/>
                  </a:lnTo>
                  <a:lnTo>
                    <a:pt x="158" y="36"/>
                  </a:lnTo>
                  <a:lnTo>
                    <a:pt x="158" y="36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8" name="Freeform 106"/>
            <p:cNvSpPr>
              <a:spLocks/>
            </p:cNvSpPr>
            <p:nvPr/>
          </p:nvSpPr>
          <p:spPr bwMode="auto">
            <a:xfrm>
              <a:off x="749" y="1048"/>
              <a:ext cx="1951" cy="2462"/>
            </a:xfrm>
            <a:custGeom>
              <a:avLst/>
              <a:gdLst/>
              <a:ahLst/>
              <a:cxnLst>
                <a:cxn ang="0">
                  <a:pos x="47" y="2066"/>
                </a:cxn>
                <a:cxn ang="0">
                  <a:pos x="97" y="2063"/>
                </a:cxn>
                <a:cxn ang="0">
                  <a:pos x="147" y="2016"/>
                </a:cxn>
                <a:cxn ang="0">
                  <a:pos x="198" y="1973"/>
                </a:cxn>
                <a:cxn ang="0">
                  <a:pos x="248" y="1991"/>
                </a:cxn>
                <a:cxn ang="0">
                  <a:pos x="295" y="2041"/>
                </a:cxn>
                <a:cxn ang="0">
                  <a:pos x="342" y="2081"/>
                </a:cxn>
                <a:cxn ang="0">
                  <a:pos x="392" y="2055"/>
                </a:cxn>
                <a:cxn ang="0">
                  <a:pos x="432" y="2005"/>
                </a:cxn>
                <a:cxn ang="0">
                  <a:pos x="479" y="1965"/>
                </a:cxn>
                <a:cxn ang="0">
                  <a:pos x="529" y="1987"/>
                </a:cxn>
                <a:cxn ang="0">
                  <a:pos x="569" y="2037"/>
                </a:cxn>
                <a:cxn ang="0">
                  <a:pos x="608" y="2084"/>
                </a:cxn>
                <a:cxn ang="0">
                  <a:pos x="659" y="2077"/>
                </a:cxn>
                <a:cxn ang="0">
                  <a:pos x="695" y="2027"/>
                </a:cxn>
                <a:cxn ang="0">
                  <a:pos x="727" y="1976"/>
                </a:cxn>
                <a:cxn ang="0">
                  <a:pos x="777" y="1951"/>
                </a:cxn>
                <a:cxn ang="0">
                  <a:pos x="821" y="1994"/>
                </a:cxn>
                <a:cxn ang="0">
                  <a:pos x="846" y="2045"/>
                </a:cxn>
                <a:cxn ang="0">
                  <a:pos x="882" y="2095"/>
                </a:cxn>
                <a:cxn ang="0">
                  <a:pos x="932" y="2095"/>
                </a:cxn>
                <a:cxn ang="0">
                  <a:pos x="965" y="2045"/>
                </a:cxn>
                <a:cxn ang="0">
                  <a:pos x="990" y="1994"/>
                </a:cxn>
                <a:cxn ang="0">
                  <a:pos x="1019" y="1944"/>
                </a:cxn>
                <a:cxn ang="0">
                  <a:pos x="1069" y="1937"/>
                </a:cxn>
                <a:cxn ang="0">
                  <a:pos x="1098" y="1987"/>
                </a:cxn>
                <a:cxn ang="0">
                  <a:pos x="1119" y="2037"/>
                </a:cxn>
                <a:cxn ang="0">
                  <a:pos x="1141" y="2088"/>
                </a:cxn>
                <a:cxn ang="0">
                  <a:pos x="1177" y="2138"/>
                </a:cxn>
                <a:cxn ang="0">
                  <a:pos x="1220" y="2109"/>
                </a:cxn>
                <a:cxn ang="0">
                  <a:pos x="1242" y="2059"/>
                </a:cxn>
                <a:cxn ang="0">
                  <a:pos x="1260" y="2005"/>
                </a:cxn>
                <a:cxn ang="0">
                  <a:pos x="1281" y="1947"/>
                </a:cxn>
                <a:cxn ang="0">
                  <a:pos x="1307" y="1897"/>
                </a:cxn>
                <a:cxn ang="0">
                  <a:pos x="1350" y="1901"/>
                </a:cxn>
                <a:cxn ang="0">
                  <a:pos x="1371" y="1955"/>
                </a:cxn>
                <a:cxn ang="0">
                  <a:pos x="1393" y="2019"/>
                </a:cxn>
                <a:cxn ang="0">
                  <a:pos x="1411" y="2091"/>
                </a:cxn>
                <a:cxn ang="0">
                  <a:pos x="1433" y="2153"/>
                </a:cxn>
                <a:cxn ang="0">
                  <a:pos x="1458" y="2203"/>
                </a:cxn>
                <a:cxn ang="0">
                  <a:pos x="1494" y="2171"/>
                </a:cxn>
                <a:cxn ang="0">
                  <a:pos x="1515" y="2106"/>
                </a:cxn>
                <a:cxn ang="0">
                  <a:pos x="1533" y="2016"/>
                </a:cxn>
                <a:cxn ang="0">
                  <a:pos x="1555" y="1922"/>
                </a:cxn>
                <a:cxn ang="0">
                  <a:pos x="1573" y="1836"/>
                </a:cxn>
                <a:cxn ang="0">
                  <a:pos x="1595" y="1778"/>
                </a:cxn>
                <a:cxn ang="0">
                  <a:pos x="1631" y="1793"/>
                </a:cxn>
                <a:cxn ang="0">
                  <a:pos x="1649" y="1872"/>
                </a:cxn>
                <a:cxn ang="0">
                  <a:pos x="1667" y="1994"/>
                </a:cxn>
                <a:cxn ang="0">
                  <a:pos x="1688" y="2138"/>
                </a:cxn>
                <a:cxn ang="0">
                  <a:pos x="1706" y="2286"/>
                </a:cxn>
                <a:cxn ang="0">
                  <a:pos x="1728" y="2401"/>
                </a:cxn>
                <a:cxn ang="0">
                  <a:pos x="1753" y="2462"/>
                </a:cxn>
                <a:cxn ang="0">
                  <a:pos x="1778" y="2387"/>
                </a:cxn>
                <a:cxn ang="0">
                  <a:pos x="1796" y="2221"/>
                </a:cxn>
                <a:cxn ang="0">
                  <a:pos x="1818" y="1962"/>
                </a:cxn>
                <a:cxn ang="0">
                  <a:pos x="1836" y="1631"/>
                </a:cxn>
                <a:cxn ang="0">
                  <a:pos x="1854" y="1253"/>
                </a:cxn>
                <a:cxn ang="0">
                  <a:pos x="1875" y="867"/>
                </a:cxn>
                <a:cxn ang="0">
                  <a:pos x="1893" y="515"/>
                </a:cxn>
                <a:cxn ang="0">
                  <a:pos x="1915" y="234"/>
                </a:cxn>
                <a:cxn ang="0">
                  <a:pos x="1933" y="58"/>
                </a:cxn>
              </a:cxnLst>
              <a:rect l="0" t="0" r="r" b="b"/>
              <a:pathLst>
                <a:path w="1951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11" y="2034"/>
                  </a:lnTo>
                  <a:lnTo>
                    <a:pt x="14" y="2037"/>
                  </a:lnTo>
                  <a:lnTo>
                    <a:pt x="18" y="2041"/>
                  </a:lnTo>
                  <a:lnTo>
                    <a:pt x="21" y="2045"/>
                  </a:lnTo>
                  <a:lnTo>
                    <a:pt x="25" y="2048"/>
                  </a:lnTo>
                  <a:lnTo>
                    <a:pt x="29" y="2052"/>
                  </a:lnTo>
                  <a:lnTo>
                    <a:pt x="32" y="2055"/>
                  </a:lnTo>
                  <a:lnTo>
                    <a:pt x="36" y="2059"/>
                  </a:lnTo>
                  <a:lnTo>
                    <a:pt x="39" y="2063"/>
                  </a:lnTo>
                  <a:lnTo>
                    <a:pt x="43" y="2063"/>
                  </a:lnTo>
                  <a:lnTo>
                    <a:pt x="47" y="2066"/>
                  </a:lnTo>
                  <a:lnTo>
                    <a:pt x="50" y="2066"/>
                  </a:lnTo>
                  <a:lnTo>
                    <a:pt x="54" y="2070"/>
                  </a:lnTo>
                  <a:lnTo>
                    <a:pt x="57" y="2070"/>
                  </a:lnTo>
                  <a:lnTo>
                    <a:pt x="61" y="2070"/>
                  </a:lnTo>
                  <a:lnTo>
                    <a:pt x="65" y="2070"/>
                  </a:lnTo>
                  <a:lnTo>
                    <a:pt x="68" y="2070"/>
                  </a:lnTo>
                  <a:lnTo>
                    <a:pt x="72" y="2073"/>
                  </a:lnTo>
                  <a:lnTo>
                    <a:pt x="75" y="2070"/>
                  </a:lnTo>
                  <a:lnTo>
                    <a:pt x="79" y="2070"/>
                  </a:lnTo>
                  <a:lnTo>
                    <a:pt x="83" y="2070"/>
                  </a:lnTo>
                  <a:lnTo>
                    <a:pt x="86" y="2070"/>
                  </a:lnTo>
                  <a:lnTo>
                    <a:pt x="90" y="2066"/>
                  </a:lnTo>
                  <a:lnTo>
                    <a:pt x="93" y="2066"/>
                  </a:lnTo>
                  <a:lnTo>
                    <a:pt x="97" y="2063"/>
                  </a:lnTo>
                  <a:lnTo>
                    <a:pt x="101" y="2059"/>
                  </a:lnTo>
                  <a:lnTo>
                    <a:pt x="104" y="2055"/>
                  </a:lnTo>
                  <a:lnTo>
                    <a:pt x="108" y="2055"/>
                  </a:lnTo>
                  <a:lnTo>
                    <a:pt x="111" y="2052"/>
                  </a:lnTo>
                  <a:lnTo>
                    <a:pt x="115" y="2048"/>
                  </a:lnTo>
                  <a:lnTo>
                    <a:pt x="119" y="2045"/>
                  </a:lnTo>
                  <a:lnTo>
                    <a:pt x="122" y="2041"/>
                  </a:lnTo>
                  <a:lnTo>
                    <a:pt x="126" y="2037"/>
                  </a:lnTo>
                  <a:lnTo>
                    <a:pt x="129" y="2034"/>
                  </a:lnTo>
                  <a:lnTo>
                    <a:pt x="133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51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62" y="2001"/>
                  </a:lnTo>
                  <a:lnTo>
                    <a:pt x="165" y="1998"/>
                  </a:lnTo>
                  <a:lnTo>
                    <a:pt x="169" y="1994"/>
                  </a:lnTo>
                  <a:lnTo>
                    <a:pt x="173" y="1991"/>
                  </a:lnTo>
                  <a:lnTo>
                    <a:pt x="176" y="1987"/>
                  </a:lnTo>
                  <a:lnTo>
                    <a:pt x="180" y="1983"/>
                  </a:lnTo>
                  <a:lnTo>
                    <a:pt x="183" y="1980"/>
                  </a:lnTo>
                  <a:lnTo>
                    <a:pt x="187" y="1980"/>
                  </a:lnTo>
                  <a:lnTo>
                    <a:pt x="191" y="1976"/>
                  </a:lnTo>
                  <a:lnTo>
                    <a:pt x="194" y="1976"/>
                  </a:lnTo>
                  <a:lnTo>
                    <a:pt x="198" y="1973"/>
                  </a:lnTo>
                  <a:lnTo>
                    <a:pt x="201" y="1973"/>
                  </a:lnTo>
                  <a:lnTo>
                    <a:pt x="205" y="1973"/>
                  </a:lnTo>
                  <a:lnTo>
                    <a:pt x="209" y="1973"/>
                  </a:lnTo>
                  <a:lnTo>
                    <a:pt x="212" y="1973"/>
                  </a:lnTo>
                  <a:lnTo>
                    <a:pt x="216" y="1973"/>
                  </a:lnTo>
                  <a:lnTo>
                    <a:pt x="219" y="1973"/>
                  </a:lnTo>
                  <a:lnTo>
                    <a:pt x="223" y="1976"/>
                  </a:lnTo>
                  <a:lnTo>
                    <a:pt x="227" y="1976"/>
                  </a:lnTo>
                  <a:lnTo>
                    <a:pt x="230" y="1980"/>
                  </a:lnTo>
                  <a:lnTo>
                    <a:pt x="234" y="1980"/>
                  </a:lnTo>
                  <a:lnTo>
                    <a:pt x="237" y="1983"/>
                  </a:lnTo>
                  <a:lnTo>
                    <a:pt x="241" y="1987"/>
                  </a:lnTo>
                  <a:lnTo>
                    <a:pt x="245" y="1987"/>
                  </a:lnTo>
                  <a:lnTo>
                    <a:pt x="248" y="1991"/>
                  </a:lnTo>
                  <a:lnTo>
                    <a:pt x="252" y="1994"/>
                  </a:lnTo>
                  <a:lnTo>
                    <a:pt x="255" y="1998"/>
                  </a:lnTo>
                  <a:lnTo>
                    <a:pt x="259" y="2001"/>
                  </a:lnTo>
                  <a:lnTo>
                    <a:pt x="263" y="2005"/>
                  </a:lnTo>
                  <a:lnTo>
                    <a:pt x="266" y="2009"/>
                  </a:lnTo>
                  <a:lnTo>
                    <a:pt x="270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8" y="2034"/>
                  </a:lnTo>
                  <a:lnTo>
                    <a:pt x="291" y="2037"/>
                  </a:lnTo>
                  <a:lnTo>
                    <a:pt x="295" y="2041"/>
                  </a:lnTo>
                  <a:lnTo>
                    <a:pt x="295" y="2045"/>
                  </a:lnTo>
                  <a:lnTo>
                    <a:pt x="299" y="2048"/>
                  </a:lnTo>
                  <a:lnTo>
                    <a:pt x="302" y="2052"/>
                  </a:lnTo>
                  <a:lnTo>
                    <a:pt x="306" y="2055"/>
                  </a:lnTo>
                  <a:lnTo>
                    <a:pt x="309" y="2059"/>
                  </a:lnTo>
                  <a:lnTo>
                    <a:pt x="313" y="2063"/>
                  </a:lnTo>
                  <a:lnTo>
                    <a:pt x="317" y="2066"/>
                  </a:lnTo>
                  <a:lnTo>
                    <a:pt x="320" y="2070"/>
                  </a:lnTo>
                  <a:lnTo>
                    <a:pt x="324" y="2070"/>
                  </a:lnTo>
                  <a:lnTo>
                    <a:pt x="327" y="2073"/>
                  </a:lnTo>
                  <a:lnTo>
                    <a:pt x="331" y="2077"/>
                  </a:lnTo>
                  <a:lnTo>
                    <a:pt x="335" y="2077"/>
                  </a:lnTo>
                  <a:lnTo>
                    <a:pt x="338" y="2077"/>
                  </a:lnTo>
                  <a:lnTo>
                    <a:pt x="342" y="2081"/>
                  </a:lnTo>
                  <a:lnTo>
                    <a:pt x="345" y="2081"/>
                  </a:lnTo>
                  <a:lnTo>
                    <a:pt x="349" y="2081"/>
                  </a:lnTo>
                  <a:lnTo>
                    <a:pt x="353" y="2081"/>
                  </a:lnTo>
                  <a:lnTo>
                    <a:pt x="356" y="2081"/>
                  </a:lnTo>
                  <a:lnTo>
                    <a:pt x="360" y="2077"/>
                  </a:lnTo>
                  <a:lnTo>
                    <a:pt x="363" y="2077"/>
                  </a:lnTo>
                  <a:lnTo>
                    <a:pt x="367" y="2073"/>
                  </a:lnTo>
                  <a:lnTo>
                    <a:pt x="371" y="2073"/>
                  </a:lnTo>
                  <a:lnTo>
                    <a:pt x="374" y="2070"/>
                  </a:lnTo>
                  <a:lnTo>
                    <a:pt x="378" y="2066"/>
                  </a:lnTo>
                  <a:lnTo>
                    <a:pt x="381" y="2063"/>
                  </a:lnTo>
                  <a:lnTo>
                    <a:pt x="385" y="2063"/>
                  </a:lnTo>
                  <a:lnTo>
                    <a:pt x="389" y="2059"/>
                  </a:lnTo>
                  <a:lnTo>
                    <a:pt x="392" y="2055"/>
                  </a:lnTo>
                  <a:lnTo>
                    <a:pt x="396" y="2052"/>
                  </a:lnTo>
                  <a:lnTo>
                    <a:pt x="399" y="2048"/>
                  </a:lnTo>
                  <a:lnTo>
                    <a:pt x="403" y="2045"/>
                  </a:lnTo>
                  <a:lnTo>
                    <a:pt x="407" y="2041"/>
                  </a:lnTo>
                  <a:lnTo>
                    <a:pt x="407" y="2037"/>
                  </a:lnTo>
                  <a:lnTo>
                    <a:pt x="410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1" y="2019"/>
                  </a:lnTo>
                  <a:lnTo>
                    <a:pt x="425" y="2016"/>
                  </a:lnTo>
                  <a:lnTo>
                    <a:pt x="428" y="2012"/>
                  </a:lnTo>
                  <a:lnTo>
                    <a:pt x="432" y="2009"/>
                  </a:lnTo>
                  <a:lnTo>
                    <a:pt x="432" y="2005"/>
                  </a:lnTo>
                  <a:lnTo>
                    <a:pt x="435" y="2001"/>
                  </a:lnTo>
                  <a:lnTo>
                    <a:pt x="439" y="1998"/>
                  </a:lnTo>
                  <a:lnTo>
                    <a:pt x="443" y="1994"/>
                  </a:lnTo>
                  <a:lnTo>
                    <a:pt x="446" y="1991"/>
                  </a:lnTo>
                  <a:lnTo>
                    <a:pt x="450" y="1987"/>
                  </a:lnTo>
                  <a:lnTo>
                    <a:pt x="450" y="1983"/>
                  </a:lnTo>
                  <a:lnTo>
                    <a:pt x="453" y="1980"/>
                  </a:lnTo>
                  <a:lnTo>
                    <a:pt x="457" y="1976"/>
                  </a:lnTo>
                  <a:lnTo>
                    <a:pt x="461" y="1973"/>
                  </a:lnTo>
                  <a:lnTo>
                    <a:pt x="464" y="1973"/>
                  </a:lnTo>
                  <a:lnTo>
                    <a:pt x="468" y="1969"/>
                  </a:lnTo>
                  <a:lnTo>
                    <a:pt x="471" y="1965"/>
                  </a:lnTo>
                  <a:lnTo>
                    <a:pt x="475" y="1965"/>
                  </a:lnTo>
                  <a:lnTo>
                    <a:pt x="479" y="1965"/>
                  </a:lnTo>
                  <a:lnTo>
                    <a:pt x="482" y="1962"/>
                  </a:lnTo>
                  <a:lnTo>
                    <a:pt x="486" y="1962"/>
                  </a:lnTo>
                  <a:lnTo>
                    <a:pt x="489" y="1962"/>
                  </a:lnTo>
                  <a:lnTo>
                    <a:pt x="493" y="1962"/>
                  </a:lnTo>
                  <a:lnTo>
                    <a:pt x="497" y="1965"/>
                  </a:lnTo>
                  <a:lnTo>
                    <a:pt x="500" y="1965"/>
                  </a:lnTo>
                  <a:lnTo>
                    <a:pt x="504" y="1965"/>
                  </a:lnTo>
                  <a:lnTo>
                    <a:pt x="507" y="1969"/>
                  </a:lnTo>
                  <a:lnTo>
                    <a:pt x="511" y="1973"/>
                  </a:lnTo>
                  <a:lnTo>
                    <a:pt x="515" y="1973"/>
                  </a:lnTo>
                  <a:lnTo>
                    <a:pt x="518" y="1976"/>
                  </a:lnTo>
                  <a:lnTo>
                    <a:pt x="522" y="1980"/>
                  </a:lnTo>
                  <a:lnTo>
                    <a:pt x="525" y="1983"/>
                  </a:lnTo>
                  <a:lnTo>
                    <a:pt x="529" y="1987"/>
                  </a:lnTo>
                  <a:lnTo>
                    <a:pt x="533" y="1991"/>
                  </a:lnTo>
                  <a:lnTo>
                    <a:pt x="536" y="1994"/>
                  </a:lnTo>
                  <a:lnTo>
                    <a:pt x="540" y="1998"/>
                  </a:lnTo>
                  <a:lnTo>
                    <a:pt x="543" y="2001"/>
                  </a:lnTo>
                  <a:lnTo>
                    <a:pt x="543" y="2005"/>
                  </a:lnTo>
                  <a:lnTo>
                    <a:pt x="547" y="2009"/>
                  </a:lnTo>
                  <a:lnTo>
                    <a:pt x="551" y="2012"/>
                  </a:lnTo>
                  <a:lnTo>
                    <a:pt x="551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61" y="2027"/>
                  </a:lnTo>
                  <a:lnTo>
                    <a:pt x="561" y="2030"/>
                  </a:lnTo>
                  <a:lnTo>
                    <a:pt x="565" y="2034"/>
                  </a:lnTo>
                  <a:lnTo>
                    <a:pt x="569" y="2037"/>
                  </a:lnTo>
                  <a:lnTo>
                    <a:pt x="569" y="2041"/>
                  </a:lnTo>
                  <a:lnTo>
                    <a:pt x="572" y="2045"/>
                  </a:lnTo>
                  <a:lnTo>
                    <a:pt x="576" y="2048"/>
                  </a:lnTo>
                  <a:lnTo>
                    <a:pt x="579" y="2052"/>
                  </a:lnTo>
                  <a:lnTo>
                    <a:pt x="579" y="2055"/>
                  </a:lnTo>
                  <a:lnTo>
                    <a:pt x="583" y="2059"/>
                  </a:lnTo>
                  <a:lnTo>
                    <a:pt x="587" y="2063"/>
                  </a:lnTo>
                  <a:lnTo>
                    <a:pt x="590" y="2066"/>
                  </a:lnTo>
                  <a:lnTo>
                    <a:pt x="594" y="2070"/>
                  </a:lnTo>
                  <a:lnTo>
                    <a:pt x="597" y="2073"/>
                  </a:lnTo>
                  <a:lnTo>
                    <a:pt x="597" y="2077"/>
                  </a:lnTo>
                  <a:lnTo>
                    <a:pt x="601" y="2081"/>
                  </a:lnTo>
                  <a:lnTo>
                    <a:pt x="605" y="2084"/>
                  </a:lnTo>
                  <a:lnTo>
                    <a:pt x="608" y="2084"/>
                  </a:lnTo>
                  <a:lnTo>
                    <a:pt x="612" y="2088"/>
                  </a:lnTo>
                  <a:lnTo>
                    <a:pt x="615" y="2088"/>
                  </a:lnTo>
                  <a:lnTo>
                    <a:pt x="619" y="2091"/>
                  </a:lnTo>
                  <a:lnTo>
                    <a:pt x="623" y="2091"/>
                  </a:lnTo>
                  <a:lnTo>
                    <a:pt x="626" y="2091"/>
                  </a:lnTo>
                  <a:lnTo>
                    <a:pt x="630" y="2091"/>
                  </a:lnTo>
                  <a:lnTo>
                    <a:pt x="633" y="2091"/>
                  </a:lnTo>
                  <a:lnTo>
                    <a:pt x="637" y="2091"/>
                  </a:lnTo>
                  <a:lnTo>
                    <a:pt x="641" y="2088"/>
                  </a:lnTo>
                  <a:lnTo>
                    <a:pt x="644" y="2088"/>
                  </a:lnTo>
                  <a:lnTo>
                    <a:pt x="648" y="2084"/>
                  </a:lnTo>
                  <a:lnTo>
                    <a:pt x="651" y="2081"/>
                  </a:lnTo>
                  <a:lnTo>
                    <a:pt x="655" y="2077"/>
                  </a:lnTo>
                  <a:lnTo>
                    <a:pt x="659" y="2077"/>
                  </a:lnTo>
                  <a:lnTo>
                    <a:pt x="662" y="2073"/>
                  </a:lnTo>
                  <a:lnTo>
                    <a:pt x="666" y="2070"/>
                  </a:lnTo>
                  <a:lnTo>
                    <a:pt x="669" y="2066"/>
                  </a:lnTo>
                  <a:lnTo>
                    <a:pt x="673" y="2063"/>
                  </a:lnTo>
                  <a:lnTo>
                    <a:pt x="673" y="2059"/>
                  </a:lnTo>
                  <a:lnTo>
                    <a:pt x="677" y="2055"/>
                  </a:lnTo>
                  <a:lnTo>
                    <a:pt x="680" y="2052"/>
                  </a:lnTo>
                  <a:lnTo>
                    <a:pt x="680" y="2048"/>
                  </a:lnTo>
                  <a:lnTo>
                    <a:pt x="684" y="2045"/>
                  </a:lnTo>
                  <a:lnTo>
                    <a:pt x="687" y="2041"/>
                  </a:lnTo>
                  <a:lnTo>
                    <a:pt x="687" y="2037"/>
                  </a:lnTo>
                  <a:lnTo>
                    <a:pt x="691" y="2034"/>
                  </a:lnTo>
                  <a:lnTo>
                    <a:pt x="691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702" y="2016"/>
                  </a:lnTo>
                  <a:lnTo>
                    <a:pt x="705" y="2012"/>
                  </a:lnTo>
                  <a:lnTo>
                    <a:pt x="705" y="2009"/>
                  </a:lnTo>
                  <a:lnTo>
                    <a:pt x="709" y="2005"/>
                  </a:lnTo>
                  <a:lnTo>
                    <a:pt x="709" y="2001"/>
                  </a:lnTo>
                  <a:lnTo>
                    <a:pt x="713" y="1998"/>
                  </a:lnTo>
                  <a:lnTo>
                    <a:pt x="716" y="1994"/>
                  </a:lnTo>
                  <a:lnTo>
                    <a:pt x="720" y="1991"/>
                  </a:lnTo>
                  <a:lnTo>
                    <a:pt x="720" y="1987"/>
                  </a:lnTo>
                  <a:lnTo>
                    <a:pt x="723" y="1983"/>
                  </a:lnTo>
                  <a:lnTo>
                    <a:pt x="727" y="1980"/>
                  </a:lnTo>
                  <a:lnTo>
                    <a:pt x="727" y="1976"/>
                  </a:lnTo>
                  <a:lnTo>
                    <a:pt x="731" y="1973"/>
                  </a:lnTo>
                  <a:lnTo>
                    <a:pt x="734" y="1969"/>
                  </a:lnTo>
                  <a:lnTo>
                    <a:pt x="738" y="1965"/>
                  </a:lnTo>
                  <a:lnTo>
                    <a:pt x="741" y="1962"/>
                  </a:lnTo>
                  <a:lnTo>
                    <a:pt x="745" y="1958"/>
                  </a:lnTo>
                  <a:lnTo>
                    <a:pt x="749" y="1955"/>
                  </a:lnTo>
                  <a:lnTo>
                    <a:pt x="752" y="1951"/>
                  </a:lnTo>
                  <a:lnTo>
                    <a:pt x="756" y="1951"/>
                  </a:lnTo>
                  <a:lnTo>
                    <a:pt x="759" y="1947"/>
                  </a:lnTo>
                  <a:lnTo>
                    <a:pt x="763" y="1947"/>
                  </a:lnTo>
                  <a:lnTo>
                    <a:pt x="767" y="1947"/>
                  </a:lnTo>
                  <a:lnTo>
                    <a:pt x="770" y="1947"/>
                  </a:lnTo>
                  <a:lnTo>
                    <a:pt x="774" y="1947"/>
                  </a:lnTo>
                  <a:lnTo>
                    <a:pt x="777" y="1951"/>
                  </a:lnTo>
                  <a:lnTo>
                    <a:pt x="781" y="1951"/>
                  </a:lnTo>
                  <a:lnTo>
                    <a:pt x="785" y="1955"/>
                  </a:lnTo>
                  <a:lnTo>
                    <a:pt x="788" y="1955"/>
                  </a:lnTo>
                  <a:lnTo>
                    <a:pt x="792" y="1958"/>
                  </a:lnTo>
                  <a:lnTo>
                    <a:pt x="795" y="1962"/>
                  </a:lnTo>
                  <a:lnTo>
                    <a:pt x="799" y="1965"/>
                  </a:lnTo>
                  <a:lnTo>
                    <a:pt x="803" y="1969"/>
                  </a:lnTo>
                  <a:lnTo>
                    <a:pt x="806" y="1973"/>
                  </a:lnTo>
                  <a:lnTo>
                    <a:pt x="810" y="1976"/>
                  </a:lnTo>
                  <a:lnTo>
                    <a:pt x="810" y="1980"/>
                  </a:lnTo>
                  <a:lnTo>
                    <a:pt x="813" y="1983"/>
                  </a:lnTo>
                  <a:lnTo>
                    <a:pt x="817" y="1987"/>
                  </a:lnTo>
                  <a:lnTo>
                    <a:pt x="817" y="1991"/>
                  </a:lnTo>
                  <a:lnTo>
                    <a:pt x="821" y="1994"/>
                  </a:lnTo>
                  <a:lnTo>
                    <a:pt x="821" y="1998"/>
                  </a:lnTo>
                  <a:lnTo>
                    <a:pt x="824" y="2001"/>
                  </a:lnTo>
                  <a:lnTo>
                    <a:pt x="828" y="2005"/>
                  </a:lnTo>
                  <a:lnTo>
                    <a:pt x="828" y="2009"/>
                  </a:lnTo>
                  <a:lnTo>
                    <a:pt x="831" y="2012"/>
                  </a:lnTo>
                  <a:lnTo>
                    <a:pt x="831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42" y="2034"/>
                  </a:lnTo>
                  <a:lnTo>
                    <a:pt x="846" y="2037"/>
                  </a:lnTo>
                  <a:lnTo>
                    <a:pt x="846" y="2041"/>
                  </a:lnTo>
                  <a:lnTo>
                    <a:pt x="846" y="2045"/>
                  </a:lnTo>
                  <a:lnTo>
                    <a:pt x="849" y="2048"/>
                  </a:lnTo>
                  <a:lnTo>
                    <a:pt x="853" y="2052"/>
                  </a:lnTo>
                  <a:lnTo>
                    <a:pt x="853" y="2055"/>
                  </a:lnTo>
                  <a:lnTo>
                    <a:pt x="857" y="2059"/>
                  </a:lnTo>
                  <a:lnTo>
                    <a:pt x="860" y="2063"/>
                  </a:lnTo>
                  <a:lnTo>
                    <a:pt x="860" y="2066"/>
                  </a:lnTo>
                  <a:lnTo>
                    <a:pt x="864" y="2070"/>
                  </a:lnTo>
                  <a:lnTo>
                    <a:pt x="864" y="2073"/>
                  </a:lnTo>
                  <a:lnTo>
                    <a:pt x="867" y="2077"/>
                  </a:lnTo>
                  <a:lnTo>
                    <a:pt x="871" y="2081"/>
                  </a:lnTo>
                  <a:lnTo>
                    <a:pt x="871" y="2084"/>
                  </a:lnTo>
                  <a:lnTo>
                    <a:pt x="875" y="2088"/>
                  </a:lnTo>
                  <a:lnTo>
                    <a:pt x="878" y="2091"/>
                  </a:lnTo>
                  <a:lnTo>
                    <a:pt x="882" y="2095"/>
                  </a:lnTo>
                  <a:lnTo>
                    <a:pt x="885" y="2099"/>
                  </a:lnTo>
                  <a:lnTo>
                    <a:pt x="889" y="2102"/>
                  </a:lnTo>
                  <a:lnTo>
                    <a:pt x="893" y="2106"/>
                  </a:lnTo>
                  <a:lnTo>
                    <a:pt x="896" y="2106"/>
                  </a:lnTo>
                  <a:lnTo>
                    <a:pt x="900" y="2109"/>
                  </a:lnTo>
                  <a:lnTo>
                    <a:pt x="903" y="2109"/>
                  </a:lnTo>
                  <a:lnTo>
                    <a:pt x="907" y="2109"/>
                  </a:lnTo>
                  <a:lnTo>
                    <a:pt x="911" y="2109"/>
                  </a:lnTo>
                  <a:lnTo>
                    <a:pt x="914" y="2109"/>
                  </a:lnTo>
                  <a:lnTo>
                    <a:pt x="918" y="2106"/>
                  </a:lnTo>
                  <a:lnTo>
                    <a:pt x="921" y="2106"/>
                  </a:lnTo>
                  <a:lnTo>
                    <a:pt x="925" y="2102"/>
                  </a:lnTo>
                  <a:lnTo>
                    <a:pt x="929" y="2099"/>
                  </a:lnTo>
                  <a:lnTo>
                    <a:pt x="932" y="2095"/>
                  </a:lnTo>
                  <a:lnTo>
                    <a:pt x="936" y="2091"/>
                  </a:lnTo>
                  <a:lnTo>
                    <a:pt x="939" y="2088"/>
                  </a:lnTo>
                  <a:lnTo>
                    <a:pt x="943" y="2084"/>
                  </a:lnTo>
                  <a:lnTo>
                    <a:pt x="947" y="2081"/>
                  </a:lnTo>
                  <a:lnTo>
                    <a:pt x="947" y="2077"/>
                  </a:lnTo>
                  <a:lnTo>
                    <a:pt x="950" y="2073"/>
                  </a:lnTo>
                  <a:lnTo>
                    <a:pt x="950" y="2070"/>
                  </a:lnTo>
                  <a:lnTo>
                    <a:pt x="954" y="2066"/>
                  </a:lnTo>
                  <a:lnTo>
                    <a:pt x="957" y="2063"/>
                  </a:lnTo>
                  <a:lnTo>
                    <a:pt x="957" y="2059"/>
                  </a:lnTo>
                  <a:lnTo>
                    <a:pt x="961" y="2055"/>
                  </a:lnTo>
                  <a:lnTo>
                    <a:pt x="961" y="2052"/>
                  </a:lnTo>
                  <a:lnTo>
                    <a:pt x="965" y="2048"/>
                  </a:lnTo>
                  <a:lnTo>
                    <a:pt x="965" y="2045"/>
                  </a:lnTo>
                  <a:lnTo>
                    <a:pt x="968" y="2041"/>
                  </a:lnTo>
                  <a:lnTo>
                    <a:pt x="968" y="2037"/>
                  </a:lnTo>
                  <a:lnTo>
                    <a:pt x="972" y="2034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9" y="2019"/>
                  </a:lnTo>
                  <a:lnTo>
                    <a:pt x="979" y="2016"/>
                  </a:lnTo>
                  <a:lnTo>
                    <a:pt x="983" y="2012"/>
                  </a:lnTo>
                  <a:lnTo>
                    <a:pt x="983" y="2009"/>
                  </a:lnTo>
                  <a:lnTo>
                    <a:pt x="986" y="2005"/>
                  </a:lnTo>
                  <a:lnTo>
                    <a:pt x="986" y="2001"/>
                  </a:lnTo>
                  <a:lnTo>
                    <a:pt x="990" y="1998"/>
                  </a:lnTo>
                  <a:lnTo>
                    <a:pt x="990" y="1994"/>
                  </a:lnTo>
                  <a:lnTo>
                    <a:pt x="993" y="1991"/>
                  </a:lnTo>
                  <a:lnTo>
                    <a:pt x="993" y="1987"/>
                  </a:lnTo>
                  <a:lnTo>
                    <a:pt x="993" y="1983"/>
                  </a:lnTo>
                  <a:lnTo>
                    <a:pt x="997" y="1980"/>
                  </a:lnTo>
                  <a:lnTo>
                    <a:pt x="1001" y="1976"/>
                  </a:lnTo>
                  <a:lnTo>
                    <a:pt x="1001" y="1973"/>
                  </a:lnTo>
                  <a:lnTo>
                    <a:pt x="1004" y="1969"/>
                  </a:lnTo>
                  <a:lnTo>
                    <a:pt x="1004" y="1965"/>
                  </a:lnTo>
                  <a:lnTo>
                    <a:pt x="1008" y="1962"/>
                  </a:lnTo>
                  <a:lnTo>
                    <a:pt x="1011" y="1958"/>
                  </a:lnTo>
                  <a:lnTo>
                    <a:pt x="1011" y="1955"/>
                  </a:lnTo>
                  <a:lnTo>
                    <a:pt x="1015" y="1951"/>
                  </a:lnTo>
                  <a:lnTo>
                    <a:pt x="1019" y="1947"/>
                  </a:lnTo>
                  <a:lnTo>
                    <a:pt x="1019" y="1944"/>
                  </a:lnTo>
                  <a:lnTo>
                    <a:pt x="1022" y="1940"/>
                  </a:lnTo>
                  <a:lnTo>
                    <a:pt x="1026" y="1937"/>
                  </a:lnTo>
                  <a:lnTo>
                    <a:pt x="1029" y="1933"/>
                  </a:lnTo>
                  <a:lnTo>
                    <a:pt x="1033" y="1929"/>
                  </a:lnTo>
                  <a:lnTo>
                    <a:pt x="1037" y="1926"/>
                  </a:lnTo>
                  <a:lnTo>
                    <a:pt x="1040" y="1926"/>
                  </a:lnTo>
                  <a:lnTo>
                    <a:pt x="1044" y="1926"/>
                  </a:lnTo>
                  <a:lnTo>
                    <a:pt x="1047" y="1926"/>
                  </a:lnTo>
                  <a:lnTo>
                    <a:pt x="1051" y="1926"/>
                  </a:lnTo>
                  <a:lnTo>
                    <a:pt x="1055" y="1926"/>
                  </a:lnTo>
                  <a:lnTo>
                    <a:pt x="1058" y="1929"/>
                  </a:lnTo>
                  <a:lnTo>
                    <a:pt x="1062" y="1929"/>
                  </a:lnTo>
                  <a:lnTo>
                    <a:pt x="1065" y="1933"/>
                  </a:lnTo>
                  <a:lnTo>
                    <a:pt x="1069" y="1937"/>
                  </a:lnTo>
                  <a:lnTo>
                    <a:pt x="1073" y="1940"/>
                  </a:lnTo>
                  <a:lnTo>
                    <a:pt x="1076" y="1944"/>
                  </a:lnTo>
                  <a:lnTo>
                    <a:pt x="1080" y="1947"/>
                  </a:lnTo>
                  <a:lnTo>
                    <a:pt x="1080" y="1951"/>
                  </a:lnTo>
                  <a:lnTo>
                    <a:pt x="1083" y="1955"/>
                  </a:lnTo>
                  <a:lnTo>
                    <a:pt x="1083" y="1958"/>
                  </a:lnTo>
                  <a:lnTo>
                    <a:pt x="1087" y="1962"/>
                  </a:lnTo>
                  <a:lnTo>
                    <a:pt x="1087" y="1965"/>
                  </a:lnTo>
                  <a:lnTo>
                    <a:pt x="1091" y="1969"/>
                  </a:lnTo>
                  <a:lnTo>
                    <a:pt x="1094" y="1973"/>
                  </a:lnTo>
                  <a:lnTo>
                    <a:pt x="1094" y="1976"/>
                  </a:lnTo>
                  <a:lnTo>
                    <a:pt x="1094" y="1980"/>
                  </a:lnTo>
                  <a:lnTo>
                    <a:pt x="1098" y="1983"/>
                  </a:lnTo>
                  <a:lnTo>
                    <a:pt x="1098" y="1987"/>
                  </a:lnTo>
                  <a:lnTo>
                    <a:pt x="1101" y="1991"/>
                  </a:lnTo>
                  <a:lnTo>
                    <a:pt x="1101" y="1994"/>
                  </a:lnTo>
                  <a:lnTo>
                    <a:pt x="1105" y="1998"/>
                  </a:lnTo>
                  <a:lnTo>
                    <a:pt x="1105" y="2001"/>
                  </a:lnTo>
                  <a:lnTo>
                    <a:pt x="1105" y="2005"/>
                  </a:lnTo>
                  <a:lnTo>
                    <a:pt x="1109" y="2009"/>
                  </a:lnTo>
                  <a:lnTo>
                    <a:pt x="1112" y="2012"/>
                  </a:lnTo>
                  <a:lnTo>
                    <a:pt x="1112" y="2016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27"/>
                  </a:lnTo>
                  <a:lnTo>
                    <a:pt x="1119" y="2030"/>
                  </a:lnTo>
                  <a:lnTo>
                    <a:pt x="1119" y="2034"/>
                  </a:lnTo>
                  <a:lnTo>
                    <a:pt x="1119" y="2037"/>
                  </a:lnTo>
                  <a:lnTo>
                    <a:pt x="1123" y="2041"/>
                  </a:lnTo>
                  <a:lnTo>
                    <a:pt x="1123" y="2045"/>
                  </a:lnTo>
                  <a:lnTo>
                    <a:pt x="1123" y="2048"/>
                  </a:lnTo>
                  <a:lnTo>
                    <a:pt x="1127" y="2052"/>
                  </a:lnTo>
                  <a:lnTo>
                    <a:pt x="1127" y="2055"/>
                  </a:lnTo>
                  <a:lnTo>
                    <a:pt x="1130" y="2059"/>
                  </a:lnTo>
                  <a:lnTo>
                    <a:pt x="1130" y="2063"/>
                  </a:lnTo>
                  <a:lnTo>
                    <a:pt x="1134" y="2066"/>
                  </a:lnTo>
                  <a:lnTo>
                    <a:pt x="1134" y="2070"/>
                  </a:lnTo>
                  <a:lnTo>
                    <a:pt x="1137" y="2073"/>
                  </a:lnTo>
                  <a:lnTo>
                    <a:pt x="1137" y="2077"/>
                  </a:lnTo>
                  <a:lnTo>
                    <a:pt x="1137" y="2081"/>
                  </a:lnTo>
                  <a:lnTo>
                    <a:pt x="1141" y="2084"/>
                  </a:lnTo>
                  <a:lnTo>
                    <a:pt x="1141" y="2088"/>
                  </a:lnTo>
                  <a:lnTo>
                    <a:pt x="1145" y="2091"/>
                  </a:lnTo>
                  <a:lnTo>
                    <a:pt x="1145" y="2095"/>
                  </a:lnTo>
                  <a:lnTo>
                    <a:pt x="1148" y="2099"/>
                  </a:lnTo>
                  <a:lnTo>
                    <a:pt x="1148" y="2102"/>
                  </a:lnTo>
                  <a:lnTo>
                    <a:pt x="1152" y="2106"/>
                  </a:lnTo>
                  <a:lnTo>
                    <a:pt x="1155" y="2109"/>
                  </a:lnTo>
                  <a:lnTo>
                    <a:pt x="1155" y="2113"/>
                  </a:lnTo>
                  <a:lnTo>
                    <a:pt x="1159" y="2117"/>
                  </a:lnTo>
                  <a:lnTo>
                    <a:pt x="1163" y="2120"/>
                  </a:lnTo>
                  <a:lnTo>
                    <a:pt x="1163" y="2124"/>
                  </a:lnTo>
                  <a:lnTo>
                    <a:pt x="1166" y="2127"/>
                  </a:lnTo>
                  <a:lnTo>
                    <a:pt x="1170" y="2131"/>
                  </a:lnTo>
                  <a:lnTo>
                    <a:pt x="1173" y="2135"/>
                  </a:lnTo>
                  <a:lnTo>
                    <a:pt x="1177" y="2138"/>
                  </a:lnTo>
                  <a:lnTo>
                    <a:pt x="1181" y="2142"/>
                  </a:lnTo>
                  <a:lnTo>
                    <a:pt x="1184" y="2142"/>
                  </a:lnTo>
                  <a:lnTo>
                    <a:pt x="1188" y="2142"/>
                  </a:lnTo>
                  <a:lnTo>
                    <a:pt x="1191" y="2142"/>
                  </a:lnTo>
                  <a:lnTo>
                    <a:pt x="1195" y="2138"/>
                  </a:lnTo>
                  <a:lnTo>
                    <a:pt x="1199" y="2135"/>
                  </a:lnTo>
                  <a:lnTo>
                    <a:pt x="1202" y="2135"/>
                  </a:lnTo>
                  <a:lnTo>
                    <a:pt x="1206" y="2131"/>
                  </a:lnTo>
                  <a:lnTo>
                    <a:pt x="1209" y="2127"/>
                  </a:lnTo>
                  <a:lnTo>
                    <a:pt x="1213" y="2124"/>
                  </a:lnTo>
                  <a:lnTo>
                    <a:pt x="1213" y="2120"/>
                  </a:lnTo>
                  <a:lnTo>
                    <a:pt x="1217" y="2117"/>
                  </a:lnTo>
                  <a:lnTo>
                    <a:pt x="1217" y="2113"/>
                  </a:lnTo>
                  <a:lnTo>
                    <a:pt x="1220" y="2109"/>
                  </a:lnTo>
                  <a:lnTo>
                    <a:pt x="1224" y="2106"/>
                  </a:lnTo>
                  <a:lnTo>
                    <a:pt x="1224" y="2102"/>
                  </a:lnTo>
                  <a:lnTo>
                    <a:pt x="1224" y="2099"/>
                  </a:lnTo>
                  <a:lnTo>
                    <a:pt x="1227" y="2095"/>
                  </a:lnTo>
                  <a:lnTo>
                    <a:pt x="1227" y="2091"/>
                  </a:lnTo>
                  <a:lnTo>
                    <a:pt x="1231" y="2088"/>
                  </a:lnTo>
                  <a:lnTo>
                    <a:pt x="1231" y="2084"/>
                  </a:lnTo>
                  <a:lnTo>
                    <a:pt x="1235" y="2081"/>
                  </a:lnTo>
                  <a:lnTo>
                    <a:pt x="1235" y="2077"/>
                  </a:lnTo>
                  <a:lnTo>
                    <a:pt x="1235" y="2073"/>
                  </a:lnTo>
                  <a:lnTo>
                    <a:pt x="1238" y="2070"/>
                  </a:lnTo>
                  <a:lnTo>
                    <a:pt x="1238" y="2066"/>
                  </a:lnTo>
                  <a:lnTo>
                    <a:pt x="1242" y="2063"/>
                  </a:lnTo>
                  <a:lnTo>
                    <a:pt x="1242" y="2059"/>
                  </a:lnTo>
                  <a:lnTo>
                    <a:pt x="1242" y="2055"/>
                  </a:lnTo>
                  <a:lnTo>
                    <a:pt x="1245" y="2052"/>
                  </a:lnTo>
                  <a:lnTo>
                    <a:pt x="1245" y="2048"/>
                  </a:lnTo>
                  <a:lnTo>
                    <a:pt x="1249" y="2045"/>
                  </a:lnTo>
                  <a:lnTo>
                    <a:pt x="1249" y="2041"/>
                  </a:lnTo>
                  <a:lnTo>
                    <a:pt x="1249" y="2037"/>
                  </a:lnTo>
                  <a:lnTo>
                    <a:pt x="1253" y="2030"/>
                  </a:lnTo>
                  <a:lnTo>
                    <a:pt x="1253" y="2027"/>
                  </a:lnTo>
                  <a:lnTo>
                    <a:pt x="1253" y="2023"/>
                  </a:lnTo>
                  <a:lnTo>
                    <a:pt x="1256" y="2019"/>
                  </a:lnTo>
                  <a:lnTo>
                    <a:pt x="1256" y="2016"/>
                  </a:lnTo>
                  <a:lnTo>
                    <a:pt x="1260" y="2012"/>
                  </a:lnTo>
                  <a:lnTo>
                    <a:pt x="1260" y="2009"/>
                  </a:lnTo>
                  <a:lnTo>
                    <a:pt x="1260" y="2005"/>
                  </a:lnTo>
                  <a:lnTo>
                    <a:pt x="1263" y="1998"/>
                  </a:lnTo>
                  <a:lnTo>
                    <a:pt x="1263" y="1994"/>
                  </a:lnTo>
                  <a:lnTo>
                    <a:pt x="1267" y="1991"/>
                  </a:lnTo>
                  <a:lnTo>
                    <a:pt x="1267" y="1987"/>
                  </a:lnTo>
                  <a:lnTo>
                    <a:pt x="1267" y="1983"/>
                  </a:lnTo>
                  <a:lnTo>
                    <a:pt x="1271" y="1980"/>
                  </a:lnTo>
                  <a:lnTo>
                    <a:pt x="1271" y="1976"/>
                  </a:lnTo>
                  <a:lnTo>
                    <a:pt x="1274" y="1973"/>
                  </a:lnTo>
                  <a:lnTo>
                    <a:pt x="1274" y="1969"/>
                  </a:lnTo>
                  <a:lnTo>
                    <a:pt x="1274" y="1965"/>
                  </a:lnTo>
                  <a:lnTo>
                    <a:pt x="1278" y="1958"/>
                  </a:lnTo>
                  <a:lnTo>
                    <a:pt x="1278" y="1955"/>
                  </a:lnTo>
                  <a:lnTo>
                    <a:pt x="1278" y="1951"/>
                  </a:lnTo>
                  <a:lnTo>
                    <a:pt x="1281" y="1947"/>
                  </a:lnTo>
                  <a:lnTo>
                    <a:pt x="1281" y="1944"/>
                  </a:lnTo>
                  <a:lnTo>
                    <a:pt x="1285" y="1940"/>
                  </a:lnTo>
                  <a:lnTo>
                    <a:pt x="1285" y="1937"/>
                  </a:lnTo>
                  <a:lnTo>
                    <a:pt x="1289" y="1933"/>
                  </a:lnTo>
                  <a:lnTo>
                    <a:pt x="1289" y="1929"/>
                  </a:lnTo>
                  <a:lnTo>
                    <a:pt x="1292" y="1926"/>
                  </a:lnTo>
                  <a:lnTo>
                    <a:pt x="1292" y="1922"/>
                  </a:lnTo>
                  <a:lnTo>
                    <a:pt x="1292" y="1919"/>
                  </a:lnTo>
                  <a:lnTo>
                    <a:pt x="1296" y="1915"/>
                  </a:lnTo>
                  <a:lnTo>
                    <a:pt x="1296" y="1911"/>
                  </a:lnTo>
                  <a:lnTo>
                    <a:pt x="1299" y="1908"/>
                  </a:lnTo>
                  <a:lnTo>
                    <a:pt x="1303" y="1904"/>
                  </a:lnTo>
                  <a:lnTo>
                    <a:pt x="1303" y="1901"/>
                  </a:lnTo>
                  <a:lnTo>
                    <a:pt x="1307" y="1897"/>
                  </a:lnTo>
                  <a:lnTo>
                    <a:pt x="1310" y="1893"/>
                  </a:lnTo>
                  <a:lnTo>
                    <a:pt x="1310" y="1890"/>
                  </a:lnTo>
                  <a:lnTo>
                    <a:pt x="1314" y="1886"/>
                  </a:lnTo>
                  <a:lnTo>
                    <a:pt x="1317" y="1883"/>
                  </a:lnTo>
                  <a:lnTo>
                    <a:pt x="1321" y="1883"/>
                  </a:lnTo>
                  <a:lnTo>
                    <a:pt x="1325" y="1879"/>
                  </a:lnTo>
                  <a:lnTo>
                    <a:pt x="1328" y="1879"/>
                  </a:lnTo>
                  <a:lnTo>
                    <a:pt x="1332" y="1883"/>
                  </a:lnTo>
                  <a:lnTo>
                    <a:pt x="1335" y="1883"/>
                  </a:lnTo>
                  <a:lnTo>
                    <a:pt x="1339" y="1886"/>
                  </a:lnTo>
                  <a:lnTo>
                    <a:pt x="1343" y="1890"/>
                  </a:lnTo>
                  <a:lnTo>
                    <a:pt x="1346" y="1893"/>
                  </a:lnTo>
                  <a:lnTo>
                    <a:pt x="1350" y="1897"/>
                  </a:lnTo>
                  <a:lnTo>
                    <a:pt x="1350" y="1901"/>
                  </a:lnTo>
                  <a:lnTo>
                    <a:pt x="1353" y="1904"/>
                  </a:lnTo>
                  <a:lnTo>
                    <a:pt x="1353" y="1908"/>
                  </a:lnTo>
                  <a:lnTo>
                    <a:pt x="1357" y="1911"/>
                  </a:lnTo>
                  <a:lnTo>
                    <a:pt x="1361" y="1915"/>
                  </a:lnTo>
                  <a:lnTo>
                    <a:pt x="1361" y="1919"/>
                  </a:lnTo>
                  <a:lnTo>
                    <a:pt x="1361" y="1922"/>
                  </a:lnTo>
                  <a:lnTo>
                    <a:pt x="1364" y="1926"/>
                  </a:lnTo>
                  <a:lnTo>
                    <a:pt x="1364" y="1929"/>
                  </a:lnTo>
                  <a:lnTo>
                    <a:pt x="1364" y="1933"/>
                  </a:lnTo>
                  <a:lnTo>
                    <a:pt x="1368" y="1937"/>
                  </a:lnTo>
                  <a:lnTo>
                    <a:pt x="1368" y="1940"/>
                  </a:lnTo>
                  <a:lnTo>
                    <a:pt x="1371" y="1944"/>
                  </a:lnTo>
                  <a:lnTo>
                    <a:pt x="1371" y="1951"/>
                  </a:lnTo>
                  <a:lnTo>
                    <a:pt x="1371" y="1955"/>
                  </a:lnTo>
                  <a:lnTo>
                    <a:pt x="1375" y="1958"/>
                  </a:lnTo>
                  <a:lnTo>
                    <a:pt x="1375" y="1962"/>
                  </a:lnTo>
                  <a:lnTo>
                    <a:pt x="1379" y="1965"/>
                  </a:lnTo>
                  <a:lnTo>
                    <a:pt x="1379" y="1973"/>
                  </a:lnTo>
                  <a:lnTo>
                    <a:pt x="1379" y="1976"/>
                  </a:lnTo>
                  <a:lnTo>
                    <a:pt x="1382" y="1980"/>
                  </a:lnTo>
                  <a:lnTo>
                    <a:pt x="1382" y="1983"/>
                  </a:lnTo>
                  <a:lnTo>
                    <a:pt x="1382" y="1991"/>
                  </a:lnTo>
                  <a:lnTo>
                    <a:pt x="1386" y="1994"/>
                  </a:lnTo>
                  <a:lnTo>
                    <a:pt x="1386" y="1998"/>
                  </a:lnTo>
                  <a:lnTo>
                    <a:pt x="1389" y="2005"/>
                  </a:lnTo>
                  <a:lnTo>
                    <a:pt x="1389" y="2009"/>
                  </a:lnTo>
                  <a:lnTo>
                    <a:pt x="1389" y="2012"/>
                  </a:lnTo>
                  <a:lnTo>
                    <a:pt x="1393" y="2019"/>
                  </a:lnTo>
                  <a:lnTo>
                    <a:pt x="1393" y="2023"/>
                  </a:lnTo>
                  <a:lnTo>
                    <a:pt x="1397" y="2030"/>
                  </a:lnTo>
                  <a:lnTo>
                    <a:pt x="1397" y="2034"/>
                  </a:lnTo>
                  <a:lnTo>
                    <a:pt x="1397" y="2037"/>
                  </a:lnTo>
                  <a:lnTo>
                    <a:pt x="1400" y="2045"/>
                  </a:lnTo>
                  <a:lnTo>
                    <a:pt x="1400" y="2048"/>
                  </a:lnTo>
                  <a:lnTo>
                    <a:pt x="1404" y="2055"/>
                  </a:lnTo>
                  <a:lnTo>
                    <a:pt x="1404" y="2059"/>
                  </a:lnTo>
                  <a:lnTo>
                    <a:pt x="1404" y="2066"/>
                  </a:lnTo>
                  <a:lnTo>
                    <a:pt x="1407" y="2070"/>
                  </a:lnTo>
                  <a:lnTo>
                    <a:pt x="1407" y="2073"/>
                  </a:lnTo>
                  <a:lnTo>
                    <a:pt x="1407" y="2081"/>
                  </a:lnTo>
                  <a:lnTo>
                    <a:pt x="1411" y="2084"/>
                  </a:lnTo>
                  <a:lnTo>
                    <a:pt x="1411" y="2091"/>
                  </a:lnTo>
                  <a:lnTo>
                    <a:pt x="1415" y="2095"/>
                  </a:lnTo>
                  <a:lnTo>
                    <a:pt x="1415" y="2099"/>
                  </a:lnTo>
                  <a:lnTo>
                    <a:pt x="1415" y="2106"/>
                  </a:lnTo>
                  <a:lnTo>
                    <a:pt x="1418" y="2109"/>
                  </a:lnTo>
                  <a:lnTo>
                    <a:pt x="1418" y="2113"/>
                  </a:lnTo>
                  <a:lnTo>
                    <a:pt x="1422" y="2120"/>
                  </a:lnTo>
                  <a:lnTo>
                    <a:pt x="1422" y="2124"/>
                  </a:lnTo>
                  <a:lnTo>
                    <a:pt x="1422" y="2127"/>
                  </a:lnTo>
                  <a:lnTo>
                    <a:pt x="1425" y="2131"/>
                  </a:lnTo>
                  <a:lnTo>
                    <a:pt x="1425" y="2138"/>
                  </a:lnTo>
                  <a:lnTo>
                    <a:pt x="1425" y="2142"/>
                  </a:lnTo>
                  <a:lnTo>
                    <a:pt x="1429" y="2145"/>
                  </a:lnTo>
                  <a:lnTo>
                    <a:pt x="1429" y="2149"/>
                  </a:lnTo>
                  <a:lnTo>
                    <a:pt x="1433" y="2153"/>
                  </a:lnTo>
                  <a:lnTo>
                    <a:pt x="1433" y="2156"/>
                  </a:lnTo>
                  <a:lnTo>
                    <a:pt x="1433" y="2160"/>
                  </a:lnTo>
                  <a:lnTo>
                    <a:pt x="1436" y="2163"/>
                  </a:lnTo>
                  <a:lnTo>
                    <a:pt x="1436" y="2167"/>
                  </a:lnTo>
                  <a:lnTo>
                    <a:pt x="1440" y="2171"/>
                  </a:lnTo>
                  <a:lnTo>
                    <a:pt x="1440" y="2174"/>
                  </a:lnTo>
                  <a:lnTo>
                    <a:pt x="1440" y="2178"/>
                  </a:lnTo>
                  <a:lnTo>
                    <a:pt x="1443" y="2181"/>
                  </a:lnTo>
                  <a:lnTo>
                    <a:pt x="1447" y="2185"/>
                  </a:lnTo>
                  <a:lnTo>
                    <a:pt x="1447" y="2189"/>
                  </a:lnTo>
                  <a:lnTo>
                    <a:pt x="1451" y="2192"/>
                  </a:lnTo>
                  <a:lnTo>
                    <a:pt x="1451" y="2196"/>
                  </a:lnTo>
                  <a:lnTo>
                    <a:pt x="1454" y="2199"/>
                  </a:lnTo>
                  <a:lnTo>
                    <a:pt x="1458" y="2203"/>
                  </a:lnTo>
                  <a:lnTo>
                    <a:pt x="1461" y="2207"/>
                  </a:lnTo>
                  <a:lnTo>
                    <a:pt x="1465" y="2210"/>
                  </a:lnTo>
                  <a:lnTo>
                    <a:pt x="1469" y="2207"/>
                  </a:lnTo>
                  <a:lnTo>
                    <a:pt x="1472" y="2207"/>
                  </a:lnTo>
                  <a:lnTo>
                    <a:pt x="1476" y="2203"/>
                  </a:lnTo>
                  <a:lnTo>
                    <a:pt x="1479" y="2199"/>
                  </a:lnTo>
                  <a:lnTo>
                    <a:pt x="1483" y="2196"/>
                  </a:lnTo>
                  <a:lnTo>
                    <a:pt x="1487" y="2192"/>
                  </a:lnTo>
                  <a:lnTo>
                    <a:pt x="1490" y="2189"/>
                  </a:lnTo>
                  <a:lnTo>
                    <a:pt x="1490" y="2185"/>
                  </a:lnTo>
                  <a:lnTo>
                    <a:pt x="1490" y="2181"/>
                  </a:lnTo>
                  <a:lnTo>
                    <a:pt x="1494" y="2178"/>
                  </a:lnTo>
                  <a:lnTo>
                    <a:pt x="1494" y="2174"/>
                  </a:lnTo>
                  <a:lnTo>
                    <a:pt x="1494" y="2171"/>
                  </a:lnTo>
                  <a:lnTo>
                    <a:pt x="1497" y="2167"/>
                  </a:lnTo>
                  <a:lnTo>
                    <a:pt x="1497" y="2163"/>
                  </a:lnTo>
                  <a:lnTo>
                    <a:pt x="1501" y="2160"/>
                  </a:lnTo>
                  <a:lnTo>
                    <a:pt x="1501" y="2156"/>
                  </a:lnTo>
                  <a:lnTo>
                    <a:pt x="1501" y="2153"/>
                  </a:lnTo>
                  <a:lnTo>
                    <a:pt x="1505" y="2145"/>
                  </a:lnTo>
                  <a:lnTo>
                    <a:pt x="1505" y="2142"/>
                  </a:lnTo>
                  <a:lnTo>
                    <a:pt x="1508" y="2138"/>
                  </a:lnTo>
                  <a:lnTo>
                    <a:pt x="1508" y="2131"/>
                  </a:lnTo>
                  <a:lnTo>
                    <a:pt x="1508" y="2127"/>
                  </a:lnTo>
                  <a:lnTo>
                    <a:pt x="1512" y="2124"/>
                  </a:lnTo>
                  <a:lnTo>
                    <a:pt x="1512" y="2117"/>
                  </a:lnTo>
                  <a:lnTo>
                    <a:pt x="1512" y="2113"/>
                  </a:lnTo>
                  <a:lnTo>
                    <a:pt x="1515" y="2106"/>
                  </a:lnTo>
                  <a:lnTo>
                    <a:pt x="1515" y="2099"/>
                  </a:lnTo>
                  <a:lnTo>
                    <a:pt x="1519" y="2095"/>
                  </a:lnTo>
                  <a:lnTo>
                    <a:pt x="1519" y="2088"/>
                  </a:lnTo>
                  <a:lnTo>
                    <a:pt x="1519" y="2081"/>
                  </a:lnTo>
                  <a:lnTo>
                    <a:pt x="1523" y="2077"/>
                  </a:lnTo>
                  <a:lnTo>
                    <a:pt x="1523" y="2070"/>
                  </a:lnTo>
                  <a:lnTo>
                    <a:pt x="1526" y="2063"/>
                  </a:lnTo>
                  <a:lnTo>
                    <a:pt x="1526" y="2055"/>
                  </a:lnTo>
                  <a:lnTo>
                    <a:pt x="1526" y="2052"/>
                  </a:lnTo>
                  <a:lnTo>
                    <a:pt x="1530" y="2045"/>
                  </a:lnTo>
                  <a:lnTo>
                    <a:pt x="1530" y="2037"/>
                  </a:lnTo>
                  <a:lnTo>
                    <a:pt x="1533" y="2030"/>
                  </a:lnTo>
                  <a:lnTo>
                    <a:pt x="1533" y="2023"/>
                  </a:lnTo>
                  <a:lnTo>
                    <a:pt x="1533" y="2016"/>
                  </a:lnTo>
                  <a:lnTo>
                    <a:pt x="1537" y="2009"/>
                  </a:lnTo>
                  <a:lnTo>
                    <a:pt x="1537" y="2005"/>
                  </a:lnTo>
                  <a:lnTo>
                    <a:pt x="1537" y="1998"/>
                  </a:lnTo>
                  <a:lnTo>
                    <a:pt x="1541" y="1991"/>
                  </a:lnTo>
                  <a:lnTo>
                    <a:pt x="1541" y="1983"/>
                  </a:lnTo>
                  <a:lnTo>
                    <a:pt x="1544" y="1976"/>
                  </a:lnTo>
                  <a:lnTo>
                    <a:pt x="1544" y="1969"/>
                  </a:lnTo>
                  <a:lnTo>
                    <a:pt x="1544" y="1962"/>
                  </a:lnTo>
                  <a:lnTo>
                    <a:pt x="1548" y="1955"/>
                  </a:lnTo>
                  <a:lnTo>
                    <a:pt x="1548" y="1947"/>
                  </a:lnTo>
                  <a:lnTo>
                    <a:pt x="1551" y="1940"/>
                  </a:lnTo>
                  <a:lnTo>
                    <a:pt x="1551" y="1937"/>
                  </a:lnTo>
                  <a:lnTo>
                    <a:pt x="1551" y="1929"/>
                  </a:lnTo>
                  <a:lnTo>
                    <a:pt x="1555" y="1922"/>
                  </a:lnTo>
                  <a:lnTo>
                    <a:pt x="1555" y="1915"/>
                  </a:lnTo>
                  <a:lnTo>
                    <a:pt x="1555" y="1908"/>
                  </a:lnTo>
                  <a:lnTo>
                    <a:pt x="1559" y="1901"/>
                  </a:lnTo>
                  <a:lnTo>
                    <a:pt x="1559" y="1893"/>
                  </a:lnTo>
                  <a:lnTo>
                    <a:pt x="1562" y="1890"/>
                  </a:lnTo>
                  <a:lnTo>
                    <a:pt x="1562" y="1883"/>
                  </a:lnTo>
                  <a:lnTo>
                    <a:pt x="1562" y="1875"/>
                  </a:lnTo>
                  <a:lnTo>
                    <a:pt x="1566" y="1872"/>
                  </a:lnTo>
                  <a:lnTo>
                    <a:pt x="1566" y="1865"/>
                  </a:lnTo>
                  <a:lnTo>
                    <a:pt x="1569" y="1857"/>
                  </a:lnTo>
                  <a:lnTo>
                    <a:pt x="1569" y="1854"/>
                  </a:lnTo>
                  <a:lnTo>
                    <a:pt x="1569" y="1847"/>
                  </a:lnTo>
                  <a:lnTo>
                    <a:pt x="1573" y="1843"/>
                  </a:lnTo>
                  <a:lnTo>
                    <a:pt x="1573" y="1836"/>
                  </a:lnTo>
                  <a:lnTo>
                    <a:pt x="1577" y="1832"/>
                  </a:lnTo>
                  <a:lnTo>
                    <a:pt x="1577" y="1825"/>
                  </a:lnTo>
                  <a:lnTo>
                    <a:pt x="1577" y="1821"/>
                  </a:lnTo>
                  <a:lnTo>
                    <a:pt x="1580" y="1818"/>
                  </a:lnTo>
                  <a:lnTo>
                    <a:pt x="1580" y="1811"/>
                  </a:lnTo>
                  <a:lnTo>
                    <a:pt x="1580" y="1807"/>
                  </a:lnTo>
                  <a:lnTo>
                    <a:pt x="1584" y="1803"/>
                  </a:lnTo>
                  <a:lnTo>
                    <a:pt x="1584" y="1800"/>
                  </a:lnTo>
                  <a:lnTo>
                    <a:pt x="1587" y="1796"/>
                  </a:lnTo>
                  <a:lnTo>
                    <a:pt x="1587" y="1793"/>
                  </a:lnTo>
                  <a:lnTo>
                    <a:pt x="1587" y="1789"/>
                  </a:lnTo>
                  <a:lnTo>
                    <a:pt x="1591" y="1785"/>
                  </a:lnTo>
                  <a:lnTo>
                    <a:pt x="1591" y="1782"/>
                  </a:lnTo>
                  <a:lnTo>
                    <a:pt x="1595" y="1778"/>
                  </a:lnTo>
                  <a:lnTo>
                    <a:pt x="1595" y="1775"/>
                  </a:lnTo>
                  <a:lnTo>
                    <a:pt x="1598" y="1771"/>
                  </a:lnTo>
                  <a:lnTo>
                    <a:pt x="1602" y="1767"/>
                  </a:lnTo>
                  <a:lnTo>
                    <a:pt x="1605" y="1764"/>
                  </a:lnTo>
                  <a:lnTo>
                    <a:pt x="1609" y="1764"/>
                  </a:lnTo>
                  <a:lnTo>
                    <a:pt x="1613" y="1767"/>
                  </a:lnTo>
                  <a:lnTo>
                    <a:pt x="1616" y="1767"/>
                  </a:lnTo>
                  <a:lnTo>
                    <a:pt x="1620" y="1771"/>
                  </a:lnTo>
                  <a:lnTo>
                    <a:pt x="1620" y="1775"/>
                  </a:lnTo>
                  <a:lnTo>
                    <a:pt x="1623" y="1778"/>
                  </a:lnTo>
                  <a:lnTo>
                    <a:pt x="1623" y="1782"/>
                  </a:lnTo>
                  <a:lnTo>
                    <a:pt x="1627" y="1785"/>
                  </a:lnTo>
                  <a:lnTo>
                    <a:pt x="1627" y="1789"/>
                  </a:lnTo>
                  <a:lnTo>
                    <a:pt x="1631" y="1793"/>
                  </a:lnTo>
                  <a:lnTo>
                    <a:pt x="1631" y="1796"/>
                  </a:lnTo>
                  <a:lnTo>
                    <a:pt x="1631" y="1803"/>
                  </a:lnTo>
                  <a:lnTo>
                    <a:pt x="1634" y="1807"/>
                  </a:lnTo>
                  <a:lnTo>
                    <a:pt x="1634" y="1811"/>
                  </a:lnTo>
                  <a:lnTo>
                    <a:pt x="1638" y="1818"/>
                  </a:lnTo>
                  <a:lnTo>
                    <a:pt x="1638" y="1821"/>
                  </a:lnTo>
                  <a:lnTo>
                    <a:pt x="1638" y="1829"/>
                  </a:lnTo>
                  <a:lnTo>
                    <a:pt x="1641" y="1832"/>
                  </a:lnTo>
                  <a:lnTo>
                    <a:pt x="1641" y="1839"/>
                  </a:lnTo>
                  <a:lnTo>
                    <a:pt x="1641" y="1847"/>
                  </a:lnTo>
                  <a:lnTo>
                    <a:pt x="1645" y="1850"/>
                  </a:lnTo>
                  <a:lnTo>
                    <a:pt x="1645" y="1857"/>
                  </a:lnTo>
                  <a:lnTo>
                    <a:pt x="1649" y="1865"/>
                  </a:lnTo>
                  <a:lnTo>
                    <a:pt x="1649" y="1872"/>
                  </a:lnTo>
                  <a:lnTo>
                    <a:pt x="1649" y="1879"/>
                  </a:lnTo>
                  <a:lnTo>
                    <a:pt x="1652" y="1886"/>
                  </a:lnTo>
                  <a:lnTo>
                    <a:pt x="1652" y="1897"/>
                  </a:lnTo>
                  <a:lnTo>
                    <a:pt x="1656" y="1904"/>
                  </a:lnTo>
                  <a:lnTo>
                    <a:pt x="1656" y="1911"/>
                  </a:lnTo>
                  <a:lnTo>
                    <a:pt x="1656" y="1922"/>
                  </a:lnTo>
                  <a:lnTo>
                    <a:pt x="1659" y="1929"/>
                  </a:lnTo>
                  <a:lnTo>
                    <a:pt x="1659" y="1937"/>
                  </a:lnTo>
                  <a:lnTo>
                    <a:pt x="1663" y="1947"/>
                  </a:lnTo>
                  <a:lnTo>
                    <a:pt x="1663" y="1955"/>
                  </a:lnTo>
                  <a:lnTo>
                    <a:pt x="1663" y="1965"/>
                  </a:lnTo>
                  <a:lnTo>
                    <a:pt x="1667" y="1976"/>
                  </a:lnTo>
                  <a:lnTo>
                    <a:pt x="1667" y="1983"/>
                  </a:lnTo>
                  <a:lnTo>
                    <a:pt x="1667" y="1994"/>
                  </a:lnTo>
                  <a:lnTo>
                    <a:pt x="1670" y="2005"/>
                  </a:lnTo>
                  <a:lnTo>
                    <a:pt x="1670" y="2012"/>
                  </a:lnTo>
                  <a:lnTo>
                    <a:pt x="1674" y="2023"/>
                  </a:lnTo>
                  <a:lnTo>
                    <a:pt x="1674" y="2034"/>
                  </a:lnTo>
                  <a:lnTo>
                    <a:pt x="1674" y="2045"/>
                  </a:lnTo>
                  <a:lnTo>
                    <a:pt x="1677" y="2055"/>
                  </a:lnTo>
                  <a:lnTo>
                    <a:pt x="1677" y="2066"/>
                  </a:lnTo>
                  <a:lnTo>
                    <a:pt x="1681" y="2077"/>
                  </a:lnTo>
                  <a:lnTo>
                    <a:pt x="1681" y="2088"/>
                  </a:lnTo>
                  <a:lnTo>
                    <a:pt x="1681" y="2095"/>
                  </a:lnTo>
                  <a:lnTo>
                    <a:pt x="1685" y="2106"/>
                  </a:lnTo>
                  <a:lnTo>
                    <a:pt x="1685" y="2117"/>
                  </a:lnTo>
                  <a:lnTo>
                    <a:pt x="1685" y="2127"/>
                  </a:lnTo>
                  <a:lnTo>
                    <a:pt x="1688" y="2138"/>
                  </a:lnTo>
                  <a:lnTo>
                    <a:pt x="1688" y="2149"/>
                  </a:lnTo>
                  <a:lnTo>
                    <a:pt x="1692" y="2160"/>
                  </a:lnTo>
                  <a:lnTo>
                    <a:pt x="1692" y="2171"/>
                  </a:lnTo>
                  <a:lnTo>
                    <a:pt x="1692" y="2181"/>
                  </a:lnTo>
                  <a:lnTo>
                    <a:pt x="1695" y="2192"/>
                  </a:lnTo>
                  <a:lnTo>
                    <a:pt x="1695" y="2203"/>
                  </a:lnTo>
                  <a:lnTo>
                    <a:pt x="1699" y="2214"/>
                  </a:lnTo>
                  <a:lnTo>
                    <a:pt x="1699" y="2225"/>
                  </a:lnTo>
                  <a:lnTo>
                    <a:pt x="1699" y="2235"/>
                  </a:lnTo>
                  <a:lnTo>
                    <a:pt x="1703" y="2243"/>
                  </a:lnTo>
                  <a:lnTo>
                    <a:pt x="1703" y="2253"/>
                  </a:lnTo>
                  <a:lnTo>
                    <a:pt x="1706" y="2264"/>
                  </a:lnTo>
                  <a:lnTo>
                    <a:pt x="1706" y="2275"/>
                  </a:lnTo>
                  <a:lnTo>
                    <a:pt x="1706" y="2286"/>
                  </a:lnTo>
                  <a:lnTo>
                    <a:pt x="1710" y="2293"/>
                  </a:lnTo>
                  <a:lnTo>
                    <a:pt x="1710" y="2304"/>
                  </a:lnTo>
                  <a:lnTo>
                    <a:pt x="1710" y="2311"/>
                  </a:lnTo>
                  <a:lnTo>
                    <a:pt x="1713" y="2322"/>
                  </a:lnTo>
                  <a:lnTo>
                    <a:pt x="1713" y="2329"/>
                  </a:lnTo>
                  <a:lnTo>
                    <a:pt x="1717" y="2340"/>
                  </a:lnTo>
                  <a:lnTo>
                    <a:pt x="1717" y="2347"/>
                  </a:lnTo>
                  <a:lnTo>
                    <a:pt x="1717" y="2354"/>
                  </a:lnTo>
                  <a:lnTo>
                    <a:pt x="1721" y="2365"/>
                  </a:lnTo>
                  <a:lnTo>
                    <a:pt x="1721" y="2372"/>
                  </a:lnTo>
                  <a:lnTo>
                    <a:pt x="1724" y="2379"/>
                  </a:lnTo>
                  <a:lnTo>
                    <a:pt x="1724" y="2387"/>
                  </a:lnTo>
                  <a:lnTo>
                    <a:pt x="1724" y="2394"/>
                  </a:lnTo>
                  <a:lnTo>
                    <a:pt x="1728" y="2401"/>
                  </a:lnTo>
                  <a:lnTo>
                    <a:pt x="1728" y="2408"/>
                  </a:lnTo>
                  <a:lnTo>
                    <a:pt x="1728" y="2412"/>
                  </a:lnTo>
                  <a:lnTo>
                    <a:pt x="1731" y="2419"/>
                  </a:lnTo>
                  <a:lnTo>
                    <a:pt x="1731" y="2423"/>
                  </a:lnTo>
                  <a:lnTo>
                    <a:pt x="1735" y="2430"/>
                  </a:lnTo>
                  <a:lnTo>
                    <a:pt x="1735" y="2433"/>
                  </a:lnTo>
                  <a:lnTo>
                    <a:pt x="1735" y="2437"/>
                  </a:lnTo>
                  <a:lnTo>
                    <a:pt x="1739" y="2444"/>
                  </a:lnTo>
                  <a:lnTo>
                    <a:pt x="1739" y="2448"/>
                  </a:lnTo>
                  <a:lnTo>
                    <a:pt x="1742" y="2451"/>
                  </a:lnTo>
                  <a:lnTo>
                    <a:pt x="1742" y="2455"/>
                  </a:lnTo>
                  <a:lnTo>
                    <a:pt x="1746" y="2459"/>
                  </a:lnTo>
                  <a:lnTo>
                    <a:pt x="1749" y="2462"/>
                  </a:lnTo>
                  <a:lnTo>
                    <a:pt x="1753" y="2462"/>
                  </a:lnTo>
                  <a:lnTo>
                    <a:pt x="1757" y="2459"/>
                  </a:lnTo>
                  <a:lnTo>
                    <a:pt x="1760" y="2455"/>
                  </a:lnTo>
                  <a:lnTo>
                    <a:pt x="1760" y="2451"/>
                  </a:lnTo>
                  <a:lnTo>
                    <a:pt x="1764" y="2448"/>
                  </a:lnTo>
                  <a:lnTo>
                    <a:pt x="1764" y="2444"/>
                  </a:lnTo>
                  <a:lnTo>
                    <a:pt x="1767" y="2441"/>
                  </a:lnTo>
                  <a:lnTo>
                    <a:pt x="1767" y="2437"/>
                  </a:lnTo>
                  <a:lnTo>
                    <a:pt x="1767" y="2430"/>
                  </a:lnTo>
                  <a:lnTo>
                    <a:pt x="1771" y="2426"/>
                  </a:lnTo>
                  <a:lnTo>
                    <a:pt x="1771" y="2419"/>
                  </a:lnTo>
                  <a:lnTo>
                    <a:pt x="1775" y="2412"/>
                  </a:lnTo>
                  <a:lnTo>
                    <a:pt x="1775" y="2405"/>
                  </a:lnTo>
                  <a:lnTo>
                    <a:pt x="1775" y="2397"/>
                  </a:lnTo>
                  <a:lnTo>
                    <a:pt x="1778" y="2387"/>
                  </a:lnTo>
                  <a:lnTo>
                    <a:pt x="1778" y="2379"/>
                  </a:lnTo>
                  <a:lnTo>
                    <a:pt x="1778" y="2369"/>
                  </a:lnTo>
                  <a:lnTo>
                    <a:pt x="1782" y="2361"/>
                  </a:lnTo>
                  <a:lnTo>
                    <a:pt x="1782" y="2351"/>
                  </a:lnTo>
                  <a:lnTo>
                    <a:pt x="1785" y="2340"/>
                  </a:lnTo>
                  <a:lnTo>
                    <a:pt x="1785" y="2329"/>
                  </a:lnTo>
                  <a:lnTo>
                    <a:pt x="1785" y="2315"/>
                  </a:lnTo>
                  <a:lnTo>
                    <a:pt x="1789" y="2304"/>
                  </a:lnTo>
                  <a:lnTo>
                    <a:pt x="1789" y="2293"/>
                  </a:lnTo>
                  <a:lnTo>
                    <a:pt x="1793" y="2279"/>
                  </a:lnTo>
                  <a:lnTo>
                    <a:pt x="1793" y="2264"/>
                  </a:lnTo>
                  <a:lnTo>
                    <a:pt x="1793" y="2250"/>
                  </a:lnTo>
                  <a:lnTo>
                    <a:pt x="1796" y="2235"/>
                  </a:lnTo>
                  <a:lnTo>
                    <a:pt x="1796" y="2221"/>
                  </a:lnTo>
                  <a:lnTo>
                    <a:pt x="1796" y="2203"/>
                  </a:lnTo>
                  <a:lnTo>
                    <a:pt x="1800" y="2189"/>
                  </a:lnTo>
                  <a:lnTo>
                    <a:pt x="1800" y="2171"/>
                  </a:lnTo>
                  <a:lnTo>
                    <a:pt x="1803" y="2156"/>
                  </a:lnTo>
                  <a:lnTo>
                    <a:pt x="1803" y="2138"/>
                  </a:lnTo>
                  <a:lnTo>
                    <a:pt x="1803" y="2120"/>
                  </a:lnTo>
                  <a:lnTo>
                    <a:pt x="1807" y="2102"/>
                  </a:lnTo>
                  <a:lnTo>
                    <a:pt x="1807" y="2084"/>
                  </a:lnTo>
                  <a:lnTo>
                    <a:pt x="1811" y="2063"/>
                  </a:lnTo>
                  <a:lnTo>
                    <a:pt x="1811" y="2045"/>
                  </a:lnTo>
                  <a:lnTo>
                    <a:pt x="1811" y="2023"/>
                  </a:lnTo>
                  <a:lnTo>
                    <a:pt x="1814" y="2005"/>
                  </a:lnTo>
                  <a:lnTo>
                    <a:pt x="1814" y="1983"/>
                  </a:lnTo>
                  <a:lnTo>
                    <a:pt x="1818" y="1962"/>
                  </a:lnTo>
                  <a:lnTo>
                    <a:pt x="1818" y="1940"/>
                  </a:lnTo>
                  <a:lnTo>
                    <a:pt x="1818" y="1919"/>
                  </a:lnTo>
                  <a:lnTo>
                    <a:pt x="1821" y="1897"/>
                  </a:lnTo>
                  <a:lnTo>
                    <a:pt x="1821" y="1872"/>
                  </a:lnTo>
                  <a:lnTo>
                    <a:pt x="1821" y="1850"/>
                  </a:lnTo>
                  <a:lnTo>
                    <a:pt x="1825" y="1825"/>
                  </a:lnTo>
                  <a:lnTo>
                    <a:pt x="1825" y="1803"/>
                  </a:lnTo>
                  <a:lnTo>
                    <a:pt x="1829" y="1778"/>
                  </a:lnTo>
                  <a:lnTo>
                    <a:pt x="1829" y="1753"/>
                  </a:lnTo>
                  <a:lnTo>
                    <a:pt x="1829" y="1731"/>
                  </a:lnTo>
                  <a:lnTo>
                    <a:pt x="1832" y="1706"/>
                  </a:lnTo>
                  <a:lnTo>
                    <a:pt x="1832" y="1681"/>
                  </a:lnTo>
                  <a:lnTo>
                    <a:pt x="1836" y="1656"/>
                  </a:lnTo>
                  <a:lnTo>
                    <a:pt x="1836" y="1631"/>
                  </a:lnTo>
                  <a:lnTo>
                    <a:pt x="1836" y="1602"/>
                  </a:lnTo>
                  <a:lnTo>
                    <a:pt x="1839" y="1577"/>
                  </a:lnTo>
                  <a:lnTo>
                    <a:pt x="1839" y="1551"/>
                  </a:lnTo>
                  <a:lnTo>
                    <a:pt x="1839" y="1523"/>
                  </a:lnTo>
                  <a:lnTo>
                    <a:pt x="1843" y="1497"/>
                  </a:lnTo>
                  <a:lnTo>
                    <a:pt x="1843" y="1472"/>
                  </a:lnTo>
                  <a:lnTo>
                    <a:pt x="1847" y="1443"/>
                  </a:lnTo>
                  <a:lnTo>
                    <a:pt x="1847" y="1418"/>
                  </a:lnTo>
                  <a:lnTo>
                    <a:pt x="1847" y="1389"/>
                  </a:lnTo>
                  <a:lnTo>
                    <a:pt x="1850" y="1361"/>
                  </a:lnTo>
                  <a:lnTo>
                    <a:pt x="1850" y="1335"/>
                  </a:lnTo>
                  <a:lnTo>
                    <a:pt x="1854" y="1307"/>
                  </a:lnTo>
                  <a:lnTo>
                    <a:pt x="1854" y="1281"/>
                  </a:lnTo>
                  <a:lnTo>
                    <a:pt x="1854" y="1253"/>
                  </a:lnTo>
                  <a:lnTo>
                    <a:pt x="1857" y="1224"/>
                  </a:lnTo>
                  <a:lnTo>
                    <a:pt x="1857" y="1195"/>
                  </a:lnTo>
                  <a:lnTo>
                    <a:pt x="1861" y="1170"/>
                  </a:lnTo>
                  <a:lnTo>
                    <a:pt x="1861" y="1141"/>
                  </a:lnTo>
                  <a:lnTo>
                    <a:pt x="1861" y="1112"/>
                  </a:lnTo>
                  <a:lnTo>
                    <a:pt x="1865" y="1087"/>
                  </a:lnTo>
                  <a:lnTo>
                    <a:pt x="1865" y="1058"/>
                  </a:lnTo>
                  <a:lnTo>
                    <a:pt x="1865" y="1029"/>
                  </a:lnTo>
                  <a:lnTo>
                    <a:pt x="1868" y="1004"/>
                  </a:lnTo>
                  <a:lnTo>
                    <a:pt x="1868" y="975"/>
                  </a:lnTo>
                  <a:lnTo>
                    <a:pt x="1872" y="950"/>
                  </a:lnTo>
                  <a:lnTo>
                    <a:pt x="1872" y="921"/>
                  </a:lnTo>
                  <a:lnTo>
                    <a:pt x="1872" y="896"/>
                  </a:lnTo>
                  <a:lnTo>
                    <a:pt x="1875" y="867"/>
                  </a:lnTo>
                  <a:lnTo>
                    <a:pt x="1875" y="842"/>
                  </a:lnTo>
                  <a:lnTo>
                    <a:pt x="1879" y="813"/>
                  </a:lnTo>
                  <a:lnTo>
                    <a:pt x="1879" y="788"/>
                  </a:lnTo>
                  <a:lnTo>
                    <a:pt x="1879" y="763"/>
                  </a:lnTo>
                  <a:lnTo>
                    <a:pt x="1883" y="738"/>
                  </a:lnTo>
                  <a:lnTo>
                    <a:pt x="1883" y="709"/>
                  </a:lnTo>
                  <a:lnTo>
                    <a:pt x="1883" y="684"/>
                  </a:lnTo>
                  <a:lnTo>
                    <a:pt x="1886" y="659"/>
                  </a:lnTo>
                  <a:lnTo>
                    <a:pt x="1886" y="637"/>
                  </a:lnTo>
                  <a:lnTo>
                    <a:pt x="1890" y="612"/>
                  </a:lnTo>
                  <a:lnTo>
                    <a:pt x="1890" y="587"/>
                  </a:lnTo>
                  <a:lnTo>
                    <a:pt x="1890" y="562"/>
                  </a:lnTo>
                  <a:lnTo>
                    <a:pt x="1893" y="540"/>
                  </a:lnTo>
                  <a:lnTo>
                    <a:pt x="1893" y="515"/>
                  </a:lnTo>
                  <a:lnTo>
                    <a:pt x="1897" y="493"/>
                  </a:lnTo>
                  <a:lnTo>
                    <a:pt x="1897" y="472"/>
                  </a:lnTo>
                  <a:lnTo>
                    <a:pt x="1897" y="450"/>
                  </a:lnTo>
                  <a:lnTo>
                    <a:pt x="1901" y="428"/>
                  </a:lnTo>
                  <a:lnTo>
                    <a:pt x="1901" y="407"/>
                  </a:lnTo>
                  <a:lnTo>
                    <a:pt x="1904" y="385"/>
                  </a:lnTo>
                  <a:lnTo>
                    <a:pt x="1904" y="364"/>
                  </a:lnTo>
                  <a:lnTo>
                    <a:pt x="1904" y="346"/>
                  </a:lnTo>
                  <a:lnTo>
                    <a:pt x="1908" y="324"/>
                  </a:lnTo>
                  <a:lnTo>
                    <a:pt x="1908" y="306"/>
                  </a:lnTo>
                  <a:lnTo>
                    <a:pt x="1908" y="288"/>
                  </a:lnTo>
                  <a:lnTo>
                    <a:pt x="1911" y="270"/>
                  </a:lnTo>
                  <a:lnTo>
                    <a:pt x="1911" y="252"/>
                  </a:lnTo>
                  <a:lnTo>
                    <a:pt x="1915" y="234"/>
                  </a:lnTo>
                  <a:lnTo>
                    <a:pt x="1915" y="220"/>
                  </a:lnTo>
                  <a:lnTo>
                    <a:pt x="1915" y="202"/>
                  </a:lnTo>
                  <a:lnTo>
                    <a:pt x="1919" y="187"/>
                  </a:lnTo>
                  <a:lnTo>
                    <a:pt x="1919" y="173"/>
                  </a:lnTo>
                  <a:lnTo>
                    <a:pt x="1922" y="158"/>
                  </a:lnTo>
                  <a:lnTo>
                    <a:pt x="1922" y="144"/>
                  </a:lnTo>
                  <a:lnTo>
                    <a:pt x="1922" y="133"/>
                  </a:lnTo>
                  <a:lnTo>
                    <a:pt x="1926" y="119"/>
                  </a:lnTo>
                  <a:lnTo>
                    <a:pt x="1926" y="108"/>
                  </a:lnTo>
                  <a:lnTo>
                    <a:pt x="1926" y="97"/>
                  </a:lnTo>
                  <a:lnTo>
                    <a:pt x="1929" y="86"/>
                  </a:lnTo>
                  <a:lnTo>
                    <a:pt x="1929" y="76"/>
                  </a:lnTo>
                  <a:lnTo>
                    <a:pt x="1933" y="65"/>
                  </a:lnTo>
                  <a:lnTo>
                    <a:pt x="1933" y="58"/>
                  </a:lnTo>
                  <a:lnTo>
                    <a:pt x="1933" y="50"/>
                  </a:lnTo>
                  <a:lnTo>
                    <a:pt x="1937" y="40"/>
                  </a:lnTo>
                  <a:lnTo>
                    <a:pt x="1937" y="36"/>
                  </a:lnTo>
                  <a:lnTo>
                    <a:pt x="1940" y="29"/>
                  </a:lnTo>
                  <a:lnTo>
                    <a:pt x="1940" y="22"/>
                  </a:lnTo>
                  <a:lnTo>
                    <a:pt x="1940" y="18"/>
                  </a:lnTo>
                  <a:lnTo>
                    <a:pt x="1944" y="14"/>
                  </a:lnTo>
                  <a:lnTo>
                    <a:pt x="1944" y="11"/>
                  </a:lnTo>
                  <a:lnTo>
                    <a:pt x="1947" y="7"/>
                  </a:lnTo>
                  <a:lnTo>
                    <a:pt x="1947" y="4"/>
                  </a:lnTo>
                  <a:lnTo>
                    <a:pt x="195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79" name="Freeform 107"/>
            <p:cNvSpPr>
              <a:spLocks/>
            </p:cNvSpPr>
            <p:nvPr/>
          </p:nvSpPr>
          <p:spPr bwMode="auto">
            <a:xfrm>
              <a:off x="2700" y="1048"/>
              <a:ext cx="2477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50" y="385"/>
                </a:cxn>
                <a:cxn ang="0">
                  <a:pos x="72" y="788"/>
                </a:cxn>
                <a:cxn ang="0">
                  <a:pos x="97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9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8" y="2243"/>
                </a:cxn>
                <a:cxn ang="0">
                  <a:pos x="274" y="2066"/>
                </a:cxn>
                <a:cxn ang="0">
                  <a:pos x="299" y="1904"/>
                </a:cxn>
                <a:cxn ang="0">
                  <a:pos x="320" y="1796"/>
                </a:cxn>
                <a:cxn ang="0">
                  <a:pos x="364" y="1789"/>
                </a:cxn>
                <a:cxn ang="0">
                  <a:pos x="385" y="1872"/>
                </a:cxn>
                <a:cxn ang="0">
                  <a:pos x="410" y="1983"/>
                </a:cxn>
                <a:cxn ang="0">
                  <a:pos x="432" y="2095"/>
                </a:cxn>
                <a:cxn ang="0">
                  <a:pos x="457" y="2174"/>
                </a:cxn>
                <a:cxn ang="0">
                  <a:pos x="504" y="2189"/>
                </a:cxn>
                <a:cxn ang="0">
                  <a:pos x="529" y="2124"/>
                </a:cxn>
                <a:cxn ang="0">
                  <a:pos x="554" y="2037"/>
                </a:cxn>
                <a:cxn ang="0">
                  <a:pos x="576" y="1958"/>
                </a:cxn>
                <a:cxn ang="0">
                  <a:pos x="605" y="1893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6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6" y="2005"/>
                </a:cxn>
                <a:cxn ang="0">
                  <a:pos x="878" y="1944"/>
                </a:cxn>
                <a:cxn ang="0">
                  <a:pos x="936" y="1947"/>
                </a:cxn>
                <a:cxn ang="0">
                  <a:pos x="968" y="2009"/>
                </a:cxn>
                <a:cxn ang="0">
                  <a:pos x="1001" y="2070"/>
                </a:cxn>
                <a:cxn ang="0">
                  <a:pos x="1055" y="2106"/>
                </a:cxn>
                <a:cxn ang="0">
                  <a:pos x="1102" y="2048"/>
                </a:cxn>
                <a:cxn ang="0">
                  <a:pos x="1138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5" y="2066"/>
                </a:cxn>
                <a:cxn ang="0">
                  <a:pos x="1343" y="2084"/>
                </a:cxn>
                <a:cxn ang="0">
                  <a:pos x="1393" y="2027"/>
                </a:cxn>
                <a:cxn ang="0">
                  <a:pos x="1444" y="1969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0" y="2027"/>
                </a:cxn>
                <a:cxn ang="0">
                  <a:pos x="1728" y="1976"/>
                </a:cxn>
                <a:cxn ang="0">
                  <a:pos x="1789" y="2001"/>
                </a:cxn>
                <a:cxn ang="0">
                  <a:pos x="1850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5" y="2030"/>
                </a:cxn>
                <a:cxn ang="0">
                  <a:pos x="2156" y="2066"/>
                </a:cxn>
                <a:cxn ang="0">
                  <a:pos x="2218" y="2034"/>
                </a:cxn>
                <a:cxn ang="0">
                  <a:pos x="2279" y="1991"/>
                </a:cxn>
                <a:cxn ang="0">
                  <a:pos x="2340" y="2001"/>
                </a:cxn>
                <a:cxn ang="0">
                  <a:pos x="2401" y="2048"/>
                </a:cxn>
                <a:cxn ang="0">
                  <a:pos x="2462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4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32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40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8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6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83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4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101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9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6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7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9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7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12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30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6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4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81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2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9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7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4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5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7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5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3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10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8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6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4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5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33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40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1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3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601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3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62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70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8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6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3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31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7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60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8" y="1962"/>
                  </a:lnTo>
                  <a:lnTo>
                    <a:pt x="868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7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4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7" y="2063"/>
                  </a:lnTo>
                  <a:lnTo>
                    <a:pt x="997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4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102" y="2052"/>
                  </a:lnTo>
                  <a:lnTo>
                    <a:pt x="1102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20" y="2019"/>
                  </a:lnTo>
                  <a:lnTo>
                    <a:pt x="1120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5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31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6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4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91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7" y="2073"/>
                  </a:lnTo>
                  <a:lnTo>
                    <a:pt x="1361" y="2070"/>
                  </a:lnTo>
                  <a:lnTo>
                    <a:pt x="1364" y="2066"/>
                  </a:lnTo>
                  <a:lnTo>
                    <a:pt x="1368" y="2063"/>
                  </a:lnTo>
                  <a:lnTo>
                    <a:pt x="1372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9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4" y="1969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2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76"/>
                  </a:lnTo>
                  <a:lnTo>
                    <a:pt x="1498" y="1980"/>
                  </a:lnTo>
                  <a:lnTo>
                    <a:pt x="1501" y="1983"/>
                  </a:lnTo>
                  <a:lnTo>
                    <a:pt x="1505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6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7" y="2027"/>
                  </a:lnTo>
                  <a:lnTo>
                    <a:pt x="1541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52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77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81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6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70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81" y="2016"/>
                  </a:lnTo>
                  <a:lnTo>
                    <a:pt x="1685" y="2012"/>
                  </a:lnTo>
                  <a:lnTo>
                    <a:pt x="1688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6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3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8"/>
                  </a:lnTo>
                  <a:lnTo>
                    <a:pt x="1984" y="1994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3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3"/>
                  </a:lnTo>
                  <a:lnTo>
                    <a:pt x="2045" y="1987"/>
                  </a:lnTo>
                  <a:lnTo>
                    <a:pt x="2048" y="1987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0"/>
                  </a:lnTo>
                  <a:lnTo>
                    <a:pt x="2102" y="2034"/>
                  </a:lnTo>
                  <a:lnTo>
                    <a:pt x="2106" y="2037"/>
                  </a:lnTo>
                  <a:lnTo>
                    <a:pt x="2110" y="2041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2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8"/>
                  </a:lnTo>
                  <a:lnTo>
                    <a:pt x="2207" y="2045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7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4" y="2005"/>
                  </a:lnTo>
                  <a:lnTo>
                    <a:pt x="2257" y="2001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91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29" y="1994"/>
                  </a:lnTo>
                  <a:lnTo>
                    <a:pt x="2333" y="1994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19"/>
                  </a:lnTo>
                  <a:lnTo>
                    <a:pt x="2369" y="2023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4"/>
                  </a:lnTo>
                  <a:lnTo>
                    <a:pt x="2387" y="2037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0" name="Freeform 108"/>
            <p:cNvSpPr>
              <a:spLocks/>
            </p:cNvSpPr>
            <p:nvPr/>
          </p:nvSpPr>
          <p:spPr bwMode="auto">
            <a:xfrm>
              <a:off x="5177" y="3071"/>
              <a:ext cx="32" cy="25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3" y="22"/>
                </a:cxn>
                <a:cxn ang="0">
                  <a:pos x="7" y="18"/>
                </a:cxn>
                <a:cxn ang="0">
                  <a:pos x="11" y="18"/>
                </a:cxn>
                <a:cxn ang="0">
                  <a:pos x="14" y="14"/>
                </a:cxn>
                <a:cxn ang="0">
                  <a:pos x="18" y="11"/>
                </a:cxn>
                <a:cxn ang="0">
                  <a:pos x="21" y="7"/>
                </a:cxn>
                <a:cxn ang="0">
                  <a:pos x="25" y="4"/>
                </a:cxn>
                <a:cxn ang="0">
                  <a:pos x="29" y="4"/>
                </a:cxn>
                <a:cxn ang="0">
                  <a:pos x="32" y="0"/>
                </a:cxn>
                <a:cxn ang="0">
                  <a:pos x="32" y="0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lnTo>
                    <a:pt x="3" y="22"/>
                  </a:lnTo>
                  <a:lnTo>
                    <a:pt x="7" y="18"/>
                  </a:lnTo>
                  <a:lnTo>
                    <a:pt x="11" y="18"/>
                  </a:lnTo>
                  <a:lnTo>
                    <a:pt x="14" y="14"/>
                  </a:lnTo>
                  <a:lnTo>
                    <a:pt x="18" y="11"/>
                  </a:lnTo>
                  <a:lnTo>
                    <a:pt x="21" y="7"/>
                  </a:lnTo>
                  <a:lnTo>
                    <a:pt x="25" y="4"/>
                  </a:lnTo>
                  <a:lnTo>
                    <a:pt x="29" y="4"/>
                  </a:lnTo>
                  <a:lnTo>
                    <a:pt x="32" y="0"/>
                  </a:lnTo>
                  <a:lnTo>
                    <a:pt x="3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1" name="Freeform 109"/>
            <p:cNvSpPr>
              <a:spLocks/>
            </p:cNvSpPr>
            <p:nvPr/>
          </p:nvSpPr>
          <p:spPr bwMode="auto">
            <a:xfrm>
              <a:off x="749" y="1048"/>
              <a:ext cx="2088" cy="2462"/>
            </a:xfrm>
            <a:custGeom>
              <a:avLst/>
              <a:gdLst/>
              <a:ahLst/>
              <a:cxnLst>
                <a:cxn ang="0">
                  <a:pos x="50" y="1983"/>
                </a:cxn>
                <a:cxn ang="0">
                  <a:pos x="104" y="1994"/>
                </a:cxn>
                <a:cxn ang="0">
                  <a:pos x="158" y="2045"/>
                </a:cxn>
                <a:cxn ang="0">
                  <a:pos x="212" y="2070"/>
                </a:cxn>
                <a:cxn ang="0">
                  <a:pos x="266" y="2037"/>
                </a:cxn>
                <a:cxn ang="0">
                  <a:pos x="317" y="1983"/>
                </a:cxn>
                <a:cxn ang="0">
                  <a:pos x="371" y="1980"/>
                </a:cxn>
                <a:cxn ang="0">
                  <a:pos x="421" y="2027"/>
                </a:cxn>
                <a:cxn ang="0">
                  <a:pos x="471" y="2077"/>
                </a:cxn>
                <a:cxn ang="0">
                  <a:pos x="525" y="2059"/>
                </a:cxn>
                <a:cxn ang="0">
                  <a:pos x="569" y="2009"/>
                </a:cxn>
                <a:cxn ang="0">
                  <a:pos x="619" y="1965"/>
                </a:cxn>
                <a:cxn ang="0">
                  <a:pos x="673" y="1991"/>
                </a:cxn>
                <a:cxn ang="0">
                  <a:pos x="713" y="2045"/>
                </a:cxn>
                <a:cxn ang="0">
                  <a:pos x="759" y="2091"/>
                </a:cxn>
                <a:cxn ang="0">
                  <a:pos x="813" y="2059"/>
                </a:cxn>
                <a:cxn ang="0">
                  <a:pos x="849" y="2005"/>
                </a:cxn>
                <a:cxn ang="0">
                  <a:pos x="893" y="1951"/>
                </a:cxn>
                <a:cxn ang="0">
                  <a:pos x="947" y="1976"/>
                </a:cxn>
                <a:cxn ang="0">
                  <a:pos x="979" y="2030"/>
                </a:cxn>
                <a:cxn ang="0">
                  <a:pos x="1011" y="2084"/>
                </a:cxn>
                <a:cxn ang="0">
                  <a:pos x="1065" y="2102"/>
                </a:cxn>
                <a:cxn ang="0">
                  <a:pos x="1105" y="2048"/>
                </a:cxn>
                <a:cxn ang="0">
                  <a:pos x="1130" y="1994"/>
                </a:cxn>
                <a:cxn ang="0">
                  <a:pos x="1163" y="1940"/>
                </a:cxn>
                <a:cxn ang="0">
                  <a:pos x="1217" y="1944"/>
                </a:cxn>
                <a:cxn ang="0">
                  <a:pos x="1242" y="1998"/>
                </a:cxn>
                <a:cxn ang="0">
                  <a:pos x="1267" y="2052"/>
                </a:cxn>
                <a:cxn ang="0">
                  <a:pos x="1292" y="2106"/>
                </a:cxn>
                <a:cxn ang="0">
                  <a:pos x="1339" y="2135"/>
                </a:cxn>
                <a:cxn ang="0">
                  <a:pos x="1371" y="2081"/>
                </a:cxn>
                <a:cxn ang="0">
                  <a:pos x="1393" y="2023"/>
                </a:cxn>
                <a:cxn ang="0">
                  <a:pos x="1415" y="1965"/>
                </a:cxn>
                <a:cxn ang="0">
                  <a:pos x="1440" y="1908"/>
                </a:cxn>
                <a:cxn ang="0">
                  <a:pos x="1487" y="1893"/>
                </a:cxn>
                <a:cxn ang="0">
                  <a:pos x="1512" y="1951"/>
                </a:cxn>
                <a:cxn ang="0">
                  <a:pos x="1533" y="2019"/>
                </a:cxn>
                <a:cxn ang="0">
                  <a:pos x="1551" y="2095"/>
                </a:cxn>
                <a:cxn ang="0">
                  <a:pos x="1573" y="2160"/>
                </a:cxn>
                <a:cxn ang="0">
                  <a:pos x="1609" y="2207"/>
                </a:cxn>
                <a:cxn ang="0">
                  <a:pos x="1641" y="2156"/>
                </a:cxn>
                <a:cxn ang="0">
                  <a:pos x="1663" y="2077"/>
                </a:cxn>
                <a:cxn ang="0">
                  <a:pos x="1681" y="1976"/>
                </a:cxn>
                <a:cxn ang="0">
                  <a:pos x="1703" y="1875"/>
                </a:cxn>
                <a:cxn ang="0">
                  <a:pos x="1724" y="1800"/>
                </a:cxn>
                <a:cxn ang="0">
                  <a:pos x="1764" y="1778"/>
                </a:cxn>
                <a:cxn ang="0">
                  <a:pos x="1785" y="1850"/>
                </a:cxn>
                <a:cxn ang="0">
                  <a:pos x="1803" y="1976"/>
                </a:cxn>
                <a:cxn ang="0">
                  <a:pos x="1825" y="2127"/>
                </a:cxn>
                <a:cxn ang="0">
                  <a:pos x="1847" y="2286"/>
                </a:cxn>
                <a:cxn ang="0">
                  <a:pos x="1868" y="2408"/>
                </a:cxn>
                <a:cxn ang="0">
                  <a:pos x="1901" y="2455"/>
                </a:cxn>
                <a:cxn ang="0">
                  <a:pos x="1922" y="2361"/>
                </a:cxn>
                <a:cxn ang="0">
                  <a:pos x="1940" y="2156"/>
                </a:cxn>
                <a:cxn ang="0">
                  <a:pos x="1962" y="1850"/>
                </a:cxn>
                <a:cxn ang="0">
                  <a:pos x="1983" y="1472"/>
                </a:cxn>
                <a:cxn ang="0">
                  <a:pos x="2005" y="1058"/>
                </a:cxn>
                <a:cxn ang="0">
                  <a:pos x="2027" y="659"/>
                </a:cxn>
                <a:cxn ang="0">
                  <a:pos x="2045" y="324"/>
                </a:cxn>
                <a:cxn ang="0">
                  <a:pos x="2066" y="97"/>
                </a:cxn>
                <a:cxn ang="0">
                  <a:pos x="2088" y="0"/>
                </a:cxn>
              </a:cxnLst>
              <a:rect l="0" t="0" r="r" b="b"/>
              <a:pathLst>
                <a:path w="2088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09"/>
                  </a:lnTo>
                  <a:lnTo>
                    <a:pt x="18" y="2005"/>
                  </a:lnTo>
                  <a:lnTo>
                    <a:pt x="21" y="2001"/>
                  </a:lnTo>
                  <a:lnTo>
                    <a:pt x="25" y="1998"/>
                  </a:lnTo>
                  <a:lnTo>
                    <a:pt x="29" y="1998"/>
                  </a:lnTo>
                  <a:lnTo>
                    <a:pt x="32" y="1994"/>
                  </a:lnTo>
                  <a:lnTo>
                    <a:pt x="36" y="1991"/>
                  </a:lnTo>
                  <a:lnTo>
                    <a:pt x="39" y="1991"/>
                  </a:lnTo>
                  <a:lnTo>
                    <a:pt x="43" y="1987"/>
                  </a:lnTo>
                  <a:lnTo>
                    <a:pt x="47" y="1987"/>
                  </a:lnTo>
                  <a:lnTo>
                    <a:pt x="50" y="1983"/>
                  </a:lnTo>
                  <a:lnTo>
                    <a:pt x="54" y="1983"/>
                  </a:lnTo>
                  <a:lnTo>
                    <a:pt x="57" y="1980"/>
                  </a:lnTo>
                  <a:lnTo>
                    <a:pt x="61" y="1980"/>
                  </a:lnTo>
                  <a:lnTo>
                    <a:pt x="65" y="1980"/>
                  </a:lnTo>
                  <a:lnTo>
                    <a:pt x="68" y="1980"/>
                  </a:lnTo>
                  <a:lnTo>
                    <a:pt x="72" y="1980"/>
                  </a:lnTo>
                  <a:lnTo>
                    <a:pt x="75" y="1980"/>
                  </a:lnTo>
                  <a:lnTo>
                    <a:pt x="79" y="1980"/>
                  </a:lnTo>
                  <a:lnTo>
                    <a:pt x="83" y="1980"/>
                  </a:lnTo>
                  <a:lnTo>
                    <a:pt x="86" y="1983"/>
                  </a:lnTo>
                  <a:lnTo>
                    <a:pt x="90" y="1983"/>
                  </a:lnTo>
                  <a:lnTo>
                    <a:pt x="93" y="1987"/>
                  </a:lnTo>
                  <a:lnTo>
                    <a:pt x="97" y="1987"/>
                  </a:lnTo>
                  <a:lnTo>
                    <a:pt x="101" y="1991"/>
                  </a:lnTo>
                  <a:lnTo>
                    <a:pt x="104" y="1994"/>
                  </a:lnTo>
                  <a:lnTo>
                    <a:pt x="108" y="1994"/>
                  </a:lnTo>
                  <a:lnTo>
                    <a:pt x="111" y="1998"/>
                  </a:lnTo>
                  <a:lnTo>
                    <a:pt x="115" y="2001"/>
                  </a:lnTo>
                  <a:lnTo>
                    <a:pt x="119" y="2005"/>
                  </a:lnTo>
                  <a:lnTo>
                    <a:pt x="122" y="2009"/>
                  </a:lnTo>
                  <a:lnTo>
                    <a:pt x="126" y="2012"/>
                  </a:lnTo>
                  <a:lnTo>
                    <a:pt x="129" y="2016"/>
                  </a:lnTo>
                  <a:lnTo>
                    <a:pt x="133" y="2019"/>
                  </a:lnTo>
                  <a:lnTo>
                    <a:pt x="137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7"/>
                  </a:lnTo>
                  <a:lnTo>
                    <a:pt x="155" y="2041"/>
                  </a:lnTo>
                  <a:lnTo>
                    <a:pt x="158" y="2045"/>
                  </a:lnTo>
                  <a:lnTo>
                    <a:pt x="162" y="2048"/>
                  </a:lnTo>
                  <a:lnTo>
                    <a:pt x="165" y="2052"/>
                  </a:lnTo>
                  <a:lnTo>
                    <a:pt x="169" y="2055"/>
                  </a:lnTo>
                  <a:lnTo>
                    <a:pt x="173" y="2055"/>
                  </a:lnTo>
                  <a:lnTo>
                    <a:pt x="176" y="2059"/>
                  </a:lnTo>
                  <a:lnTo>
                    <a:pt x="180" y="2063"/>
                  </a:lnTo>
                  <a:lnTo>
                    <a:pt x="183" y="2066"/>
                  </a:lnTo>
                  <a:lnTo>
                    <a:pt x="187" y="2066"/>
                  </a:lnTo>
                  <a:lnTo>
                    <a:pt x="191" y="2066"/>
                  </a:lnTo>
                  <a:lnTo>
                    <a:pt x="194" y="2070"/>
                  </a:lnTo>
                  <a:lnTo>
                    <a:pt x="198" y="2070"/>
                  </a:lnTo>
                  <a:lnTo>
                    <a:pt x="201" y="2070"/>
                  </a:lnTo>
                  <a:lnTo>
                    <a:pt x="205" y="2070"/>
                  </a:lnTo>
                  <a:lnTo>
                    <a:pt x="209" y="2073"/>
                  </a:lnTo>
                  <a:lnTo>
                    <a:pt x="212" y="2070"/>
                  </a:lnTo>
                  <a:lnTo>
                    <a:pt x="216" y="2070"/>
                  </a:lnTo>
                  <a:lnTo>
                    <a:pt x="219" y="2070"/>
                  </a:lnTo>
                  <a:lnTo>
                    <a:pt x="223" y="2070"/>
                  </a:lnTo>
                  <a:lnTo>
                    <a:pt x="227" y="2066"/>
                  </a:lnTo>
                  <a:lnTo>
                    <a:pt x="230" y="2066"/>
                  </a:lnTo>
                  <a:lnTo>
                    <a:pt x="234" y="2063"/>
                  </a:lnTo>
                  <a:lnTo>
                    <a:pt x="237" y="2063"/>
                  </a:lnTo>
                  <a:lnTo>
                    <a:pt x="241" y="2059"/>
                  </a:lnTo>
                  <a:lnTo>
                    <a:pt x="245" y="2055"/>
                  </a:lnTo>
                  <a:lnTo>
                    <a:pt x="248" y="2055"/>
                  </a:lnTo>
                  <a:lnTo>
                    <a:pt x="252" y="2052"/>
                  </a:lnTo>
                  <a:lnTo>
                    <a:pt x="255" y="2048"/>
                  </a:lnTo>
                  <a:lnTo>
                    <a:pt x="259" y="2045"/>
                  </a:lnTo>
                  <a:lnTo>
                    <a:pt x="263" y="2041"/>
                  </a:lnTo>
                  <a:lnTo>
                    <a:pt x="266" y="2037"/>
                  </a:lnTo>
                  <a:lnTo>
                    <a:pt x="270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8" y="2016"/>
                  </a:lnTo>
                  <a:lnTo>
                    <a:pt x="291" y="2012"/>
                  </a:lnTo>
                  <a:lnTo>
                    <a:pt x="295" y="2009"/>
                  </a:lnTo>
                  <a:lnTo>
                    <a:pt x="295" y="2005"/>
                  </a:lnTo>
                  <a:lnTo>
                    <a:pt x="299" y="2001"/>
                  </a:lnTo>
                  <a:lnTo>
                    <a:pt x="302" y="1998"/>
                  </a:lnTo>
                  <a:lnTo>
                    <a:pt x="306" y="1994"/>
                  </a:lnTo>
                  <a:lnTo>
                    <a:pt x="309" y="1991"/>
                  </a:lnTo>
                  <a:lnTo>
                    <a:pt x="313" y="1987"/>
                  </a:lnTo>
                  <a:lnTo>
                    <a:pt x="317" y="1983"/>
                  </a:lnTo>
                  <a:lnTo>
                    <a:pt x="320" y="1983"/>
                  </a:lnTo>
                  <a:lnTo>
                    <a:pt x="324" y="1980"/>
                  </a:lnTo>
                  <a:lnTo>
                    <a:pt x="327" y="1976"/>
                  </a:lnTo>
                  <a:lnTo>
                    <a:pt x="331" y="1976"/>
                  </a:lnTo>
                  <a:lnTo>
                    <a:pt x="335" y="1976"/>
                  </a:lnTo>
                  <a:lnTo>
                    <a:pt x="338" y="1973"/>
                  </a:lnTo>
                  <a:lnTo>
                    <a:pt x="342" y="1973"/>
                  </a:lnTo>
                  <a:lnTo>
                    <a:pt x="345" y="1973"/>
                  </a:lnTo>
                  <a:lnTo>
                    <a:pt x="349" y="1973"/>
                  </a:lnTo>
                  <a:lnTo>
                    <a:pt x="353" y="1973"/>
                  </a:lnTo>
                  <a:lnTo>
                    <a:pt x="356" y="1973"/>
                  </a:lnTo>
                  <a:lnTo>
                    <a:pt x="360" y="1973"/>
                  </a:lnTo>
                  <a:lnTo>
                    <a:pt x="363" y="1976"/>
                  </a:lnTo>
                  <a:lnTo>
                    <a:pt x="367" y="1976"/>
                  </a:lnTo>
                  <a:lnTo>
                    <a:pt x="371" y="1980"/>
                  </a:lnTo>
                  <a:lnTo>
                    <a:pt x="374" y="1980"/>
                  </a:lnTo>
                  <a:lnTo>
                    <a:pt x="378" y="1983"/>
                  </a:lnTo>
                  <a:lnTo>
                    <a:pt x="381" y="1987"/>
                  </a:lnTo>
                  <a:lnTo>
                    <a:pt x="385" y="1991"/>
                  </a:lnTo>
                  <a:lnTo>
                    <a:pt x="389" y="1994"/>
                  </a:lnTo>
                  <a:lnTo>
                    <a:pt x="392" y="1994"/>
                  </a:lnTo>
                  <a:lnTo>
                    <a:pt x="396" y="1998"/>
                  </a:lnTo>
                  <a:lnTo>
                    <a:pt x="399" y="2001"/>
                  </a:lnTo>
                  <a:lnTo>
                    <a:pt x="403" y="2005"/>
                  </a:lnTo>
                  <a:lnTo>
                    <a:pt x="407" y="2009"/>
                  </a:lnTo>
                  <a:lnTo>
                    <a:pt x="410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5" y="2030"/>
                  </a:lnTo>
                  <a:lnTo>
                    <a:pt x="425" y="2034"/>
                  </a:lnTo>
                  <a:lnTo>
                    <a:pt x="428" y="2037"/>
                  </a:lnTo>
                  <a:lnTo>
                    <a:pt x="432" y="2041"/>
                  </a:lnTo>
                  <a:lnTo>
                    <a:pt x="435" y="2045"/>
                  </a:lnTo>
                  <a:lnTo>
                    <a:pt x="439" y="2048"/>
                  </a:lnTo>
                  <a:lnTo>
                    <a:pt x="443" y="2052"/>
                  </a:lnTo>
                  <a:lnTo>
                    <a:pt x="446" y="2055"/>
                  </a:lnTo>
                  <a:lnTo>
                    <a:pt x="450" y="2059"/>
                  </a:lnTo>
                  <a:lnTo>
                    <a:pt x="453" y="2063"/>
                  </a:lnTo>
                  <a:lnTo>
                    <a:pt x="457" y="2066"/>
                  </a:lnTo>
                  <a:lnTo>
                    <a:pt x="461" y="2070"/>
                  </a:lnTo>
                  <a:lnTo>
                    <a:pt x="464" y="2073"/>
                  </a:lnTo>
                  <a:lnTo>
                    <a:pt x="468" y="2073"/>
                  </a:lnTo>
                  <a:lnTo>
                    <a:pt x="471" y="2077"/>
                  </a:lnTo>
                  <a:lnTo>
                    <a:pt x="475" y="2077"/>
                  </a:lnTo>
                  <a:lnTo>
                    <a:pt x="479" y="2077"/>
                  </a:lnTo>
                  <a:lnTo>
                    <a:pt x="482" y="2081"/>
                  </a:lnTo>
                  <a:lnTo>
                    <a:pt x="486" y="2081"/>
                  </a:lnTo>
                  <a:lnTo>
                    <a:pt x="489" y="2081"/>
                  </a:lnTo>
                  <a:lnTo>
                    <a:pt x="493" y="2081"/>
                  </a:lnTo>
                  <a:lnTo>
                    <a:pt x="497" y="2081"/>
                  </a:lnTo>
                  <a:lnTo>
                    <a:pt x="500" y="2077"/>
                  </a:lnTo>
                  <a:lnTo>
                    <a:pt x="504" y="2077"/>
                  </a:lnTo>
                  <a:lnTo>
                    <a:pt x="507" y="2073"/>
                  </a:lnTo>
                  <a:lnTo>
                    <a:pt x="511" y="2073"/>
                  </a:lnTo>
                  <a:lnTo>
                    <a:pt x="515" y="2070"/>
                  </a:lnTo>
                  <a:lnTo>
                    <a:pt x="518" y="2066"/>
                  </a:lnTo>
                  <a:lnTo>
                    <a:pt x="522" y="2063"/>
                  </a:lnTo>
                  <a:lnTo>
                    <a:pt x="525" y="2059"/>
                  </a:lnTo>
                  <a:lnTo>
                    <a:pt x="529" y="2059"/>
                  </a:lnTo>
                  <a:lnTo>
                    <a:pt x="533" y="2055"/>
                  </a:lnTo>
                  <a:lnTo>
                    <a:pt x="536" y="2052"/>
                  </a:lnTo>
                  <a:lnTo>
                    <a:pt x="540" y="2048"/>
                  </a:lnTo>
                  <a:lnTo>
                    <a:pt x="543" y="2045"/>
                  </a:lnTo>
                  <a:lnTo>
                    <a:pt x="543" y="2041"/>
                  </a:lnTo>
                  <a:lnTo>
                    <a:pt x="547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5" y="2016"/>
                  </a:lnTo>
                  <a:lnTo>
                    <a:pt x="569" y="2012"/>
                  </a:lnTo>
                  <a:lnTo>
                    <a:pt x="569" y="2009"/>
                  </a:lnTo>
                  <a:lnTo>
                    <a:pt x="572" y="2005"/>
                  </a:lnTo>
                  <a:lnTo>
                    <a:pt x="576" y="2001"/>
                  </a:lnTo>
                  <a:lnTo>
                    <a:pt x="579" y="1998"/>
                  </a:lnTo>
                  <a:lnTo>
                    <a:pt x="579" y="1994"/>
                  </a:lnTo>
                  <a:lnTo>
                    <a:pt x="583" y="1991"/>
                  </a:lnTo>
                  <a:lnTo>
                    <a:pt x="587" y="1987"/>
                  </a:lnTo>
                  <a:lnTo>
                    <a:pt x="590" y="1983"/>
                  </a:lnTo>
                  <a:lnTo>
                    <a:pt x="594" y="1980"/>
                  </a:lnTo>
                  <a:lnTo>
                    <a:pt x="597" y="1976"/>
                  </a:lnTo>
                  <a:lnTo>
                    <a:pt x="601" y="1973"/>
                  </a:lnTo>
                  <a:lnTo>
                    <a:pt x="605" y="1969"/>
                  </a:lnTo>
                  <a:lnTo>
                    <a:pt x="608" y="1969"/>
                  </a:lnTo>
                  <a:lnTo>
                    <a:pt x="612" y="1965"/>
                  </a:lnTo>
                  <a:lnTo>
                    <a:pt x="615" y="1965"/>
                  </a:lnTo>
                  <a:lnTo>
                    <a:pt x="619" y="1965"/>
                  </a:lnTo>
                  <a:lnTo>
                    <a:pt x="623" y="1962"/>
                  </a:lnTo>
                  <a:lnTo>
                    <a:pt x="626" y="1962"/>
                  </a:lnTo>
                  <a:lnTo>
                    <a:pt x="630" y="1962"/>
                  </a:lnTo>
                  <a:lnTo>
                    <a:pt x="633" y="1962"/>
                  </a:lnTo>
                  <a:lnTo>
                    <a:pt x="637" y="1965"/>
                  </a:lnTo>
                  <a:lnTo>
                    <a:pt x="641" y="1965"/>
                  </a:lnTo>
                  <a:lnTo>
                    <a:pt x="644" y="1965"/>
                  </a:lnTo>
                  <a:lnTo>
                    <a:pt x="648" y="1969"/>
                  </a:lnTo>
                  <a:lnTo>
                    <a:pt x="651" y="1973"/>
                  </a:lnTo>
                  <a:lnTo>
                    <a:pt x="655" y="1976"/>
                  </a:lnTo>
                  <a:lnTo>
                    <a:pt x="659" y="1976"/>
                  </a:lnTo>
                  <a:lnTo>
                    <a:pt x="662" y="1980"/>
                  </a:lnTo>
                  <a:lnTo>
                    <a:pt x="666" y="1983"/>
                  </a:lnTo>
                  <a:lnTo>
                    <a:pt x="669" y="1987"/>
                  </a:lnTo>
                  <a:lnTo>
                    <a:pt x="673" y="1991"/>
                  </a:lnTo>
                  <a:lnTo>
                    <a:pt x="677" y="1994"/>
                  </a:lnTo>
                  <a:lnTo>
                    <a:pt x="680" y="1998"/>
                  </a:lnTo>
                  <a:lnTo>
                    <a:pt x="680" y="2001"/>
                  </a:lnTo>
                  <a:lnTo>
                    <a:pt x="684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5" y="2034"/>
                  </a:lnTo>
                  <a:lnTo>
                    <a:pt x="705" y="2037"/>
                  </a:lnTo>
                  <a:lnTo>
                    <a:pt x="709" y="2041"/>
                  </a:lnTo>
                  <a:lnTo>
                    <a:pt x="713" y="2045"/>
                  </a:lnTo>
                  <a:lnTo>
                    <a:pt x="716" y="2048"/>
                  </a:lnTo>
                  <a:lnTo>
                    <a:pt x="716" y="2052"/>
                  </a:lnTo>
                  <a:lnTo>
                    <a:pt x="720" y="2055"/>
                  </a:lnTo>
                  <a:lnTo>
                    <a:pt x="723" y="2059"/>
                  </a:lnTo>
                  <a:lnTo>
                    <a:pt x="727" y="2063"/>
                  </a:lnTo>
                  <a:lnTo>
                    <a:pt x="727" y="2066"/>
                  </a:lnTo>
                  <a:lnTo>
                    <a:pt x="731" y="2070"/>
                  </a:lnTo>
                  <a:lnTo>
                    <a:pt x="734" y="2073"/>
                  </a:lnTo>
                  <a:lnTo>
                    <a:pt x="738" y="2077"/>
                  </a:lnTo>
                  <a:lnTo>
                    <a:pt x="741" y="2081"/>
                  </a:lnTo>
                  <a:lnTo>
                    <a:pt x="745" y="2084"/>
                  </a:lnTo>
                  <a:lnTo>
                    <a:pt x="749" y="2088"/>
                  </a:lnTo>
                  <a:lnTo>
                    <a:pt x="752" y="2088"/>
                  </a:lnTo>
                  <a:lnTo>
                    <a:pt x="756" y="2088"/>
                  </a:lnTo>
                  <a:lnTo>
                    <a:pt x="759" y="2091"/>
                  </a:lnTo>
                  <a:lnTo>
                    <a:pt x="763" y="2091"/>
                  </a:lnTo>
                  <a:lnTo>
                    <a:pt x="767" y="2091"/>
                  </a:lnTo>
                  <a:lnTo>
                    <a:pt x="770" y="2091"/>
                  </a:lnTo>
                  <a:lnTo>
                    <a:pt x="774" y="2091"/>
                  </a:lnTo>
                  <a:lnTo>
                    <a:pt x="777" y="2091"/>
                  </a:lnTo>
                  <a:lnTo>
                    <a:pt x="781" y="2088"/>
                  </a:lnTo>
                  <a:lnTo>
                    <a:pt x="785" y="2088"/>
                  </a:lnTo>
                  <a:lnTo>
                    <a:pt x="788" y="2084"/>
                  </a:lnTo>
                  <a:lnTo>
                    <a:pt x="792" y="2081"/>
                  </a:lnTo>
                  <a:lnTo>
                    <a:pt x="795" y="2077"/>
                  </a:lnTo>
                  <a:lnTo>
                    <a:pt x="799" y="2073"/>
                  </a:lnTo>
                  <a:lnTo>
                    <a:pt x="803" y="2070"/>
                  </a:lnTo>
                  <a:lnTo>
                    <a:pt x="806" y="2066"/>
                  </a:lnTo>
                  <a:lnTo>
                    <a:pt x="810" y="2063"/>
                  </a:lnTo>
                  <a:lnTo>
                    <a:pt x="813" y="2059"/>
                  </a:lnTo>
                  <a:lnTo>
                    <a:pt x="817" y="2055"/>
                  </a:lnTo>
                  <a:lnTo>
                    <a:pt x="817" y="2052"/>
                  </a:lnTo>
                  <a:lnTo>
                    <a:pt x="821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9" y="2023"/>
                  </a:lnTo>
                  <a:lnTo>
                    <a:pt x="839" y="2019"/>
                  </a:lnTo>
                  <a:lnTo>
                    <a:pt x="842" y="2016"/>
                  </a:lnTo>
                  <a:lnTo>
                    <a:pt x="846" y="2012"/>
                  </a:lnTo>
                  <a:lnTo>
                    <a:pt x="846" y="2009"/>
                  </a:lnTo>
                  <a:lnTo>
                    <a:pt x="849" y="2005"/>
                  </a:lnTo>
                  <a:lnTo>
                    <a:pt x="849" y="2001"/>
                  </a:lnTo>
                  <a:lnTo>
                    <a:pt x="853" y="1998"/>
                  </a:lnTo>
                  <a:lnTo>
                    <a:pt x="857" y="1994"/>
                  </a:lnTo>
                  <a:lnTo>
                    <a:pt x="860" y="1991"/>
                  </a:lnTo>
                  <a:lnTo>
                    <a:pt x="860" y="1987"/>
                  </a:lnTo>
                  <a:lnTo>
                    <a:pt x="864" y="1983"/>
                  </a:lnTo>
                  <a:lnTo>
                    <a:pt x="864" y="1980"/>
                  </a:lnTo>
                  <a:lnTo>
                    <a:pt x="867" y="1976"/>
                  </a:lnTo>
                  <a:lnTo>
                    <a:pt x="871" y="1973"/>
                  </a:lnTo>
                  <a:lnTo>
                    <a:pt x="875" y="1969"/>
                  </a:lnTo>
                  <a:lnTo>
                    <a:pt x="878" y="1965"/>
                  </a:lnTo>
                  <a:lnTo>
                    <a:pt x="882" y="1962"/>
                  </a:lnTo>
                  <a:lnTo>
                    <a:pt x="885" y="1958"/>
                  </a:lnTo>
                  <a:lnTo>
                    <a:pt x="889" y="1955"/>
                  </a:lnTo>
                  <a:lnTo>
                    <a:pt x="893" y="1951"/>
                  </a:lnTo>
                  <a:lnTo>
                    <a:pt x="896" y="1951"/>
                  </a:lnTo>
                  <a:lnTo>
                    <a:pt x="900" y="1947"/>
                  </a:lnTo>
                  <a:lnTo>
                    <a:pt x="903" y="1947"/>
                  </a:lnTo>
                  <a:lnTo>
                    <a:pt x="907" y="1947"/>
                  </a:lnTo>
                  <a:lnTo>
                    <a:pt x="911" y="1947"/>
                  </a:lnTo>
                  <a:lnTo>
                    <a:pt x="914" y="1951"/>
                  </a:lnTo>
                  <a:lnTo>
                    <a:pt x="918" y="1951"/>
                  </a:lnTo>
                  <a:lnTo>
                    <a:pt x="921" y="1951"/>
                  </a:lnTo>
                  <a:lnTo>
                    <a:pt x="925" y="1955"/>
                  </a:lnTo>
                  <a:lnTo>
                    <a:pt x="929" y="1958"/>
                  </a:lnTo>
                  <a:lnTo>
                    <a:pt x="932" y="1962"/>
                  </a:lnTo>
                  <a:lnTo>
                    <a:pt x="936" y="1965"/>
                  </a:lnTo>
                  <a:lnTo>
                    <a:pt x="939" y="1969"/>
                  </a:lnTo>
                  <a:lnTo>
                    <a:pt x="943" y="1973"/>
                  </a:lnTo>
                  <a:lnTo>
                    <a:pt x="947" y="1976"/>
                  </a:lnTo>
                  <a:lnTo>
                    <a:pt x="950" y="1980"/>
                  </a:lnTo>
                  <a:lnTo>
                    <a:pt x="950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6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7" y="2063"/>
                  </a:lnTo>
                  <a:lnTo>
                    <a:pt x="1001" y="2066"/>
                  </a:lnTo>
                  <a:lnTo>
                    <a:pt x="1001" y="2070"/>
                  </a:lnTo>
                  <a:lnTo>
                    <a:pt x="1004" y="2073"/>
                  </a:lnTo>
                  <a:lnTo>
                    <a:pt x="1008" y="2077"/>
                  </a:lnTo>
                  <a:lnTo>
                    <a:pt x="1008" y="2081"/>
                  </a:lnTo>
                  <a:lnTo>
                    <a:pt x="1011" y="2084"/>
                  </a:lnTo>
                  <a:lnTo>
                    <a:pt x="1015" y="2088"/>
                  </a:lnTo>
                  <a:lnTo>
                    <a:pt x="1019" y="2091"/>
                  </a:lnTo>
                  <a:lnTo>
                    <a:pt x="1022" y="2095"/>
                  </a:lnTo>
                  <a:lnTo>
                    <a:pt x="1026" y="2099"/>
                  </a:lnTo>
                  <a:lnTo>
                    <a:pt x="1029" y="2102"/>
                  </a:lnTo>
                  <a:lnTo>
                    <a:pt x="1033" y="2106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5" y="2109"/>
                  </a:lnTo>
                  <a:lnTo>
                    <a:pt x="1058" y="2106"/>
                  </a:lnTo>
                  <a:lnTo>
                    <a:pt x="1062" y="2106"/>
                  </a:lnTo>
                  <a:lnTo>
                    <a:pt x="1065" y="2102"/>
                  </a:lnTo>
                  <a:lnTo>
                    <a:pt x="1069" y="2099"/>
                  </a:lnTo>
                  <a:lnTo>
                    <a:pt x="1073" y="2095"/>
                  </a:lnTo>
                  <a:lnTo>
                    <a:pt x="1076" y="2091"/>
                  </a:lnTo>
                  <a:lnTo>
                    <a:pt x="1080" y="2088"/>
                  </a:lnTo>
                  <a:lnTo>
                    <a:pt x="1083" y="2084"/>
                  </a:lnTo>
                  <a:lnTo>
                    <a:pt x="1083" y="2081"/>
                  </a:lnTo>
                  <a:lnTo>
                    <a:pt x="1087" y="2077"/>
                  </a:lnTo>
                  <a:lnTo>
                    <a:pt x="1091" y="2073"/>
                  </a:lnTo>
                  <a:lnTo>
                    <a:pt x="1091" y="2070"/>
                  </a:lnTo>
                  <a:lnTo>
                    <a:pt x="1094" y="2066"/>
                  </a:lnTo>
                  <a:lnTo>
                    <a:pt x="1094" y="2063"/>
                  </a:lnTo>
                  <a:lnTo>
                    <a:pt x="1098" y="2059"/>
                  </a:lnTo>
                  <a:lnTo>
                    <a:pt x="1098" y="2055"/>
                  </a:lnTo>
                  <a:lnTo>
                    <a:pt x="1101" y="2052"/>
                  </a:lnTo>
                  <a:lnTo>
                    <a:pt x="1105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12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4" y="1983"/>
                  </a:lnTo>
                  <a:lnTo>
                    <a:pt x="1137" y="1980"/>
                  </a:lnTo>
                  <a:lnTo>
                    <a:pt x="1137" y="1976"/>
                  </a:lnTo>
                  <a:lnTo>
                    <a:pt x="1141" y="1973"/>
                  </a:lnTo>
                  <a:lnTo>
                    <a:pt x="1141" y="1969"/>
                  </a:lnTo>
                  <a:lnTo>
                    <a:pt x="1145" y="1965"/>
                  </a:lnTo>
                  <a:lnTo>
                    <a:pt x="1148" y="1962"/>
                  </a:lnTo>
                  <a:lnTo>
                    <a:pt x="1148" y="1958"/>
                  </a:lnTo>
                  <a:lnTo>
                    <a:pt x="1152" y="1955"/>
                  </a:lnTo>
                  <a:lnTo>
                    <a:pt x="1155" y="1951"/>
                  </a:lnTo>
                  <a:lnTo>
                    <a:pt x="1155" y="1947"/>
                  </a:lnTo>
                  <a:lnTo>
                    <a:pt x="1159" y="1944"/>
                  </a:lnTo>
                  <a:lnTo>
                    <a:pt x="1163" y="1940"/>
                  </a:lnTo>
                  <a:lnTo>
                    <a:pt x="1166" y="1937"/>
                  </a:lnTo>
                  <a:lnTo>
                    <a:pt x="1170" y="1933"/>
                  </a:lnTo>
                  <a:lnTo>
                    <a:pt x="1173" y="1929"/>
                  </a:lnTo>
                  <a:lnTo>
                    <a:pt x="1177" y="1926"/>
                  </a:lnTo>
                  <a:lnTo>
                    <a:pt x="1181" y="1926"/>
                  </a:lnTo>
                  <a:lnTo>
                    <a:pt x="1184" y="1926"/>
                  </a:lnTo>
                  <a:lnTo>
                    <a:pt x="1188" y="1926"/>
                  </a:lnTo>
                  <a:lnTo>
                    <a:pt x="1191" y="1926"/>
                  </a:lnTo>
                  <a:lnTo>
                    <a:pt x="1195" y="1926"/>
                  </a:lnTo>
                  <a:lnTo>
                    <a:pt x="1199" y="1929"/>
                  </a:lnTo>
                  <a:lnTo>
                    <a:pt x="1202" y="1929"/>
                  </a:lnTo>
                  <a:lnTo>
                    <a:pt x="1206" y="1933"/>
                  </a:lnTo>
                  <a:lnTo>
                    <a:pt x="1209" y="1937"/>
                  </a:lnTo>
                  <a:lnTo>
                    <a:pt x="1213" y="1940"/>
                  </a:lnTo>
                  <a:lnTo>
                    <a:pt x="1217" y="1944"/>
                  </a:lnTo>
                  <a:lnTo>
                    <a:pt x="1217" y="1947"/>
                  </a:lnTo>
                  <a:lnTo>
                    <a:pt x="1220" y="1951"/>
                  </a:lnTo>
                  <a:lnTo>
                    <a:pt x="1224" y="1955"/>
                  </a:lnTo>
                  <a:lnTo>
                    <a:pt x="1224" y="1958"/>
                  </a:lnTo>
                  <a:lnTo>
                    <a:pt x="1227" y="1962"/>
                  </a:lnTo>
                  <a:lnTo>
                    <a:pt x="1227" y="1965"/>
                  </a:lnTo>
                  <a:lnTo>
                    <a:pt x="1231" y="1969"/>
                  </a:lnTo>
                  <a:lnTo>
                    <a:pt x="1231" y="1973"/>
                  </a:lnTo>
                  <a:lnTo>
                    <a:pt x="1235" y="1976"/>
                  </a:lnTo>
                  <a:lnTo>
                    <a:pt x="1235" y="1980"/>
                  </a:lnTo>
                  <a:lnTo>
                    <a:pt x="1238" y="1983"/>
                  </a:lnTo>
                  <a:lnTo>
                    <a:pt x="1238" y="1987"/>
                  </a:lnTo>
                  <a:lnTo>
                    <a:pt x="1242" y="1991"/>
                  </a:lnTo>
                  <a:lnTo>
                    <a:pt x="1242" y="1994"/>
                  </a:lnTo>
                  <a:lnTo>
                    <a:pt x="1242" y="1998"/>
                  </a:lnTo>
                  <a:lnTo>
                    <a:pt x="1245" y="2001"/>
                  </a:lnTo>
                  <a:lnTo>
                    <a:pt x="1245" y="2005"/>
                  </a:lnTo>
                  <a:lnTo>
                    <a:pt x="1249" y="2009"/>
                  </a:lnTo>
                  <a:lnTo>
                    <a:pt x="1249" y="2012"/>
                  </a:lnTo>
                  <a:lnTo>
                    <a:pt x="1253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0" y="2041"/>
                  </a:lnTo>
                  <a:lnTo>
                    <a:pt x="1263" y="2045"/>
                  </a:lnTo>
                  <a:lnTo>
                    <a:pt x="1263" y="2048"/>
                  </a:lnTo>
                  <a:lnTo>
                    <a:pt x="1267" y="2052"/>
                  </a:lnTo>
                  <a:lnTo>
                    <a:pt x="1267" y="2055"/>
                  </a:lnTo>
                  <a:lnTo>
                    <a:pt x="1267" y="2059"/>
                  </a:lnTo>
                  <a:lnTo>
                    <a:pt x="1271" y="2063"/>
                  </a:lnTo>
                  <a:lnTo>
                    <a:pt x="1274" y="2066"/>
                  </a:lnTo>
                  <a:lnTo>
                    <a:pt x="1274" y="2070"/>
                  </a:lnTo>
                  <a:lnTo>
                    <a:pt x="1274" y="2073"/>
                  </a:lnTo>
                  <a:lnTo>
                    <a:pt x="1278" y="2077"/>
                  </a:lnTo>
                  <a:lnTo>
                    <a:pt x="1278" y="2081"/>
                  </a:lnTo>
                  <a:lnTo>
                    <a:pt x="1278" y="2084"/>
                  </a:lnTo>
                  <a:lnTo>
                    <a:pt x="1281" y="2088"/>
                  </a:lnTo>
                  <a:lnTo>
                    <a:pt x="1285" y="2091"/>
                  </a:lnTo>
                  <a:lnTo>
                    <a:pt x="1285" y="2095"/>
                  </a:lnTo>
                  <a:lnTo>
                    <a:pt x="1285" y="2099"/>
                  </a:lnTo>
                  <a:lnTo>
                    <a:pt x="1289" y="2102"/>
                  </a:lnTo>
                  <a:lnTo>
                    <a:pt x="1292" y="2106"/>
                  </a:lnTo>
                  <a:lnTo>
                    <a:pt x="1292" y="2109"/>
                  </a:lnTo>
                  <a:lnTo>
                    <a:pt x="1296" y="2113"/>
                  </a:lnTo>
                  <a:lnTo>
                    <a:pt x="1296" y="2117"/>
                  </a:lnTo>
                  <a:lnTo>
                    <a:pt x="1299" y="2120"/>
                  </a:lnTo>
                  <a:lnTo>
                    <a:pt x="1303" y="2124"/>
                  </a:lnTo>
                  <a:lnTo>
                    <a:pt x="1307" y="2127"/>
                  </a:lnTo>
                  <a:lnTo>
                    <a:pt x="1310" y="2131"/>
                  </a:lnTo>
                  <a:lnTo>
                    <a:pt x="1314" y="2135"/>
                  </a:lnTo>
                  <a:lnTo>
                    <a:pt x="1317" y="2138"/>
                  </a:lnTo>
                  <a:lnTo>
                    <a:pt x="1321" y="2142"/>
                  </a:lnTo>
                  <a:lnTo>
                    <a:pt x="1325" y="2142"/>
                  </a:lnTo>
                  <a:lnTo>
                    <a:pt x="1328" y="2142"/>
                  </a:lnTo>
                  <a:lnTo>
                    <a:pt x="1332" y="2142"/>
                  </a:lnTo>
                  <a:lnTo>
                    <a:pt x="1335" y="2138"/>
                  </a:lnTo>
                  <a:lnTo>
                    <a:pt x="1339" y="2135"/>
                  </a:lnTo>
                  <a:lnTo>
                    <a:pt x="1343" y="2131"/>
                  </a:lnTo>
                  <a:lnTo>
                    <a:pt x="1346" y="2127"/>
                  </a:lnTo>
                  <a:lnTo>
                    <a:pt x="1350" y="2124"/>
                  </a:lnTo>
                  <a:lnTo>
                    <a:pt x="1353" y="2120"/>
                  </a:lnTo>
                  <a:lnTo>
                    <a:pt x="1357" y="2117"/>
                  </a:lnTo>
                  <a:lnTo>
                    <a:pt x="1357" y="2113"/>
                  </a:lnTo>
                  <a:lnTo>
                    <a:pt x="1361" y="2109"/>
                  </a:lnTo>
                  <a:lnTo>
                    <a:pt x="1361" y="2106"/>
                  </a:lnTo>
                  <a:lnTo>
                    <a:pt x="1364" y="2102"/>
                  </a:lnTo>
                  <a:lnTo>
                    <a:pt x="1364" y="2099"/>
                  </a:lnTo>
                  <a:lnTo>
                    <a:pt x="1368" y="2095"/>
                  </a:lnTo>
                  <a:lnTo>
                    <a:pt x="1368" y="2091"/>
                  </a:lnTo>
                  <a:lnTo>
                    <a:pt x="1371" y="2088"/>
                  </a:lnTo>
                  <a:lnTo>
                    <a:pt x="1371" y="2084"/>
                  </a:lnTo>
                  <a:lnTo>
                    <a:pt x="1371" y="2081"/>
                  </a:lnTo>
                  <a:lnTo>
                    <a:pt x="1375" y="2077"/>
                  </a:lnTo>
                  <a:lnTo>
                    <a:pt x="1375" y="2073"/>
                  </a:lnTo>
                  <a:lnTo>
                    <a:pt x="1379" y="2070"/>
                  </a:lnTo>
                  <a:lnTo>
                    <a:pt x="1379" y="2066"/>
                  </a:lnTo>
                  <a:lnTo>
                    <a:pt x="1379" y="2063"/>
                  </a:lnTo>
                  <a:lnTo>
                    <a:pt x="1382" y="2059"/>
                  </a:lnTo>
                  <a:lnTo>
                    <a:pt x="1382" y="2055"/>
                  </a:lnTo>
                  <a:lnTo>
                    <a:pt x="1382" y="2052"/>
                  </a:lnTo>
                  <a:lnTo>
                    <a:pt x="1386" y="2048"/>
                  </a:lnTo>
                  <a:lnTo>
                    <a:pt x="1386" y="2045"/>
                  </a:lnTo>
                  <a:lnTo>
                    <a:pt x="1389" y="2041"/>
                  </a:lnTo>
                  <a:lnTo>
                    <a:pt x="1389" y="2037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397" y="2012"/>
                  </a:lnTo>
                  <a:lnTo>
                    <a:pt x="1400" y="2009"/>
                  </a:lnTo>
                  <a:lnTo>
                    <a:pt x="1400" y="2005"/>
                  </a:lnTo>
                  <a:lnTo>
                    <a:pt x="1404" y="1998"/>
                  </a:lnTo>
                  <a:lnTo>
                    <a:pt x="1404" y="1994"/>
                  </a:lnTo>
                  <a:lnTo>
                    <a:pt x="1404" y="1991"/>
                  </a:lnTo>
                  <a:lnTo>
                    <a:pt x="1407" y="1987"/>
                  </a:lnTo>
                  <a:lnTo>
                    <a:pt x="1407" y="1983"/>
                  </a:lnTo>
                  <a:lnTo>
                    <a:pt x="1407" y="1980"/>
                  </a:lnTo>
                  <a:lnTo>
                    <a:pt x="1411" y="1976"/>
                  </a:lnTo>
                  <a:lnTo>
                    <a:pt x="1411" y="1973"/>
                  </a:lnTo>
                  <a:lnTo>
                    <a:pt x="1415" y="1969"/>
                  </a:lnTo>
                  <a:lnTo>
                    <a:pt x="1415" y="1965"/>
                  </a:lnTo>
                  <a:lnTo>
                    <a:pt x="1415" y="1958"/>
                  </a:lnTo>
                  <a:lnTo>
                    <a:pt x="1418" y="1955"/>
                  </a:lnTo>
                  <a:lnTo>
                    <a:pt x="1418" y="1951"/>
                  </a:lnTo>
                  <a:lnTo>
                    <a:pt x="1422" y="1947"/>
                  </a:lnTo>
                  <a:lnTo>
                    <a:pt x="1422" y="1944"/>
                  </a:lnTo>
                  <a:lnTo>
                    <a:pt x="1422" y="1940"/>
                  </a:lnTo>
                  <a:lnTo>
                    <a:pt x="1425" y="1937"/>
                  </a:lnTo>
                  <a:lnTo>
                    <a:pt x="1425" y="1933"/>
                  </a:lnTo>
                  <a:lnTo>
                    <a:pt x="1429" y="1929"/>
                  </a:lnTo>
                  <a:lnTo>
                    <a:pt x="1429" y="1926"/>
                  </a:lnTo>
                  <a:lnTo>
                    <a:pt x="1433" y="1922"/>
                  </a:lnTo>
                  <a:lnTo>
                    <a:pt x="1433" y="1919"/>
                  </a:lnTo>
                  <a:lnTo>
                    <a:pt x="1433" y="1915"/>
                  </a:lnTo>
                  <a:lnTo>
                    <a:pt x="1436" y="1911"/>
                  </a:lnTo>
                  <a:lnTo>
                    <a:pt x="1440" y="1908"/>
                  </a:lnTo>
                  <a:lnTo>
                    <a:pt x="1440" y="1904"/>
                  </a:lnTo>
                  <a:lnTo>
                    <a:pt x="1443" y="1901"/>
                  </a:lnTo>
                  <a:lnTo>
                    <a:pt x="1447" y="1897"/>
                  </a:lnTo>
                  <a:lnTo>
                    <a:pt x="1447" y="1893"/>
                  </a:lnTo>
                  <a:lnTo>
                    <a:pt x="1451" y="1890"/>
                  </a:lnTo>
                  <a:lnTo>
                    <a:pt x="1454" y="1886"/>
                  </a:lnTo>
                  <a:lnTo>
                    <a:pt x="1458" y="1883"/>
                  </a:lnTo>
                  <a:lnTo>
                    <a:pt x="1461" y="1883"/>
                  </a:lnTo>
                  <a:lnTo>
                    <a:pt x="1465" y="1879"/>
                  </a:lnTo>
                  <a:lnTo>
                    <a:pt x="1469" y="1883"/>
                  </a:lnTo>
                  <a:lnTo>
                    <a:pt x="1472" y="1883"/>
                  </a:lnTo>
                  <a:lnTo>
                    <a:pt x="1476" y="1886"/>
                  </a:lnTo>
                  <a:lnTo>
                    <a:pt x="1479" y="1886"/>
                  </a:lnTo>
                  <a:lnTo>
                    <a:pt x="1483" y="1890"/>
                  </a:lnTo>
                  <a:lnTo>
                    <a:pt x="1487" y="1893"/>
                  </a:lnTo>
                  <a:lnTo>
                    <a:pt x="1490" y="1897"/>
                  </a:lnTo>
                  <a:lnTo>
                    <a:pt x="1490" y="1901"/>
                  </a:lnTo>
                  <a:lnTo>
                    <a:pt x="1494" y="1904"/>
                  </a:lnTo>
                  <a:lnTo>
                    <a:pt x="1494" y="1908"/>
                  </a:lnTo>
                  <a:lnTo>
                    <a:pt x="1494" y="1911"/>
                  </a:lnTo>
                  <a:lnTo>
                    <a:pt x="1497" y="1915"/>
                  </a:lnTo>
                  <a:lnTo>
                    <a:pt x="1501" y="1919"/>
                  </a:lnTo>
                  <a:lnTo>
                    <a:pt x="1501" y="1922"/>
                  </a:lnTo>
                  <a:lnTo>
                    <a:pt x="1501" y="1926"/>
                  </a:lnTo>
                  <a:lnTo>
                    <a:pt x="1505" y="1929"/>
                  </a:lnTo>
                  <a:lnTo>
                    <a:pt x="1505" y="1933"/>
                  </a:lnTo>
                  <a:lnTo>
                    <a:pt x="1508" y="1937"/>
                  </a:lnTo>
                  <a:lnTo>
                    <a:pt x="1508" y="1940"/>
                  </a:lnTo>
                  <a:lnTo>
                    <a:pt x="1508" y="1944"/>
                  </a:lnTo>
                  <a:lnTo>
                    <a:pt x="1512" y="1951"/>
                  </a:lnTo>
                  <a:lnTo>
                    <a:pt x="1512" y="1955"/>
                  </a:lnTo>
                  <a:lnTo>
                    <a:pt x="1512" y="1958"/>
                  </a:lnTo>
                  <a:lnTo>
                    <a:pt x="1515" y="1962"/>
                  </a:lnTo>
                  <a:lnTo>
                    <a:pt x="1515" y="1965"/>
                  </a:lnTo>
                  <a:lnTo>
                    <a:pt x="1519" y="1973"/>
                  </a:lnTo>
                  <a:lnTo>
                    <a:pt x="1519" y="1976"/>
                  </a:lnTo>
                  <a:lnTo>
                    <a:pt x="1519" y="1980"/>
                  </a:lnTo>
                  <a:lnTo>
                    <a:pt x="1523" y="1983"/>
                  </a:lnTo>
                  <a:lnTo>
                    <a:pt x="1523" y="1991"/>
                  </a:lnTo>
                  <a:lnTo>
                    <a:pt x="1526" y="1994"/>
                  </a:lnTo>
                  <a:lnTo>
                    <a:pt x="1526" y="1998"/>
                  </a:lnTo>
                  <a:lnTo>
                    <a:pt x="1526" y="2005"/>
                  </a:lnTo>
                  <a:lnTo>
                    <a:pt x="1530" y="2009"/>
                  </a:lnTo>
                  <a:lnTo>
                    <a:pt x="1530" y="2012"/>
                  </a:lnTo>
                  <a:lnTo>
                    <a:pt x="1533" y="2019"/>
                  </a:lnTo>
                  <a:lnTo>
                    <a:pt x="1533" y="2023"/>
                  </a:lnTo>
                  <a:lnTo>
                    <a:pt x="1533" y="2030"/>
                  </a:lnTo>
                  <a:lnTo>
                    <a:pt x="1537" y="2034"/>
                  </a:lnTo>
                  <a:lnTo>
                    <a:pt x="1537" y="2037"/>
                  </a:lnTo>
                  <a:lnTo>
                    <a:pt x="1537" y="2045"/>
                  </a:lnTo>
                  <a:lnTo>
                    <a:pt x="1541" y="2048"/>
                  </a:lnTo>
                  <a:lnTo>
                    <a:pt x="1541" y="2055"/>
                  </a:lnTo>
                  <a:lnTo>
                    <a:pt x="1544" y="2059"/>
                  </a:lnTo>
                  <a:lnTo>
                    <a:pt x="1544" y="2066"/>
                  </a:lnTo>
                  <a:lnTo>
                    <a:pt x="1544" y="2070"/>
                  </a:lnTo>
                  <a:lnTo>
                    <a:pt x="1548" y="2073"/>
                  </a:lnTo>
                  <a:lnTo>
                    <a:pt x="1548" y="2081"/>
                  </a:lnTo>
                  <a:lnTo>
                    <a:pt x="1551" y="2084"/>
                  </a:lnTo>
                  <a:lnTo>
                    <a:pt x="1551" y="2091"/>
                  </a:lnTo>
                  <a:lnTo>
                    <a:pt x="1551" y="2095"/>
                  </a:lnTo>
                  <a:lnTo>
                    <a:pt x="1555" y="2099"/>
                  </a:lnTo>
                  <a:lnTo>
                    <a:pt x="1555" y="2106"/>
                  </a:lnTo>
                  <a:lnTo>
                    <a:pt x="1555" y="2109"/>
                  </a:lnTo>
                  <a:lnTo>
                    <a:pt x="1559" y="2113"/>
                  </a:lnTo>
                  <a:lnTo>
                    <a:pt x="1559" y="2120"/>
                  </a:lnTo>
                  <a:lnTo>
                    <a:pt x="1562" y="2124"/>
                  </a:lnTo>
                  <a:lnTo>
                    <a:pt x="1562" y="2127"/>
                  </a:lnTo>
                  <a:lnTo>
                    <a:pt x="1562" y="2131"/>
                  </a:lnTo>
                  <a:lnTo>
                    <a:pt x="1566" y="2138"/>
                  </a:lnTo>
                  <a:lnTo>
                    <a:pt x="1566" y="2142"/>
                  </a:lnTo>
                  <a:lnTo>
                    <a:pt x="1569" y="2145"/>
                  </a:lnTo>
                  <a:lnTo>
                    <a:pt x="1569" y="2149"/>
                  </a:lnTo>
                  <a:lnTo>
                    <a:pt x="1569" y="2153"/>
                  </a:lnTo>
                  <a:lnTo>
                    <a:pt x="1573" y="2156"/>
                  </a:lnTo>
                  <a:lnTo>
                    <a:pt x="1573" y="2160"/>
                  </a:lnTo>
                  <a:lnTo>
                    <a:pt x="1577" y="2163"/>
                  </a:lnTo>
                  <a:lnTo>
                    <a:pt x="1577" y="2167"/>
                  </a:lnTo>
                  <a:lnTo>
                    <a:pt x="1577" y="2171"/>
                  </a:lnTo>
                  <a:lnTo>
                    <a:pt x="1580" y="2174"/>
                  </a:lnTo>
                  <a:lnTo>
                    <a:pt x="1580" y="2178"/>
                  </a:lnTo>
                  <a:lnTo>
                    <a:pt x="1580" y="2181"/>
                  </a:lnTo>
                  <a:lnTo>
                    <a:pt x="1584" y="2185"/>
                  </a:lnTo>
                  <a:lnTo>
                    <a:pt x="1587" y="2189"/>
                  </a:lnTo>
                  <a:lnTo>
                    <a:pt x="1587" y="2192"/>
                  </a:lnTo>
                  <a:lnTo>
                    <a:pt x="1591" y="2196"/>
                  </a:lnTo>
                  <a:lnTo>
                    <a:pt x="1595" y="2199"/>
                  </a:lnTo>
                  <a:lnTo>
                    <a:pt x="1598" y="2203"/>
                  </a:lnTo>
                  <a:lnTo>
                    <a:pt x="1602" y="2207"/>
                  </a:lnTo>
                  <a:lnTo>
                    <a:pt x="1605" y="2210"/>
                  </a:lnTo>
                  <a:lnTo>
                    <a:pt x="1609" y="2207"/>
                  </a:lnTo>
                  <a:lnTo>
                    <a:pt x="1613" y="2207"/>
                  </a:lnTo>
                  <a:lnTo>
                    <a:pt x="1616" y="2203"/>
                  </a:lnTo>
                  <a:lnTo>
                    <a:pt x="1620" y="2199"/>
                  </a:lnTo>
                  <a:lnTo>
                    <a:pt x="1623" y="2196"/>
                  </a:lnTo>
                  <a:lnTo>
                    <a:pt x="1623" y="2192"/>
                  </a:lnTo>
                  <a:lnTo>
                    <a:pt x="1627" y="2189"/>
                  </a:lnTo>
                  <a:lnTo>
                    <a:pt x="1631" y="2185"/>
                  </a:lnTo>
                  <a:lnTo>
                    <a:pt x="1631" y="2181"/>
                  </a:lnTo>
                  <a:lnTo>
                    <a:pt x="1631" y="2178"/>
                  </a:lnTo>
                  <a:lnTo>
                    <a:pt x="1634" y="2174"/>
                  </a:lnTo>
                  <a:lnTo>
                    <a:pt x="1634" y="2171"/>
                  </a:lnTo>
                  <a:lnTo>
                    <a:pt x="1638" y="2167"/>
                  </a:lnTo>
                  <a:lnTo>
                    <a:pt x="1638" y="2163"/>
                  </a:lnTo>
                  <a:lnTo>
                    <a:pt x="1638" y="2160"/>
                  </a:lnTo>
                  <a:lnTo>
                    <a:pt x="1641" y="2156"/>
                  </a:lnTo>
                  <a:lnTo>
                    <a:pt x="1641" y="2153"/>
                  </a:lnTo>
                  <a:lnTo>
                    <a:pt x="1641" y="2145"/>
                  </a:lnTo>
                  <a:lnTo>
                    <a:pt x="1645" y="2142"/>
                  </a:lnTo>
                  <a:lnTo>
                    <a:pt x="1645" y="2138"/>
                  </a:lnTo>
                  <a:lnTo>
                    <a:pt x="1649" y="2131"/>
                  </a:lnTo>
                  <a:lnTo>
                    <a:pt x="1649" y="2127"/>
                  </a:lnTo>
                  <a:lnTo>
                    <a:pt x="1649" y="2124"/>
                  </a:lnTo>
                  <a:lnTo>
                    <a:pt x="1652" y="2117"/>
                  </a:lnTo>
                  <a:lnTo>
                    <a:pt x="1652" y="2113"/>
                  </a:lnTo>
                  <a:lnTo>
                    <a:pt x="1656" y="2106"/>
                  </a:lnTo>
                  <a:lnTo>
                    <a:pt x="1656" y="2099"/>
                  </a:lnTo>
                  <a:lnTo>
                    <a:pt x="1656" y="2095"/>
                  </a:lnTo>
                  <a:lnTo>
                    <a:pt x="1659" y="2088"/>
                  </a:lnTo>
                  <a:lnTo>
                    <a:pt x="1659" y="2081"/>
                  </a:lnTo>
                  <a:lnTo>
                    <a:pt x="1663" y="2077"/>
                  </a:lnTo>
                  <a:lnTo>
                    <a:pt x="1663" y="2070"/>
                  </a:lnTo>
                  <a:lnTo>
                    <a:pt x="1663" y="2063"/>
                  </a:lnTo>
                  <a:lnTo>
                    <a:pt x="1667" y="2055"/>
                  </a:lnTo>
                  <a:lnTo>
                    <a:pt x="1667" y="2052"/>
                  </a:lnTo>
                  <a:lnTo>
                    <a:pt x="1667" y="2045"/>
                  </a:lnTo>
                  <a:lnTo>
                    <a:pt x="1670" y="2037"/>
                  </a:lnTo>
                  <a:lnTo>
                    <a:pt x="1670" y="2030"/>
                  </a:lnTo>
                  <a:lnTo>
                    <a:pt x="1674" y="2023"/>
                  </a:lnTo>
                  <a:lnTo>
                    <a:pt x="1674" y="2016"/>
                  </a:lnTo>
                  <a:lnTo>
                    <a:pt x="1674" y="2009"/>
                  </a:lnTo>
                  <a:lnTo>
                    <a:pt x="1677" y="2005"/>
                  </a:lnTo>
                  <a:lnTo>
                    <a:pt x="1677" y="1998"/>
                  </a:lnTo>
                  <a:lnTo>
                    <a:pt x="1681" y="1991"/>
                  </a:lnTo>
                  <a:lnTo>
                    <a:pt x="1681" y="1983"/>
                  </a:lnTo>
                  <a:lnTo>
                    <a:pt x="1681" y="1976"/>
                  </a:lnTo>
                  <a:lnTo>
                    <a:pt x="1685" y="1969"/>
                  </a:lnTo>
                  <a:lnTo>
                    <a:pt x="1685" y="1962"/>
                  </a:lnTo>
                  <a:lnTo>
                    <a:pt x="1685" y="1955"/>
                  </a:lnTo>
                  <a:lnTo>
                    <a:pt x="1688" y="1947"/>
                  </a:lnTo>
                  <a:lnTo>
                    <a:pt x="1688" y="1940"/>
                  </a:lnTo>
                  <a:lnTo>
                    <a:pt x="1692" y="1937"/>
                  </a:lnTo>
                  <a:lnTo>
                    <a:pt x="1692" y="1929"/>
                  </a:lnTo>
                  <a:lnTo>
                    <a:pt x="1692" y="1922"/>
                  </a:lnTo>
                  <a:lnTo>
                    <a:pt x="1695" y="1915"/>
                  </a:lnTo>
                  <a:lnTo>
                    <a:pt x="1695" y="1908"/>
                  </a:lnTo>
                  <a:lnTo>
                    <a:pt x="1699" y="1901"/>
                  </a:lnTo>
                  <a:lnTo>
                    <a:pt x="1699" y="1893"/>
                  </a:lnTo>
                  <a:lnTo>
                    <a:pt x="1699" y="1890"/>
                  </a:lnTo>
                  <a:lnTo>
                    <a:pt x="1703" y="1883"/>
                  </a:lnTo>
                  <a:lnTo>
                    <a:pt x="1703" y="1875"/>
                  </a:lnTo>
                  <a:lnTo>
                    <a:pt x="1706" y="1872"/>
                  </a:lnTo>
                  <a:lnTo>
                    <a:pt x="1706" y="1865"/>
                  </a:lnTo>
                  <a:lnTo>
                    <a:pt x="1706" y="1857"/>
                  </a:lnTo>
                  <a:lnTo>
                    <a:pt x="1710" y="1854"/>
                  </a:lnTo>
                  <a:lnTo>
                    <a:pt x="1710" y="1847"/>
                  </a:lnTo>
                  <a:lnTo>
                    <a:pt x="1710" y="1843"/>
                  </a:lnTo>
                  <a:lnTo>
                    <a:pt x="1713" y="1836"/>
                  </a:lnTo>
                  <a:lnTo>
                    <a:pt x="1713" y="1832"/>
                  </a:lnTo>
                  <a:lnTo>
                    <a:pt x="1717" y="1825"/>
                  </a:lnTo>
                  <a:lnTo>
                    <a:pt x="1717" y="1821"/>
                  </a:lnTo>
                  <a:lnTo>
                    <a:pt x="1717" y="1818"/>
                  </a:lnTo>
                  <a:lnTo>
                    <a:pt x="1721" y="1811"/>
                  </a:lnTo>
                  <a:lnTo>
                    <a:pt x="1721" y="1807"/>
                  </a:lnTo>
                  <a:lnTo>
                    <a:pt x="1724" y="1803"/>
                  </a:lnTo>
                  <a:lnTo>
                    <a:pt x="1724" y="1800"/>
                  </a:lnTo>
                  <a:lnTo>
                    <a:pt x="1724" y="1796"/>
                  </a:lnTo>
                  <a:lnTo>
                    <a:pt x="1728" y="1793"/>
                  </a:lnTo>
                  <a:lnTo>
                    <a:pt x="1728" y="1789"/>
                  </a:lnTo>
                  <a:lnTo>
                    <a:pt x="1728" y="1785"/>
                  </a:lnTo>
                  <a:lnTo>
                    <a:pt x="1731" y="1782"/>
                  </a:lnTo>
                  <a:lnTo>
                    <a:pt x="1735" y="1778"/>
                  </a:lnTo>
                  <a:lnTo>
                    <a:pt x="1735" y="1775"/>
                  </a:lnTo>
                  <a:lnTo>
                    <a:pt x="1739" y="1771"/>
                  </a:lnTo>
                  <a:lnTo>
                    <a:pt x="1742" y="1767"/>
                  </a:lnTo>
                  <a:lnTo>
                    <a:pt x="1746" y="1764"/>
                  </a:lnTo>
                  <a:lnTo>
                    <a:pt x="1749" y="1764"/>
                  </a:lnTo>
                  <a:lnTo>
                    <a:pt x="1753" y="1767"/>
                  </a:lnTo>
                  <a:lnTo>
                    <a:pt x="1757" y="1771"/>
                  </a:lnTo>
                  <a:lnTo>
                    <a:pt x="1760" y="1775"/>
                  </a:lnTo>
                  <a:lnTo>
                    <a:pt x="1764" y="1778"/>
                  </a:lnTo>
                  <a:lnTo>
                    <a:pt x="1764" y="1782"/>
                  </a:lnTo>
                  <a:lnTo>
                    <a:pt x="1767" y="1785"/>
                  </a:lnTo>
                  <a:lnTo>
                    <a:pt x="1767" y="1789"/>
                  </a:lnTo>
                  <a:lnTo>
                    <a:pt x="1767" y="1793"/>
                  </a:lnTo>
                  <a:lnTo>
                    <a:pt x="1771" y="1796"/>
                  </a:lnTo>
                  <a:lnTo>
                    <a:pt x="1771" y="1803"/>
                  </a:lnTo>
                  <a:lnTo>
                    <a:pt x="1775" y="1807"/>
                  </a:lnTo>
                  <a:lnTo>
                    <a:pt x="1775" y="1811"/>
                  </a:lnTo>
                  <a:lnTo>
                    <a:pt x="1775" y="1818"/>
                  </a:lnTo>
                  <a:lnTo>
                    <a:pt x="1778" y="1821"/>
                  </a:lnTo>
                  <a:lnTo>
                    <a:pt x="1778" y="1829"/>
                  </a:lnTo>
                  <a:lnTo>
                    <a:pt x="1778" y="1832"/>
                  </a:lnTo>
                  <a:lnTo>
                    <a:pt x="1782" y="1839"/>
                  </a:lnTo>
                  <a:lnTo>
                    <a:pt x="1782" y="1847"/>
                  </a:lnTo>
                  <a:lnTo>
                    <a:pt x="1785" y="1850"/>
                  </a:lnTo>
                  <a:lnTo>
                    <a:pt x="1785" y="1857"/>
                  </a:lnTo>
                  <a:lnTo>
                    <a:pt x="1785" y="1865"/>
                  </a:lnTo>
                  <a:lnTo>
                    <a:pt x="1789" y="1872"/>
                  </a:lnTo>
                  <a:lnTo>
                    <a:pt x="1789" y="1879"/>
                  </a:lnTo>
                  <a:lnTo>
                    <a:pt x="1793" y="1886"/>
                  </a:lnTo>
                  <a:lnTo>
                    <a:pt x="1793" y="1897"/>
                  </a:lnTo>
                  <a:lnTo>
                    <a:pt x="1793" y="1904"/>
                  </a:lnTo>
                  <a:lnTo>
                    <a:pt x="1796" y="1911"/>
                  </a:lnTo>
                  <a:lnTo>
                    <a:pt x="1796" y="1922"/>
                  </a:lnTo>
                  <a:lnTo>
                    <a:pt x="1796" y="1929"/>
                  </a:lnTo>
                  <a:lnTo>
                    <a:pt x="1800" y="1937"/>
                  </a:lnTo>
                  <a:lnTo>
                    <a:pt x="1800" y="1947"/>
                  </a:lnTo>
                  <a:lnTo>
                    <a:pt x="1803" y="1955"/>
                  </a:lnTo>
                  <a:lnTo>
                    <a:pt x="1803" y="1965"/>
                  </a:lnTo>
                  <a:lnTo>
                    <a:pt x="1803" y="1976"/>
                  </a:lnTo>
                  <a:lnTo>
                    <a:pt x="1807" y="1983"/>
                  </a:lnTo>
                  <a:lnTo>
                    <a:pt x="1807" y="1994"/>
                  </a:lnTo>
                  <a:lnTo>
                    <a:pt x="1811" y="2005"/>
                  </a:lnTo>
                  <a:lnTo>
                    <a:pt x="1811" y="2012"/>
                  </a:lnTo>
                  <a:lnTo>
                    <a:pt x="1811" y="2023"/>
                  </a:lnTo>
                  <a:lnTo>
                    <a:pt x="1814" y="2034"/>
                  </a:lnTo>
                  <a:lnTo>
                    <a:pt x="1814" y="2045"/>
                  </a:lnTo>
                  <a:lnTo>
                    <a:pt x="1818" y="2055"/>
                  </a:lnTo>
                  <a:lnTo>
                    <a:pt x="1818" y="2066"/>
                  </a:lnTo>
                  <a:lnTo>
                    <a:pt x="1818" y="2077"/>
                  </a:lnTo>
                  <a:lnTo>
                    <a:pt x="1821" y="2088"/>
                  </a:lnTo>
                  <a:lnTo>
                    <a:pt x="1821" y="2095"/>
                  </a:lnTo>
                  <a:lnTo>
                    <a:pt x="1821" y="2106"/>
                  </a:lnTo>
                  <a:lnTo>
                    <a:pt x="1825" y="2117"/>
                  </a:lnTo>
                  <a:lnTo>
                    <a:pt x="1825" y="2127"/>
                  </a:lnTo>
                  <a:lnTo>
                    <a:pt x="1829" y="2138"/>
                  </a:lnTo>
                  <a:lnTo>
                    <a:pt x="1829" y="2149"/>
                  </a:lnTo>
                  <a:lnTo>
                    <a:pt x="1829" y="2160"/>
                  </a:lnTo>
                  <a:lnTo>
                    <a:pt x="1832" y="2171"/>
                  </a:lnTo>
                  <a:lnTo>
                    <a:pt x="1832" y="2181"/>
                  </a:lnTo>
                  <a:lnTo>
                    <a:pt x="1836" y="2192"/>
                  </a:lnTo>
                  <a:lnTo>
                    <a:pt x="1836" y="2203"/>
                  </a:lnTo>
                  <a:lnTo>
                    <a:pt x="1836" y="2214"/>
                  </a:lnTo>
                  <a:lnTo>
                    <a:pt x="1839" y="2225"/>
                  </a:lnTo>
                  <a:lnTo>
                    <a:pt x="1839" y="2235"/>
                  </a:lnTo>
                  <a:lnTo>
                    <a:pt x="1839" y="2243"/>
                  </a:lnTo>
                  <a:lnTo>
                    <a:pt x="1843" y="2253"/>
                  </a:lnTo>
                  <a:lnTo>
                    <a:pt x="1843" y="2264"/>
                  </a:lnTo>
                  <a:lnTo>
                    <a:pt x="1847" y="2275"/>
                  </a:lnTo>
                  <a:lnTo>
                    <a:pt x="1847" y="2286"/>
                  </a:lnTo>
                  <a:lnTo>
                    <a:pt x="1847" y="2293"/>
                  </a:lnTo>
                  <a:lnTo>
                    <a:pt x="1850" y="2304"/>
                  </a:lnTo>
                  <a:lnTo>
                    <a:pt x="1850" y="2311"/>
                  </a:lnTo>
                  <a:lnTo>
                    <a:pt x="1854" y="2322"/>
                  </a:lnTo>
                  <a:lnTo>
                    <a:pt x="1854" y="2329"/>
                  </a:lnTo>
                  <a:lnTo>
                    <a:pt x="1854" y="2340"/>
                  </a:lnTo>
                  <a:lnTo>
                    <a:pt x="1857" y="2347"/>
                  </a:lnTo>
                  <a:lnTo>
                    <a:pt x="1857" y="2354"/>
                  </a:lnTo>
                  <a:lnTo>
                    <a:pt x="1861" y="2365"/>
                  </a:lnTo>
                  <a:lnTo>
                    <a:pt x="1861" y="2372"/>
                  </a:lnTo>
                  <a:lnTo>
                    <a:pt x="1861" y="2379"/>
                  </a:lnTo>
                  <a:lnTo>
                    <a:pt x="1865" y="2387"/>
                  </a:lnTo>
                  <a:lnTo>
                    <a:pt x="1865" y="2394"/>
                  </a:lnTo>
                  <a:lnTo>
                    <a:pt x="1865" y="2401"/>
                  </a:lnTo>
                  <a:lnTo>
                    <a:pt x="1868" y="2408"/>
                  </a:lnTo>
                  <a:lnTo>
                    <a:pt x="1868" y="2412"/>
                  </a:lnTo>
                  <a:lnTo>
                    <a:pt x="1872" y="2419"/>
                  </a:lnTo>
                  <a:lnTo>
                    <a:pt x="1872" y="2423"/>
                  </a:lnTo>
                  <a:lnTo>
                    <a:pt x="1872" y="2430"/>
                  </a:lnTo>
                  <a:lnTo>
                    <a:pt x="1875" y="2433"/>
                  </a:lnTo>
                  <a:lnTo>
                    <a:pt x="1875" y="2437"/>
                  </a:lnTo>
                  <a:lnTo>
                    <a:pt x="1879" y="2444"/>
                  </a:lnTo>
                  <a:lnTo>
                    <a:pt x="1879" y="2448"/>
                  </a:lnTo>
                  <a:lnTo>
                    <a:pt x="1883" y="2451"/>
                  </a:lnTo>
                  <a:lnTo>
                    <a:pt x="1883" y="2455"/>
                  </a:lnTo>
                  <a:lnTo>
                    <a:pt x="1886" y="2459"/>
                  </a:lnTo>
                  <a:lnTo>
                    <a:pt x="1890" y="2462"/>
                  </a:lnTo>
                  <a:lnTo>
                    <a:pt x="1893" y="2462"/>
                  </a:lnTo>
                  <a:lnTo>
                    <a:pt x="1897" y="2459"/>
                  </a:lnTo>
                  <a:lnTo>
                    <a:pt x="1901" y="2455"/>
                  </a:lnTo>
                  <a:lnTo>
                    <a:pt x="1901" y="2451"/>
                  </a:lnTo>
                  <a:lnTo>
                    <a:pt x="1904" y="2448"/>
                  </a:lnTo>
                  <a:lnTo>
                    <a:pt x="1904" y="2444"/>
                  </a:lnTo>
                  <a:lnTo>
                    <a:pt x="1904" y="2441"/>
                  </a:lnTo>
                  <a:lnTo>
                    <a:pt x="1908" y="2437"/>
                  </a:lnTo>
                  <a:lnTo>
                    <a:pt x="1908" y="2430"/>
                  </a:lnTo>
                  <a:lnTo>
                    <a:pt x="1908" y="2426"/>
                  </a:lnTo>
                  <a:lnTo>
                    <a:pt x="1911" y="2419"/>
                  </a:lnTo>
                  <a:lnTo>
                    <a:pt x="1911" y="2412"/>
                  </a:lnTo>
                  <a:lnTo>
                    <a:pt x="1915" y="2405"/>
                  </a:lnTo>
                  <a:lnTo>
                    <a:pt x="1915" y="2397"/>
                  </a:lnTo>
                  <a:lnTo>
                    <a:pt x="1915" y="2387"/>
                  </a:lnTo>
                  <a:lnTo>
                    <a:pt x="1919" y="2379"/>
                  </a:lnTo>
                  <a:lnTo>
                    <a:pt x="1919" y="2369"/>
                  </a:lnTo>
                  <a:lnTo>
                    <a:pt x="1922" y="2361"/>
                  </a:lnTo>
                  <a:lnTo>
                    <a:pt x="1922" y="2351"/>
                  </a:lnTo>
                  <a:lnTo>
                    <a:pt x="1922" y="2340"/>
                  </a:lnTo>
                  <a:lnTo>
                    <a:pt x="1926" y="2329"/>
                  </a:lnTo>
                  <a:lnTo>
                    <a:pt x="1926" y="2315"/>
                  </a:lnTo>
                  <a:lnTo>
                    <a:pt x="1926" y="2304"/>
                  </a:lnTo>
                  <a:lnTo>
                    <a:pt x="1929" y="2293"/>
                  </a:lnTo>
                  <a:lnTo>
                    <a:pt x="1929" y="2279"/>
                  </a:lnTo>
                  <a:lnTo>
                    <a:pt x="1933" y="2264"/>
                  </a:lnTo>
                  <a:lnTo>
                    <a:pt x="1933" y="2250"/>
                  </a:lnTo>
                  <a:lnTo>
                    <a:pt x="1933" y="2235"/>
                  </a:lnTo>
                  <a:lnTo>
                    <a:pt x="1937" y="2221"/>
                  </a:lnTo>
                  <a:lnTo>
                    <a:pt x="1937" y="2203"/>
                  </a:lnTo>
                  <a:lnTo>
                    <a:pt x="1940" y="2189"/>
                  </a:lnTo>
                  <a:lnTo>
                    <a:pt x="1940" y="2171"/>
                  </a:lnTo>
                  <a:lnTo>
                    <a:pt x="1940" y="2156"/>
                  </a:lnTo>
                  <a:lnTo>
                    <a:pt x="1944" y="2138"/>
                  </a:lnTo>
                  <a:lnTo>
                    <a:pt x="1944" y="2120"/>
                  </a:lnTo>
                  <a:lnTo>
                    <a:pt x="1947" y="2102"/>
                  </a:lnTo>
                  <a:lnTo>
                    <a:pt x="1947" y="2084"/>
                  </a:lnTo>
                  <a:lnTo>
                    <a:pt x="1947" y="2063"/>
                  </a:lnTo>
                  <a:lnTo>
                    <a:pt x="1951" y="2045"/>
                  </a:lnTo>
                  <a:lnTo>
                    <a:pt x="1951" y="2023"/>
                  </a:lnTo>
                  <a:lnTo>
                    <a:pt x="1951" y="2005"/>
                  </a:lnTo>
                  <a:lnTo>
                    <a:pt x="1955" y="1983"/>
                  </a:lnTo>
                  <a:lnTo>
                    <a:pt x="1955" y="1962"/>
                  </a:lnTo>
                  <a:lnTo>
                    <a:pt x="1958" y="1940"/>
                  </a:lnTo>
                  <a:lnTo>
                    <a:pt x="1958" y="1919"/>
                  </a:lnTo>
                  <a:lnTo>
                    <a:pt x="1958" y="1897"/>
                  </a:lnTo>
                  <a:lnTo>
                    <a:pt x="1962" y="1872"/>
                  </a:lnTo>
                  <a:lnTo>
                    <a:pt x="1962" y="1850"/>
                  </a:lnTo>
                  <a:lnTo>
                    <a:pt x="1965" y="1825"/>
                  </a:lnTo>
                  <a:lnTo>
                    <a:pt x="1965" y="1803"/>
                  </a:lnTo>
                  <a:lnTo>
                    <a:pt x="1965" y="1778"/>
                  </a:lnTo>
                  <a:lnTo>
                    <a:pt x="1969" y="1753"/>
                  </a:lnTo>
                  <a:lnTo>
                    <a:pt x="1969" y="1731"/>
                  </a:lnTo>
                  <a:lnTo>
                    <a:pt x="1969" y="1706"/>
                  </a:lnTo>
                  <a:lnTo>
                    <a:pt x="1973" y="1681"/>
                  </a:lnTo>
                  <a:lnTo>
                    <a:pt x="1973" y="1656"/>
                  </a:lnTo>
                  <a:lnTo>
                    <a:pt x="1976" y="1631"/>
                  </a:lnTo>
                  <a:lnTo>
                    <a:pt x="1976" y="1602"/>
                  </a:lnTo>
                  <a:lnTo>
                    <a:pt x="1976" y="1577"/>
                  </a:lnTo>
                  <a:lnTo>
                    <a:pt x="1980" y="1551"/>
                  </a:lnTo>
                  <a:lnTo>
                    <a:pt x="1980" y="1523"/>
                  </a:lnTo>
                  <a:lnTo>
                    <a:pt x="1983" y="1497"/>
                  </a:lnTo>
                  <a:lnTo>
                    <a:pt x="1983" y="1472"/>
                  </a:lnTo>
                  <a:lnTo>
                    <a:pt x="1983" y="1443"/>
                  </a:lnTo>
                  <a:lnTo>
                    <a:pt x="1987" y="1418"/>
                  </a:lnTo>
                  <a:lnTo>
                    <a:pt x="1987" y="1389"/>
                  </a:lnTo>
                  <a:lnTo>
                    <a:pt x="1991" y="1361"/>
                  </a:lnTo>
                  <a:lnTo>
                    <a:pt x="1991" y="1335"/>
                  </a:lnTo>
                  <a:lnTo>
                    <a:pt x="1991" y="1307"/>
                  </a:lnTo>
                  <a:lnTo>
                    <a:pt x="1994" y="1281"/>
                  </a:lnTo>
                  <a:lnTo>
                    <a:pt x="1994" y="1253"/>
                  </a:lnTo>
                  <a:lnTo>
                    <a:pt x="1994" y="1224"/>
                  </a:lnTo>
                  <a:lnTo>
                    <a:pt x="1998" y="1195"/>
                  </a:lnTo>
                  <a:lnTo>
                    <a:pt x="1998" y="1170"/>
                  </a:lnTo>
                  <a:lnTo>
                    <a:pt x="2001" y="1141"/>
                  </a:lnTo>
                  <a:lnTo>
                    <a:pt x="2001" y="1112"/>
                  </a:lnTo>
                  <a:lnTo>
                    <a:pt x="2001" y="1087"/>
                  </a:lnTo>
                  <a:lnTo>
                    <a:pt x="2005" y="1058"/>
                  </a:lnTo>
                  <a:lnTo>
                    <a:pt x="2005" y="1029"/>
                  </a:lnTo>
                  <a:lnTo>
                    <a:pt x="2009" y="1004"/>
                  </a:lnTo>
                  <a:lnTo>
                    <a:pt x="2009" y="975"/>
                  </a:lnTo>
                  <a:lnTo>
                    <a:pt x="2009" y="950"/>
                  </a:lnTo>
                  <a:lnTo>
                    <a:pt x="2012" y="921"/>
                  </a:lnTo>
                  <a:lnTo>
                    <a:pt x="2012" y="896"/>
                  </a:lnTo>
                  <a:lnTo>
                    <a:pt x="2012" y="867"/>
                  </a:lnTo>
                  <a:lnTo>
                    <a:pt x="2016" y="842"/>
                  </a:lnTo>
                  <a:lnTo>
                    <a:pt x="2016" y="813"/>
                  </a:lnTo>
                  <a:lnTo>
                    <a:pt x="2019" y="788"/>
                  </a:lnTo>
                  <a:lnTo>
                    <a:pt x="2019" y="763"/>
                  </a:lnTo>
                  <a:lnTo>
                    <a:pt x="2019" y="738"/>
                  </a:lnTo>
                  <a:lnTo>
                    <a:pt x="2023" y="709"/>
                  </a:lnTo>
                  <a:lnTo>
                    <a:pt x="2023" y="684"/>
                  </a:lnTo>
                  <a:lnTo>
                    <a:pt x="2027" y="659"/>
                  </a:lnTo>
                  <a:lnTo>
                    <a:pt x="2027" y="637"/>
                  </a:lnTo>
                  <a:lnTo>
                    <a:pt x="2027" y="612"/>
                  </a:lnTo>
                  <a:lnTo>
                    <a:pt x="2030" y="587"/>
                  </a:lnTo>
                  <a:lnTo>
                    <a:pt x="2030" y="562"/>
                  </a:lnTo>
                  <a:lnTo>
                    <a:pt x="2034" y="540"/>
                  </a:lnTo>
                  <a:lnTo>
                    <a:pt x="2034" y="515"/>
                  </a:lnTo>
                  <a:lnTo>
                    <a:pt x="2034" y="493"/>
                  </a:lnTo>
                  <a:lnTo>
                    <a:pt x="2037" y="472"/>
                  </a:lnTo>
                  <a:lnTo>
                    <a:pt x="2037" y="450"/>
                  </a:lnTo>
                  <a:lnTo>
                    <a:pt x="2037" y="428"/>
                  </a:lnTo>
                  <a:lnTo>
                    <a:pt x="2041" y="407"/>
                  </a:lnTo>
                  <a:lnTo>
                    <a:pt x="2041" y="385"/>
                  </a:lnTo>
                  <a:lnTo>
                    <a:pt x="2045" y="364"/>
                  </a:lnTo>
                  <a:lnTo>
                    <a:pt x="2045" y="346"/>
                  </a:lnTo>
                  <a:lnTo>
                    <a:pt x="2045" y="324"/>
                  </a:lnTo>
                  <a:lnTo>
                    <a:pt x="2048" y="306"/>
                  </a:lnTo>
                  <a:lnTo>
                    <a:pt x="2048" y="288"/>
                  </a:lnTo>
                  <a:lnTo>
                    <a:pt x="2052" y="270"/>
                  </a:lnTo>
                  <a:lnTo>
                    <a:pt x="2052" y="252"/>
                  </a:lnTo>
                  <a:lnTo>
                    <a:pt x="2052" y="234"/>
                  </a:lnTo>
                  <a:lnTo>
                    <a:pt x="2055" y="220"/>
                  </a:lnTo>
                  <a:lnTo>
                    <a:pt x="2055" y="202"/>
                  </a:lnTo>
                  <a:lnTo>
                    <a:pt x="2055" y="187"/>
                  </a:lnTo>
                  <a:lnTo>
                    <a:pt x="2059" y="173"/>
                  </a:lnTo>
                  <a:lnTo>
                    <a:pt x="2059" y="158"/>
                  </a:lnTo>
                  <a:lnTo>
                    <a:pt x="2063" y="144"/>
                  </a:lnTo>
                  <a:lnTo>
                    <a:pt x="2063" y="133"/>
                  </a:lnTo>
                  <a:lnTo>
                    <a:pt x="2063" y="119"/>
                  </a:lnTo>
                  <a:lnTo>
                    <a:pt x="2066" y="108"/>
                  </a:lnTo>
                  <a:lnTo>
                    <a:pt x="2066" y="97"/>
                  </a:lnTo>
                  <a:lnTo>
                    <a:pt x="2070" y="86"/>
                  </a:lnTo>
                  <a:lnTo>
                    <a:pt x="2070" y="76"/>
                  </a:lnTo>
                  <a:lnTo>
                    <a:pt x="2070" y="65"/>
                  </a:lnTo>
                  <a:lnTo>
                    <a:pt x="2073" y="58"/>
                  </a:lnTo>
                  <a:lnTo>
                    <a:pt x="2073" y="50"/>
                  </a:lnTo>
                  <a:lnTo>
                    <a:pt x="2077" y="40"/>
                  </a:lnTo>
                  <a:lnTo>
                    <a:pt x="2077" y="36"/>
                  </a:lnTo>
                  <a:lnTo>
                    <a:pt x="2077" y="29"/>
                  </a:lnTo>
                  <a:lnTo>
                    <a:pt x="2081" y="22"/>
                  </a:lnTo>
                  <a:lnTo>
                    <a:pt x="2081" y="18"/>
                  </a:lnTo>
                  <a:lnTo>
                    <a:pt x="2081" y="14"/>
                  </a:lnTo>
                  <a:lnTo>
                    <a:pt x="2084" y="11"/>
                  </a:lnTo>
                  <a:lnTo>
                    <a:pt x="2084" y="7"/>
                  </a:lnTo>
                  <a:lnTo>
                    <a:pt x="2088" y="4"/>
                  </a:lnTo>
                  <a:lnTo>
                    <a:pt x="2088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2" name="Freeform 110"/>
            <p:cNvSpPr>
              <a:spLocks/>
            </p:cNvSpPr>
            <p:nvPr/>
          </p:nvSpPr>
          <p:spPr bwMode="auto">
            <a:xfrm>
              <a:off x="2840" y="1048"/>
              <a:ext cx="2369" cy="2462"/>
            </a:xfrm>
            <a:custGeom>
              <a:avLst/>
              <a:gdLst/>
              <a:ahLst/>
              <a:cxnLst>
                <a:cxn ang="0">
                  <a:pos x="22" y="97"/>
                </a:cxn>
                <a:cxn ang="0">
                  <a:pos x="47" y="346"/>
                </a:cxn>
                <a:cxn ang="0">
                  <a:pos x="69" y="709"/>
                </a:cxn>
                <a:cxn ang="0">
                  <a:pos x="90" y="1141"/>
                </a:cxn>
                <a:cxn ang="0">
                  <a:pos x="112" y="1577"/>
                </a:cxn>
                <a:cxn ang="0">
                  <a:pos x="134" y="1962"/>
                </a:cxn>
                <a:cxn ang="0">
                  <a:pos x="159" y="2250"/>
                </a:cxn>
                <a:cxn ang="0">
                  <a:pos x="180" y="2419"/>
                </a:cxn>
                <a:cxn ang="0">
                  <a:pos x="213" y="2444"/>
                </a:cxn>
                <a:cxn ang="0">
                  <a:pos x="234" y="2340"/>
                </a:cxn>
                <a:cxn ang="0">
                  <a:pos x="256" y="2181"/>
                </a:cxn>
                <a:cxn ang="0">
                  <a:pos x="281" y="2012"/>
                </a:cxn>
                <a:cxn ang="0">
                  <a:pos x="303" y="1872"/>
                </a:cxn>
                <a:cxn ang="0">
                  <a:pos x="324" y="1785"/>
                </a:cxn>
                <a:cxn ang="0">
                  <a:pos x="364" y="1793"/>
                </a:cxn>
                <a:cxn ang="0">
                  <a:pos x="386" y="1872"/>
                </a:cxn>
                <a:cxn ang="0">
                  <a:pos x="407" y="1976"/>
                </a:cxn>
                <a:cxn ang="0">
                  <a:pos x="429" y="2081"/>
                </a:cxn>
                <a:cxn ang="0">
                  <a:pos x="454" y="2163"/>
                </a:cxn>
                <a:cxn ang="0">
                  <a:pos x="490" y="2207"/>
                </a:cxn>
                <a:cxn ang="0">
                  <a:pos x="522" y="2149"/>
                </a:cxn>
                <a:cxn ang="0">
                  <a:pos x="544" y="2073"/>
                </a:cxn>
                <a:cxn ang="0">
                  <a:pos x="566" y="1994"/>
                </a:cxn>
                <a:cxn ang="0">
                  <a:pos x="587" y="1926"/>
                </a:cxn>
                <a:cxn ang="0">
                  <a:pos x="630" y="1883"/>
                </a:cxn>
                <a:cxn ang="0">
                  <a:pos x="666" y="1937"/>
                </a:cxn>
                <a:cxn ang="0">
                  <a:pos x="688" y="1998"/>
                </a:cxn>
                <a:cxn ang="0">
                  <a:pos x="710" y="2063"/>
                </a:cxn>
                <a:cxn ang="0">
                  <a:pos x="738" y="2120"/>
                </a:cxn>
                <a:cxn ang="0">
                  <a:pos x="792" y="2120"/>
                </a:cxn>
                <a:cxn ang="0">
                  <a:pos x="821" y="2063"/>
                </a:cxn>
                <a:cxn ang="0">
                  <a:pos x="843" y="2005"/>
                </a:cxn>
                <a:cxn ang="0">
                  <a:pos x="875" y="1947"/>
                </a:cxn>
                <a:cxn ang="0">
                  <a:pos x="929" y="1940"/>
                </a:cxn>
                <a:cxn ang="0">
                  <a:pos x="962" y="1998"/>
                </a:cxn>
                <a:cxn ang="0">
                  <a:pos x="990" y="2055"/>
                </a:cxn>
                <a:cxn ang="0">
                  <a:pos x="1037" y="2109"/>
                </a:cxn>
                <a:cxn ang="0">
                  <a:pos x="1091" y="2070"/>
                </a:cxn>
                <a:cxn ang="0">
                  <a:pos x="1120" y="2012"/>
                </a:cxn>
                <a:cxn ang="0">
                  <a:pos x="1163" y="1955"/>
                </a:cxn>
                <a:cxn ang="0">
                  <a:pos x="1221" y="1973"/>
                </a:cxn>
                <a:cxn ang="0">
                  <a:pos x="1257" y="2030"/>
                </a:cxn>
                <a:cxn ang="0">
                  <a:pos x="1304" y="2088"/>
                </a:cxn>
                <a:cxn ang="0">
                  <a:pos x="1361" y="2066"/>
                </a:cxn>
                <a:cxn ang="0">
                  <a:pos x="1404" y="2009"/>
                </a:cxn>
                <a:cxn ang="0">
                  <a:pos x="1458" y="1962"/>
                </a:cxn>
                <a:cxn ang="0">
                  <a:pos x="1516" y="2001"/>
                </a:cxn>
                <a:cxn ang="0">
                  <a:pos x="1563" y="2059"/>
                </a:cxn>
                <a:cxn ang="0">
                  <a:pos x="1620" y="2073"/>
                </a:cxn>
                <a:cxn ang="0">
                  <a:pos x="1674" y="2023"/>
                </a:cxn>
                <a:cxn ang="0">
                  <a:pos x="1728" y="1973"/>
                </a:cxn>
                <a:cxn ang="0">
                  <a:pos x="1786" y="1998"/>
                </a:cxn>
                <a:cxn ang="0">
                  <a:pos x="1844" y="2055"/>
                </a:cxn>
                <a:cxn ang="0">
                  <a:pos x="1901" y="2066"/>
                </a:cxn>
                <a:cxn ang="0">
                  <a:pos x="1959" y="2016"/>
                </a:cxn>
                <a:cxn ang="0">
                  <a:pos x="2016" y="1980"/>
                </a:cxn>
                <a:cxn ang="0">
                  <a:pos x="2074" y="2009"/>
                </a:cxn>
                <a:cxn ang="0">
                  <a:pos x="2132" y="2059"/>
                </a:cxn>
                <a:cxn ang="0">
                  <a:pos x="2189" y="2055"/>
                </a:cxn>
                <a:cxn ang="0">
                  <a:pos x="2247" y="2009"/>
                </a:cxn>
                <a:cxn ang="0">
                  <a:pos x="2304" y="1987"/>
                </a:cxn>
                <a:cxn ang="0">
                  <a:pos x="2362" y="2019"/>
                </a:cxn>
              </a:cxnLst>
              <a:rect l="0" t="0" r="r" b="b"/>
              <a:pathLst>
                <a:path w="2369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2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2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4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5"/>
                  </a:lnTo>
                  <a:lnTo>
                    <a:pt x="2207" y="2041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8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30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7"/>
                  </a:lnTo>
                  <a:lnTo>
                    <a:pt x="2369" y="2027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3" name="Freeform 111"/>
            <p:cNvSpPr>
              <a:spLocks/>
            </p:cNvSpPr>
            <p:nvPr/>
          </p:nvSpPr>
          <p:spPr bwMode="auto">
            <a:xfrm>
              <a:off x="749" y="1048"/>
              <a:ext cx="2228" cy="2462"/>
            </a:xfrm>
            <a:custGeom>
              <a:avLst/>
              <a:gdLst/>
              <a:ahLst/>
              <a:cxnLst>
                <a:cxn ang="0">
                  <a:pos x="50" y="2063"/>
                </a:cxn>
                <a:cxn ang="0">
                  <a:pos x="104" y="2052"/>
                </a:cxn>
                <a:cxn ang="0">
                  <a:pos x="158" y="2005"/>
                </a:cxn>
                <a:cxn ang="0">
                  <a:pos x="212" y="1980"/>
                </a:cxn>
                <a:cxn ang="0">
                  <a:pos x="266" y="2012"/>
                </a:cxn>
                <a:cxn ang="0">
                  <a:pos x="320" y="2063"/>
                </a:cxn>
                <a:cxn ang="0">
                  <a:pos x="374" y="2063"/>
                </a:cxn>
                <a:cxn ang="0">
                  <a:pos x="425" y="2016"/>
                </a:cxn>
                <a:cxn ang="0">
                  <a:pos x="479" y="1973"/>
                </a:cxn>
                <a:cxn ang="0">
                  <a:pos x="533" y="1998"/>
                </a:cxn>
                <a:cxn ang="0">
                  <a:pos x="583" y="2052"/>
                </a:cxn>
                <a:cxn ang="0">
                  <a:pos x="637" y="2077"/>
                </a:cxn>
                <a:cxn ang="0">
                  <a:pos x="691" y="2034"/>
                </a:cxn>
                <a:cxn ang="0">
                  <a:pos x="734" y="1980"/>
                </a:cxn>
                <a:cxn ang="0">
                  <a:pos x="788" y="1969"/>
                </a:cxn>
                <a:cxn ang="0">
                  <a:pos x="835" y="2023"/>
                </a:cxn>
                <a:cxn ang="0">
                  <a:pos x="878" y="2077"/>
                </a:cxn>
                <a:cxn ang="0">
                  <a:pos x="932" y="2081"/>
                </a:cxn>
                <a:cxn ang="0">
                  <a:pos x="975" y="2027"/>
                </a:cxn>
                <a:cxn ang="0">
                  <a:pos x="1011" y="1973"/>
                </a:cxn>
                <a:cxn ang="0">
                  <a:pos x="1062" y="1955"/>
                </a:cxn>
                <a:cxn ang="0">
                  <a:pos x="1105" y="2005"/>
                </a:cxn>
                <a:cxn ang="0">
                  <a:pos x="1134" y="2059"/>
                </a:cxn>
                <a:cxn ang="0">
                  <a:pos x="1181" y="2109"/>
                </a:cxn>
                <a:cxn ang="0">
                  <a:pos x="1227" y="2073"/>
                </a:cxn>
                <a:cxn ang="0">
                  <a:pos x="1256" y="2019"/>
                </a:cxn>
                <a:cxn ang="0">
                  <a:pos x="1285" y="1965"/>
                </a:cxn>
                <a:cxn ang="0">
                  <a:pos x="1328" y="1926"/>
                </a:cxn>
                <a:cxn ang="0">
                  <a:pos x="1371" y="1973"/>
                </a:cxn>
                <a:cxn ang="0">
                  <a:pos x="1397" y="2027"/>
                </a:cxn>
                <a:cxn ang="0">
                  <a:pos x="1418" y="2081"/>
                </a:cxn>
                <a:cxn ang="0">
                  <a:pos x="1451" y="2135"/>
                </a:cxn>
                <a:cxn ang="0">
                  <a:pos x="1501" y="2109"/>
                </a:cxn>
                <a:cxn ang="0">
                  <a:pos x="1523" y="2055"/>
                </a:cxn>
                <a:cxn ang="0">
                  <a:pos x="1544" y="1994"/>
                </a:cxn>
                <a:cxn ang="0">
                  <a:pos x="1562" y="1937"/>
                </a:cxn>
                <a:cxn ang="0">
                  <a:pos x="1598" y="1883"/>
                </a:cxn>
                <a:cxn ang="0">
                  <a:pos x="1641" y="1922"/>
                </a:cxn>
                <a:cxn ang="0">
                  <a:pos x="1663" y="1983"/>
                </a:cxn>
                <a:cxn ang="0">
                  <a:pos x="1681" y="2059"/>
                </a:cxn>
                <a:cxn ang="0">
                  <a:pos x="1703" y="2131"/>
                </a:cxn>
                <a:cxn ang="0">
                  <a:pos x="1724" y="2189"/>
                </a:cxn>
                <a:cxn ang="0">
                  <a:pos x="1767" y="2185"/>
                </a:cxn>
                <a:cxn ang="0">
                  <a:pos x="1789" y="2124"/>
                </a:cxn>
                <a:cxn ang="0">
                  <a:pos x="1811" y="2030"/>
                </a:cxn>
                <a:cxn ang="0">
                  <a:pos x="1832" y="1929"/>
                </a:cxn>
                <a:cxn ang="0">
                  <a:pos x="1854" y="1836"/>
                </a:cxn>
                <a:cxn ang="0">
                  <a:pos x="1875" y="1775"/>
                </a:cxn>
                <a:cxn ang="0">
                  <a:pos x="1911" y="1807"/>
                </a:cxn>
                <a:cxn ang="0">
                  <a:pos x="1933" y="1904"/>
                </a:cxn>
                <a:cxn ang="0">
                  <a:pos x="1955" y="2045"/>
                </a:cxn>
                <a:cxn ang="0">
                  <a:pos x="1976" y="2203"/>
                </a:cxn>
                <a:cxn ang="0">
                  <a:pos x="1994" y="2347"/>
                </a:cxn>
                <a:cxn ang="0">
                  <a:pos x="2016" y="2444"/>
                </a:cxn>
                <a:cxn ang="0">
                  <a:pos x="2048" y="2426"/>
                </a:cxn>
                <a:cxn ang="0">
                  <a:pos x="2070" y="2279"/>
                </a:cxn>
                <a:cxn ang="0">
                  <a:pos x="2091" y="2023"/>
                </a:cxn>
                <a:cxn ang="0">
                  <a:pos x="2113" y="1681"/>
                </a:cxn>
                <a:cxn ang="0">
                  <a:pos x="2131" y="1281"/>
                </a:cxn>
                <a:cxn ang="0">
                  <a:pos x="2153" y="867"/>
                </a:cxn>
                <a:cxn ang="0">
                  <a:pos x="2174" y="493"/>
                </a:cxn>
                <a:cxn ang="0">
                  <a:pos x="2196" y="202"/>
                </a:cxn>
                <a:cxn ang="0">
                  <a:pos x="2217" y="36"/>
                </a:cxn>
              </a:cxnLst>
              <a:rect l="0" t="0" r="r" b="b"/>
              <a:pathLst>
                <a:path w="2228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11" y="2034"/>
                  </a:lnTo>
                  <a:lnTo>
                    <a:pt x="14" y="2037"/>
                  </a:lnTo>
                  <a:lnTo>
                    <a:pt x="18" y="2041"/>
                  </a:lnTo>
                  <a:lnTo>
                    <a:pt x="21" y="2045"/>
                  </a:lnTo>
                  <a:lnTo>
                    <a:pt x="25" y="2048"/>
                  </a:lnTo>
                  <a:lnTo>
                    <a:pt x="29" y="2048"/>
                  </a:lnTo>
                  <a:lnTo>
                    <a:pt x="32" y="2052"/>
                  </a:lnTo>
                  <a:lnTo>
                    <a:pt x="36" y="2055"/>
                  </a:lnTo>
                  <a:lnTo>
                    <a:pt x="39" y="2055"/>
                  </a:lnTo>
                  <a:lnTo>
                    <a:pt x="43" y="2059"/>
                  </a:lnTo>
                  <a:lnTo>
                    <a:pt x="47" y="2059"/>
                  </a:lnTo>
                  <a:lnTo>
                    <a:pt x="50" y="2063"/>
                  </a:lnTo>
                  <a:lnTo>
                    <a:pt x="54" y="2063"/>
                  </a:lnTo>
                  <a:lnTo>
                    <a:pt x="57" y="2063"/>
                  </a:lnTo>
                  <a:lnTo>
                    <a:pt x="61" y="2066"/>
                  </a:lnTo>
                  <a:lnTo>
                    <a:pt x="65" y="2066"/>
                  </a:lnTo>
                  <a:lnTo>
                    <a:pt x="68" y="2066"/>
                  </a:lnTo>
                  <a:lnTo>
                    <a:pt x="72" y="2066"/>
                  </a:lnTo>
                  <a:lnTo>
                    <a:pt x="75" y="2066"/>
                  </a:lnTo>
                  <a:lnTo>
                    <a:pt x="79" y="2063"/>
                  </a:lnTo>
                  <a:lnTo>
                    <a:pt x="83" y="2063"/>
                  </a:lnTo>
                  <a:lnTo>
                    <a:pt x="86" y="2063"/>
                  </a:lnTo>
                  <a:lnTo>
                    <a:pt x="90" y="2063"/>
                  </a:lnTo>
                  <a:lnTo>
                    <a:pt x="93" y="2059"/>
                  </a:lnTo>
                  <a:lnTo>
                    <a:pt x="97" y="2055"/>
                  </a:lnTo>
                  <a:lnTo>
                    <a:pt x="101" y="2055"/>
                  </a:lnTo>
                  <a:lnTo>
                    <a:pt x="104" y="2052"/>
                  </a:lnTo>
                  <a:lnTo>
                    <a:pt x="108" y="2052"/>
                  </a:lnTo>
                  <a:lnTo>
                    <a:pt x="111" y="2048"/>
                  </a:lnTo>
                  <a:lnTo>
                    <a:pt x="115" y="2045"/>
                  </a:lnTo>
                  <a:lnTo>
                    <a:pt x="119" y="2041"/>
                  </a:lnTo>
                  <a:lnTo>
                    <a:pt x="122" y="2037"/>
                  </a:lnTo>
                  <a:lnTo>
                    <a:pt x="126" y="2037"/>
                  </a:lnTo>
                  <a:lnTo>
                    <a:pt x="129" y="2034"/>
                  </a:lnTo>
                  <a:lnTo>
                    <a:pt x="133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51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62" y="2001"/>
                  </a:lnTo>
                  <a:lnTo>
                    <a:pt x="165" y="1998"/>
                  </a:lnTo>
                  <a:lnTo>
                    <a:pt x="169" y="1998"/>
                  </a:lnTo>
                  <a:lnTo>
                    <a:pt x="173" y="1994"/>
                  </a:lnTo>
                  <a:lnTo>
                    <a:pt x="176" y="1991"/>
                  </a:lnTo>
                  <a:lnTo>
                    <a:pt x="180" y="1987"/>
                  </a:lnTo>
                  <a:lnTo>
                    <a:pt x="183" y="1987"/>
                  </a:lnTo>
                  <a:lnTo>
                    <a:pt x="187" y="1983"/>
                  </a:lnTo>
                  <a:lnTo>
                    <a:pt x="191" y="1983"/>
                  </a:lnTo>
                  <a:lnTo>
                    <a:pt x="194" y="1983"/>
                  </a:lnTo>
                  <a:lnTo>
                    <a:pt x="198" y="1980"/>
                  </a:lnTo>
                  <a:lnTo>
                    <a:pt x="201" y="1980"/>
                  </a:lnTo>
                  <a:lnTo>
                    <a:pt x="205" y="1980"/>
                  </a:lnTo>
                  <a:lnTo>
                    <a:pt x="209" y="1980"/>
                  </a:lnTo>
                  <a:lnTo>
                    <a:pt x="212" y="1980"/>
                  </a:lnTo>
                  <a:lnTo>
                    <a:pt x="216" y="1980"/>
                  </a:lnTo>
                  <a:lnTo>
                    <a:pt x="219" y="1980"/>
                  </a:lnTo>
                  <a:lnTo>
                    <a:pt x="223" y="1983"/>
                  </a:lnTo>
                  <a:lnTo>
                    <a:pt x="227" y="1983"/>
                  </a:lnTo>
                  <a:lnTo>
                    <a:pt x="230" y="1983"/>
                  </a:lnTo>
                  <a:lnTo>
                    <a:pt x="234" y="1987"/>
                  </a:lnTo>
                  <a:lnTo>
                    <a:pt x="237" y="1987"/>
                  </a:lnTo>
                  <a:lnTo>
                    <a:pt x="241" y="1991"/>
                  </a:lnTo>
                  <a:lnTo>
                    <a:pt x="245" y="1994"/>
                  </a:lnTo>
                  <a:lnTo>
                    <a:pt x="248" y="1998"/>
                  </a:lnTo>
                  <a:lnTo>
                    <a:pt x="252" y="1998"/>
                  </a:lnTo>
                  <a:lnTo>
                    <a:pt x="255" y="2001"/>
                  </a:lnTo>
                  <a:lnTo>
                    <a:pt x="259" y="2005"/>
                  </a:lnTo>
                  <a:lnTo>
                    <a:pt x="263" y="2009"/>
                  </a:lnTo>
                  <a:lnTo>
                    <a:pt x="266" y="2012"/>
                  </a:lnTo>
                  <a:lnTo>
                    <a:pt x="270" y="2016"/>
                  </a:lnTo>
                  <a:lnTo>
                    <a:pt x="273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8" y="2034"/>
                  </a:lnTo>
                  <a:lnTo>
                    <a:pt x="291" y="2037"/>
                  </a:lnTo>
                  <a:lnTo>
                    <a:pt x="295" y="2041"/>
                  </a:lnTo>
                  <a:lnTo>
                    <a:pt x="299" y="2045"/>
                  </a:lnTo>
                  <a:lnTo>
                    <a:pt x="302" y="2048"/>
                  </a:lnTo>
                  <a:lnTo>
                    <a:pt x="306" y="2052"/>
                  </a:lnTo>
                  <a:lnTo>
                    <a:pt x="309" y="2055"/>
                  </a:lnTo>
                  <a:lnTo>
                    <a:pt x="313" y="2055"/>
                  </a:lnTo>
                  <a:lnTo>
                    <a:pt x="317" y="2059"/>
                  </a:lnTo>
                  <a:lnTo>
                    <a:pt x="320" y="2063"/>
                  </a:lnTo>
                  <a:lnTo>
                    <a:pt x="324" y="2066"/>
                  </a:lnTo>
                  <a:lnTo>
                    <a:pt x="327" y="2066"/>
                  </a:lnTo>
                  <a:lnTo>
                    <a:pt x="331" y="2066"/>
                  </a:lnTo>
                  <a:lnTo>
                    <a:pt x="335" y="2070"/>
                  </a:lnTo>
                  <a:lnTo>
                    <a:pt x="338" y="2070"/>
                  </a:lnTo>
                  <a:lnTo>
                    <a:pt x="342" y="2070"/>
                  </a:lnTo>
                  <a:lnTo>
                    <a:pt x="345" y="2070"/>
                  </a:lnTo>
                  <a:lnTo>
                    <a:pt x="349" y="2073"/>
                  </a:lnTo>
                  <a:lnTo>
                    <a:pt x="353" y="2070"/>
                  </a:lnTo>
                  <a:lnTo>
                    <a:pt x="356" y="2070"/>
                  </a:lnTo>
                  <a:lnTo>
                    <a:pt x="360" y="2070"/>
                  </a:lnTo>
                  <a:lnTo>
                    <a:pt x="363" y="2070"/>
                  </a:lnTo>
                  <a:lnTo>
                    <a:pt x="367" y="2066"/>
                  </a:lnTo>
                  <a:lnTo>
                    <a:pt x="371" y="2066"/>
                  </a:lnTo>
                  <a:lnTo>
                    <a:pt x="374" y="2063"/>
                  </a:lnTo>
                  <a:lnTo>
                    <a:pt x="378" y="2063"/>
                  </a:lnTo>
                  <a:lnTo>
                    <a:pt x="381" y="2059"/>
                  </a:lnTo>
                  <a:lnTo>
                    <a:pt x="385" y="2055"/>
                  </a:lnTo>
                  <a:lnTo>
                    <a:pt x="389" y="2052"/>
                  </a:lnTo>
                  <a:lnTo>
                    <a:pt x="392" y="2052"/>
                  </a:lnTo>
                  <a:lnTo>
                    <a:pt x="396" y="2048"/>
                  </a:lnTo>
                  <a:lnTo>
                    <a:pt x="399" y="2045"/>
                  </a:lnTo>
                  <a:lnTo>
                    <a:pt x="403" y="2041"/>
                  </a:lnTo>
                  <a:lnTo>
                    <a:pt x="407" y="2037"/>
                  </a:lnTo>
                  <a:lnTo>
                    <a:pt x="410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5" y="2019"/>
                  </a:lnTo>
                  <a:lnTo>
                    <a:pt x="425" y="2016"/>
                  </a:lnTo>
                  <a:lnTo>
                    <a:pt x="428" y="2012"/>
                  </a:lnTo>
                  <a:lnTo>
                    <a:pt x="432" y="2009"/>
                  </a:lnTo>
                  <a:lnTo>
                    <a:pt x="435" y="2005"/>
                  </a:lnTo>
                  <a:lnTo>
                    <a:pt x="439" y="2001"/>
                  </a:lnTo>
                  <a:lnTo>
                    <a:pt x="443" y="1998"/>
                  </a:lnTo>
                  <a:lnTo>
                    <a:pt x="446" y="1994"/>
                  </a:lnTo>
                  <a:lnTo>
                    <a:pt x="450" y="1991"/>
                  </a:lnTo>
                  <a:lnTo>
                    <a:pt x="453" y="1987"/>
                  </a:lnTo>
                  <a:lnTo>
                    <a:pt x="457" y="1983"/>
                  </a:lnTo>
                  <a:lnTo>
                    <a:pt x="461" y="1983"/>
                  </a:lnTo>
                  <a:lnTo>
                    <a:pt x="464" y="1980"/>
                  </a:lnTo>
                  <a:lnTo>
                    <a:pt x="468" y="1976"/>
                  </a:lnTo>
                  <a:lnTo>
                    <a:pt x="471" y="1976"/>
                  </a:lnTo>
                  <a:lnTo>
                    <a:pt x="475" y="1973"/>
                  </a:lnTo>
                  <a:lnTo>
                    <a:pt x="479" y="1973"/>
                  </a:lnTo>
                  <a:lnTo>
                    <a:pt x="482" y="1973"/>
                  </a:lnTo>
                  <a:lnTo>
                    <a:pt x="486" y="1973"/>
                  </a:lnTo>
                  <a:lnTo>
                    <a:pt x="489" y="1973"/>
                  </a:lnTo>
                  <a:lnTo>
                    <a:pt x="493" y="1973"/>
                  </a:lnTo>
                  <a:lnTo>
                    <a:pt x="497" y="1973"/>
                  </a:lnTo>
                  <a:lnTo>
                    <a:pt x="500" y="1976"/>
                  </a:lnTo>
                  <a:lnTo>
                    <a:pt x="504" y="1976"/>
                  </a:lnTo>
                  <a:lnTo>
                    <a:pt x="507" y="1976"/>
                  </a:lnTo>
                  <a:lnTo>
                    <a:pt x="511" y="1980"/>
                  </a:lnTo>
                  <a:lnTo>
                    <a:pt x="515" y="1980"/>
                  </a:lnTo>
                  <a:lnTo>
                    <a:pt x="518" y="1983"/>
                  </a:lnTo>
                  <a:lnTo>
                    <a:pt x="522" y="1987"/>
                  </a:lnTo>
                  <a:lnTo>
                    <a:pt x="525" y="1991"/>
                  </a:lnTo>
                  <a:lnTo>
                    <a:pt x="529" y="1994"/>
                  </a:lnTo>
                  <a:lnTo>
                    <a:pt x="533" y="1998"/>
                  </a:lnTo>
                  <a:lnTo>
                    <a:pt x="536" y="2001"/>
                  </a:lnTo>
                  <a:lnTo>
                    <a:pt x="540" y="2005"/>
                  </a:lnTo>
                  <a:lnTo>
                    <a:pt x="543" y="2009"/>
                  </a:lnTo>
                  <a:lnTo>
                    <a:pt x="547" y="2012"/>
                  </a:lnTo>
                  <a:lnTo>
                    <a:pt x="551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61" y="2027"/>
                  </a:lnTo>
                  <a:lnTo>
                    <a:pt x="561" y="2030"/>
                  </a:lnTo>
                  <a:lnTo>
                    <a:pt x="565" y="2034"/>
                  </a:lnTo>
                  <a:lnTo>
                    <a:pt x="569" y="2037"/>
                  </a:lnTo>
                  <a:lnTo>
                    <a:pt x="572" y="2041"/>
                  </a:lnTo>
                  <a:lnTo>
                    <a:pt x="576" y="2045"/>
                  </a:lnTo>
                  <a:lnTo>
                    <a:pt x="579" y="2048"/>
                  </a:lnTo>
                  <a:lnTo>
                    <a:pt x="583" y="2052"/>
                  </a:lnTo>
                  <a:lnTo>
                    <a:pt x="587" y="2055"/>
                  </a:lnTo>
                  <a:lnTo>
                    <a:pt x="590" y="2059"/>
                  </a:lnTo>
                  <a:lnTo>
                    <a:pt x="594" y="2063"/>
                  </a:lnTo>
                  <a:lnTo>
                    <a:pt x="597" y="2066"/>
                  </a:lnTo>
                  <a:lnTo>
                    <a:pt x="601" y="2070"/>
                  </a:lnTo>
                  <a:lnTo>
                    <a:pt x="605" y="2073"/>
                  </a:lnTo>
                  <a:lnTo>
                    <a:pt x="608" y="2073"/>
                  </a:lnTo>
                  <a:lnTo>
                    <a:pt x="612" y="2077"/>
                  </a:lnTo>
                  <a:lnTo>
                    <a:pt x="615" y="2077"/>
                  </a:lnTo>
                  <a:lnTo>
                    <a:pt x="619" y="2081"/>
                  </a:lnTo>
                  <a:lnTo>
                    <a:pt x="623" y="2081"/>
                  </a:lnTo>
                  <a:lnTo>
                    <a:pt x="626" y="2081"/>
                  </a:lnTo>
                  <a:lnTo>
                    <a:pt x="630" y="2081"/>
                  </a:lnTo>
                  <a:lnTo>
                    <a:pt x="633" y="2081"/>
                  </a:lnTo>
                  <a:lnTo>
                    <a:pt x="637" y="2077"/>
                  </a:lnTo>
                  <a:lnTo>
                    <a:pt x="641" y="2077"/>
                  </a:lnTo>
                  <a:lnTo>
                    <a:pt x="644" y="2077"/>
                  </a:lnTo>
                  <a:lnTo>
                    <a:pt x="648" y="2073"/>
                  </a:lnTo>
                  <a:lnTo>
                    <a:pt x="651" y="2073"/>
                  </a:lnTo>
                  <a:lnTo>
                    <a:pt x="655" y="2070"/>
                  </a:lnTo>
                  <a:lnTo>
                    <a:pt x="659" y="2066"/>
                  </a:lnTo>
                  <a:lnTo>
                    <a:pt x="662" y="2063"/>
                  </a:lnTo>
                  <a:lnTo>
                    <a:pt x="666" y="2059"/>
                  </a:lnTo>
                  <a:lnTo>
                    <a:pt x="669" y="2055"/>
                  </a:lnTo>
                  <a:lnTo>
                    <a:pt x="673" y="2052"/>
                  </a:lnTo>
                  <a:lnTo>
                    <a:pt x="677" y="2048"/>
                  </a:lnTo>
                  <a:lnTo>
                    <a:pt x="680" y="2045"/>
                  </a:lnTo>
                  <a:lnTo>
                    <a:pt x="684" y="2041"/>
                  </a:lnTo>
                  <a:lnTo>
                    <a:pt x="687" y="2037"/>
                  </a:lnTo>
                  <a:lnTo>
                    <a:pt x="691" y="2034"/>
                  </a:lnTo>
                  <a:lnTo>
                    <a:pt x="691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702" y="2019"/>
                  </a:lnTo>
                  <a:lnTo>
                    <a:pt x="705" y="2016"/>
                  </a:lnTo>
                  <a:lnTo>
                    <a:pt x="705" y="2012"/>
                  </a:lnTo>
                  <a:lnTo>
                    <a:pt x="709" y="2009"/>
                  </a:lnTo>
                  <a:lnTo>
                    <a:pt x="713" y="2005"/>
                  </a:lnTo>
                  <a:lnTo>
                    <a:pt x="716" y="2001"/>
                  </a:lnTo>
                  <a:lnTo>
                    <a:pt x="716" y="1998"/>
                  </a:lnTo>
                  <a:lnTo>
                    <a:pt x="720" y="1994"/>
                  </a:lnTo>
                  <a:lnTo>
                    <a:pt x="723" y="1991"/>
                  </a:lnTo>
                  <a:lnTo>
                    <a:pt x="727" y="1987"/>
                  </a:lnTo>
                  <a:lnTo>
                    <a:pt x="731" y="1983"/>
                  </a:lnTo>
                  <a:lnTo>
                    <a:pt x="734" y="1980"/>
                  </a:lnTo>
                  <a:lnTo>
                    <a:pt x="738" y="1976"/>
                  </a:lnTo>
                  <a:lnTo>
                    <a:pt x="741" y="1973"/>
                  </a:lnTo>
                  <a:lnTo>
                    <a:pt x="745" y="1969"/>
                  </a:lnTo>
                  <a:lnTo>
                    <a:pt x="749" y="1969"/>
                  </a:lnTo>
                  <a:lnTo>
                    <a:pt x="752" y="1965"/>
                  </a:lnTo>
                  <a:lnTo>
                    <a:pt x="756" y="1965"/>
                  </a:lnTo>
                  <a:lnTo>
                    <a:pt x="759" y="1962"/>
                  </a:lnTo>
                  <a:lnTo>
                    <a:pt x="763" y="1962"/>
                  </a:lnTo>
                  <a:lnTo>
                    <a:pt x="767" y="1962"/>
                  </a:lnTo>
                  <a:lnTo>
                    <a:pt x="770" y="1962"/>
                  </a:lnTo>
                  <a:lnTo>
                    <a:pt x="774" y="1962"/>
                  </a:lnTo>
                  <a:lnTo>
                    <a:pt x="777" y="1965"/>
                  </a:lnTo>
                  <a:lnTo>
                    <a:pt x="781" y="1965"/>
                  </a:lnTo>
                  <a:lnTo>
                    <a:pt x="785" y="1969"/>
                  </a:lnTo>
                  <a:lnTo>
                    <a:pt x="788" y="1969"/>
                  </a:lnTo>
                  <a:lnTo>
                    <a:pt x="792" y="1973"/>
                  </a:lnTo>
                  <a:lnTo>
                    <a:pt x="795" y="1976"/>
                  </a:lnTo>
                  <a:lnTo>
                    <a:pt x="799" y="1980"/>
                  </a:lnTo>
                  <a:lnTo>
                    <a:pt x="803" y="1983"/>
                  </a:lnTo>
                  <a:lnTo>
                    <a:pt x="806" y="1987"/>
                  </a:lnTo>
                  <a:lnTo>
                    <a:pt x="810" y="1991"/>
                  </a:lnTo>
                  <a:lnTo>
                    <a:pt x="813" y="1994"/>
                  </a:lnTo>
                  <a:lnTo>
                    <a:pt x="817" y="1998"/>
                  </a:lnTo>
                  <a:lnTo>
                    <a:pt x="821" y="2001"/>
                  </a:lnTo>
                  <a:lnTo>
                    <a:pt x="824" y="2005"/>
                  </a:lnTo>
                  <a:lnTo>
                    <a:pt x="828" y="2009"/>
                  </a:lnTo>
                  <a:lnTo>
                    <a:pt x="828" y="2012"/>
                  </a:lnTo>
                  <a:lnTo>
                    <a:pt x="831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42" y="2034"/>
                  </a:lnTo>
                  <a:lnTo>
                    <a:pt x="846" y="2037"/>
                  </a:lnTo>
                  <a:lnTo>
                    <a:pt x="849" y="2041"/>
                  </a:lnTo>
                  <a:lnTo>
                    <a:pt x="853" y="2045"/>
                  </a:lnTo>
                  <a:lnTo>
                    <a:pt x="853" y="2048"/>
                  </a:lnTo>
                  <a:lnTo>
                    <a:pt x="857" y="2052"/>
                  </a:lnTo>
                  <a:lnTo>
                    <a:pt x="860" y="2055"/>
                  </a:lnTo>
                  <a:lnTo>
                    <a:pt x="864" y="2059"/>
                  </a:lnTo>
                  <a:lnTo>
                    <a:pt x="864" y="2063"/>
                  </a:lnTo>
                  <a:lnTo>
                    <a:pt x="867" y="2066"/>
                  </a:lnTo>
                  <a:lnTo>
                    <a:pt x="871" y="2070"/>
                  </a:lnTo>
                  <a:lnTo>
                    <a:pt x="875" y="2073"/>
                  </a:lnTo>
                  <a:lnTo>
                    <a:pt x="878" y="2077"/>
                  </a:lnTo>
                  <a:lnTo>
                    <a:pt x="882" y="2081"/>
                  </a:lnTo>
                  <a:lnTo>
                    <a:pt x="885" y="2084"/>
                  </a:lnTo>
                  <a:lnTo>
                    <a:pt x="889" y="2088"/>
                  </a:lnTo>
                  <a:lnTo>
                    <a:pt x="893" y="2088"/>
                  </a:lnTo>
                  <a:lnTo>
                    <a:pt x="896" y="2091"/>
                  </a:lnTo>
                  <a:lnTo>
                    <a:pt x="900" y="2091"/>
                  </a:lnTo>
                  <a:lnTo>
                    <a:pt x="903" y="2091"/>
                  </a:lnTo>
                  <a:lnTo>
                    <a:pt x="907" y="2091"/>
                  </a:lnTo>
                  <a:lnTo>
                    <a:pt x="911" y="2091"/>
                  </a:lnTo>
                  <a:lnTo>
                    <a:pt x="914" y="2091"/>
                  </a:lnTo>
                  <a:lnTo>
                    <a:pt x="918" y="2091"/>
                  </a:lnTo>
                  <a:lnTo>
                    <a:pt x="921" y="2088"/>
                  </a:lnTo>
                  <a:lnTo>
                    <a:pt x="925" y="2084"/>
                  </a:lnTo>
                  <a:lnTo>
                    <a:pt x="929" y="2084"/>
                  </a:lnTo>
                  <a:lnTo>
                    <a:pt x="932" y="2081"/>
                  </a:lnTo>
                  <a:lnTo>
                    <a:pt x="936" y="2077"/>
                  </a:lnTo>
                  <a:lnTo>
                    <a:pt x="939" y="2073"/>
                  </a:lnTo>
                  <a:lnTo>
                    <a:pt x="943" y="2070"/>
                  </a:lnTo>
                  <a:lnTo>
                    <a:pt x="947" y="2066"/>
                  </a:lnTo>
                  <a:lnTo>
                    <a:pt x="950" y="2063"/>
                  </a:lnTo>
                  <a:lnTo>
                    <a:pt x="954" y="2059"/>
                  </a:lnTo>
                  <a:lnTo>
                    <a:pt x="957" y="2055"/>
                  </a:lnTo>
                  <a:lnTo>
                    <a:pt x="957" y="2052"/>
                  </a:lnTo>
                  <a:lnTo>
                    <a:pt x="961" y="2048"/>
                  </a:lnTo>
                  <a:lnTo>
                    <a:pt x="965" y="2045"/>
                  </a:lnTo>
                  <a:lnTo>
                    <a:pt x="965" y="2041"/>
                  </a:lnTo>
                  <a:lnTo>
                    <a:pt x="968" y="2037"/>
                  </a:lnTo>
                  <a:lnTo>
                    <a:pt x="968" y="2034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9" y="2019"/>
                  </a:lnTo>
                  <a:lnTo>
                    <a:pt x="983" y="2016"/>
                  </a:lnTo>
                  <a:lnTo>
                    <a:pt x="983" y="2012"/>
                  </a:lnTo>
                  <a:lnTo>
                    <a:pt x="986" y="2009"/>
                  </a:lnTo>
                  <a:lnTo>
                    <a:pt x="990" y="2005"/>
                  </a:lnTo>
                  <a:lnTo>
                    <a:pt x="990" y="2001"/>
                  </a:lnTo>
                  <a:lnTo>
                    <a:pt x="993" y="1998"/>
                  </a:lnTo>
                  <a:lnTo>
                    <a:pt x="993" y="1994"/>
                  </a:lnTo>
                  <a:lnTo>
                    <a:pt x="997" y="1991"/>
                  </a:lnTo>
                  <a:lnTo>
                    <a:pt x="1001" y="1987"/>
                  </a:lnTo>
                  <a:lnTo>
                    <a:pt x="1001" y="1983"/>
                  </a:lnTo>
                  <a:lnTo>
                    <a:pt x="1004" y="1980"/>
                  </a:lnTo>
                  <a:lnTo>
                    <a:pt x="1008" y="1976"/>
                  </a:lnTo>
                  <a:lnTo>
                    <a:pt x="1011" y="1973"/>
                  </a:lnTo>
                  <a:lnTo>
                    <a:pt x="1011" y="1969"/>
                  </a:lnTo>
                  <a:lnTo>
                    <a:pt x="1015" y="1965"/>
                  </a:lnTo>
                  <a:lnTo>
                    <a:pt x="1019" y="1962"/>
                  </a:lnTo>
                  <a:lnTo>
                    <a:pt x="1022" y="1958"/>
                  </a:lnTo>
                  <a:lnTo>
                    <a:pt x="1026" y="1955"/>
                  </a:lnTo>
                  <a:lnTo>
                    <a:pt x="1029" y="1955"/>
                  </a:lnTo>
                  <a:lnTo>
                    <a:pt x="1033" y="1951"/>
                  </a:lnTo>
                  <a:lnTo>
                    <a:pt x="1037" y="1951"/>
                  </a:lnTo>
                  <a:lnTo>
                    <a:pt x="1040" y="1947"/>
                  </a:lnTo>
                  <a:lnTo>
                    <a:pt x="1044" y="1947"/>
                  </a:lnTo>
                  <a:lnTo>
                    <a:pt x="1047" y="1947"/>
                  </a:lnTo>
                  <a:lnTo>
                    <a:pt x="1051" y="1947"/>
                  </a:lnTo>
                  <a:lnTo>
                    <a:pt x="1055" y="1951"/>
                  </a:lnTo>
                  <a:lnTo>
                    <a:pt x="1058" y="1951"/>
                  </a:lnTo>
                  <a:lnTo>
                    <a:pt x="1062" y="1955"/>
                  </a:lnTo>
                  <a:lnTo>
                    <a:pt x="1065" y="1955"/>
                  </a:lnTo>
                  <a:lnTo>
                    <a:pt x="1069" y="1958"/>
                  </a:lnTo>
                  <a:lnTo>
                    <a:pt x="1073" y="1962"/>
                  </a:lnTo>
                  <a:lnTo>
                    <a:pt x="1076" y="1965"/>
                  </a:lnTo>
                  <a:lnTo>
                    <a:pt x="1080" y="1969"/>
                  </a:lnTo>
                  <a:lnTo>
                    <a:pt x="1083" y="1973"/>
                  </a:lnTo>
                  <a:lnTo>
                    <a:pt x="1087" y="1976"/>
                  </a:lnTo>
                  <a:lnTo>
                    <a:pt x="1087" y="1980"/>
                  </a:lnTo>
                  <a:lnTo>
                    <a:pt x="1091" y="1983"/>
                  </a:lnTo>
                  <a:lnTo>
                    <a:pt x="1094" y="1987"/>
                  </a:lnTo>
                  <a:lnTo>
                    <a:pt x="1094" y="1991"/>
                  </a:lnTo>
                  <a:lnTo>
                    <a:pt x="1098" y="1994"/>
                  </a:lnTo>
                  <a:lnTo>
                    <a:pt x="1101" y="1998"/>
                  </a:lnTo>
                  <a:lnTo>
                    <a:pt x="1101" y="2001"/>
                  </a:lnTo>
                  <a:lnTo>
                    <a:pt x="1105" y="2005"/>
                  </a:lnTo>
                  <a:lnTo>
                    <a:pt x="1105" y="2009"/>
                  </a:lnTo>
                  <a:lnTo>
                    <a:pt x="1109" y="2012"/>
                  </a:lnTo>
                  <a:lnTo>
                    <a:pt x="1112" y="2016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27"/>
                  </a:lnTo>
                  <a:lnTo>
                    <a:pt x="1119" y="2030"/>
                  </a:lnTo>
                  <a:lnTo>
                    <a:pt x="1119" y="2034"/>
                  </a:lnTo>
                  <a:lnTo>
                    <a:pt x="1123" y="2037"/>
                  </a:lnTo>
                  <a:lnTo>
                    <a:pt x="1123" y="2041"/>
                  </a:lnTo>
                  <a:lnTo>
                    <a:pt x="1127" y="2045"/>
                  </a:lnTo>
                  <a:lnTo>
                    <a:pt x="1130" y="2048"/>
                  </a:lnTo>
                  <a:lnTo>
                    <a:pt x="1130" y="2052"/>
                  </a:lnTo>
                  <a:lnTo>
                    <a:pt x="1134" y="2055"/>
                  </a:lnTo>
                  <a:lnTo>
                    <a:pt x="1134" y="2059"/>
                  </a:lnTo>
                  <a:lnTo>
                    <a:pt x="1137" y="2063"/>
                  </a:lnTo>
                  <a:lnTo>
                    <a:pt x="1137" y="2066"/>
                  </a:lnTo>
                  <a:lnTo>
                    <a:pt x="1141" y="2070"/>
                  </a:lnTo>
                  <a:lnTo>
                    <a:pt x="1145" y="2073"/>
                  </a:lnTo>
                  <a:lnTo>
                    <a:pt x="1148" y="2077"/>
                  </a:lnTo>
                  <a:lnTo>
                    <a:pt x="1148" y="2081"/>
                  </a:lnTo>
                  <a:lnTo>
                    <a:pt x="1152" y="2084"/>
                  </a:lnTo>
                  <a:lnTo>
                    <a:pt x="1155" y="2088"/>
                  </a:lnTo>
                  <a:lnTo>
                    <a:pt x="1159" y="2091"/>
                  </a:lnTo>
                  <a:lnTo>
                    <a:pt x="1163" y="2095"/>
                  </a:lnTo>
                  <a:lnTo>
                    <a:pt x="1166" y="2099"/>
                  </a:lnTo>
                  <a:lnTo>
                    <a:pt x="1170" y="2102"/>
                  </a:lnTo>
                  <a:lnTo>
                    <a:pt x="1173" y="2106"/>
                  </a:lnTo>
                  <a:lnTo>
                    <a:pt x="1177" y="2109"/>
                  </a:lnTo>
                  <a:lnTo>
                    <a:pt x="1181" y="2109"/>
                  </a:lnTo>
                  <a:lnTo>
                    <a:pt x="1184" y="2109"/>
                  </a:lnTo>
                  <a:lnTo>
                    <a:pt x="1188" y="2109"/>
                  </a:lnTo>
                  <a:lnTo>
                    <a:pt x="1191" y="2109"/>
                  </a:lnTo>
                  <a:lnTo>
                    <a:pt x="1195" y="2109"/>
                  </a:lnTo>
                  <a:lnTo>
                    <a:pt x="1199" y="2106"/>
                  </a:lnTo>
                  <a:lnTo>
                    <a:pt x="1202" y="2106"/>
                  </a:lnTo>
                  <a:lnTo>
                    <a:pt x="1206" y="2102"/>
                  </a:lnTo>
                  <a:lnTo>
                    <a:pt x="1209" y="2099"/>
                  </a:lnTo>
                  <a:lnTo>
                    <a:pt x="1213" y="2095"/>
                  </a:lnTo>
                  <a:lnTo>
                    <a:pt x="1217" y="2091"/>
                  </a:lnTo>
                  <a:lnTo>
                    <a:pt x="1220" y="2088"/>
                  </a:lnTo>
                  <a:lnTo>
                    <a:pt x="1224" y="2084"/>
                  </a:lnTo>
                  <a:lnTo>
                    <a:pt x="1224" y="2081"/>
                  </a:lnTo>
                  <a:lnTo>
                    <a:pt x="1227" y="2077"/>
                  </a:lnTo>
                  <a:lnTo>
                    <a:pt x="1227" y="2073"/>
                  </a:lnTo>
                  <a:lnTo>
                    <a:pt x="1231" y="2070"/>
                  </a:lnTo>
                  <a:lnTo>
                    <a:pt x="1235" y="2066"/>
                  </a:lnTo>
                  <a:lnTo>
                    <a:pt x="1235" y="2063"/>
                  </a:lnTo>
                  <a:lnTo>
                    <a:pt x="1235" y="2059"/>
                  </a:lnTo>
                  <a:lnTo>
                    <a:pt x="1238" y="2055"/>
                  </a:lnTo>
                  <a:lnTo>
                    <a:pt x="1242" y="2052"/>
                  </a:lnTo>
                  <a:lnTo>
                    <a:pt x="1242" y="2048"/>
                  </a:lnTo>
                  <a:lnTo>
                    <a:pt x="1245" y="2045"/>
                  </a:lnTo>
                  <a:lnTo>
                    <a:pt x="1245" y="2041"/>
                  </a:lnTo>
                  <a:lnTo>
                    <a:pt x="1249" y="2037"/>
                  </a:lnTo>
                  <a:lnTo>
                    <a:pt x="1249" y="2034"/>
                  </a:lnTo>
                  <a:lnTo>
                    <a:pt x="1253" y="2030"/>
                  </a:lnTo>
                  <a:lnTo>
                    <a:pt x="1253" y="2027"/>
                  </a:lnTo>
                  <a:lnTo>
                    <a:pt x="1253" y="2023"/>
                  </a:lnTo>
                  <a:lnTo>
                    <a:pt x="1256" y="2019"/>
                  </a:lnTo>
                  <a:lnTo>
                    <a:pt x="1260" y="2016"/>
                  </a:lnTo>
                  <a:lnTo>
                    <a:pt x="1260" y="2012"/>
                  </a:lnTo>
                  <a:lnTo>
                    <a:pt x="1260" y="2009"/>
                  </a:lnTo>
                  <a:lnTo>
                    <a:pt x="1263" y="2005"/>
                  </a:lnTo>
                  <a:lnTo>
                    <a:pt x="1267" y="2001"/>
                  </a:lnTo>
                  <a:lnTo>
                    <a:pt x="1267" y="1998"/>
                  </a:lnTo>
                  <a:lnTo>
                    <a:pt x="1267" y="1994"/>
                  </a:lnTo>
                  <a:lnTo>
                    <a:pt x="1271" y="1991"/>
                  </a:lnTo>
                  <a:lnTo>
                    <a:pt x="1274" y="1987"/>
                  </a:lnTo>
                  <a:lnTo>
                    <a:pt x="1274" y="1983"/>
                  </a:lnTo>
                  <a:lnTo>
                    <a:pt x="1278" y="1980"/>
                  </a:lnTo>
                  <a:lnTo>
                    <a:pt x="1278" y="1976"/>
                  </a:lnTo>
                  <a:lnTo>
                    <a:pt x="1278" y="1973"/>
                  </a:lnTo>
                  <a:lnTo>
                    <a:pt x="1281" y="1969"/>
                  </a:lnTo>
                  <a:lnTo>
                    <a:pt x="1285" y="1965"/>
                  </a:lnTo>
                  <a:lnTo>
                    <a:pt x="1285" y="1962"/>
                  </a:lnTo>
                  <a:lnTo>
                    <a:pt x="1289" y="1958"/>
                  </a:lnTo>
                  <a:lnTo>
                    <a:pt x="1292" y="1955"/>
                  </a:lnTo>
                  <a:lnTo>
                    <a:pt x="1292" y="1951"/>
                  </a:lnTo>
                  <a:lnTo>
                    <a:pt x="1296" y="1947"/>
                  </a:lnTo>
                  <a:lnTo>
                    <a:pt x="1299" y="1944"/>
                  </a:lnTo>
                  <a:lnTo>
                    <a:pt x="1303" y="1940"/>
                  </a:lnTo>
                  <a:lnTo>
                    <a:pt x="1303" y="1937"/>
                  </a:lnTo>
                  <a:lnTo>
                    <a:pt x="1307" y="1933"/>
                  </a:lnTo>
                  <a:lnTo>
                    <a:pt x="1310" y="1929"/>
                  </a:lnTo>
                  <a:lnTo>
                    <a:pt x="1314" y="1929"/>
                  </a:lnTo>
                  <a:lnTo>
                    <a:pt x="1317" y="1926"/>
                  </a:lnTo>
                  <a:lnTo>
                    <a:pt x="1321" y="1926"/>
                  </a:lnTo>
                  <a:lnTo>
                    <a:pt x="1325" y="1926"/>
                  </a:lnTo>
                  <a:lnTo>
                    <a:pt x="1328" y="1926"/>
                  </a:lnTo>
                  <a:lnTo>
                    <a:pt x="1332" y="1926"/>
                  </a:lnTo>
                  <a:lnTo>
                    <a:pt x="1335" y="1926"/>
                  </a:lnTo>
                  <a:lnTo>
                    <a:pt x="1339" y="1929"/>
                  </a:lnTo>
                  <a:lnTo>
                    <a:pt x="1343" y="1933"/>
                  </a:lnTo>
                  <a:lnTo>
                    <a:pt x="1346" y="1937"/>
                  </a:lnTo>
                  <a:lnTo>
                    <a:pt x="1350" y="1940"/>
                  </a:lnTo>
                  <a:lnTo>
                    <a:pt x="1353" y="1944"/>
                  </a:lnTo>
                  <a:lnTo>
                    <a:pt x="1357" y="1947"/>
                  </a:lnTo>
                  <a:lnTo>
                    <a:pt x="1361" y="1951"/>
                  </a:lnTo>
                  <a:lnTo>
                    <a:pt x="1361" y="1955"/>
                  </a:lnTo>
                  <a:lnTo>
                    <a:pt x="1364" y="1958"/>
                  </a:lnTo>
                  <a:lnTo>
                    <a:pt x="1364" y="1962"/>
                  </a:lnTo>
                  <a:lnTo>
                    <a:pt x="1368" y="1965"/>
                  </a:lnTo>
                  <a:lnTo>
                    <a:pt x="1371" y="1969"/>
                  </a:lnTo>
                  <a:lnTo>
                    <a:pt x="1371" y="1973"/>
                  </a:lnTo>
                  <a:lnTo>
                    <a:pt x="1371" y="1976"/>
                  </a:lnTo>
                  <a:lnTo>
                    <a:pt x="1375" y="1980"/>
                  </a:lnTo>
                  <a:lnTo>
                    <a:pt x="1379" y="1983"/>
                  </a:lnTo>
                  <a:lnTo>
                    <a:pt x="1379" y="1987"/>
                  </a:lnTo>
                  <a:lnTo>
                    <a:pt x="1379" y="1991"/>
                  </a:lnTo>
                  <a:lnTo>
                    <a:pt x="1382" y="1994"/>
                  </a:lnTo>
                  <a:lnTo>
                    <a:pt x="1382" y="1998"/>
                  </a:lnTo>
                  <a:lnTo>
                    <a:pt x="1382" y="2001"/>
                  </a:lnTo>
                  <a:lnTo>
                    <a:pt x="1386" y="2005"/>
                  </a:lnTo>
                  <a:lnTo>
                    <a:pt x="1386" y="2009"/>
                  </a:lnTo>
                  <a:lnTo>
                    <a:pt x="1389" y="2012"/>
                  </a:lnTo>
                  <a:lnTo>
                    <a:pt x="1389" y="2016"/>
                  </a:lnTo>
                  <a:lnTo>
                    <a:pt x="1393" y="2019"/>
                  </a:lnTo>
                  <a:lnTo>
                    <a:pt x="1393" y="2023"/>
                  </a:lnTo>
                  <a:lnTo>
                    <a:pt x="1397" y="2027"/>
                  </a:lnTo>
                  <a:lnTo>
                    <a:pt x="1397" y="2030"/>
                  </a:lnTo>
                  <a:lnTo>
                    <a:pt x="1397" y="2034"/>
                  </a:lnTo>
                  <a:lnTo>
                    <a:pt x="1400" y="2037"/>
                  </a:lnTo>
                  <a:lnTo>
                    <a:pt x="1400" y="2041"/>
                  </a:lnTo>
                  <a:lnTo>
                    <a:pt x="1404" y="2045"/>
                  </a:lnTo>
                  <a:lnTo>
                    <a:pt x="1404" y="2048"/>
                  </a:lnTo>
                  <a:lnTo>
                    <a:pt x="1404" y="2052"/>
                  </a:lnTo>
                  <a:lnTo>
                    <a:pt x="1407" y="2055"/>
                  </a:lnTo>
                  <a:lnTo>
                    <a:pt x="1407" y="2059"/>
                  </a:lnTo>
                  <a:lnTo>
                    <a:pt x="1411" y="2063"/>
                  </a:lnTo>
                  <a:lnTo>
                    <a:pt x="1411" y="2066"/>
                  </a:lnTo>
                  <a:lnTo>
                    <a:pt x="1415" y="2070"/>
                  </a:lnTo>
                  <a:lnTo>
                    <a:pt x="1415" y="2073"/>
                  </a:lnTo>
                  <a:lnTo>
                    <a:pt x="1415" y="2077"/>
                  </a:lnTo>
                  <a:lnTo>
                    <a:pt x="1418" y="2081"/>
                  </a:lnTo>
                  <a:lnTo>
                    <a:pt x="1418" y="2084"/>
                  </a:lnTo>
                  <a:lnTo>
                    <a:pt x="1422" y="2088"/>
                  </a:lnTo>
                  <a:lnTo>
                    <a:pt x="1422" y="2091"/>
                  </a:lnTo>
                  <a:lnTo>
                    <a:pt x="1425" y="2095"/>
                  </a:lnTo>
                  <a:lnTo>
                    <a:pt x="1425" y="2099"/>
                  </a:lnTo>
                  <a:lnTo>
                    <a:pt x="1429" y="2102"/>
                  </a:lnTo>
                  <a:lnTo>
                    <a:pt x="1429" y="2106"/>
                  </a:lnTo>
                  <a:lnTo>
                    <a:pt x="1433" y="2109"/>
                  </a:lnTo>
                  <a:lnTo>
                    <a:pt x="1433" y="2113"/>
                  </a:lnTo>
                  <a:lnTo>
                    <a:pt x="1436" y="2117"/>
                  </a:lnTo>
                  <a:lnTo>
                    <a:pt x="1440" y="2120"/>
                  </a:lnTo>
                  <a:lnTo>
                    <a:pt x="1443" y="2124"/>
                  </a:lnTo>
                  <a:lnTo>
                    <a:pt x="1447" y="2127"/>
                  </a:lnTo>
                  <a:lnTo>
                    <a:pt x="1447" y="2131"/>
                  </a:lnTo>
                  <a:lnTo>
                    <a:pt x="1451" y="2135"/>
                  </a:lnTo>
                  <a:lnTo>
                    <a:pt x="1454" y="2138"/>
                  </a:lnTo>
                  <a:lnTo>
                    <a:pt x="1458" y="2138"/>
                  </a:lnTo>
                  <a:lnTo>
                    <a:pt x="1461" y="2142"/>
                  </a:lnTo>
                  <a:lnTo>
                    <a:pt x="1465" y="2142"/>
                  </a:lnTo>
                  <a:lnTo>
                    <a:pt x="1469" y="2142"/>
                  </a:lnTo>
                  <a:lnTo>
                    <a:pt x="1472" y="2138"/>
                  </a:lnTo>
                  <a:lnTo>
                    <a:pt x="1476" y="2138"/>
                  </a:lnTo>
                  <a:lnTo>
                    <a:pt x="1479" y="2135"/>
                  </a:lnTo>
                  <a:lnTo>
                    <a:pt x="1483" y="2131"/>
                  </a:lnTo>
                  <a:lnTo>
                    <a:pt x="1487" y="2127"/>
                  </a:lnTo>
                  <a:lnTo>
                    <a:pt x="1490" y="2124"/>
                  </a:lnTo>
                  <a:lnTo>
                    <a:pt x="1494" y="2120"/>
                  </a:lnTo>
                  <a:lnTo>
                    <a:pt x="1494" y="2117"/>
                  </a:lnTo>
                  <a:lnTo>
                    <a:pt x="1497" y="2113"/>
                  </a:lnTo>
                  <a:lnTo>
                    <a:pt x="1501" y="2109"/>
                  </a:lnTo>
                  <a:lnTo>
                    <a:pt x="1501" y="2106"/>
                  </a:lnTo>
                  <a:lnTo>
                    <a:pt x="1501" y="2102"/>
                  </a:lnTo>
                  <a:lnTo>
                    <a:pt x="1505" y="2099"/>
                  </a:lnTo>
                  <a:lnTo>
                    <a:pt x="1508" y="2095"/>
                  </a:lnTo>
                  <a:lnTo>
                    <a:pt x="1508" y="2091"/>
                  </a:lnTo>
                  <a:lnTo>
                    <a:pt x="1508" y="2088"/>
                  </a:lnTo>
                  <a:lnTo>
                    <a:pt x="1512" y="2084"/>
                  </a:lnTo>
                  <a:lnTo>
                    <a:pt x="1512" y="2081"/>
                  </a:lnTo>
                  <a:lnTo>
                    <a:pt x="1512" y="2077"/>
                  </a:lnTo>
                  <a:lnTo>
                    <a:pt x="1515" y="2073"/>
                  </a:lnTo>
                  <a:lnTo>
                    <a:pt x="1515" y="2070"/>
                  </a:lnTo>
                  <a:lnTo>
                    <a:pt x="1519" y="2066"/>
                  </a:lnTo>
                  <a:lnTo>
                    <a:pt x="1519" y="2063"/>
                  </a:lnTo>
                  <a:lnTo>
                    <a:pt x="1519" y="2059"/>
                  </a:lnTo>
                  <a:lnTo>
                    <a:pt x="1523" y="2055"/>
                  </a:lnTo>
                  <a:lnTo>
                    <a:pt x="1523" y="2052"/>
                  </a:lnTo>
                  <a:lnTo>
                    <a:pt x="1526" y="2048"/>
                  </a:lnTo>
                  <a:lnTo>
                    <a:pt x="1526" y="2045"/>
                  </a:lnTo>
                  <a:lnTo>
                    <a:pt x="1526" y="2041"/>
                  </a:lnTo>
                  <a:lnTo>
                    <a:pt x="1530" y="2037"/>
                  </a:lnTo>
                  <a:lnTo>
                    <a:pt x="1530" y="2030"/>
                  </a:lnTo>
                  <a:lnTo>
                    <a:pt x="1533" y="2027"/>
                  </a:lnTo>
                  <a:lnTo>
                    <a:pt x="1533" y="2023"/>
                  </a:lnTo>
                  <a:lnTo>
                    <a:pt x="1533" y="2019"/>
                  </a:lnTo>
                  <a:lnTo>
                    <a:pt x="1537" y="2016"/>
                  </a:lnTo>
                  <a:lnTo>
                    <a:pt x="1537" y="2012"/>
                  </a:lnTo>
                  <a:lnTo>
                    <a:pt x="1537" y="2009"/>
                  </a:lnTo>
                  <a:lnTo>
                    <a:pt x="1541" y="2005"/>
                  </a:lnTo>
                  <a:lnTo>
                    <a:pt x="1541" y="1998"/>
                  </a:lnTo>
                  <a:lnTo>
                    <a:pt x="1544" y="1994"/>
                  </a:lnTo>
                  <a:lnTo>
                    <a:pt x="1544" y="1991"/>
                  </a:lnTo>
                  <a:lnTo>
                    <a:pt x="1544" y="1987"/>
                  </a:lnTo>
                  <a:lnTo>
                    <a:pt x="1548" y="1983"/>
                  </a:lnTo>
                  <a:lnTo>
                    <a:pt x="1548" y="1980"/>
                  </a:lnTo>
                  <a:lnTo>
                    <a:pt x="1551" y="1976"/>
                  </a:lnTo>
                  <a:lnTo>
                    <a:pt x="1551" y="1973"/>
                  </a:lnTo>
                  <a:lnTo>
                    <a:pt x="1551" y="1969"/>
                  </a:lnTo>
                  <a:lnTo>
                    <a:pt x="1555" y="1965"/>
                  </a:lnTo>
                  <a:lnTo>
                    <a:pt x="1555" y="1958"/>
                  </a:lnTo>
                  <a:lnTo>
                    <a:pt x="1555" y="1955"/>
                  </a:lnTo>
                  <a:lnTo>
                    <a:pt x="1559" y="1951"/>
                  </a:lnTo>
                  <a:lnTo>
                    <a:pt x="1559" y="1947"/>
                  </a:lnTo>
                  <a:lnTo>
                    <a:pt x="1562" y="1944"/>
                  </a:lnTo>
                  <a:lnTo>
                    <a:pt x="1562" y="1940"/>
                  </a:lnTo>
                  <a:lnTo>
                    <a:pt x="1562" y="1937"/>
                  </a:lnTo>
                  <a:lnTo>
                    <a:pt x="1566" y="1933"/>
                  </a:lnTo>
                  <a:lnTo>
                    <a:pt x="1569" y="1929"/>
                  </a:lnTo>
                  <a:lnTo>
                    <a:pt x="1569" y="1926"/>
                  </a:lnTo>
                  <a:lnTo>
                    <a:pt x="1569" y="1922"/>
                  </a:lnTo>
                  <a:lnTo>
                    <a:pt x="1573" y="1919"/>
                  </a:lnTo>
                  <a:lnTo>
                    <a:pt x="1573" y="1915"/>
                  </a:lnTo>
                  <a:lnTo>
                    <a:pt x="1577" y="1911"/>
                  </a:lnTo>
                  <a:lnTo>
                    <a:pt x="1577" y="1908"/>
                  </a:lnTo>
                  <a:lnTo>
                    <a:pt x="1580" y="1904"/>
                  </a:lnTo>
                  <a:lnTo>
                    <a:pt x="1580" y="1901"/>
                  </a:lnTo>
                  <a:lnTo>
                    <a:pt x="1584" y="1897"/>
                  </a:lnTo>
                  <a:lnTo>
                    <a:pt x="1587" y="1893"/>
                  </a:lnTo>
                  <a:lnTo>
                    <a:pt x="1591" y="1890"/>
                  </a:lnTo>
                  <a:lnTo>
                    <a:pt x="1595" y="1886"/>
                  </a:lnTo>
                  <a:lnTo>
                    <a:pt x="1598" y="1883"/>
                  </a:lnTo>
                  <a:lnTo>
                    <a:pt x="1602" y="1883"/>
                  </a:lnTo>
                  <a:lnTo>
                    <a:pt x="1605" y="1879"/>
                  </a:lnTo>
                  <a:lnTo>
                    <a:pt x="1609" y="1883"/>
                  </a:lnTo>
                  <a:lnTo>
                    <a:pt x="1613" y="1883"/>
                  </a:lnTo>
                  <a:lnTo>
                    <a:pt x="1616" y="1886"/>
                  </a:lnTo>
                  <a:lnTo>
                    <a:pt x="1620" y="1890"/>
                  </a:lnTo>
                  <a:lnTo>
                    <a:pt x="1623" y="1893"/>
                  </a:lnTo>
                  <a:lnTo>
                    <a:pt x="1627" y="1897"/>
                  </a:lnTo>
                  <a:lnTo>
                    <a:pt x="1631" y="1901"/>
                  </a:lnTo>
                  <a:lnTo>
                    <a:pt x="1631" y="1904"/>
                  </a:lnTo>
                  <a:lnTo>
                    <a:pt x="1634" y="1908"/>
                  </a:lnTo>
                  <a:lnTo>
                    <a:pt x="1634" y="1911"/>
                  </a:lnTo>
                  <a:lnTo>
                    <a:pt x="1638" y="1915"/>
                  </a:lnTo>
                  <a:lnTo>
                    <a:pt x="1638" y="1919"/>
                  </a:lnTo>
                  <a:lnTo>
                    <a:pt x="1641" y="1922"/>
                  </a:lnTo>
                  <a:lnTo>
                    <a:pt x="1641" y="1926"/>
                  </a:lnTo>
                  <a:lnTo>
                    <a:pt x="1641" y="1929"/>
                  </a:lnTo>
                  <a:lnTo>
                    <a:pt x="1645" y="1933"/>
                  </a:lnTo>
                  <a:lnTo>
                    <a:pt x="1645" y="1937"/>
                  </a:lnTo>
                  <a:lnTo>
                    <a:pt x="1649" y="1940"/>
                  </a:lnTo>
                  <a:lnTo>
                    <a:pt x="1649" y="1944"/>
                  </a:lnTo>
                  <a:lnTo>
                    <a:pt x="1649" y="1951"/>
                  </a:lnTo>
                  <a:lnTo>
                    <a:pt x="1652" y="1955"/>
                  </a:lnTo>
                  <a:lnTo>
                    <a:pt x="1652" y="1958"/>
                  </a:lnTo>
                  <a:lnTo>
                    <a:pt x="1656" y="1962"/>
                  </a:lnTo>
                  <a:lnTo>
                    <a:pt x="1656" y="1965"/>
                  </a:lnTo>
                  <a:lnTo>
                    <a:pt x="1656" y="1973"/>
                  </a:lnTo>
                  <a:lnTo>
                    <a:pt x="1659" y="1976"/>
                  </a:lnTo>
                  <a:lnTo>
                    <a:pt x="1659" y="1980"/>
                  </a:lnTo>
                  <a:lnTo>
                    <a:pt x="1663" y="1983"/>
                  </a:lnTo>
                  <a:lnTo>
                    <a:pt x="1663" y="1991"/>
                  </a:lnTo>
                  <a:lnTo>
                    <a:pt x="1663" y="1994"/>
                  </a:lnTo>
                  <a:lnTo>
                    <a:pt x="1667" y="1998"/>
                  </a:lnTo>
                  <a:lnTo>
                    <a:pt x="1667" y="2005"/>
                  </a:lnTo>
                  <a:lnTo>
                    <a:pt x="1667" y="2009"/>
                  </a:lnTo>
                  <a:lnTo>
                    <a:pt x="1670" y="2012"/>
                  </a:lnTo>
                  <a:lnTo>
                    <a:pt x="1670" y="2019"/>
                  </a:lnTo>
                  <a:lnTo>
                    <a:pt x="1674" y="2023"/>
                  </a:lnTo>
                  <a:lnTo>
                    <a:pt x="1674" y="2030"/>
                  </a:lnTo>
                  <a:lnTo>
                    <a:pt x="1674" y="2034"/>
                  </a:lnTo>
                  <a:lnTo>
                    <a:pt x="1677" y="2037"/>
                  </a:lnTo>
                  <a:lnTo>
                    <a:pt x="1677" y="2045"/>
                  </a:lnTo>
                  <a:lnTo>
                    <a:pt x="1681" y="2048"/>
                  </a:lnTo>
                  <a:lnTo>
                    <a:pt x="1681" y="2055"/>
                  </a:lnTo>
                  <a:lnTo>
                    <a:pt x="1681" y="2059"/>
                  </a:lnTo>
                  <a:lnTo>
                    <a:pt x="1685" y="2066"/>
                  </a:lnTo>
                  <a:lnTo>
                    <a:pt x="1685" y="2070"/>
                  </a:lnTo>
                  <a:lnTo>
                    <a:pt x="1685" y="2073"/>
                  </a:lnTo>
                  <a:lnTo>
                    <a:pt x="1688" y="2081"/>
                  </a:lnTo>
                  <a:lnTo>
                    <a:pt x="1688" y="2084"/>
                  </a:lnTo>
                  <a:lnTo>
                    <a:pt x="1692" y="2091"/>
                  </a:lnTo>
                  <a:lnTo>
                    <a:pt x="1692" y="2095"/>
                  </a:lnTo>
                  <a:lnTo>
                    <a:pt x="1692" y="2099"/>
                  </a:lnTo>
                  <a:lnTo>
                    <a:pt x="1695" y="2106"/>
                  </a:lnTo>
                  <a:lnTo>
                    <a:pt x="1695" y="2109"/>
                  </a:lnTo>
                  <a:lnTo>
                    <a:pt x="1699" y="2113"/>
                  </a:lnTo>
                  <a:lnTo>
                    <a:pt x="1699" y="2120"/>
                  </a:lnTo>
                  <a:lnTo>
                    <a:pt x="1699" y="2124"/>
                  </a:lnTo>
                  <a:lnTo>
                    <a:pt x="1703" y="2127"/>
                  </a:lnTo>
                  <a:lnTo>
                    <a:pt x="1703" y="2131"/>
                  </a:lnTo>
                  <a:lnTo>
                    <a:pt x="1706" y="2138"/>
                  </a:lnTo>
                  <a:lnTo>
                    <a:pt x="1706" y="2142"/>
                  </a:lnTo>
                  <a:lnTo>
                    <a:pt x="1706" y="2145"/>
                  </a:lnTo>
                  <a:lnTo>
                    <a:pt x="1710" y="2149"/>
                  </a:lnTo>
                  <a:lnTo>
                    <a:pt x="1710" y="2153"/>
                  </a:lnTo>
                  <a:lnTo>
                    <a:pt x="1710" y="2156"/>
                  </a:lnTo>
                  <a:lnTo>
                    <a:pt x="1713" y="2160"/>
                  </a:lnTo>
                  <a:lnTo>
                    <a:pt x="1713" y="2163"/>
                  </a:lnTo>
                  <a:lnTo>
                    <a:pt x="1717" y="2167"/>
                  </a:lnTo>
                  <a:lnTo>
                    <a:pt x="1717" y="2171"/>
                  </a:lnTo>
                  <a:lnTo>
                    <a:pt x="1717" y="2174"/>
                  </a:lnTo>
                  <a:lnTo>
                    <a:pt x="1721" y="2178"/>
                  </a:lnTo>
                  <a:lnTo>
                    <a:pt x="1721" y="2181"/>
                  </a:lnTo>
                  <a:lnTo>
                    <a:pt x="1724" y="2185"/>
                  </a:lnTo>
                  <a:lnTo>
                    <a:pt x="1724" y="2189"/>
                  </a:lnTo>
                  <a:lnTo>
                    <a:pt x="1728" y="2192"/>
                  </a:lnTo>
                  <a:lnTo>
                    <a:pt x="1728" y="2196"/>
                  </a:lnTo>
                  <a:lnTo>
                    <a:pt x="1731" y="2199"/>
                  </a:lnTo>
                  <a:lnTo>
                    <a:pt x="1735" y="2203"/>
                  </a:lnTo>
                  <a:lnTo>
                    <a:pt x="1739" y="2207"/>
                  </a:lnTo>
                  <a:lnTo>
                    <a:pt x="1742" y="2207"/>
                  </a:lnTo>
                  <a:lnTo>
                    <a:pt x="1746" y="2210"/>
                  </a:lnTo>
                  <a:lnTo>
                    <a:pt x="1749" y="2207"/>
                  </a:lnTo>
                  <a:lnTo>
                    <a:pt x="1753" y="2207"/>
                  </a:lnTo>
                  <a:lnTo>
                    <a:pt x="1757" y="2203"/>
                  </a:lnTo>
                  <a:lnTo>
                    <a:pt x="1760" y="2199"/>
                  </a:lnTo>
                  <a:lnTo>
                    <a:pt x="1764" y="2196"/>
                  </a:lnTo>
                  <a:lnTo>
                    <a:pt x="1764" y="2192"/>
                  </a:lnTo>
                  <a:lnTo>
                    <a:pt x="1767" y="2189"/>
                  </a:lnTo>
                  <a:lnTo>
                    <a:pt x="1767" y="2185"/>
                  </a:lnTo>
                  <a:lnTo>
                    <a:pt x="1771" y="2181"/>
                  </a:lnTo>
                  <a:lnTo>
                    <a:pt x="1771" y="2178"/>
                  </a:lnTo>
                  <a:lnTo>
                    <a:pt x="1775" y="2174"/>
                  </a:lnTo>
                  <a:lnTo>
                    <a:pt x="1775" y="2171"/>
                  </a:lnTo>
                  <a:lnTo>
                    <a:pt x="1775" y="2167"/>
                  </a:lnTo>
                  <a:lnTo>
                    <a:pt x="1778" y="2163"/>
                  </a:lnTo>
                  <a:lnTo>
                    <a:pt x="1778" y="2160"/>
                  </a:lnTo>
                  <a:lnTo>
                    <a:pt x="1778" y="2156"/>
                  </a:lnTo>
                  <a:lnTo>
                    <a:pt x="1782" y="2153"/>
                  </a:lnTo>
                  <a:lnTo>
                    <a:pt x="1782" y="2145"/>
                  </a:lnTo>
                  <a:lnTo>
                    <a:pt x="1785" y="2142"/>
                  </a:lnTo>
                  <a:lnTo>
                    <a:pt x="1785" y="2138"/>
                  </a:lnTo>
                  <a:lnTo>
                    <a:pt x="1785" y="2131"/>
                  </a:lnTo>
                  <a:lnTo>
                    <a:pt x="1789" y="2127"/>
                  </a:lnTo>
                  <a:lnTo>
                    <a:pt x="1789" y="2124"/>
                  </a:lnTo>
                  <a:lnTo>
                    <a:pt x="1793" y="2117"/>
                  </a:lnTo>
                  <a:lnTo>
                    <a:pt x="1793" y="2113"/>
                  </a:lnTo>
                  <a:lnTo>
                    <a:pt x="1793" y="2106"/>
                  </a:lnTo>
                  <a:lnTo>
                    <a:pt x="1796" y="2099"/>
                  </a:lnTo>
                  <a:lnTo>
                    <a:pt x="1796" y="2095"/>
                  </a:lnTo>
                  <a:lnTo>
                    <a:pt x="1796" y="2088"/>
                  </a:lnTo>
                  <a:lnTo>
                    <a:pt x="1800" y="2081"/>
                  </a:lnTo>
                  <a:lnTo>
                    <a:pt x="1800" y="2077"/>
                  </a:lnTo>
                  <a:lnTo>
                    <a:pt x="1803" y="2070"/>
                  </a:lnTo>
                  <a:lnTo>
                    <a:pt x="1803" y="2063"/>
                  </a:lnTo>
                  <a:lnTo>
                    <a:pt x="1803" y="2055"/>
                  </a:lnTo>
                  <a:lnTo>
                    <a:pt x="1807" y="2052"/>
                  </a:lnTo>
                  <a:lnTo>
                    <a:pt x="1807" y="2045"/>
                  </a:lnTo>
                  <a:lnTo>
                    <a:pt x="1811" y="2037"/>
                  </a:lnTo>
                  <a:lnTo>
                    <a:pt x="1811" y="2030"/>
                  </a:lnTo>
                  <a:lnTo>
                    <a:pt x="1811" y="2023"/>
                  </a:lnTo>
                  <a:lnTo>
                    <a:pt x="1814" y="2016"/>
                  </a:lnTo>
                  <a:lnTo>
                    <a:pt x="1814" y="2009"/>
                  </a:lnTo>
                  <a:lnTo>
                    <a:pt x="1818" y="2005"/>
                  </a:lnTo>
                  <a:lnTo>
                    <a:pt x="1818" y="1998"/>
                  </a:lnTo>
                  <a:lnTo>
                    <a:pt x="1818" y="1991"/>
                  </a:lnTo>
                  <a:lnTo>
                    <a:pt x="1821" y="1983"/>
                  </a:lnTo>
                  <a:lnTo>
                    <a:pt x="1821" y="1976"/>
                  </a:lnTo>
                  <a:lnTo>
                    <a:pt x="1821" y="1969"/>
                  </a:lnTo>
                  <a:lnTo>
                    <a:pt x="1825" y="1962"/>
                  </a:lnTo>
                  <a:lnTo>
                    <a:pt x="1825" y="1955"/>
                  </a:lnTo>
                  <a:lnTo>
                    <a:pt x="1829" y="1947"/>
                  </a:lnTo>
                  <a:lnTo>
                    <a:pt x="1829" y="1940"/>
                  </a:lnTo>
                  <a:lnTo>
                    <a:pt x="1829" y="1937"/>
                  </a:lnTo>
                  <a:lnTo>
                    <a:pt x="1832" y="1929"/>
                  </a:lnTo>
                  <a:lnTo>
                    <a:pt x="1832" y="1922"/>
                  </a:lnTo>
                  <a:lnTo>
                    <a:pt x="1836" y="1915"/>
                  </a:lnTo>
                  <a:lnTo>
                    <a:pt x="1836" y="1908"/>
                  </a:lnTo>
                  <a:lnTo>
                    <a:pt x="1836" y="1901"/>
                  </a:lnTo>
                  <a:lnTo>
                    <a:pt x="1839" y="1893"/>
                  </a:lnTo>
                  <a:lnTo>
                    <a:pt x="1839" y="1890"/>
                  </a:lnTo>
                  <a:lnTo>
                    <a:pt x="1839" y="1883"/>
                  </a:lnTo>
                  <a:lnTo>
                    <a:pt x="1843" y="1875"/>
                  </a:lnTo>
                  <a:lnTo>
                    <a:pt x="1843" y="1872"/>
                  </a:lnTo>
                  <a:lnTo>
                    <a:pt x="1847" y="1865"/>
                  </a:lnTo>
                  <a:lnTo>
                    <a:pt x="1847" y="1857"/>
                  </a:lnTo>
                  <a:lnTo>
                    <a:pt x="1847" y="1854"/>
                  </a:lnTo>
                  <a:lnTo>
                    <a:pt x="1850" y="1847"/>
                  </a:lnTo>
                  <a:lnTo>
                    <a:pt x="1850" y="1843"/>
                  </a:lnTo>
                  <a:lnTo>
                    <a:pt x="1854" y="1836"/>
                  </a:lnTo>
                  <a:lnTo>
                    <a:pt x="1854" y="1832"/>
                  </a:lnTo>
                  <a:lnTo>
                    <a:pt x="1854" y="1825"/>
                  </a:lnTo>
                  <a:lnTo>
                    <a:pt x="1857" y="1821"/>
                  </a:lnTo>
                  <a:lnTo>
                    <a:pt x="1857" y="1818"/>
                  </a:lnTo>
                  <a:lnTo>
                    <a:pt x="1861" y="1811"/>
                  </a:lnTo>
                  <a:lnTo>
                    <a:pt x="1861" y="1807"/>
                  </a:lnTo>
                  <a:lnTo>
                    <a:pt x="1861" y="1803"/>
                  </a:lnTo>
                  <a:lnTo>
                    <a:pt x="1865" y="1800"/>
                  </a:lnTo>
                  <a:lnTo>
                    <a:pt x="1865" y="1796"/>
                  </a:lnTo>
                  <a:lnTo>
                    <a:pt x="1865" y="1793"/>
                  </a:lnTo>
                  <a:lnTo>
                    <a:pt x="1868" y="1789"/>
                  </a:lnTo>
                  <a:lnTo>
                    <a:pt x="1868" y="1785"/>
                  </a:lnTo>
                  <a:lnTo>
                    <a:pt x="1872" y="1782"/>
                  </a:lnTo>
                  <a:lnTo>
                    <a:pt x="1872" y="1778"/>
                  </a:lnTo>
                  <a:lnTo>
                    <a:pt x="1875" y="1775"/>
                  </a:lnTo>
                  <a:lnTo>
                    <a:pt x="1879" y="1771"/>
                  </a:lnTo>
                  <a:lnTo>
                    <a:pt x="1883" y="1767"/>
                  </a:lnTo>
                  <a:lnTo>
                    <a:pt x="1886" y="1764"/>
                  </a:lnTo>
                  <a:lnTo>
                    <a:pt x="1890" y="1764"/>
                  </a:lnTo>
                  <a:lnTo>
                    <a:pt x="1893" y="1767"/>
                  </a:lnTo>
                  <a:lnTo>
                    <a:pt x="1897" y="1771"/>
                  </a:lnTo>
                  <a:lnTo>
                    <a:pt x="1901" y="1775"/>
                  </a:lnTo>
                  <a:lnTo>
                    <a:pt x="1904" y="1778"/>
                  </a:lnTo>
                  <a:lnTo>
                    <a:pt x="1904" y="1782"/>
                  </a:lnTo>
                  <a:lnTo>
                    <a:pt x="1904" y="1785"/>
                  </a:lnTo>
                  <a:lnTo>
                    <a:pt x="1908" y="1789"/>
                  </a:lnTo>
                  <a:lnTo>
                    <a:pt x="1908" y="1793"/>
                  </a:lnTo>
                  <a:lnTo>
                    <a:pt x="1908" y="1796"/>
                  </a:lnTo>
                  <a:lnTo>
                    <a:pt x="1911" y="1803"/>
                  </a:lnTo>
                  <a:lnTo>
                    <a:pt x="1911" y="1807"/>
                  </a:lnTo>
                  <a:lnTo>
                    <a:pt x="1915" y="1811"/>
                  </a:lnTo>
                  <a:lnTo>
                    <a:pt x="1915" y="1818"/>
                  </a:lnTo>
                  <a:lnTo>
                    <a:pt x="1915" y="1821"/>
                  </a:lnTo>
                  <a:lnTo>
                    <a:pt x="1919" y="1829"/>
                  </a:lnTo>
                  <a:lnTo>
                    <a:pt x="1919" y="1832"/>
                  </a:lnTo>
                  <a:lnTo>
                    <a:pt x="1922" y="1839"/>
                  </a:lnTo>
                  <a:lnTo>
                    <a:pt x="1922" y="1847"/>
                  </a:lnTo>
                  <a:lnTo>
                    <a:pt x="1922" y="1850"/>
                  </a:lnTo>
                  <a:lnTo>
                    <a:pt x="1926" y="1857"/>
                  </a:lnTo>
                  <a:lnTo>
                    <a:pt x="1926" y="1865"/>
                  </a:lnTo>
                  <a:lnTo>
                    <a:pt x="1926" y="1872"/>
                  </a:lnTo>
                  <a:lnTo>
                    <a:pt x="1929" y="1879"/>
                  </a:lnTo>
                  <a:lnTo>
                    <a:pt x="1929" y="1886"/>
                  </a:lnTo>
                  <a:lnTo>
                    <a:pt x="1933" y="1897"/>
                  </a:lnTo>
                  <a:lnTo>
                    <a:pt x="1933" y="1904"/>
                  </a:lnTo>
                  <a:lnTo>
                    <a:pt x="1933" y="1911"/>
                  </a:lnTo>
                  <a:lnTo>
                    <a:pt x="1937" y="1922"/>
                  </a:lnTo>
                  <a:lnTo>
                    <a:pt x="1937" y="1929"/>
                  </a:lnTo>
                  <a:lnTo>
                    <a:pt x="1940" y="1937"/>
                  </a:lnTo>
                  <a:lnTo>
                    <a:pt x="1940" y="1947"/>
                  </a:lnTo>
                  <a:lnTo>
                    <a:pt x="1940" y="1955"/>
                  </a:lnTo>
                  <a:lnTo>
                    <a:pt x="1944" y="1965"/>
                  </a:lnTo>
                  <a:lnTo>
                    <a:pt x="1944" y="1976"/>
                  </a:lnTo>
                  <a:lnTo>
                    <a:pt x="1947" y="1983"/>
                  </a:lnTo>
                  <a:lnTo>
                    <a:pt x="1947" y="1994"/>
                  </a:lnTo>
                  <a:lnTo>
                    <a:pt x="1947" y="2005"/>
                  </a:lnTo>
                  <a:lnTo>
                    <a:pt x="1951" y="2012"/>
                  </a:lnTo>
                  <a:lnTo>
                    <a:pt x="1951" y="2023"/>
                  </a:lnTo>
                  <a:lnTo>
                    <a:pt x="1951" y="2034"/>
                  </a:lnTo>
                  <a:lnTo>
                    <a:pt x="1955" y="2045"/>
                  </a:lnTo>
                  <a:lnTo>
                    <a:pt x="1955" y="2055"/>
                  </a:lnTo>
                  <a:lnTo>
                    <a:pt x="1958" y="2066"/>
                  </a:lnTo>
                  <a:lnTo>
                    <a:pt x="1958" y="2077"/>
                  </a:lnTo>
                  <a:lnTo>
                    <a:pt x="1958" y="2088"/>
                  </a:lnTo>
                  <a:lnTo>
                    <a:pt x="1962" y="2095"/>
                  </a:lnTo>
                  <a:lnTo>
                    <a:pt x="1962" y="2106"/>
                  </a:lnTo>
                  <a:lnTo>
                    <a:pt x="1965" y="2117"/>
                  </a:lnTo>
                  <a:lnTo>
                    <a:pt x="1965" y="2127"/>
                  </a:lnTo>
                  <a:lnTo>
                    <a:pt x="1965" y="2138"/>
                  </a:lnTo>
                  <a:lnTo>
                    <a:pt x="1969" y="2149"/>
                  </a:lnTo>
                  <a:lnTo>
                    <a:pt x="1969" y="2160"/>
                  </a:lnTo>
                  <a:lnTo>
                    <a:pt x="1969" y="2171"/>
                  </a:lnTo>
                  <a:lnTo>
                    <a:pt x="1973" y="2181"/>
                  </a:lnTo>
                  <a:lnTo>
                    <a:pt x="1973" y="2192"/>
                  </a:lnTo>
                  <a:lnTo>
                    <a:pt x="1976" y="2203"/>
                  </a:lnTo>
                  <a:lnTo>
                    <a:pt x="1976" y="2214"/>
                  </a:lnTo>
                  <a:lnTo>
                    <a:pt x="1976" y="2225"/>
                  </a:lnTo>
                  <a:lnTo>
                    <a:pt x="1980" y="2235"/>
                  </a:lnTo>
                  <a:lnTo>
                    <a:pt x="1980" y="2243"/>
                  </a:lnTo>
                  <a:lnTo>
                    <a:pt x="1983" y="2253"/>
                  </a:lnTo>
                  <a:lnTo>
                    <a:pt x="1983" y="2264"/>
                  </a:lnTo>
                  <a:lnTo>
                    <a:pt x="1983" y="2275"/>
                  </a:lnTo>
                  <a:lnTo>
                    <a:pt x="1987" y="2286"/>
                  </a:lnTo>
                  <a:lnTo>
                    <a:pt x="1987" y="2293"/>
                  </a:lnTo>
                  <a:lnTo>
                    <a:pt x="1991" y="2304"/>
                  </a:lnTo>
                  <a:lnTo>
                    <a:pt x="1991" y="2311"/>
                  </a:lnTo>
                  <a:lnTo>
                    <a:pt x="1991" y="2322"/>
                  </a:lnTo>
                  <a:lnTo>
                    <a:pt x="1994" y="2329"/>
                  </a:lnTo>
                  <a:lnTo>
                    <a:pt x="1994" y="2340"/>
                  </a:lnTo>
                  <a:lnTo>
                    <a:pt x="1994" y="2347"/>
                  </a:lnTo>
                  <a:lnTo>
                    <a:pt x="1998" y="2354"/>
                  </a:lnTo>
                  <a:lnTo>
                    <a:pt x="1998" y="2365"/>
                  </a:lnTo>
                  <a:lnTo>
                    <a:pt x="2001" y="2372"/>
                  </a:lnTo>
                  <a:lnTo>
                    <a:pt x="2001" y="2379"/>
                  </a:lnTo>
                  <a:lnTo>
                    <a:pt x="2001" y="2387"/>
                  </a:lnTo>
                  <a:lnTo>
                    <a:pt x="2005" y="2394"/>
                  </a:lnTo>
                  <a:lnTo>
                    <a:pt x="2005" y="2401"/>
                  </a:lnTo>
                  <a:lnTo>
                    <a:pt x="2009" y="2408"/>
                  </a:lnTo>
                  <a:lnTo>
                    <a:pt x="2009" y="2412"/>
                  </a:lnTo>
                  <a:lnTo>
                    <a:pt x="2009" y="2419"/>
                  </a:lnTo>
                  <a:lnTo>
                    <a:pt x="2012" y="2423"/>
                  </a:lnTo>
                  <a:lnTo>
                    <a:pt x="2012" y="2430"/>
                  </a:lnTo>
                  <a:lnTo>
                    <a:pt x="2012" y="2433"/>
                  </a:lnTo>
                  <a:lnTo>
                    <a:pt x="2016" y="2437"/>
                  </a:lnTo>
                  <a:lnTo>
                    <a:pt x="2016" y="2444"/>
                  </a:lnTo>
                  <a:lnTo>
                    <a:pt x="2019" y="2448"/>
                  </a:lnTo>
                  <a:lnTo>
                    <a:pt x="2019" y="2451"/>
                  </a:lnTo>
                  <a:lnTo>
                    <a:pt x="2023" y="2455"/>
                  </a:lnTo>
                  <a:lnTo>
                    <a:pt x="2027" y="2459"/>
                  </a:lnTo>
                  <a:lnTo>
                    <a:pt x="2030" y="2462"/>
                  </a:lnTo>
                  <a:lnTo>
                    <a:pt x="2034" y="2462"/>
                  </a:lnTo>
                  <a:lnTo>
                    <a:pt x="2037" y="2459"/>
                  </a:lnTo>
                  <a:lnTo>
                    <a:pt x="2037" y="2455"/>
                  </a:lnTo>
                  <a:lnTo>
                    <a:pt x="2041" y="2451"/>
                  </a:lnTo>
                  <a:lnTo>
                    <a:pt x="2041" y="2448"/>
                  </a:lnTo>
                  <a:lnTo>
                    <a:pt x="2045" y="2444"/>
                  </a:lnTo>
                  <a:lnTo>
                    <a:pt x="2045" y="2441"/>
                  </a:lnTo>
                  <a:lnTo>
                    <a:pt x="2045" y="2437"/>
                  </a:lnTo>
                  <a:lnTo>
                    <a:pt x="2048" y="2430"/>
                  </a:lnTo>
                  <a:lnTo>
                    <a:pt x="2048" y="2426"/>
                  </a:lnTo>
                  <a:lnTo>
                    <a:pt x="2052" y="2419"/>
                  </a:lnTo>
                  <a:lnTo>
                    <a:pt x="2052" y="2412"/>
                  </a:lnTo>
                  <a:lnTo>
                    <a:pt x="2052" y="2405"/>
                  </a:lnTo>
                  <a:lnTo>
                    <a:pt x="2055" y="2397"/>
                  </a:lnTo>
                  <a:lnTo>
                    <a:pt x="2055" y="2387"/>
                  </a:lnTo>
                  <a:lnTo>
                    <a:pt x="2055" y="2379"/>
                  </a:lnTo>
                  <a:lnTo>
                    <a:pt x="2059" y="2369"/>
                  </a:lnTo>
                  <a:lnTo>
                    <a:pt x="2059" y="2361"/>
                  </a:lnTo>
                  <a:lnTo>
                    <a:pt x="2063" y="2351"/>
                  </a:lnTo>
                  <a:lnTo>
                    <a:pt x="2063" y="2340"/>
                  </a:lnTo>
                  <a:lnTo>
                    <a:pt x="2063" y="2329"/>
                  </a:lnTo>
                  <a:lnTo>
                    <a:pt x="2066" y="2315"/>
                  </a:lnTo>
                  <a:lnTo>
                    <a:pt x="2066" y="2304"/>
                  </a:lnTo>
                  <a:lnTo>
                    <a:pt x="2070" y="2293"/>
                  </a:lnTo>
                  <a:lnTo>
                    <a:pt x="2070" y="2279"/>
                  </a:lnTo>
                  <a:lnTo>
                    <a:pt x="2070" y="2264"/>
                  </a:lnTo>
                  <a:lnTo>
                    <a:pt x="2073" y="2250"/>
                  </a:lnTo>
                  <a:lnTo>
                    <a:pt x="2073" y="2235"/>
                  </a:lnTo>
                  <a:lnTo>
                    <a:pt x="2077" y="2221"/>
                  </a:lnTo>
                  <a:lnTo>
                    <a:pt x="2077" y="2203"/>
                  </a:lnTo>
                  <a:lnTo>
                    <a:pt x="2077" y="2189"/>
                  </a:lnTo>
                  <a:lnTo>
                    <a:pt x="2081" y="2171"/>
                  </a:lnTo>
                  <a:lnTo>
                    <a:pt x="2081" y="2156"/>
                  </a:lnTo>
                  <a:lnTo>
                    <a:pt x="2081" y="2138"/>
                  </a:lnTo>
                  <a:lnTo>
                    <a:pt x="2084" y="2120"/>
                  </a:lnTo>
                  <a:lnTo>
                    <a:pt x="2084" y="2102"/>
                  </a:lnTo>
                  <a:lnTo>
                    <a:pt x="2088" y="2084"/>
                  </a:lnTo>
                  <a:lnTo>
                    <a:pt x="2088" y="2063"/>
                  </a:lnTo>
                  <a:lnTo>
                    <a:pt x="2088" y="2045"/>
                  </a:lnTo>
                  <a:lnTo>
                    <a:pt x="2091" y="2023"/>
                  </a:lnTo>
                  <a:lnTo>
                    <a:pt x="2091" y="2005"/>
                  </a:lnTo>
                  <a:lnTo>
                    <a:pt x="2095" y="1983"/>
                  </a:lnTo>
                  <a:lnTo>
                    <a:pt x="2095" y="1962"/>
                  </a:lnTo>
                  <a:lnTo>
                    <a:pt x="2095" y="1940"/>
                  </a:lnTo>
                  <a:lnTo>
                    <a:pt x="2099" y="1919"/>
                  </a:lnTo>
                  <a:lnTo>
                    <a:pt x="2099" y="1897"/>
                  </a:lnTo>
                  <a:lnTo>
                    <a:pt x="2099" y="1872"/>
                  </a:lnTo>
                  <a:lnTo>
                    <a:pt x="2102" y="1850"/>
                  </a:lnTo>
                  <a:lnTo>
                    <a:pt x="2102" y="1825"/>
                  </a:lnTo>
                  <a:lnTo>
                    <a:pt x="2106" y="1803"/>
                  </a:lnTo>
                  <a:lnTo>
                    <a:pt x="2106" y="1778"/>
                  </a:lnTo>
                  <a:lnTo>
                    <a:pt x="2106" y="1753"/>
                  </a:lnTo>
                  <a:lnTo>
                    <a:pt x="2109" y="1731"/>
                  </a:lnTo>
                  <a:lnTo>
                    <a:pt x="2109" y="1706"/>
                  </a:lnTo>
                  <a:lnTo>
                    <a:pt x="2113" y="1681"/>
                  </a:lnTo>
                  <a:lnTo>
                    <a:pt x="2113" y="1656"/>
                  </a:lnTo>
                  <a:lnTo>
                    <a:pt x="2113" y="1631"/>
                  </a:lnTo>
                  <a:lnTo>
                    <a:pt x="2117" y="1602"/>
                  </a:lnTo>
                  <a:lnTo>
                    <a:pt x="2117" y="1577"/>
                  </a:lnTo>
                  <a:lnTo>
                    <a:pt x="2120" y="1551"/>
                  </a:lnTo>
                  <a:lnTo>
                    <a:pt x="2120" y="1523"/>
                  </a:lnTo>
                  <a:lnTo>
                    <a:pt x="2120" y="1497"/>
                  </a:lnTo>
                  <a:lnTo>
                    <a:pt x="2124" y="1472"/>
                  </a:lnTo>
                  <a:lnTo>
                    <a:pt x="2124" y="1443"/>
                  </a:lnTo>
                  <a:lnTo>
                    <a:pt x="2124" y="1418"/>
                  </a:lnTo>
                  <a:lnTo>
                    <a:pt x="2127" y="1389"/>
                  </a:lnTo>
                  <a:lnTo>
                    <a:pt x="2127" y="1361"/>
                  </a:lnTo>
                  <a:lnTo>
                    <a:pt x="2131" y="1335"/>
                  </a:lnTo>
                  <a:lnTo>
                    <a:pt x="2131" y="1307"/>
                  </a:lnTo>
                  <a:lnTo>
                    <a:pt x="2131" y="1281"/>
                  </a:lnTo>
                  <a:lnTo>
                    <a:pt x="2135" y="1253"/>
                  </a:lnTo>
                  <a:lnTo>
                    <a:pt x="2135" y="1224"/>
                  </a:lnTo>
                  <a:lnTo>
                    <a:pt x="2138" y="1195"/>
                  </a:lnTo>
                  <a:lnTo>
                    <a:pt x="2138" y="1170"/>
                  </a:lnTo>
                  <a:lnTo>
                    <a:pt x="2138" y="1141"/>
                  </a:lnTo>
                  <a:lnTo>
                    <a:pt x="2142" y="1112"/>
                  </a:lnTo>
                  <a:lnTo>
                    <a:pt x="2142" y="1087"/>
                  </a:lnTo>
                  <a:lnTo>
                    <a:pt x="2142" y="1058"/>
                  </a:lnTo>
                  <a:lnTo>
                    <a:pt x="2145" y="1029"/>
                  </a:lnTo>
                  <a:lnTo>
                    <a:pt x="2145" y="1004"/>
                  </a:lnTo>
                  <a:lnTo>
                    <a:pt x="2149" y="975"/>
                  </a:lnTo>
                  <a:lnTo>
                    <a:pt x="2149" y="950"/>
                  </a:lnTo>
                  <a:lnTo>
                    <a:pt x="2149" y="921"/>
                  </a:lnTo>
                  <a:lnTo>
                    <a:pt x="2153" y="896"/>
                  </a:lnTo>
                  <a:lnTo>
                    <a:pt x="2153" y="867"/>
                  </a:lnTo>
                  <a:lnTo>
                    <a:pt x="2156" y="842"/>
                  </a:lnTo>
                  <a:lnTo>
                    <a:pt x="2156" y="813"/>
                  </a:lnTo>
                  <a:lnTo>
                    <a:pt x="2156" y="788"/>
                  </a:lnTo>
                  <a:lnTo>
                    <a:pt x="2160" y="763"/>
                  </a:lnTo>
                  <a:lnTo>
                    <a:pt x="2160" y="738"/>
                  </a:lnTo>
                  <a:lnTo>
                    <a:pt x="2163" y="709"/>
                  </a:lnTo>
                  <a:lnTo>
                    <a:pt x="2163" y="684"/>
                  </a:lnTo>
                  <a:lnTo>
                    <a:pt x="2163" y="659"/>
                  </a:lnTo>
                  <a:lnTo>
                    <a:pt x="2167" y="637"/>
                  </a:lnTo>
                  <a:lnTo>
                    <a:pt x="2167" y="612"/>
                  </a:lnTo>
                  <a:lnTo>
                    <a:pt x="2167" y="587"/>
                  </a:lnTo>
                  <a:lnTo>
                    <a:pt x="2171" y="562"/>
                  </a:lnTo>
                  <a:lnTo>
                    <a:pt x="2171" y="540"/>
                  </a:lnTo>
                  <a:lnTo>
                    <a:pt x="2174" y="515"/>
                  </a:lnTo>
                  <a:lnTo>
                    <a:pt x="2174" y="493"/>
                  </a:lnTo>
                  <a:lnTo>
                    <a:pt x="2174" y="472"/>
                  </a:lnTo>
                  <a:lnTo>
                    <a:pt x="2178" y="450"/>
                  </a:lnTo>
                  <a:lnTo>
                    <a:pt x="2178" y="428"/>
                  </a:lnTo>
                  <a:lnTo>
                    <a:pt x="2181" y="407"/>
                  </a:lnTo>
                  <a:lnTo>
                    <a:pt x="2181" y="385"/>
                  </a:lnTo>
                  <a:lnTo>
                    <a:pt x="2181" y="364"/>
                  </a:lnTo>
                  <a:lnTo>
                    <a:pt x="2185" y="346"/>
                  </a:lnTo>
                  <a:lnTo>
                    <a:pt x="2185" y="324"/>
                  </a:lnTo>
                  <a:lnTo>
                    <a:pt x="2185" y="306"/>
                  </a:lnTo>
                  <a:lnTo>
                    <a:pt x="2189" y="288"/>
                  </a:lnTo>
                  <a:lnTo>
                    <a:pt x="2189" y="270"/>
                  </a:lnTo>
                  <a:lnTo>
                    <a:pt x="2192" y="252"/>
                  </a:lnTo>
                  <a:lnTo>
                    <a:pt x="2192" y="234"/>
                  </a:lnTo>
                  <a:lnTo>
                    <a:pt x="2192" y="220"/>
                  </a:lnTo>
                  <a:lnTo>
                    <a:pt x="2196" y="202"/>
                  </a:lnTo>
                  <a:lnTo>
                    <a:pt x="2196" y="187"/>
                  </a:lnTo>
                  <a:lnTo>
                    <a:pt x="2199" y="173"/>
                  </a:lnTo>
                  <a:lnTo>
                    <a:pt x="2199" y="158"/>
                  </a:lnTo>
                  <a:lnTo>
                    <a:pt x="2199" y="144"/>
                  </a:lnTo>
                  <a:lnTo>
                    <a:pt x="2203" y="133"/>
                  </a:lnTo>
                  <a:lnTo>
                    <a:pt x="2203" y="119"/>
                  </a:lnTo>
                  <a:lnTo>
                    <a:pt x="2207" y="108"/>
                  </a:lnTo>
                  <a:lnTo>
                    <a:pt x="2207" y="97"/>
                  </a:lnTo>
                  <a:lnTo>
                    <a:pt x="2207" y="86"/>
                  </a:lnTo>
                  <a:lnTo>
                    <a:pt x="2210" y="76"/>
                  </a:lnTo>
                  <a:lnTo>
                    <a:pt x="2210" y="65"/>
                  </a:lnTo>
                  <a:lnTo>
                    <a:pt x="2210" y="58"/>
                  </a:lnTo>
                  <a:lnTo>
                    <a:pt x="2214" y="50"/>
                  </a:lnTo>
                  <a:lnTo>
                    <a:pt x="2214" y="40"/>
                  </a:lnTo>
                  <a:lnTo>
                    <a:pt x="2217" y="36"/>
                  </a:lnTo>
                  <a:lnTo>
                    <a:pt x="2217" y="29"/>
                  </a:lnTo>
                  <a:lnTo>
                    <a:pt x="2217" y="22"/>
                  </a:lnTo>
                  <a:lnTo>
                    <a:pt x="2221" y="18"/>
                  </a:lnTo>
                  <a:lnTo>
                    <a:pt x="2221" y="14"/>
                  </a:lnTo>
                  <a:lnTo>
                    <a:pt x="2225" y="11"/>
                  </a:lnTo>
                  <a:lnTo>
                    <a:pt x="2225" y="7"/>
                  </a:lnTo>
                  <a:lnTo>
                    <a:pt x="2228" y="4"/>
                  </a:lnTo>
                  <a:lnTo>
                    <a:pt x="2228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4" name="Freeform 112"/>
            <p:cNvSpPr>
              <a:spLocks/>
            </p:cNvSpPr>
            <p:nvPr/>
          </p:nvSpPr>
          <p:spPr bwMode="auto">
            <a:xfrm>
              <a:off x="2981" y="1048"/>
              <a:ext cx="2228" cy="2462"/>
            </a:xfrm>
            <a:custGeom>
              <a:avLst/>
              <a:gdLst/>
              <a:ahLst/>
              <a:cxnLst>
                <a:cxn ang="0">
                  <a:pos x="21" y="86"/>
                </a:cxn>
                <a:cxn ang="0">
                  <a:pos x="43" y="306"/>
                </a:cxn>
                <a:cxn ang="0">
                  <a:pos x="61" y="637"/>
                </a:cxn>
                <a:cxn ang="0">
                  <a:pos x="83" y="1029"/>
                </a:cxn>
                <a:cxn ang="0">
                  <a:pos x="104" y="1443"/>
                </a:cxn>
                <a:cxn ang="0">
                  <a:pos x="126" y="1825"/>
                </a:cxn>
                <a:cxn ang="0">
                  <a:pos x="147" y="2138"/>
                </a:cxn>
                <a:cxn ang="0">
                  <a:pos x="165" y="2351"/>
                </a:cxn>
                <a:cxn ang="0">
                  <a:pos x="187" y="2451"/>
                </a:cxn>
                <a:cxn ang="0">
                  <a:pos x="219" y="2412"/>
                </a:cxn>
                <a:cxn ang="0">
                  <a:pos x="241" y="2293"/>
                </a:cxn>
                <a:cxn ang="0">
                  <a:pos x="263" y="2138"/>
                </a:cxn>
                <a:cxn ang="0">
                  <a:pos x="281" y="1983"/>
                </a:cxn>
                <a:cxn ang="0">
                  <a:pos x="302" y="1857"/>
                </a:cxn>
                <a:cxn ang="0">
                  <a:pos x="324" y="1782"/>
                </a:cxn>
                <a:cxn ang="0">
                  <a:pos x="363" y="1796"/>
                </a:cxn>
                <a:cxn ang="0">
                  <a:pos x="385" y="1872"/>
                </a:cxn>
                <a:cxn ang="0">
                  <a:pos x="407" y="1969"/>
                </a:cxn>
                <a:cxn ang="0">
                  <a:pos x="425" y="2070"/>
                </a:cxn>
                <a:cxn ang="0">
                  <a:pos x="446" y="2153"/>
                </a:cxn>
                <a:cxn ang="0">
                  <a:pos x="475" y="2207"/>
                </a:cxn>
                <a:cxn ang="0">
                  <a:pos x="511" y="2167"/>
                </a:cxn>
                <a:cxn ang="0">
                  <a:pos x="533" y="2106"/>
                </a:cxn>
                <a:cxn ang="0">
                  <a:pos x="554" y="2030"/>
                </a:cxn>
                <a:cxn ang="0">
                  <a:pos x="576" y="1958"/>
                </a:cxn>
                <a:cxn ang="0">
                  <a:pos x="597" y="1901"/>
                </a:cxn>
                <a:cxn ang="0">
                  <a:pos x="648" y="1904"/>
                </a:cxn>
                <a:cxn ang="0">
                  <a:pos x="673" y="1958"/>
                </a:cxn>
                <a:cxn ang="0">
                  <a:pos x="695" y="2019"/>
                </a:cxn>
                <a:cxn ang="0">
                  <a:pos x="716" y="2077"/>
                </a:cxn>
                <a:cxn ang="0">
                  <a:pos x="745" y="2131"/>
                </a:cxn>
                <a:cxn ang="0">
                  <a:pos x="795" y="2113"/>
                </a:cxn>
                <a:cxn ang="0">
                  <a:pos x="821" y="2059"/>
                </a:cxn>
                <a:cxn ang="0">
                  <a:pos x="842" y="2005"/>
                </a:cxn>
                <a:cxn ang="0">
                  <a:pos x="867" y="1951"/>
                </a:cxn>
                <a:cxn ang="0">
                  <a:pos x="921" y="1933"/>
                </a:cxn>
                <a:cxn ang="0">
                  <a:pos x="954" y="1987"/>
                </a:cxn>
                <a:cxn ang="0">
                  <a:pos x="983" y="2041"/>
                </a:cxn>
                <a:cxn ang="0">
                  <a:pos x="1015" y="2095"/>
                </a:cxn>
                <a:cxn ang="0">
                  <a:pos x="1069" y="2091"/>
                </a:cxn>
                <a:cxn ang="0">
                  <a:pos x="1105" y="2037"/>
                </a:cxn>
                <a:cxn ang="0">
                  <a:pos x="1137" y="1983"/>
                </a:cxn>
                <a:cxn ang="0">
                  <a:pos x="1188" y="1947"/>
                </a:cxn>
                <a:cxn ang="0">
                  <a:pos x="1235" y="1994"/>
                </a:cxn>
                <a:cxn ang="0">
                  <a:pos x="1271" y="2048"/>
                </a:cxn>
                <a:cxn ang="0">
                  <a:pos x="1317" y="2091"/>
                </a:cxn>
                <a:cxn ang="0">
                  <a:pos x="1368" y="2055"/>
                </a:cxn>
                <a:cxn ang="0">
                  <a:pos x="1407" y="2001"/>
                </a:cxn>
                <a:cxn ang="0">
                  <a:pos x="1461" y="1962"/>
                </a:cxn>
                <a:cxn ang="0">
                  <a:pos x="1515" y="2001"/>
                </a:cxn>
                <a:cxn ang="0">
                  <a:pos x="1559" y="2055"/>
                </a:cxn>
                <a:cxn ang="0">
                  <a:pos x="1613" y="2077"/>
                </a:cxn>
                <a:cxn ang="0">
                  <a:pos x="1667" y="2030"/>
                </a:cxn>
                <a:cxn ang="0">
                  <a:pos x="1717" y="1980"/>
                </a:cxn>
                <a:cxn ang="0">
                  <a:pos x="1771" y="1987"/>
                </a:cxn>
                <a:cxn ang="0">
                  <a:pos x="1825" y="2037"/>
                </a:cxn>
                <a:cxn ang="0">
                  <a:pos x="1875" y="2070"/>
                </a:cxn>
                <a:cxn ang="0">
                  <a:pos x="1929" y="2045"/>
                </a:cxn>
                <a:cxn ang="0">
                  <a:pos x="1983" y="1991"/>
                </a:cxn>
                <a:cxn ang="0">
                  <a:pos x="2037" y="1983"/>
                </a:cxn>
                <a:cxn ang="0">
                  <a:pos x="2091" y="2027"/>
                </a:cxn>
                <a:cxn ang="0">
                  <a:pos x="2145" y="2063"/>
                </a:cxn>
                <a:cxn ang="0">
                  <a:pos x="2199" y="2048"/>
                </a:cxn>
              </a:cxnLst>
              <a:rect l="0" t="0" r="r" b="b"/>
              <a:pathLst>
                <a:path w="2228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5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28" y="202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5" name="Freeform 113"/>
            <p:cNvSpPr>
              <a:spLocks/>
            </p:cNvSpPr>
            <p:nvPr/>
          </p:nvSpPr>
          <p:spPr bwMode="auto">
            <a:xfrm>
              <a:off x="749" y="1048"/>
              <a:ext cx="2369" cy="2462"/>
            </a:xfrm>
            <a:custGeom>
              <a:avLst/>
              <a:gdLst/>
              <a:ahLst/>
              <a:cxnLst>
                <a:cxn ang="0">
                  <a:pos x="54" y="1987"/>
                </a:cxn>
                <a:cxn ang="0">
                  <a:pos x="111" y="2001"/>
                </a:cxn>
                <a:cxn ang="0">
                  <a:pos x="169" y="2048"/>
                </a:cxn>
                <a:cxn ang="0">
                  <a:pos x="227" y="2063"/>
                </a:cxn>
                <a:cxn ang="0">
                  <a:pos x="284" y="2019"/>
                </a:cxn>
                <a:cxn ang="0">
                  <a:pos x="342" y="1980"/>
                </a:cxn>
                <a:cxn ang="0">
                  <a:pos x="399" y="2005"/>
                </a:cxn>
                <a:cxn ang="0">
                  <a:pos x="457" y="2063"/>
                </a:cxn>
                <a:cxn ang="0">
                  <a:pos x="515" y="2063"/>
                </a:cxn>
                <a:cxn ang="0">
                  <a:pos x="572" y="2009"/>
                </a:cxn>
                <a:cxn ang="0">
                  <a:pos x="630" y="1973"/>
                </a:cxn>
                <a:cxn ang="0">
                  <a:pos x="687" y="2012"/>
                </a:cxn>
                <a:cxn ang="0">
                  <a:pos x="738" y="2070"/>
                </a:cxn>
                <a:cxn ang="0">
                  <a:pos x="795" y="2066"/>
                </a:cxn>
                <a:cxn ang="0">
                  <a:pos x="846" y="2012"/>
                </a:cxn>
                <a:cxn ang="0">
                  <a:pos x="900" y="1962"/>
                </a:cxn>
                <a:cxn ang="0">
                  <a:pos x="957" y="1998"/>
                </a:cxn>
                <a:cxn ang="0">
                  <a:pos x="997" y="2055"/>
                </a:cxn>
                <a:cxn ang="0">
                  <a:pos x="1055" y="2091"/>
                </a:cxn>
                <a:cxn ang="0">
                  <a:pos x="1105" y="2041"/>
                </a:cxn>
                <a:cxn ang="0">
                  <a:pos x="1141" y="1983"/>
                </a:cxn>
                <a:cxn ang="0">
                  <a:pos x="1195" y="1951"/>
                </a:cxn>
                <a:cxn ang="0">
                  <a:pos x="1242" y="2001"/>
                </a:cxn>
                <a:cxn ang="0">
                  <a:pos x="1274" y="2059"/>
                </a:cxn>
                <a:cxn ang="0">
                  <a:pos x="1321" y="2109"/>
                </a:cxn>
                <a:cxn ang="0">
                  <a:pos x="1371" y="2066"/>
                </a:cxn>
                <a:cxn ang="0">
                  <a:pos x="1400" y="2009"/>
                </a:cxn>
                <a:cxn ang="0">
                  <a:pos x="1433" y="1951"/>
                </a:cxn>
                <a:cxn ang="0">
                  <a:pos x="1487" y="1937"/>
                </a:cxn>
                <a:cxn ang="0">
                  <a:pos x="1519" y="1994"/>
                </a:cxn>
                <a:cxn ang="0">
                  <a:pos x="1544" y="2052"/>
                </a:cxn>
                <a:cxn ang="0">
                  <a:pos x="1573" y="2109"/>
                </a:cxn>
                <a:cxn ang="0">
                  <a:pos x="1623" y="2131"/>
                </a:cxn>
                <a:cxn ang="0">
                  <a:pos x="1656" y="2073"/>
                </a:cxn>
                <a:cxn ang="0">
                  <a:pos x="1677" y="2012"/>
                </a:cxn>
                <a:cxn ang="0">
                  <a:pos x="1699" y="1947"/>
                </a:cxn>
                <a:cxn ang="0">
                  <a:pos x="1728" y="1890"/>
                </a:cxn>
                <a:cxn ang="0">
                  <a:pos x="1778" y="1915"/>
                </a:cxn>
                <a:cxn ang="0">
                  <a:pos x="1800" y="1980"/>
                </a:cxn>
                <a:cxn ang="0">
                  <a:pos x="1821" y="2059"/>
                </a:cxn>
                <a:cxn ang="0">
                  <a:pos x="1843" y="2138"/>
                </a:cxn>
                <a:cxn ang="0">
                  <a:pos x="1868" y="2196"/>
                </a:cxn>
                <a:cxn ang="0">
                  <a:pos x="1911" y="2174"/>
                </a:cxn>
                <a:cxn ang="0">
                  <a:pos x="1933" y="2099"/>
                </a:cxn>
                <a:cxn ang="0">
                  <a:pos x="1958" y="1998"/>
                </a:cxn>
                <a:cxn ang="0">
                  <a:pos x="1980" y="1890"/>
                </a:cxn>
                <a:cxn ang="0">
                  <a:pos x="2001" y="1803"/>
                </a:cxn>
                <a:cxn ang="0">
                  <a:pos x="2037" y="1775"/>
                </a:cxn>
                <a:cxn ang="0">
                  <a:pos x="2063" y="1850"/>
                </a:cxn>
                <a:cxn ang="0">
                  <a:pos x="2084" y="1983"/>
                </a:cxn>
                <a:cxn ang="0">
                  <a:pos x="2106" y="2149"/>
                </a:cxn>
                <a:cxn ang="0">
                  <a:pos x="2131" y="2311"/>
                </a:cxn>
                <a:cxn ang="0">
                  <a:pos x="2153" y="2430"/>
                </a:cxn>
                <a:cxn ang="0">
                  <a:pos x="2185" y="2437"/>
                </a:cxn>
                <a:cxn ang="0">
                  <a:pos x="2207" y="2293"/>
                </a:cxn>
                <a:cxn ang="0">
                  <a:pos x="2232" y="2023"/>
                </a:cxn>
                <a:cxn ang="0">
                  <a:pos x="2253" y="1656"/>
                </a:cxn>
                <a:cxn ang="0">
                  <a:pos x="2275" y="1224"/>
                </a:cxn>
                <a:cxn ang="0">
                  <a:pos x="2297" y="788"/>
                </a:cxn>
                <a:cxn ang="0">
                  <a:pos x="2318" y="407"/>
                </a:cxn>
                <a:cxn ang="0">
                  <a:pos x="2340" y="133"/>
                </a:cxn>
                <a:cxn ang="0">
                  <a:pos x="2365" y="7"/>
                </a:cxn>
              </a:cxnLst>
              <a:rect l="0" t="0" r="r" b="b"/>
              <a:pathLst>
                <a:path w="2369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12"/>
                  </a:lnTo>
                  <a:lnTo>
                    <a:pt x="18" y="2009"/>
                  </a:lnTo>
                  <a:lnTo>
                    <a:pt x="21" y="2005"/>
                  </a:lnTo>
                  <a:lnTo>
                    <a:pt x="25" y="2001"/>
                  </a:lnTo>
                  <a:lnTo>
                    <a:pt x="29" y="2001"/>
                  </a:lnTo>
                  <a:lnTo>
                    <a:pt x="32" y="1998"/>
                  </a:lnTo>
                  <a:lnTo>
                    <a:pt x="36" y="1994"/>
                  </a:lnTo>
                  <a:lnTo>
                    <a:pt x="39" y="1994"/>
                  </a:lnTo>
                  <a:lnTo>
                    <a:pt x="43" y="1991"/>
                  </a:lnTo>
                  <a:lnTo>
                    <a:pt x="47" y="1991"/>
                  </a:lnTo>
                  <a:lnTo>
                    <a:pt x="50" y="1987"/>
                  </a:lnTo>
                  <a:lnTo>
                    <a:pt x="54" y="1987"/>
                  </a:lnTo>
                  <a:lnTo>
                    <a:pt x="57" y="1987"/>
                  </a:lnTo>
                  <a:lnTo>
                    <a:pt x="61" y="1987"/>
                  </a:lnTo>
                  <a:lnTo>
                    <a:pt x="65" y="1983"/>
                  </a:lnTo>
                  <a:lnTo>
                    <a:pt x="68" y="1983"/>
                  </a:lnTo>
                  <a:lnTo>
                    <a:pt x="72" y="1983"/>
                  </a:lnTo>
                  <a:lnTo>
                    <a:pt x="75" y="1987"/>
                  </a:lnTo>
                  <a:lnTo>
                    <a:pt x="79" y="1987"/>
                  </a:lnTo>
                  <a:lnTo>
                    <a:pt x="83" y="1987"/>
                  </a:lnTo>
                  <a:lnTo>
                    <a:pt x="86" y="1987"/>
                  </a:lnTo>
                  <a:lnTo>
                    <a:pt x="90" y="1991"/>
                  </a:lnTo>
                  <a:lnTo>
                    <a:pt x="93" y="1991"/>
                  </a:lnTo>
                  <a:lnTo>
                    <a:pt x="97" y="1994"/>
                  </a:lnTo>
                  <a:lnTo>
                    <a:pt x="101" y="1994"/>
                  </a:lnTo>
                  <a:lnTo>
                    <a:pt x="104" y="1998"/>
                  </a:lnTo>
                  <a:lnTo>
                    <a:pt x="108" y="1998"/>
                  </a:lnTo>
                  <a:lnTo>
                    <a:pt x="111" y="2001"/>
                  </a:lnTo>
                  <a:lnTo>
                    <a:pt x="115" y="2005"/>
                  </a:lnTo>
                  <a:lnTo>
                    <a:pt x="119" y="2009"/>
                  </a:lnTo>
                  <a:lnTo>
                    <a:pt x="122" y="2009"/>
                  </a:lnTo>
                  <a:lnTo>
                    <a:pt x="126" y="2012"/>
                  </a:lnTo>
                  <a:lnTo>
                    <a:pt x="129" y="2016"/>
                  </a:lnTo>
                  <a:lnTo>
                    <a:pt x="133" y="2019"/>
                  </a:lnTo>
                  <a:lnTo>
                    <a:pt x="137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4"/>
                  </a:lnTo>
                  <a:lnTo>
                    <a:pt x="155" y="2037"/>
                  </a:lnTo>
                  <a:lnTo>
                    <a:pt x="158" y="2041"/>
                  </a:lnTo>
                  <a:lnTo>
                    <a:pt x="162" y="2045"/>
                  </a:lnTo>
                  <a:lnTo>
                    <a:pt x="165" y="2048"/>
                  </a:lnTo>
                  <a:lnTo>
                    <a:pt x="169" y="2048"/>
                  </a:lnTo>
                  <a:lnTo>
                    <a:pt x="173" y="2052"/>
                  </a:lnTo>
                  <a:lnTo>
                    <a:pt x="176" y="2055"/>
                  </a:lnTo>
                  <a:lnTo>
                    <a:pt x="180" y="2055"/>
                  </a:lnTo>
                  <a:lnTo>
                    <a:pt x="183" y="2059"/>
                  </a:lnTo>
                  <a:lnTo>
                    <a:pt x="187" y="2059"/>
                  </a:lnTo>
                  <a:lnTo>
                    <a:pt x="191" y="2063"/>
                  </a:lnTo>
                  <a:lnTo>
                    <a:pt x="194" y="2063"/>
                  </a:lnTo>
                  <a:lnTo>
                    <a:pt x="198" y="2063"/>
                  </a:lnTo>
                  <a:lnTo>
                    <a:pt x="201" y="2066"/>
                  </a:lnTo>
                  <a:lnTo>
                    <a:pt x="205" y="2066"/>
                  </a:lnTo>
                  <a:lnTo>
                    <a:pt x="209" y="2066"/>
                  </a:lnTo>
                  <a:lnTo>
                    <a:pt x="212" y="2066"/>
                  </a:lnTo>
                  <a:lnTo>
                    <a:pt x="216" y="2066"/>
                  </a:lnTo>
                  <a:lnTo>
                    <a:pt x="219" y="2063"/>
                  </a:lnTo>
                  <a:lnTo>
                    <a:pt x="223" y="2063"/>
                  </a:lnTo>
                  <a:lnTo>
                    <a:pt x="227" y="2063"/>
                  </a:lnTo>
                  <a:lnTo>
                    <a:pt x="230" y="2059"/>
                  </a:lnTo>
                  <a:lnTo>
                    <a:pt x="234" y="2059"/>
                  </a:lnTo>
                  <a:lnTo>
                    <a:pt x="237" y="2055"/>
                  </a:lnTo>
                  <a:lnTo>
                    <a:pt x="241" y="2055"/>
                  </a:lnTo>
                  <a:lnTo>
                    <a:pt x="245" y="2052"/>
                  </a:lnTo>
                  <a:lnTo>
                    <a:pt x="248" y="2048"/>
                  </a:lnTo>
                  <a:lnTo>
                    <a:pt x="252" y="2048"/>
                  </a:lnTo>
                  <a:lnTo>
                    <a:pt x="255" y="2045"/>
                  </a:lnTo>
                  <a:lnTo>
                    <a:pt x="259" y="2041"/>
                  </a:lnTo>
                  <a:lnTo>
                    <a:pt x="263" y="2037"/>
                  </a:lnTo>
                  <a:lnTo>
                    <a:pt x="266" y="2034"/>
                  </a:lnTo>
                  <a:lnTo>
                    <a:pt x="270" y="2030"/>
                  </a:lnTo>
                  <a:lnTo>
                    <a:pt x="273" y="2027"/>
                  </a:lnTo>
                  <a:lnTo>
                    <a:pt x="277" y="2023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8" y="2016"/>
                  </a:lnTo>
                  <a:lnTo>
                    <a:pt x="291" y="2012"/>
                  </a:lnTo>
                  <a:lnTo>
                    <a:pt x="295" y="2009"/>
                  </a:lnTo>
                  <a:lnTo>
                    <a:pt x="299" y="2005"/>
                  </a:lnTo>
                  <a:lnTo>
                    <a:pt x="302" y="2001"/>
                  </a:lnTo>
                  <a:lnTo>
                    <a:pt x="306" y="1998"/>
                  </a:lnTo>
                  <a:lnTo>
                    <a:pt x="309" y="1994"/>
                  </a:lnTo>
                  <a:lnTo>
                    <a:pt x="313" y="1994"/>
                  </a:lnTo>
                  <a:lnTo>
                    <a:pt x="317" y="1991"/>
                  </a:lnTo>
                  <a:lnTo>
                    <a:pt x="320" y="1987"/>
                  </a:lnTo>
                  <a:lnTo>
                    <a:pt x="324" y="1987"/>
                  </a:lnTo>
                  <a:lnTo>
                    <a:pt x="327" y="1983"/>
                  </a:lnTo>
                  <a:lnTo>
                    <a:pt x="331" y="1983"/>
                  </a:lnTo>
                  <a:lnTo>
                    <a:pt x="335" y="1980"/>
                  </a:lnTo>
                  <a:lnTo>
                    <a:pt x="338" y="1980"/>
                  </a:lnTo>
                  <a:lnTo>
                    <a:pt x="342" y="1980"/>
                  </a:lnTo>
                  <a:lnTo>
                    <a:pt x="345" y="1980"/>
                  </a:lnTo>
                  <a:lnTo>
                    <a:pt x="349" y="1980"/>
                  </a:lnTo>
                  <a:lnTo>
                    <a:pt x="353" y="1980"/>
                  </a:lnTo>
                  <a:lnTo>
                    <a:pt x="356" y="1980"/>
                  </a:lnTo>
                  <a:lnTo>
                    <a:pt x="360" y="1980"/>
                  </a:lnTo>
                  <a:lnTo>
                    <a:pt x="363" y="1983"/>
                  </a:lnTo>
                  <a:lnTo>
                    <a:pt x="367" y="1983"/>
                  </a:lnTo>
                  <a:lnTo>
                    <a:pt x="371" y="1987"/>
                  </a:lnTo>
                  <a:lnTo>
                    <a:pt x="374" y="1987"/>
                  </a:lnTo>
                  <a:lnTo>
                    <a:pt x="378" y="1991"/>
                  </a:lnTo>
                  <a:lnTo>
                    <a:pt x="381" y="1991"/>
                  </a:lnTo>
                  <a:lnTo>
                    <a:pt x="385" y="1994"/>
                  </a:lnTo>
                  <a:lnTo>
                    <a:pt x="389" y="1998"/>
                  </a:lnTo>
                  <a:lnTo>
                    <a:pt x="392" y="1998"/>
                  </a:lnTo>
                  <a:lnTo>
                    <a:pt x="396" y="2001"/>
                  </a:lnTo>
                  <a:lnTo>
                    <a:pt x="399" y="2005"/>
                  </a:lnTo>
                  <a:lnTo>
                    <a:pt x="403" y="2009"/>
                  </a:lnTo>
                  <a:lnTo>
                    <a:pt x="407" y="2012"/>
                  </a:lnTo>
                  <a:lnTo>
                    <a:pt x="410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5" y="2030"/>
                  </a:lnTo>
                  <a:lnTo>
                    <a:pt x="428" y="2034"/>
                  </a:lnTo>
                  <a:lnTo>
                    <a:pt x="432" y="2037"/>
                  </a:lnTo>
                  <a:lnTo>
                    <a:pt x="435" y="2041"/>
                  </a:lnTo>
                  <a:lnTo>
                    <a:pt x="439" y="2045"/>
                  </a:lnTo>
                  <a:lnTo>
                    <a:pt x="443" y="2048"/>
                  </a:lnTo>
                  <a:lnTo>
                    <a:pt x="446" y="2052"/>
                  </a:lnTo>
                  <a:lnTo>
                    <a:pt x="450" y="2055"/>
                  </a:lnTo>
                  <a:lnTo>
                    <a:pt x="453" y="2059"/>
                  </a:lnTo>
                  <a:lnTo>
                    <a:pt x="457" y="2063"/>
                  </a:lnTo>
                  <a:lnTo>
                    <a:pt x="461" y="2063"/>
                  </a:lnTo>
                  <a:lnTo>
                    <a:pt x="464" y="2066"/>
                  </a:lnTo>
                  <a:lnTo>
                    <a:pt x="468" y="2066"/>
                  </a:lnTo>
                  <a:lnTo>
                    <a:pt x="471" y="2070"/>
                  </a:lnTo>
                  <a:lnTo>
                    <a:pt x="475" y="2070"/>
                  </a:lnTo>
                  <a:lnTo>
                    <a:pt x="479" y="2070"/>
                  </a:lnTo>
                  <a:lnTo>
                    <a:pt x="482" y="2070"/>
                  </a:lnTo>
                  <a:lnTo>
                    <a:pt x="486" y="2070"/>
                  </a:lnTo>
                  <a:lnTo>
                    <a:pt x="489" y="2073"/>
                  </a:lnTo>
                  <a:lnTo>
                    <a:pt x="493" y="2070"/>
                  </a:lnTo>
                  <a:lnTo>
                    <a:pt x="497" y="2070"/>
                  </a:lnTo>
                  <a:lnTo>
                    <a:pt x="500" y="2070"/>
                  </a:lnTo>
                  <a:lnTo>
                    <a:pt x="504" y="2070"/>
                  </a:lnTo>
                  <a:lnTo>
                    <a:pt x="507" y="2066"/>
                  </a:lnTo>
                  <a:lnTo>
                    <a:pt x="511" y="2066"/>
                  </a:lnTo>
                  <a:lnTo>
                    <a:pt x="515" y="2063"/>
                  </a:lnTo>
                  <a:lnTo>
                    <a:pt x="518" y="2059"/>
                  </a:lnTo>
                  <a:lnTo>
                    <a:pt x="522" y="2059"/>
                  </a:lnTo>
                  <a:lnTo>
                    <a:pt x="525" y="2055"/>
                  </a:lnTo>
                  <a:lnTo>
                    <a:pt x="529" y="2052"/>
                  </a:lnTo>
                  <a:lnTo>
                    <a:pt x="533" y="2048"/>
                  </a:lnTo>
                  <a:lnTo>
                    <a:pt x="536" y="2045"/>
                  </a:lnTo>
                  <a:lnTo>
                    <a:pt x="540" y="2041"/>
                  </a:lnTo>
                  <a:lnTo>
                    <a:pt x="543" y="2037"/>
                  </a:lnTo>
                  <a:lnTo>
                    <a:pt x="547" y="2034"/>
                  </a:lnTo>
                  <a:lnTo>
                    <a:pt x="551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5" y="2016"/>
                  </a:lnTo>
                  <a:lnTo>
                    <a:pt x="569" y="2012"/>
                  </a:lnTo>
                  <a:lnTo>
                    <a:pt x="572" y="2009"/>
                  </a:lnTo>
                  <a:lnTo>
                    <a:pt x="576" y="2005"/>
                  </a:lnTo>
                  <a:lnTo>
                    <a:pt x="579" y="2001"/>
                  </a:lnTo>
                  <a:lnTo>
                    <a:pt x="583" y="1998"/>
                  </a:lnTo>
                  <a:lnTo>
                    <a:pt x="587" y="1994"/>
                  </a:lnTo>
                  <a:lnTo>
                    <a:pt x="590" y="1991"/>
                  </a:lnTo>
                  <a:lnTo>
                    <a:pt x="594" y="1987"/>
                  </a:lnTo>
                  <a:lnTo>
                    <a:pt x="597" y="1983"/>
                  </a:lnTo>
                  <a:lnTo>
                    <a:pt x="601" y="1980"/>
                  </a:lnTo>
                  <a:lnTo>
                    <a:pt x="605" y="1980"/>
                  </a:lnTo>
                  <a:lnTo>
                    <a:pt x="608" y="1976"/>
                  </a:lnTo>
                  <a:lnTo>
                    <a:pt x="612" y="1976"/>
                  </a:lnTo>
                  <a:lnTo>
                    <a:pt x="615" y="1973"/>
                  </a:lnTo>
                  <a:lnTo>
                    <a:pt x="619" y="1973"/>
                  </a:lnTo>
                  <a:lnTo>
                    <a:pt x="623" y="1973"/>
                  </a:lnTo>
                  <a:lnTo>
                    <a:pt x="626" y="1973"/>
                  </a:lnTo>
                  <a:lnTo>
                    <a:pt x="630" y="1973"/>
                  </a:lnTo>
                  <a:lnTo>
                    <a:pt x="633" y="1973"/>
                  </a:lnTo>
                  <a:lnTo>
                    <a:pt x="637" y="1973"/>
                  </a:lnTo>
                  <a:lnTo>
                    <a:pt x="641" y="1976"/>
                  </a:lnTo>
                  <a:lnTo>
                    <a:pt x="644" y="1976"/>
                  </a:lnTo>
                  <a:lnTo>
                    <a:pt x="648" y="1980"/>
                  </a:lnTo>
                  <a:lnTo>
                    <a:pt x="651" y="1980"/>
                  </a:lnTo>
                  <a:lnTo>
                    <a:pt x="655" y="1983"/>
                  </a:lnTo>
                  <a:lnTo>
                    <a:pt x="659" y="1983"/>
                  </a:lnTo>
                  <a:lnTo>
                    <a:pt x="662" y="1987"/>
                  </a:lnTo>
                  <a:lnTo>
                    <a:pt x="666" y="1991"/>
                  </a:lnTo>
                  <a:lnTo>
                    <a:pt x="669" y="1994"/>
                  </a:lnTo>
                  <a:lnTo>
                    <a:pt x="673" y="1998"/>
                  </a:lnTo>
                  <a:lnTo>
                    <a:pt x="677" y="2001"/>
                  </a:lnTo>
                  <a:lnTo>
                    <a:pt x="680" y="2005"/>
                  </a:lnTo>
                  <a:lnTo>
                    <a:pt x="684" y="2009"/>
                  </a:lnTo>
                  <a:lnTo>
                    <a:pt x="687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5" y="2034"/>
                  </a:lnTo>
                  <a:lnTo>
                    <a:pt x="709" y="2037"/>
                  </a:lnTo>
                  <a:lnTo>
                    <a:pt x="713" y="2041"/>
                  </a:lnTo>
                  <a:lnTo>
                    <a:pt x="716" y="2045"/>
                  </a:lnTo>
                  <a:lnTo>
                    <a:pt x="716" y="2048"/>
                  </a:lnTo>
                  <a:lnTo>
                    <a:pt x="720" y="2052"/>
                  </a:lnTo>
                  <a:lnTo>
                    <a:pt x="723" y="2055"/>
                  </a:lnTo>
                  <a:lnTo>
                    <a:pt x="727" y="2059"/>
                  </a:lnTo>
                  <a:lnTo>
                    <a:pt x="731" y="2063"/>
                  </a:lnTo>
                  <a:lnTo>
                    <a:pt x="734" y="2066"/>
                  </a:lnTo>
                  <a:lnTo>
                    <a:pt x="738" y="2070"/>
                  </a:lnTo>
                  <a:lnTo>
                    <a:pt x="741" y="2070"/>
                  </a:lnTo>
                  <a:lnTo>
                    <a:pt x="745" y="2073"/>
                  </a:lnTo>
                  <a:lnTo>
                    <a:pt x="749" y="2077"/>
                  </a:lnTo>
                  <a:lnTo>
                    <a:pt x="752" y="2077"/>
                  </a:lnTo>
                  <a:lnTo>
                    <a:pt x="756" y="2077"/>
                  </a:lnTo>
                  <a:lnTo>
                    <a:pt x="759" y="2081"/>
                  </a:lnTo>
                  <a:lnTo>
                    <a:pt x="763" y="2081"/>
                  </a:lnTo>
                  <a:lnTo>
                    <a:pt x="767" y="2081"/>
                  </a:lnTo>
                  <a:lnTo>
                    <a:pt x="770" y="2081"/>
                  </a:lnTo>
                  <a:lnTo>
                    <a:pt x="774" y="2081"/>
                  </a:lnTo>
                  <a:lnTo>
                    <a:pt x="777" y="2077"/>
                  </a:lnTo>
                  <a:lnTo>
                    <a:pt x="781" y="2077"/>
                  </a:lnTo>
                  <a:lnTo>
                    <a:pt x="785" y="2073"/>
                  </a:lnTo>
                  <a:lnTo>
                    <a:pt x="788" y="2073"/>
                  </a:lnTo>
                  <a:lnTo>
                    <a:pt x="792" y="2070"/>
                  </a:lnTo>
                  <a:lnTo>
                    <a:pt x="795" y="2066"/>
                  </a:lnTo>
                  <a:lnTo>
                    <a:pt x="799" y="2066"/>
                  </a:lnTo>
                  <a:lnTo>
                    <a:pt x="803" y="2063"/>
                  </a:lnTo>
                  <a:lnTo>
                    <a:pt x="806" y="2059"/>
                  </a:lnTo>
                  <a:lnTo>
                    <a:pt x="810" y="2055"/>
                  </a:lnTo>
                  <a:lnTo>
                    <a:pt x="813" y="2052"/>
                  </a:lnTo>
                  <a:lnTo>
                    <a:pt x="817" y="2048"/>
                  </a:lnTo>
                  <a:lnTo>
                    <a:pt x="821" y="2045"/>
                  </a:lnTo>
                  <a:lnTo>
                    <a:pt x="824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9" y="2023"/>
                  </a:lnTo>
                  <a:lnTo>
                    <a:pt x="839" y="2019"/>
                  </a:lnTo>
                  <a:lnTo>
                    <a:pt x="842" y="2016"/>
                  </a:lnTo>
                  <a:lnTo>
                    <a:pt x="846" y="2012"/>
                  </a:lnTo>
                  <a:lnTo>
                    <a:pt x="849" y="2009"/>
                  </a:lnTo>
                  <a:lnTo>
                    <a:pt x="853" y="2005"/>
                  </a:lnTo>
                  <a:lnTo>
                    <a:pt x="853" y="2001"/>
                  </a:lnTo>
                  <a:lnTo>
                    <a:pt x="857" y="1998"/>
                  </a:lnTo>
                  <a:lnTo>
                    <a:pt x="860" y="1994"/>
                  </a:lnTo>
                  <a:lnTo>
                    <a:pt x="864" y="1991"/>
                  </a:lnTo>
                  <a:lnTo>
                    <a:pt x="867" y="1987"/>
                  </a:lnTo>
                  <a:lnTo>
                    <a:pt x="871" y="1983"/>
                  </a:lnTo>
                  <a:lnTo>
                    <a:pt x="875" y="1980"/>
                  </a:lnTo>
                  <a:lnTo>
                    <a:pt x="878" y="1976"/>
                  </a:lnTo>
                  <a:lnTo>
                    <a:pt x="882" y="1973"/>
                  </a:lnTo>
                  <a:lnTo>
                    <a:pt x="885" y="1969"/>
                  </a:lnTo>
                  <a:lnTo>
                    <a:pt x="889" y="1965"/>
                  </a:lnTo>
                  <a:lnTo>
                    <a:pt x="893" y="1965"/>
                  </a:lnTo>
                  <a:lnTo>
                    <a:pt x="896" y="1965"/>
                  </a:lnTo>
                  <a:lnTo>
                    <a:pt x="900" y="1962"/>
                  </a:lnTo>
                  <a:lnTo>
                    <a:pt x="903" y="1962"/>
                  </a:lnTo>
                  <a:lnTo>
                    <a:pt x="907" y="1962"/>
                  </a:lnTo>
                  <a:lnTo>
                    <a:pt x="911" y="1962"/>
                  </a:lnTo>
                  <a:lnTo>
                    <a:pt x="914" y="1965"/>
                  </a:lnTo>
                  <a:lnTo>
                    <a:pt x="918" y="1965"/>
                  </a:lnTo>
                  <a:lnTo>
                    <a:pt x="921" y="1965"/>
                  </a:lnTo>
                  <a:lnTo>
                    <a:pt x="925" y="1969"/>
                  </a:lnTo>
                  <a:lnTo>
                    <a:pt x="929" y="1969"/>
                  </a:lnTo>
                  <a:lnTo>
                    <a:pt x="932" y="1973"/>
                  </a:lnTo>
                  <a:lnTo>
                    <a:pt x="936" y="1976"/>
                  </a:lnTo>
                  <a:lnTo>
                    <a:pt x="939" y="1980"/>
                  </a:lnTo>
                  <a:lnTo>
                    <a:pt x="943" y="1983"/>
                  </a:lnTo>
                  <a:lnTo>
                    <a:pt x="947" y="1987"/>
                  </a:lnTo>
                  <a:lnTo>
                    <a:pt x="950" y="1991"/>
                  </a:lnTo>
                  <a:lnTo>
                    <a:pt x="954" y="1994"/>
                  </a:lnTo>
                  <a:lnTo>
                    <a:pt x="957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9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6" y="2037"/>
                  </a:lnTo>
                  <a:lnTo>
                    <a:pt x="990" y="2041"/>
                  </a:lnTo>
                  <a:lnTo>
                    <a:pt x="990" y="2045"/>
                  </a:lnTo>
                  <a:lnTo>
                    <a:pt x="993" y="2048"/>
                  </a:lnTo>
                  <a:lnTo>
                    <a:pt x="997" y="2052"/>
                  </a:lnTo>
                  <a:lnTo>
                    <a:pt x="997" y="2055"/>
                  </a:lnTo>
                  <a:lnTo>
                    <a:pt x="1001" y="2059"/>
                  </a:lnTo>
                  <a:lnTo>
                    <a:pt x="1004" y="2063"/>
                  </a:lnTo>
                  <a:lnTo>
                    <a:pt x="1008" y="2066"/>
                  </a:lnTo>
                  <a:lnTo>
                    <a:pt x="1011" y="2070"/>
                  </a:lnTo>
                  <a:lnTo>
                    <a:pt x="1015" y="2073"/>
                  </a:lnTo>
                  <a:lnTo>
                    <a:pt x="1019" y="2077"/>
                  </a:lnTo>
                  <a:lnTo>
                    <a:pt x="1022" y="2081"/>
                  </a:lnTo>
                  <a:lnTo>
                    <a:pt x="1026" y="2084"/>
                  </a:lnTo>
                  <a:lnTo>
                    <a:pt x="1029" y="2088"/>
                  </a:lnTo>
                  <a:lnTo>
                    <a:pt x="1033" y="2088"/>
                  </a:lnTo>
                  <a:lnTo>
                    <a:pt x="1037" y="2091"/>
                  </a:lnTo>
                  <a:lnTo>
                    <a:pt x="1040" y="2091"/>
                  </a:lnTo>
                  <a:lnTo>
                    <a:pt x="1044" y="2091"/>
                  </a:lnTo>
                  <a:lnTo>
                    <a:pt x="1047" y="2091"/>
                  </a:lnTo>
                  <a:lnTo>
                    <a:pt x="1051" y="2091"/>
                  </a:lnTo>
                  <a:lnTo>
                    <a:pt x="1055" y="2091"/>
                  </a:lnTo>
                  <a:lnTo>
                    <a:pt x="1058" y="2088"/>
                  </a:lnTo>
                  <a:lnTo>
                    <a:pt x="1062" y="2088"/>
                  </a:lnTo>
                  <a:lnTo>
                    <a:pt x="1065" y="2084"/>
                  </a:lnTo>
                  <a:lnTo>
                    <a:pt x="1069" y="2081"/>
                  </a:lnTo>
                  <a:lnTo>
                    <a:pt x="1073" y="2081"/>
                  </a:lnTo>
                  <a:lnTo>
                    <a:pt x="1076" y="2077"/>
                  </a:lnTo>
                  <a:lnTo>
                    <a:pt x="1080" y="2073"/>
                  </a:lnTo>
                  <a:lnTo>
                    <a:pt x="1083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30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7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5" y="1980"/>
                  </a:lnTo>
                  <a:lnTo>
                    <a:pt x="1148" y="1976"/>
                  </a:lnTo>
                  <a:lnTo>
                    <a:pt x="1148" y="1973"/>
                  </a:lnTo>
                  <a:lnTo>
                    <a:pt x="1152" y="1969"/>
                  </a:lnTo>
                  <a:lnTo>
                    <a:pt x="1155" y="1965"/>
                  </a:lnTo>
                  <a:lnTo>
                    <a:pt x="1159" y="1962"/>
                  </a:lnTo>
                  <a:lnTo>
                    <a:pt x="1163" y="1958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51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47"/>
                  </a:lnTo>
                  <a:lnTo>
                    <a:pt x="1195" y="1951"/>
                  </a:lnTo>
                  <a:lnTo>
                    <a:pt x="1199" y="1951"/>
                  </a:lnTo>
                  <a:lnTo>
                    <a:pt x="1202" y="1955"/>
                  </a:lnTo>
                  <a:lnTo>
                    <a:pt x="1206" y="1955"/>
                  </a:lnTo>
                  <a:lnTo>
                    <a:pt x="1209" y="1958"/>
                  </a:lnTo>
                  <a:lnTo>
                    <a:pt x="1213" y="1962"/>
                  </a:lnTo>
                  <a:lnTo>
                    <a:pt x="1217" y="1965"/>
                  </a:lnTo>
                  <a:lnTo>
                    <a:pt x="1220" y="1969"/>
                  </a:lnTo>
                  <a:lnTo>
                    <a:pt x="1224" y="1973"/>
                  </a:lnTo>
                  <a:lnTo>
                    <a:pt x="1227" y="1976"/>
                  </a:lnTo>
                  <a:lnTo>
                    <a:pt x="1227" y="1980"/>
                  </a:lnTo>
                  <a:lnTo>
                    <a:pt x="1231" y="1983"/>
                  </a:lnTo>
                  <a:lnTo>
                    <a:pt x="1235" y="1987"/>
                  </a:lnTo>
                  <a:lnTo>
                    <a:pt x="1235" y="1991"/>
                  </a:lnTo>
                  <a:lnTo>
                    <a:pt x="1238" y="1994"/>
                  </a:lnTo>
                  <a:lnTo>
                    <a:pt x="1242" y="1998"/>
                  </a:lnTo>
                  <a:lnTo>
                    <a:pt x="1242" y="2001"/>
                  </a:lnTo>
                  <a:lnTo>
                    <a:pt x="1245" y="2005"/>
                  </a:lnTo>
                  <a:lnTo>
                    <a:pt x="1245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78" y="2066"/>
                  </a:lnTo>
                  <a:lnTo>
                    <a:pt x="1281" y="2070"/>
                  </a:lnTo>
                  <a:lnTo>
                    <a:pt x="1285" y="2073"/>
                  </a:lnTo>
                  <a:lnTo>
                    <a:pt x="1285" y="2077"/>
                  </a:lnTo>
                  <a:lnTo>
                    <a:pt x="1289" y="2081"/>
                  </a:lnTo>
                  <a:lnTo>
                    <a:pt x="1292" y="2084"/>
                  </a:lnTo>
                  <a:lnTo>
                    <a:pt x="1292" y="2088"/>
                  </a:lnTo>
                  <a:lnTo>
                    <a:pt x="1296" y="2091"/>
                  </a:lnTo>
                  <a:lnTo>
                    <a:pt x="1299" y="2095"/>
                  </a:lnTo>
                  <a:lnTo>
                    <a:pt x="1303" y="2099"/>
                  </a:lnTo>
                  <a:lnTo>
                    <a:pt x="1307" y="2102"/>
                  </a:lnTo>
                  <a:lnTo>
                    <a:pt x="1310" y="2106"/>
                  </a:lnTo>
                  <a:lnTo>
                    <a:pt x="1314" y="2106"/>
                  </a:lnTo>
                  <a:lnTo>
                    <a:pt x="1317" y="2109"/>
                  </a:lnTo>
                  <a:lnTo>
                    <a:pt x="1321" y="2109"/>
                  </a:lnTo>
                  <a:lnTo>
                    <a:pt x="1325" y="2109"/>
                  </a:lnTo>
                  <a:lnTo>
                    <a:pt x="1328" y="2109"/>
                  </a:lnTo>
                  <a:lnTo>
                    <a:pt x="1332" y="2109"/>
                  </a:lnTo>
                  <a:lnTo>
                    <a:pt x="1335" y="2106"/>
                  </a:lnTo>
                  <a:lnTo>
                    <a:pt x="1339" y="2106"/>
                  </a:lnTo>
                  <a:lnTo>
                    <a:pt x="1343" y="2102"/>
                  </a:lnTo>
                  <a:lnTo>
                    <a:pt x="1346" y="2099"/>
                  </a:lnTo>
                  <a:lnTo>
                    <a:pt x="1350" y="2095"/>
                  </a:lnTo>
                  <a:lnTo>
                    <a:pt x="1353" y="2091"/>
                  </a:lnTo>
                  <a:lnTo>
                    <a:pt x="1357" y="2088"/>
                  </a:lnTo>
                  <a:lnTo>
                    <a:pt x="1361" y="2084"/>
                  </a:lnTo>
                  <a:lnTo>
                    <a:pt x="1364" y="2081"/>
                  </a:lnTo>
                  <a:lnTo>
                    <a:pt x="1364" y="2077"/>
                  </a:lnTo>
                  <a:lnTo>
                    <a:pt x="1368" y="2073"/>
                  </a:lnTo>
                  <a:lnTo>
                    <a:pt x="1371" y="2070"/>
                  </a:lnTo>
                  <a:lnTo>
                    <a:pt x="1371" y="2066"/>
                  </a:lnTo>
                  <a:lnTo>
                    <a:pt x="1375" y="2063"/>
                  </a:lnTo>
                  <a:lnTo>
                    <a:pt x="1375" y="2059"/>
                  </a:lnTo>
                  <a:lnTo>
                    <a:pt x="1379" y="2055"/>
                  </a:lnTo>
                  <a:lnTo>
                    <a:pt x="1379" y="2052"/>
                  </a:lnTo>
                  <a:lnTo>
                    <a:pt x="1382" y="2048"/>
                  </a:lnTo>
                  <a:lnTo>
                    <a:pt x="1382" y="2045"/>
                  </a:lnTo>
                  <a:lnTo>
                    <a:pt x="1386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4" y="2001"/>
                  </a:lnTo>
                  <a:lnTo>
                    <a:pt x="1407" y="1998"/>
                  </a:lnTo>
                  <a:lnTo>
                    <a:pt x="1407" y="1994"/>
                  </a:lnTo>
                  <a:lnTo>
                    <a:pt x="1411" y="1991"/>
                  </a:lnTo>
                  <a:lnTo>
                    <a:pt x="1411" y="1987"/>
                  </a:lnTo>
                  <a:lnTo>
                    <a:pt x="1415" y="1983"/>
                  </a:lnTo>
                  <a:lnTo>
                    <a:pt x="1415" y="1980"/>
                  </a:lnTo>
                  <a:lnTo>
                    <a:pt x="1418" y="1976"/>
                  </a:lnTo>
                  <a:lnTo>
                    <a:pt x="1418" y="1973"/>
                  </a:lnTo>
                  <a:lnTo>
                    <a:pt x="1422" y="1969"/>
                  </a:lnTo>
                  <a:lnTo>
                    <a:pt x="1422" y="1965"/>
                  </a:lnTo>
                  <a:lnTo>
                    <a:pt x="1425" y="1962"/>
                  </a:lnTo>
                  <a:lnTo>
                    <a:pt x="1429" y="1958"/>
                  </a:lnTo>
                  <a:lnTo>
                    <a:pt x="1429" y="1955"/>
                  </a:lnTo>
                  <a:lnTo>
                    <a:pt x="1433" y="1951"/>
                  </a:lnTo>
                  <a:lnTo>
                    <a:pt x="1436" y="1947"/>
                  </a:lnTo>
                  <a:lnTo>
                    <a:pt x="1440" y="1944"/>
                  </a:lnTo>
                  <a:lnTo>
                    <a:pt x="1440" y="1940"/>
                  </a:lnTo>
                  <a:lnTo>
                    <a:pt x="1443" y="1937"/>
                  </a:lnTo>
                  <a:lnTo>
                    <a:pt x="1447" y="1933"/>
                  </a:lnTo>
                  <a:lnTo>
                    <a:pt x="1451" y="1929"/>
                  </a:lnTo>
                  <a:lnTo>
                    <a:pt x="1454" y="1926"/>
                  </a:lnTo>
                  <a:lnTo>
                    <a:pt x="1458" y="1926"/>
                  </a:lnTo>
                  <a:lnTo>
                    <a:pt x="1461" y="1926"/>
                  </a:lnTo>
                  <a:lnTo>
                    <a:pt x="1465" y="1926"/>
                  </a:lnTo>
                  <a:lnTo>
                    <a:pt x="1469" y="1926"/>
                  </a:lnTo>
                  <a:lnTo>
                    <a:pt x="1472" y="1926"/>
                  </a:lnTo>
                  <a:lnTo>
                    <a:pt x="1476" y="1929"/>
                  </a:lnTo>
                  <a:lnTo>
                    <a:pt x="1479" y="1929"/>
                  </a:lnTo>
                  <a:lnTo>
                    <a:pt x="1483" y="1933"/>
                  </a:lnTo>
                  <a:lnTo>
                    <a:pt x="1487" y="1937"/>
                  </a:lnTo>
                  <a:lnTo>
                    <a:pt x="1490" y="1940"/>
                  </a:lnTo>
                  <a:lnTo>
                    <a:pt x="1494" y="1944"/>
                  </a:lnTo>
                  <a:lnTo>
                    <a:pt x="1497" y="1947"/>
                  </a:lnTo>
                  <a:lnTo>
                    <a:pt x="1497" y="1951"/>
                  </a:lnTo>
                  <a:lnTo>
                    <a:pt x="1501" y="1955"/>
                  </a:lnTo>
                  <a:lnTo>
                    <a:pt x="1501" y="1958"/>
                  </a:lnTo>
                  <a:lnTo>
                    <a:pt x="1505" y="1962"/>
                  </a:lnTo>
                  <a:lnTo>
                    <a:pt x="1508" y="1965"/>
                  </a:lnTo>
                  <a:lnTo>
                    <a:pt x="1508" y="1969"/>
                  </a:lnTo>
                  <a:lnTo>
                    <a:pt x="1512" y="1973"/>
                  </a:lnTo>
                  <a:lnTo>
                    <a:pt x="1512" y="1976"/>
                  </a:lnTo>
                  <a:lnTo>
                    <a:pt x="1512" y="1980"/>
                  </a:lnTo>
                  <a:lnTo>
                    <a:pt x="1515" y="1983"/>
                  </a:lnTo>
                  <a:lnTo>
                    <a:pt x="1519" y="1987"/>
                  </a:lnTo>
                  <a:lnTo>
                    <a:pt x="1519" y="1991"/>
                  </a:lnTo>
                  <a:lnTo>
                    <a:pt x="1519" y="1994"/>
                  </a:lnTo>
                  <a:lnTo>
                    <a:pt x="1523" y="1998"/>
                  </a:lnTo>
                  <a:lnTo>
                    <a:pt x="1523" y="2001"/>
                  </a:lnTo>
                  <a:lnTo>
                    <a:pt x="1526" y="2005"/>
                  </a:lnTo>
                  <a:lnTo>
                    <a:pt x="1526" y="2009"/>
                  </a:lnTo>
                  <a:lnTo>
                    <a:pt x="1530" y="2012"/>
                  </a:lnTo>
                  <a:lnTo>
                    <a:pt x="1530" y="2016"/>
                  </a:lnTo>
                  <a:lnTo>
                    <a:pt x="1533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37" y="2037"/>
                  </a:lnTo>
                  <a:lnTo>
                    <a:pt x="1541" y="2041"/>
                  </a:lnTo>
                  <a:lnTo>
                    <a:pt x="1541" y="2045"/>
                  </a:lnTo>
                  <a:lnTo>
                    <a:pt x="1544" y="2048"/>
                  </a:lnTo>
                  <a:lnTo>
                    <a:pt x="1544" y="2052"/>
                  </a:lnTo>
                  <a:lnTo>
                    <a:pt x="1544" y="2055"/>
                  </a:lnTo>
                  <a:lnTo>
                    <a:pt x="1548" y="2059"/>
                  </a:lnTo>
                  <a:lnTo>
                    <a:pt x="1551" y="2063"/>
                  </a:lnTo>
                  <a:lnTo>
                    <a:pt x="1551" y="2066"/>
                  </a:lnTo>
                  <a:lnTo>
                    <a:pt x="1551" y="2070"/>
                  </a:lnTo>
                  <a:lnTo>
                    <a:pt x="1555" y="2073"/>
                  </a:lnTo>
                  <a:lnTo>
                    <a:pt x="1555" y="2077"/>
                  </a:lnTo>
                  <a:lnTo>
                    <a:pt x="1555" y="2081"/>
                  </a:lnTo>
                  <a:lnTo>
                    <a:pt x="1559" y="2084"/>
                  </a:lnTo>
                  <a:lnTo>
                    <a:pt x="1562" y="2088"/>
                  </a:lnTo>
                  <a:lnTo>
                    <a:pt x="1562" y="2091"/>
                  </a:lnTo>
                  <a:lnTo>
                    <a:pt x="1562" y="2095"/>
                  </a:lnTo>
                  <a:lnTo>
                    <a:pt x="1566" y="2099"/>
                  </a:lnTo>
                  <a:lnTo>
                    <a:pt x="1569" y="2102"/>
                  </a:lnTo>
                  <a:lnTo>
                    <a:pt x="1569" y="2106"/>
                  </a:lnTo>
                  <a:lnTo>
                    <a:pt x="1573" y="2109"/>
                  </a:lnTo>
                  <a:lnTo>
                    <a:pt x="1573" y="2113"/>
                  </a:lnTo>
                  <a:lnTo>
                    <a:pt x="1577" y="2117"/>
                  </a:lnTo>
                  <a:lnTo>
                    <a:pt x="1580" y="2120"/>
                  </a:lnTo>
                  <a:lnTo>
                    <a:pt x="1580" y="2124"/>
                  </a:lnTo>
                  <a:lnTo>
                    <a:pt x="1584" y="2127"/>
                  </a:lnTo>
                  <a:lnTo>
                    <a:pt x="1587" y="2131"/>
                  </a:lnTo>
                  <a:lnTo>
                    <a:pt x="1591" y="2135"/>
                  </a:lnTo>
                  <a:lnTo>
                    <a:pt x="1595" y="2138"/>
                  </a:lnTo>
                  <a:lnTo>
                    <a:pt x="1598" y="2142"/>
                  </a:lnTo>
                  <a:lnTo>
                    <a:pt x="1602" y="2142"/>
                  </a:lnTo>
                  <a:lnTo>
                    <a:pt x="1605" y="2142"/>
                  </a:lnTo>
                  <a:lnTo>
                    <a:pt x="1609" y="2142"/>
                  </a:lnTo>
                  <a:lnTo>
                    <a:pt x="1613" y="2138"/>
                  </a:lnTo>
                  <a:lnTo>
                    <a:pt x="1616" y="2138"/>
                  </a:lnTo>
                  <a:lnTo>
                    <a:pt x="1620" y="2135"/>
                  </a:lnTo>
                  <a:lnTo>
                    <a:pt x="1623" y="2131"/>
                  </a:lnTo>
                  <a:lnTo>
                    <a:pt x="1627" y="2127"/>
                  </a:lnTo>
                  <a:lnTo>
                    <a:pt x="1631" y="2124"/>
                  </a:lnTo>
                  <a:lnTo>
                    <a:pt x="1631" y="2120"/>
                  </a:lnTo>
                  <a:lnTo>
                    <a:pt x="1634" y="2117"/>
                  </a:lnTo>
                  <a:lnTo>
                    <a:pt x="1638" y="2113"/>
                  </a:lnTo>
                  <a:lnTo>
                    <a:pt x="1638" y="2109"/>
                  </a:lnTo>
                  <a:lnTo>
                    <a:pt x="1641" y="2106"/>
                  </a:lnTo>
                  <a:lnTo>
                    <a:pt x="1641" y="2102"/>
                  </a:lnTo>
                  <a:lnTo>
                    <a:pt x="1641" y="2099"/>
                  </a:lnTo>
                  <a:lnTo>
                    <a:pt x="1645" y="2095"/>
                  </a:lnTo>
                  <a:lnTo>
                    <a:pt x="1649" y="2091"/>
                  </a:lnTo>
                  <a:lnTo>
                    <a:pt x="1649" y="2088"/>
                  </a:lnTo>
                  <a:lnTo>
                    <a:pt x="1649" y="2084"/>
                  </a:lnTo>
                  <a:lnTo>
                    <a:pt x="1652" y="2081"/>
                  </a:lnTo>
                  <a:lnTo>
                    <a:pt x="1652" y="2077"/>
                  </a:lnTo>
                  <a:lnTo>
                    <a:pt x="1656" y="2073"/>
                  </a:lnTo>
                  <a:lnTo>
                    <a:pt x="1656" y="2070"/>
                  </a:lnTo>
                  <a:lnTo>
                    <a:pt x="1656" y="2066"/>
                  </a:lnTo>
                  <a:lnTo>
                    <a:pt x="1659" y="2063"/>
                  </a:lnTo>
                  <a:lnTo>
                    <a:pt x="1659" y="2059"/>
                  </a:lnTo>
                  <a:lnTo>
                    <a:pt x="1663" y="2055"/>
                  </a:lnTo>
                  <a:lnTo>
                    <a:pt x="1663" y="2052"/>
                  </a:lnTo>
                  <a:lnTo>
                    <a:pt x="1663" y="2048"/>
                  </a:lnTo>
                  <a:lnTo>
                    <a:pt x="1667" y="2045"/>
                  </a:lnTo>
                  <a:lnTo>
                    <a:pt x="1667" y="2041"/>
                  </a:lnTo>
                  <a:lnTo>
                    <a:pt x="1667" y="2037"/>
                  </a:lnTo>
                  <a:lnTo>
                    <a:pt x="1670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4" y="2016"/>
                  </a:lnTo>
                  <a:lnTo>
                    <a:pt x="1677" y="2012"/>
                  </a:lnTo>
                  <a:lnTo>
                    <a:pt x="1677" y="2009"/>
                  </a:lnTo>
                  <a:lnTo>
                    <a:pt x="1681" y="2005"/>
                  </a:lnTo>
                  <a:lnTo>
                    <a:pt x="1681" y="1998"/>
                  </a:lnTo>
                  <a:lnTo>
                    <a:pt x="1681" y="1994"/>
                  </a:lnTo>
                  <a:lnTo>
                    <a:pt x="1685" y="1991"/>
                  </a:lnTo>
                  <a:lnTo>
                    <a:pt x="1685" y="1987"/>
                  </a:lnTo>
                  <a:lnTo>
                    <a:pt x="1685" y="1983"/>
                  </a:lnTo>
                  <a:lnTo>
                    <a:pt x="1688" y="1980"/>
                  </a:lnTo>
                  <a:lnTo>
                    <a:pt x="1688" y="1976"/>
                  </a:lnTo>
                  <a:lnTo>
                    <a:pt x="1692" y="1973"/>
                  </a:lnTo>
                  <a:lnTo>
                    <a:pt x="1692" y="1969"/>
                  </a:lnTo>
                  <a:lnTo>
                    <a:pt x="1692" y="1965"/>
                  </a:lnTo>
                  <a:lnTo>
                    <a:pt x="1695" y="1958"/>
                  </a:lnTo>
                  <a:lnTo>
                    <a:pt x="1695" y="1955"/>
                  </a:lnTo>
                  <a:lnTo>
                    <a:pt x="1699" y="1951"/>
                  </a:lnTo>
                  <a:lnTo>
                    <a:pt x="1699" y="1947"/>
                  </a:lnTo>
                  <a:lnTo>
                    <a:pt x="1699" y="1944"/>
                  </a:lnTo>
                  <a:lnTo>
                    <a:pt x="1703" y="1940"/>
                  </a:lnTo>
                  <a:lnTo>
                    <a:pt x="1703" y="1937"/>
                  </a:lnTo>
                  <a:lnTo>
                    <a:pt x="1706" y="1933"/>
                  </a:lnTo>
                  <a:lnTo>
                    <a:pt x="1706" y="1929"/>
                  </a:lnTo>
                  <a:lnTo>
                    <a:pt x="1710" y="1926"/>
                  </a:lnTo>
                  <a:lnTo>
                    <a:pt x="1710" y="1922"/>
                  </a:lnTo>
                  <a:lnTo>
                    <a:pt x="1710" y="1919"/>
                  </a:lnTo>
                  <a:lnTo>
                    <a:pt x="1713" y="1915"/>
                  </a:lnTo>
                  <a:lnTo>
                    <a:pt x="1717" y="1911"/>
                  </a:lnTo>
                  <a:lnTo>
                    <a:pt x="1717" y="1908"/>
                  </a:lnTo>
                  <a:lnTo>
                    <a:pt x="1721" y="1904"/>
                  </a:lnTo>
                  <a:lnTo>
                    <a:pt x="1721" y="1901"/>
                  </a:lnTo>
                  <a:lnTo>
                    <a:pt x="1724" y="1897"/>
                  </a:lnTo>
                  <a:lnTo>
                    <a:pt x="1728" y="1893"/>
                  </a:lnTo>
                  <a:lnTo>
                    <a:pt x="1728" y="1890"/>
                  </a:lnTo>
                  <a:lnTo>
                    <a:pt x="1731" y="1886"/>
                  </a:lnTo>
                  <a:lnTo>
                    <a:pt x="1735" y="1883"/>
                  </a:lnTo>
                  <a:lnTo>
                    <a:pt x="1739" y="1883"/>
                  </a:lnTo>
                  <a:lnTo>
                    <a:pt x="1742" y="1879"/>
                  </a:lnTo>
                  <a:lnTo>
                    <a:pt x="1746" y="1879"/>
                  </a:lnTo>
                  <a:lnTo>
                    <a:pt x="1749" y="1883"/>
                  </a:lnTo>
                  <a:lnTo>
                    <a:pt x="1753" y="1883"/>
                  </a:lnTo>
                  <a:lnTo>
                    <a:pt x="1757" y="1886"/>
                  </a:lnTo>
                  <a:lnTo>
                    <a:pt x="1760" y="1890"/>
                  </a:lnTo>
                  <a:lnTo>
                    <a:pt x="1764" y="1893"/>
                  </a:lnTo>
                  <a:lnTo>
                    <a:pt x="1767" y="1897"/>
                  </a:lnTo>
                  <a:lnTo>
                    <a:pt x="1767" y="1901"/>
                  </a:lnTo>
                  <a:lnTo>
                    <a:pt x="1771" y="1904"/>
                  </a:lnTo>
                  <a:lnTo>
                    <a:pt x="1775" y="1908"/>
                  </a:lnTo>
                  <a:lnTo>
                    <a:pt x="1775" y="1911"/>
                  </a:lnTo>
                  <a:lnTo>
                    <a:pt x="1778" y="1915"/>
                  </a:lnTo>
                  <a:lnTo>
                    <a:pt x="1778" y="1919"/>
                  </a:lnTo>
                  <a:lnTo>
                    <a:pt x="1778" y="1922"/>
                  </a:lnTo>
                  <a:lnTo>
                    <a:pt x="1782" y="1926"/>
                  </a:lnTo>
                  <a:lnTo>
                    <a:pt x="1782" y="1929"/>
                  </a:lnTo>
                  <a:lnTo>
                    <a:pt x="1785" y="1933"/>
                  </a:lnTo>
                  <a:lnTo>
                    <a:pt x="1785" y="1937"/>
                  </a:lnTo>
                  <a:lnTo>
                    <a:pt x="1785" y="1940"/>
                  </a:lnTo>
                  <a:lnTo>
                    <a:pt x="1789" y="1944"/>
                  </a:lnTo>
                  <a:lnTo>
                    <a:pt x="1789" y="1951"/>
                  </a:lnTo>
                  <a:lnTo>
                    <a:pt x="1793" y="1955"/>
                  </a:lnTo>
                  <a:lnTo>
                    <a:pt x="1793" y="1958"/>
                  </a:lnTo>
                  <a:lnTo>
                    <a:pt x="1793" y="1962"/>
                  </a:lnTo>
                  <a:lnTo>
                    <a:pt x="1796" y="1965"/>
                  </a:lnTo>
                  <a:lnTo>
                    <a:pt x="1796" y="1973"/>
                  </a:lnTo>
                  <a:lnTo>
                    <a:pt x="1796" y="1976"/>
                  </a:lnTo>
                  <a:lnTo>
                    <a:pt x="1800" y="1980"/>
                  </a:lnTo>
                  <a:lnTo>
                    <a:pt x="1800" y="1983"/>
                  </a:lnTo>
                  <a:lnTo>
                    <a:pt x="1803" y="1991"/>
                  </a:lnTo>
                  <a:lnTo>
                    <a:pt x="1803" y="1994"/>
                  </a:lnTo>
                  <a:lnTo>
                    <a:pt x="1803" y="1998"/>
                  </a:lnTo>
                  <a:lnTo>
                    <a:pt x="1807" y="2005"/>
                  </a:lnTo>
                  <a:lnTo>
                    <a:pt x="1807" y="2009"/>
                  </a:lnTo>
                  <a:lnTo>
                    <a:pt x="1811" y="2012"/>
                  </a:lnTo>
                  <a:lnTo>
                    <a:pt x="1811" y="2019"/>
                  </a:lnTo>
                  <a:lnTo>
                    <a:pt x="1811" y="2023"/>
                  </a:lnTo>
                  <a:lnTo>
                    <a:pt x="1814" y="2030"/>
                  </a:lnTo>
                  <a:lnTo>
                    <a:pt x="1814" y="2034"/>
                  </a:lnTo>
                  <a:lnTo>
                    <a:pt x="1818" y="2037"/>
                  </a:lnTo>
                  <a:lnTo>
                    <a:pt x="1818" y="2045"/>
                  </a:lnTo>
                  <a:lnTo>
                    <a:pt x="1818" y="2048"/>
                  </a:lnTo>
                  <a:lnTo>
                    <a:pt x="1821" y="2055"/>
                  </a:lnTo>
                  <a:lnTo>
                    <a:pt x="1821" y="2059"/>
                  </a:lnTo>
                  <a:lnTo>
                    <a:pt x="1821" y="2066"/>
                  </a:lnTo>
                  <a:lnTo>
                    <a:pt x="1825" y="2070"/>
                  </a:lnTo>
                  <a:lnTo>
                    <a:pt x="1825" y="2073"/>
                  </a:lnTo>
                  <a:lnTo>
                    <a:pt x="1829" y="2081"/>
                  </a:lnTo>
                  <a:lnTo>
                    <a:pt x="1829" y="2084"/>
                  </a:lnTo>
                  <a:lnTo>
                    <a:pt x="1829" y="2091"/>
                  </a:lnTo>
                  <a:lnTo>
                    <a:pt x="1832" y="2095"/>
                  </a:lnTo>
                  <a:lnTo>
                    <a:pt x="1832" y="2099"/>
                  </a:lnTo>
                  <a:lnTo>
                    <a:pt x="1836" y="2106"/>
                  </a:lnTo>
                  <a:lnTo>
                    <a:pt x="1836" y="2109"/>
                  </a:lnTo>
                  <a:lnTo>
                    <a:pt x="1836" y="2113"/>
                  </a:lnTo>
                  <a:lnTo>
                    <a:pt x="1839" y="2120"/>
                  </a:lnTo>
                  <a:lnTo>
                    <a:pt x="1839" y="2124"/>
                  </a:lnTo>
                  <a:lnTo>
                    <a:pt x="1839" y="2127"/>
                  </a:lnTo>
                  <a:lnTo>
                    <a:pt x="1843" y="2131"/>
                  </a:lnTo>
                  <a:lnTo>
                    <a:pt x="1843" y="2138"/>
                  </a:lnTo>
                  <a:lnTo>
                    <a:pt x="1847" y="2142"/>
                  </a:lnTo>
                  <a:lnTo>
                    <a:pt x="1847" y="2145"/>
                  </a:lnTo>
                  <a:lnTo>
                    <a:pt x="1847" y="2149"/>
                  </a:lnTo>
                  <a:lnTo>
                    <a:pt x="1850" y="2153"/>
                  </a:lnTo>
                  <a:lnTo>
                    <a:pt x="1850" y="2156"/>
                  </a:lnTo>
                  <a:lnTo>
                    <a:pt x="1854" y="2160"/>
                  </a:lnTo>
                  <a:lnTo>
                    <a:pt x="1854" y="2163"/>
                  </a:lnTo>
                  <a:lnTo>
                    <a:pt x="1854" y="2167"/>
                  </a:lnTo>
                  <a:lnTo>
                    <a:pt x="1857" y="2171"/>
                  </a:lnTo>
                  <a:lnTo>
                    <a:pt x="1857" y="2174"/>
                  </a:lnTo>
                  <a:lnTo>
                    <a:pt x="1861" y="2178"/>
                  </a:lnTo>
                  <a:lnTo>
                    <a:pt x="1861" y="2181"/>
                  </a:lnTo>
                  <a:lnTo>
                    <a:pt x="1865" y="2185"/>
                  </a:lnTo>
                  <a:lnTo>
                    <a:pt x="1865" y="2189"/>
                  </a:lnTo>
                  <a:lnTo>
                    <a:pt x="1868" y="2192"/>
                  </a:lnTo>
                  <a:lnTo>
                    <a:pt x="1868" y="2196"/>
                  </a:lnTo>
                  <a:lnTo>
                    <a:pt x="1872" y="2199"/>
                  </a:lnTo>
                  <a:lnTo>
                    <a:pt x="1875" y="2203"/>
                  </a:lnTo>
                  <a:lnTo>
                    <a:pt x="1879" y="2207"/>
                  </a:lnTo>
                  <a:lnTo>
                    <a:pt x="1883" y="2210"/>
                  </a:lnTo>
                  <a:lnTo>
                    <a:pt x="1886" y="2210"/>
                  </a:lnTo>
                  <a:lnTo>
                    <a:pt x="1890" y="2207"/>
                  </a:lnTo>
                  <a:lnTo>
                    <a:pt x="1893" y="2207"/>
                  </a:lnTo>
                  <a:lnTo>
                    <a:pt x="1897" y="2203"/>
                  </a:lnTo>
                  <a:lnTo>
                    <a:pt x="1901" y="2199"/>
                  </a:lnTo>
                  <a:lnTo>
                    <a:pt x="1904" y="2196"/>
                  </a:lnTo>
                  <a:lnTo>
                    <a:pt x="1904" y="2192"/>
                  </a:lnTo>
                  <a:lnTo>
                    <a:pt x="1908" y="2189"/>
                  </a:lnTo>
                  <a:lnTo>
                    <a:pt x="1908" y="2185"/>
                  </a:lnTo>
                  <a:lnTo>
                    <a:pt x="1908" y="2181"/>
                  </a:lnTo>
                  <a:lnTo>
                    <a:pt x="1911" y="2178"/>
                  </a:lnTo>
                  <a:lnTo>
                    <a:pt x="1911" y="2174"/>
                  </a:lnTo>
                  <a:lnTo>
                    <a:pt x="1915" y="2171"/>
                  </a:lnTo>
                  <a:lnTo>
                    <a:pt x="1915" y="2167"/>
                  </a:lnTo>
                  <a:lnTo>
                    <a:pt x="1915" y="2163"/>
                  </a:lnTo>
                  <a:lnTo>
                    <a:pt x="1919" y="2160"/>
                  </a:lnTo>
                  <a:lnTo>
                    <a:pt x="1919" y="2156"/>
                  </a:lnTo>
                  <a:lnTo>
                    <a:pt x="1922" y="2153"/>
                  </a:lnTo>
                  <a:lnTo>
                    <a:pt x="1922" y="2145"/>
                  </a:lnTo>
                  <a:lnTo>
                    <a:pt x="1922" y="2142"/>
                  </a:lnTo>
                  <a:lnTo>
                    <a:pt x="1926" y="2138"/>
                  </a:lnTo>
                  <a:lnTo>
                    <a:pt x="1926" y="2131"/>
                  </a:lnTo>
                  <a:lnTo>
                    <a:pt x="1926" y="2127"/>
                  </a:lnTo>
                  <a:lnTo>
                    <a:pt x="1929" y="2124"/>
                  </a:lnTo>
                  <a:lnTo>
                    <a:pt x="1929" y="2117"/>
                  </a:lnTo>
                  <a:lnTo>
                    <a:pt x="1933" y="2113"/>
                  </a:lnTo>
                  <a:lnTo>
                    <a:pt x="1933" y="2106"/>
                  </a:lnTo>
                  <a:lnTo>
                    <a:pt x="1933" y="2099"/>
                  </a:lnTo>
                  <a:lnTo>
                    <a:pt x="1937" y="2095"/>
                  </a:lnTo>
                  <a:lnTo>
                    <a:pt x="1937" y="2088"/>
                  </a:lnTo>
                  <a:lnTo>
                    <a:pt x="1940" y="2081"/>
                  </a:lnTo>
                  <a:lnTo>
                    <a:pt x="1940" y="2077"/>
                  </a:lnTo>
                  <a:lnTo>
                    <a:pt x="1940" y="2070"/>
                  </a:lnTo>
                  <a:lnTo>
                    <a:pt x="1944" y="2063"/>
                  </a:lnTo>
                  <a:lnTo>
                    <a:pt x="1944" y="2055"/>
                  </a:lnTo>
                  <a:lnTo>
                    <a:pt x="1947" y="2052"/>
                  </a:lnTo>
                  <a:lnTo>
                    <a:pt x="1947" y="2045"/>
                  </a:lnTo>
                  <a:lnTo>
                    <a:pt x="1947" y="2037"/>
                  </a:lnTo>
                  <a:lnTo>
                    <a:pt x="1951" y="2030"/>
                  </a:lnTo>
                  <a:lnTo>
                    <a:pt x="1951" y="2023"/>
                  </a:lnTo>
                  <a:lnTo>
                    <a:pt x="1951" y="2016"/>
                  </a:lnTo>
                  <a:lnTo>
                    <a:pt x="1955" y="2009"/>
                  </a:lnTo>
                  <a:lnTo>
                    <a:pt x="1955" y="2005"/>
                  </a:lnTo>
                  <a:lnTo>
                    <a:pt x="1958" y="1998"/>
                  </a:lnTo>
                  <a:lnTo>
                    <a:pt x="1958" y="1991"/>
                  </a:lnTo>
                  <a:lnTo>
                    <a:pt x="1958" y="1983"/>
                  </a:lnTo>
                  <a:lnTo>
                    <a:pt x="1962" y="1976"/>
                  </a:lnTo>
                  <a:lnTo>
                    <a:pt x="1962" y="1969"/>
                  </a:lnTo>
                  <a:lnTo>
                    <a:pt x="1965" y="1962"/>
                  </a:lnTo>
                  <a:lnTo>
                    <a:pt x="1965" y="1955"/>
                  </a:lnTo>
                  <a:lnTo>
                    <a:pt x="1965" y="1947"/>
                  </a:lnTo>
                  <a:lnTo>
                    <a:pt x="1969" y="1940"/>
                  </a:lnTo>
                  <a:lnTo>
                    <a:pt x="1969" y="1937"/>
                  </a:lnTo>
                  <a:lnTo>
                    <a:pt x="1969" y="1929"/>
                  </a:lnTo>
                  <a:lnTo>
                    <a:pt x="1973" y="1922"/>
                  </a:lnTo>
                  <a:lnTo>
                    <a:pt x="1973" y="1915"/>
                  </a:lnTo>
                  <a:lnTo>
                    <a:pt x="1976" y="1908"/>
                  </a:lnTo>
                  <a:lnTo>
                    <a:pt x="1976" y="1901"/>
                  </a:lnTo>
                  <a:lnTo>
                    <a:pt x="1976" y="1893"/>
                  </a:lnTo>
                  <a:lnTo>
                    <a:pt x="1980" y="1890"/>
                  </a:lnTo>
                  <a:lnTo>
                    <a:pt x="1980" y="1883"/>
                  </a:lnTo>
                  <a:lnTo>
                    <a:pt x="1983" y="1875"/>
                  </a:lnTo>
                  <a:lnTo>
                    <a:pt x="1983" y="1872"/>
                  </a:lnTo>
                  <a:lnTo>
                    <a:pt x="1983" y="1865"/>
                  </a:lnTo>
                  <a:lnTo>
                    <a:pt x="1987" y="1857"/>
                  </a:lnTo>
                  <a:lnTo>
                    <a:pt x="1987" y="1854"/>
                  </a:lnTo>
                  <a:lnTo>
                    <a:pt x="1991" y="1847"/>
                  </a:lnTo>
                  <a:lnTo>
                    <a:pt x="1991" y="1843"/>
                  </a:lnTo>
                  <a:lnTo>
                    <a:pt x="1991" y="1836"/>
                  </a:lnTo>
                  <a:lnTo>
                    <a:pt x="1994" y="1832"/>
                  </a:lnTo>
                  <a:lnTo>
                    <a:pt x="1994" y="1825"/>
                  </a:lnTo>
                  <a:lnTo>
                    <a:pt x="1994" y="1821"/>
                  </a:lnTo>
                  <a:lnTo>
                    <a:pt x="1998" y="1818"/>
                  </a:lnTo>
                  <a:lnTo>
                    <a:pt x="1998" y="1811"/>
                  </a:lnTo>
                  <a:lnTo>
                    <a:pt x="2001" y="1807"/>
                  </a:lnTo>
                  <a:lnTo>
                    <a:pt x="2001" y="1803"/>
                  </a:lnTo>
                  <a:lnTo>
                    <a:pt x="2001" y="1800"/>
                  </a:lnTo>
                  <a:lnTo>
                    <a:pt x="2005" y="1796"/>
                  </a:lnTo>
                  <a:lnTo>
                    <a:pt x="2005" y="1793"/>
                  </a:lnTo>
                  <a:lnTo>
                    <a:pt x="2009" y="1789"/>
                  </a:lnTo>
                  <a:lnTo>
                    <a:pt x="2009" y="1785"/>
                  </a:lnTo>
                  <a:lnTo>
                    <a:pt x="2009" y="1782"/>
                  </a:lnTo>
                  <a:lnTo>
                    <a:pt x="2012" y="1778"/>
                  </a:lnTo>
                  <a:lnTo>
                    <a:pt x="2012" y="1775"/>
                  </a:lnTo>
                  <a:lnTo>
                    <a:pt x="2016" y="1771"/>
                  </a:lnTo>
                  <a:lnTo>
                    <a:pt x="2019" y="1767"/>
                  </a:lnTo>
                  <a:lnTo>
                    <a:pt x="2023" y="1764"/>
                  </a:lnTo>
                  <a:lnTo>
                    <a:pt x="2027" y="1764"/>
                  </a:lnTo>
                  <a:lnTo>
                    <a:pt x="2030" y="1764"/>
                  </a:lnTo>
                  <a:lnTo>
                    <a:pt x="2034" y="1767"/>
                  </a:lnTo>
                  <a:lnTo>
                    <a:pt x="2037" y="1771"/>
                  </a:lnTo>
                  <a:lnTo>
                    <a:pt x="2037" y="1775"/>
                  </a:lnTo>
                  <a:lnTo>
                    <a:pt x="2041" y="1778"/>
                  </a:lnTo>
                  <a:lnTo>
                    <a:pt x="2045" y="1782"/>
                  </a:lnTo>
                  <a:lnTo>
                    <a:pt x="2045" y="1785"/>
                  </a:lnTo>
                  <a:lnTo>
                    <a:pt x="2045" y="1789"/>
                  </a:lnTo>
                  <a:lnTo>
                    <a:pt x="2048" y="1793"/>
                  </a:lnTo>
                  <a:lnTo>
                    <a:pt x="2048" y="1796"/>
                  </a:lnTo>
                  <a:lnTo>
                    <a:pt x="2052" y="1803"/>
                  </a:lnTo>
                  <a:lnTo>
                    <a:pt x="2052" y="1807"/>
                  </a:lnTo>
                  <a:lnTo>
                    <a:pt x="2052" y="1811"/>
                  </a:lnTo>
                  <a:lnTo>
                    <a:pt x="2055" y="1818"/>
                  </a:lnTo>
                  <a:lnTo>
                    <a:pt x="2055" y="1821"/>
                  </a:lnTo>
                  <a:lnTo>
                    <a:pt x="2055" y="1829"/>
                  </a:lnTo>
                  <a:lnTo>
                    <a:pt x="2059" y="1832"/>
                  </a:lnTo>
                  <a:lnTo>
                    <a:pt x="2059" y="1839"/>
                  </a:lnTo>
                  <a:lnTo>
                    <a:pt x="2063" y="1847"/>
                  </a:lnTo>
                  <a:lnTo>
                    <a:pt x="2063" y="1850"/>
                  </a:lnTo>
                  <a:lnTo>
                    <a:pt x="2063" y="1857"/>
                  </a:lnTo>
                  <a:lnTo>
                    <a:pt x="2066" y="1865"/>
                  </a:lnTo>
                  <a:lnTo>
                    <a:pt x="2066" y="1872"/>
                  </a:lnTo>
                  <a:lnTo>
                    <a:pt x="2070" y="1879"/>
                  </a:lnTo>
                  <a:lnTo>
                    <a:pt x="2070" y="1886"/>
                  </a:lnTo>
                  <a:lnTo>
                    <a:pt x="2070" y="1897"/>
                  </a:lnTo>
                  <a:lnTo>
                    <a:pt x="2073" y="1904"/>
                  </a:lnTo>
                  <a:lnTo>
                    <a:pt x="2073" y="1911"/>
                  </a:lnTo>
                  <a:lnTo>
                    <a:pt x="2077" y="1922"/>
                  </a:lnTo>
                  <a:lnTo>
                    <a:pt x="2077" y="1929"/>
                  </a:lnTo>
                  <a:lnTo>
                    <a:pt x="2077" y="1937"/>
                  </a:lnTo>
                  <a:lnTo>
                    <a:pt x="2081" y="1947"/>
                  </a:lnTo>
                  <a:lnTo>
                    <a:pt x="2081" y="1955"/>
                  </a:lnTo>
                  <a:lnTo>
                    <a:pt x="2081" y="1965"/>
                  </a:lnTo>
                  <a:lnTo>
                    <a:pt x="2084" y="1976"/>
                  </a:lnTo>
                  <a:lnTo>
                    <a:pt x="2084" y="1983"/>
                  </a:lnTo>
                  <a:lnTo>
                    <a:pt x="2088" y="1994"/>
                  </a:lnTo>
                  <a:lnTo>
                    <a:pt x="2088" y="2005"/>
                  </a:lnTo>
                  <a:lnTo>
                    <a:pt x="2088" y="2012"/>
                  </a:lnTo>
                  <a:lnTo>
                    <a:pt x="2091" y="2023"/>
                  </a:lnTo>
                  <a:lnTo>
                    <a:pt x="2091" y="2034"/>
                  </a:lnTo>
                  <a:lnTo>
                    <a:pt x="2095" y="2045"/>
                  </a:lnTo>
                  <a:lnTo>
                    <a:pt x="2095" y="2055"/>
                  </a:lnTo>
                  <a:lnTo>
                    <a:pt x="2095" y="2066"/>
                  </a:lnTo>
                  <a:lnTo>
                    <a:pt x="2099" y="2077"/>
                  </a:lnTo>
                  <a:lnTo>
                    <a:pt x="2099" y="2088"/>
                  </a:lnTo>
                  <a:lnTo>
                    <a:pt x="2099" y="2095"/>
                  </a:lnTo>
                  <a:lnTo>
                    <a:pt x="2102" y="2106"/>
                  </a:lnTo>
                  <a:lnTo>
                    <a:pt x="2102" y="2117"/>
                  </a:lnTo>
                  <a:lnTo>
                    <a:pt x="2106" y="2127"/>
                  </a:lnTo>
                  <a:lnTo>
                    <a:pt x="2106" y="2138"/>
                  </a:lnTo>
                  <a:lnTo>
                    <a:pt x="2106" y="2149"/>
                  </a:lnTo>
                  <a:lnTo>
                    <a:pt x="2109" y="2160"/>
                  </a:lnTo>
                  <a:lnTo>
                    <a:pt x="2109" y="2171"/>
                  </a:lnTo>
                  <a:lnTo>
                    <a:pt x="2113" y="2181"/>
                  </a:lnTo>
                  <a:lnTo>
                    <a:pt x="2113" y="2192"/>
                  </a:lnTo>
                  <a:lnTo>
                    <a:pt x="2113" y="2203"/>
                  </a:lnTo>
                  <a:lnTo>
                    <a:pt x="2117" y="2214"/>
                  </a:lnTo>
                  <a:lnTo>
                    <a:pt x="2117" y="2225"/>
                  </a:lnTo>
                  <a:lnTo>
                    <a:pt x="2120" y="2235"/>
                  </a:lnTo>
                  <a:lnTo>
                    <a:pt x="2120" y="2243"/>
                  </a:lnTo>
                  <a:lnTo>
                    <a:pt x="2120" y="2253"/>
                  </a:lnTo>
                  <a:lnTo>
                    <a:pt x="2124" y="2264"/>
                  </a:lnTo>
                  <a:lnTo>
                    <a:pt x="2124" y="2275"/>
                  </a:lnTo>
                  <a:lnTo>
                    <a:pt x="2124" y="2286"/>
                  </a:lnTo>
                  <a:lnTo>
                    <a:pt x="2127" y="2293"/>
                  </a:lnTo>
                  <a:lnTo>
                    <a:pt x="2127" y="2304"/>
                  </a:lnTo>
                  <a:lnTo>
                    <a:pt x="2131" y="2311"/>
                  </a:lnTo>
                  <a:lnTo>
                    <a:pt x="2131" y="2322"/>
                  </a:lnTo>
                  <a:lnTo>
                    <a:pt x="2131" y="2329"/>
                  </a:lnTo>
                  <a:lnTo>
                    <a:pt x="2135" y="2340"/>
                  </a:lnTo>
                  <a:lnTo>
                    <a:pt x="2135" y="2347"/>
                  </a:lnTo>
                  <a:lnTo>
                    <a:pt x="2138" y="2354"/>
                  </a:lnTo>
                  <a:lnTo>
                    <a:pt x="2138" y="2365"/>
                  </a:lnTo>
                  <a:lnTo>
                    <a:pt x="2138" y="2372"/>
                  </a:lnTo>
                  <a:lnTo>
                    <a:pt x="2142" y="2379"/>
                  </a:lnTo>
                  <a:lnTo>
                    <a:pt x="2142" y="2387"/>
                  </a:lnTo>
                  <a:lnTo>
                    <a:pt x="2142" y="2394"/>
                  </a:lnTo>
                  <a:lnTo>
                    <a:pt x="2145" y="2401"/>
                  </a:lnTo>
                  <a:lnTo>
                    <a:pt x="2145" y="2408"/>
                  </a:lnTo>
                  <a:lnTo>
                    <a:pt x="2149" y="2412"/>
                  </a:lnTo>
                  <a:lnTo>
                    <a:pt x="2149" y="2419"/>
                  </a:lnTo>
                  <a:lnTo>
                    <a:pt x="2149" y="2423"/>
                  </a:lnTo>
                  <a:lnTo>
                    <a:pt x="2153" y="2430"/>
                  </a:lnTo>
                  <a:lnTo>
                    <a:pt x="2153" y="2433"/>
                  </a:lnTo>
                  <a:lnTo>
                    <a:pt x="2156" y="2437"/>
                  </a:lnTo>
                  <a:lnTo>
                    <a:pt x="2156" y="2444"/>
                  </a:lnTo>
                  <a:lnTo>
                    <a:pt x="2156" y="2448"/>
                  </a:lnTo>
                  <a:lnTo>
                    <a:pt x="2160" y="2451"/>
                  </a:lnTo>
                  <a:lnTo>
                    <a:pt x="2163" y="2455"/>
                  </a:lnTo>
                  <a:lnTo>
                    <a:pt x="2163" y="2459"/>
                  </a:lnTo>
                  <a:lnTo>
                    <a:pt x="2167" y="2462"/>
                  </a:lnTo>
                  <a:lnTo>
                    <a:pt x="2171" y="2462"/>
                  </a:lnTo>
                  <a:lnTo>
                    <a:pt x="2174" y="2459"/>
                  </a:lnTo>
                  <a:lnTo>
                    <a:pt x="2178" y="2455"/>
                  </a:lnTo>
                  <a:lnTo>
                    <a:pt x="2181" y="2451"/>
                  </a:lnTo>
                  <a:lnTo>
                    <a:pt x="2181" y="2448"/>
                  </a:lnTo>
                  <a:lnTo>
                    <a:pt x="2181" y="2444"/>
                  </a:lnTo>
                  <a:lnTo>
                    <a:pt x="2185" y="2441"/>
                  </a:lnTo>
                  <a:lnTo>
                    <a:pt x="2185" y="2437"/>
                  </a:lnTo>
                  <a:lnTo>
                    <a:pt x="2185" y="2430"/>
                  </a:lnTo>
                  <a:lnTo>
                    <a:pt x="2189" y="2426"/>
                  </a:lnTo>
                  <a:lnTo>
                    <a:pt x="2189" y="2419"/>
                  </a:lnTo>
                  <a:lnTo>
                    <a:pt x="2192" y="2412"/>
                  </a:lnTo>
                  <a:lnTo>
                    <a:pt x="2192" y="2405"/>
                  </a:lnTo>
                  <a:lnTo>
                    <a:pt x="2192" y="2397"/>
                  </a:lnTo>
                  <a:lnTo>
                    <a:pt x="2196" y="2387"/>
                  </a:lnTo>
                  <a:lnTo>
                    <a:pt x="2196" y="2379"/>
                  </a:lnTo>
                  <a:lnTo>
                    <a:pt x="2199" y="2369"/>
                  </a:lnTo>
                  <a:lnTo>
                    <a:pt x="2199" y="2361"/>
                  </a:lnTo>
                  <a:lnTo>
                    <a:pt x="2199" y="2351"/>
                  </a:lnTo>
                  <a:lnTo>
                    <a:pt x="2203" y="2340"/>
                  </a:lnTo>
                  <a:lnTo>
                    <a:pt x="2203" y="2329"/>
                  </a:lnTo>
                  <a:lnTo>
                    <a:pt x="2207" y="2315"/>
                  </a:lnTo>
                  <a:lnTo>
                    <a:pt x="2207" y="2304"/>
                  </a:lnTo>
                  <a:lnTo>
                    <a:pt x="2207" y="2293"/>
                  </a:lnTo>
                  <a:lnTo>
                    <a:pt x="2210" y="2279"/>
                  </a:lnTo>
                  <a:lnTo>
                    <a:pt x="2210" y="2264"/>
                  </a:lnTo>
                  <a:lnTo>
                    <a:pt x="2210" y="2250"/>
                  </a:lnTo>
                  <a:lnTo>
                    <a:pt x="2214" y="2235"/>
                  </a:lnTo>
                  <a:lnTo>
                    <a:pt x="2214" y="2221"/>
                  </a:lnTo>
                  <a:lnTo>
                    <a:pt x="2217" y="2203"/>
                  </a:lnTo>
                  <a:lnTo>
                    <a:pt x="2217" y="2189"/>
                  </a:lnTo>
                  <a:lnTo>
                    <a:pt x="2217" y="2171"/>
                  </a:lnTo>
                  <a:lnTo>
                    <a:pt x="2221" y="2156"/>
                  </a:lnTo>
                  <a:lnTo>
                    <a:pt x="2221" y="2138"/>
                  </a:lnTo>
                  <a:lnTo>
                    <a:pt x="2225" y="2120"/>
                  </a:lnTo>
                  <a:lnTo>
                    <a:pt x="2225" y="2102"/>
                  </a:lnTo>
                  <a:lnTo>
                    <a:pt x="2225" y="2084"/>
                  </a:lnTo>
                  <a:lnTo>
                    <a:pt x="2228" y="2063"/>
                  </a:lnTo>
                  <a:lnTo>
                    <a:pt x="2228" y="2045"/>
                  </a:lnTo>
                  <a:lnTo>
                    <a:pt x="2232" y="2023"/>
                  </a:lnTo>
                  <a:lnTo>
                    <a:pt x="2232" y="2005"/>
                  </a:lnTo>
                  <a:lnTo>
                    <a:pt x="2232" y="1983"/>
                  </a:lnTo>
                  <a:lnTo>
                    <a:pt x="2235" y="1962"/>
                  </a:lnTo>
                  <a:lnTo>
                    <a:pt x="2235" y="1940"/>
                  </a:lnTo>
                  <a:lnTo>
                    <a:pt x="2235" y="1919"/>
                  </a:lnTo>
                  <a:lnTo>
                    <a:pt x="2239" y="1897"/>
                  </a:lnTo>
                  <a:lnTo>
                    <a:pt x="2239" y="1872"/>
                  </a:lnTo>
                  <a:lnTo>
                    <a:pt x="2243" y="1850"/>
                  </a:lnTo>
                  <a:lnTo>
                    <a:pt x="2243" y="1825"/>
                  </a:lnTo>
                  <a:lnTo>
                    <a:pt x="2243" y="1803"/>
                  </a:lnTo>
                  <a:lnTo>
                    <a:pt x="2246" y="1778"/>
                  </a:lnTo>
                  <a:lnTo>
                    <a:pt x="2246" y="1753"/>
                  </a:lnTo>
                  <a:lnTo>
                    <a:pt x="2250" y="1731"/>
                  </a:lnTo>
                  <a:lnTo>
                    <a:pt x="2250" y="1706"/>
                  </a:lnTo>
                  <a:lnTo>
                    <a:pt x="2250" y="1681"/>
                  </a:lnTo>
                  <a:lnTo>
                    <a:pt x="2253" y="1656"/>
                  </a:lnTo>
                  <a:lnTo>
                    <a:pt x="2253" y="1631"/>
                  </a:lnTo>
                  <a:lnTo>
                    <a:pt x="2253" y="1602"/>
                  </a:lnTo>
                  <a:lnTo>
                    <a:pt x="2257" y="1577"/>
                  </a:lnTo>
                  <a:lnTo>
                    <a:pt x="2257" y="1551"/>
                  </a:lnTo>
                  <a:lnTo>
                    <a:pt x="2261" y="1523"/>
                  </a:lnTo>
                  <a:lnTo>
                    <a:pt x="2261" y="1497"/>
                  </a:lnTo>
                  <a:lnTo>
                    <a:pt x="2261" y="1472"/>
                  </a:lnTo>
                  <a:lnTo>
                    <a:pt x="2264" y="1443"/>
                  </a:lnTo>
                  <a:lnTo>
                    <a:pt x="2264" y="1418"/>
                  </a:lnTo>
                  <a:lnTo>
                    <a:pt x="2268" y="1389"/>
                  </a:lnTo>
                  <a:lnTo>
                    <a:pt x="2268" y="1361"/>
                  </a:lnTo>
                  <a:lnTo>
                    <a:pt x="2268" y="1335"/>
                  </a:lnTo>
                  <a:lnTo>
                    <a:pt x="2271" y="1307"/>
                  </a:lnTo>
                  <a:lnTo>
                    <a:pt x="2271" y="1281"/>
                  </a:lnTo>
                  <a:lnTo>
                    <a:pt x="2275" y="1253"/>
                  </a:lnTo>
                  <a:lnTo>
                    <a:pt x="2275" y="1224"/>
                  </a:lnTo>
                  <a:lnTo>
                    <a:pt x="2275" y="1195"/>
                  </a:lnTo>
                  <a:lnTo>
                    <a:pt x="2279" y="1170"/>
                  </a:lnTo>
                  <a:lnTo>
                    <a:pt x="2279" y="1141"/>
                  </a:lnTo>
                  <a:lnTo>
                    <a:pt x="2279" y="1112"/>
                  </a:lnTo>
                  <a:lnTo>
                    <a:pt x="2282" y="1087"/>
                  </a:lnTo>
                  <a:lnTo>
                    <a:pt x="2282" y="1058"/>
                  </a:lnTo>
                  <a:lnTo>
                    <a:pt x="2286" y="1029"/>
                  </a:lnTo>
                  <a:lnTo>
                    <a:pt x="2286" y="1004"/>
                  </a:lnTo>
                  <a:lnTo>
                    <a:pt x="2286" y="975"/>
                  </a:lnTo>
                  <a:lnTo>
                    <a:pt x="2289" y="950"/>
                  </a:lnTo>
                  <a:lnTo>
                    <a:pt x="2289" y="921"/>
                  </a:lnTo>
                  <a:lnTo>
                    <a:pt x="2293" y="896"/>
                  </a:lnTo>
                  <a:lnTo>
                    <a:pt x="2293" y="867"/>
                  </a:lnTo>
                  <a:lnTo>
                    <a:pt x="2293" y="842"/>
                  </a:lnTo>
                  <a:lnTo>
                    <a:pt x="2297" y="813"/>
                  </a:lnTo>
                  <a:lnTo>
                    <a:pt x="2297" y="788"/>
                  </a:lnTo>
                  <a:lnTo>
                    <a:pt x="2297" y="763"/>
                  </a:lnTo>
                  <a:lnTo>
                    <a:pt x="2300" y="738"/>
                  </a:lnTo>
                  <a:lnTo>
                    <a:pt x="2300" y="709"/>
                  </a:lnTo>
                  <a:lnTo>
                    <a:pt x="2304" y="684"/>
                  </a:lnTo>
                  <a:lnTo>
                    <a:pt x="2304" y="659"/>
                  </a:lnTo>
                  <a:lnTo>
                    <a:pt x="2304" y="637"/>
                  </a:lnTo>
                  <a:lnTo>
                    <a:pt x="2307" y="612"/>
                  </a:lnTo>
                  <a:lnTo>
                    <a:pt x="2307" y="587"/>
                  </a:lnTo>
                  <a:lnTo>
                    <a:pt x="2311" y="562"/>
                  </a:lnTo>
                  <a:lnTo>
                    <a:pt x="2311" y="540"/>
                  </a:lnTo>
                  <a:lnTo>
                    <a:pt x="2311" y="515"/>
                  </a:lnTo>
                  <a:lnTo>
                    <a:pt x="2315" y="493"/>
                  </a:lnTo>
                  <a:lnTo>
                    <a:pt x="2315" y="472"/>
                  </a:lnTo>
                  <a:lnTo>
                    <a:pt x="2318" y="450"/>
                  </a:lnTo>
                  <a:lnTo>
                    <a:pt x="2318" y="428"/>
                  </a:lnTo>
                  <a:lnTo>
                    <a:pt x="2318" y="407"/>
                  </a:lnTo>
                  <a:lnTo>
                    <a:pt x="2322" y="385"/>
                  </a:lnTo>
                  <a:lnTo>
                    <a:pt x="2322" y="364"/>
                  </a:lnTo>
                  <a:lnTo>
                    <a:pt x="2322" y="346"/>
                  </a:lnTo>
                  <a:lnTo>
                    <a:pt x="2325" y="324"/>
                  </a:lnTo>
                  <a:lnTo>
                    <a:pt x="2325" y="306"/>
                  </a:lnTo>
                  <a:lnTo>
                    <a:pt x="2329" y="288"/>
                  </a:lnTo>
                  <a:lnTo>
                    <a:pt x="2329" y="270"/>
                  </a:lnTo>
                  <a:lnTo>
                    <a:pt x="2329" y="252"/>
                  </a:lnTo>
                  <a:lnTo>
                    <a:pt x="2333" y="234"/>
                  </a:lnTo>
                  <a:lnTo>
                    <a:pt x="2333" y="220"/>
                  </a:lnTo>
                  <a:lnTo>
                    <a:pt x="2336" y="202"/>
                  </a:lnTo>
                  <a:lnTo>
                    <a:pt x="2336" y="187"/>
                  </a:lnTo>
                  <a:lnTo>
                    <a:pt x="2336" y="173"/>
                  </a:lnTo>
                  <a:lnTo>
                    <a:pt x="2340" y="158"/>
                  </a:lnTo>
                  <a:lnTo>
                    <a:pt x="2340" y="144"/>
                  </a:lnTo>
                  <a:lnTo>
                    <a:pt x="2340" y="133"/>
                  </a:lnTo>
                  <a:lnTo>
                    <a:pt x="2343" y="119"/>
                  </a:lnTo>
                  <a:lnTo>
                    <a:pt x="2343" y="108"/>
                  </a:lnTo>
                  <a:lnTo>
                    <a:pt x="2347" y="97"/>
                  </a:lnTo>
                  <a:lnTo>
                    <a:pt x="2347" y="86"/>
                  </a:lnTo>
                  <a:lnTo>
                    <a:pt x="2347" y="76"/>
                  </a:lnTo>
                  <a:lnTo>
                    <a:pt x="2351" y="65"/>
                  </a:lnTo>
                  <a:lnTo>
                    <a:pt x="2351" y="58"/>
                  </a:lnTo>
                  <a:lnTo>
                    <a:pt x="2354" y="50"/>
                  </a:lnTo>
                  <a:lnTo>
                    <a:pt x="2354" y="40"/>
                  </a:lnTo>
                  <a:lnTo>
                    <a:pt x="2354" y="36"/>
                  </a:lnTo>
                  <a:lnTo>
                    <a:pt x="2358" y="29"/>
                  </a:lnTo>
                  <a:lnTo>
                    <a:pt x="2358" y="22"/>
                  </a:lnTo>
                  <a:lnTo>
                    <a:pt x="2361" y="18"/>
                  </a:lnTo>
                  <a:lnTo>
                    <a:pt x="2361" y="14"/>
                  </a:lnTo>
                  <a:lnTo>
                    <a:pt x="2361" y="11"/>
                  </a:lnTo>
                  <a:lnTo>
                    <a:pt x="2365" y="7"/>
                  </a:lnTo>
                  <a:lnTo>
                    <a:pt x="2365" y="4"/>
                  </a:lnTo>
                  <a:lnTo>
                    <a:pt x="2369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6" name="Freeform 114"/>
            <p:cNvSpPr>
              <a:spLocks/>
            </p:cNvSpPr>
            <p:nvPr/>
          </p:nvSpPr>
          <p:spPr bwMode="auto">
            <a:xfrm>
              <a:off x="3121" y="1048"/>
              <a:ext cx="2088" cy="2462"/>
            </a:xfrm>
            <a:custGeom>
              <a:avLst/>
              <a:gdLst/>
              <a:ahLst/>
              <a:cxnLst>
                <a:cxn ang="0">
                  <a:pos x="18" y="86"/>
                </a:cxn>
                <a:cxn ang="0">
                  <a:pos x="40" y="306"/>
                </a:cxn>
                <a:cxn ang="0">
                  <a:pos x="61" y="637"/>
                </a:cxn>
                <a:cxn ang="0">
                  <a:pos x="83" y="1029"/>
                </a:cxn>
                <a:cxn ang="0">
                  <a:pos x="105" y="1443"/>
                </a:cxn>
                <a:cxn ang="0">
                  <a:pos x="123" y="1825"/>
                </a:cxn>
                <a:cxn ang="0">
                  <a:pos x="144" y="2138"/>
                </a:cxn>
                <a:cxn ang="0">
                  <a:pos x="166" y="2351"/>
                </a:cxn>
                <a:cxn ang="0">
                  <a:pos x="187" y="2451"/>
                </a:cxn>
                <a:cxn ang="0">
                  <a:pos x="220" y="2412"/>
                </a:cxn>
                <a:cxn ang="0">
                  <a:pos x="241" y="2293"/>
                </a:cxn>
                <a:cxn ang="0">
                  <a:pos x="259" y="2138"/>
                </a:cxn>
                <a:cxn ang="0">
                  <a:pos x="281" y="1983"/>
                </a:cxn>
                <a:cxn ang="0">
                  <a:pos x="303" y="1857"/>
                </a:cxn>
                <a:cxn ang="0">
                  <a:pos x="324" y="1782"/>
                </a:cxn>
                <a:cxn ang="0">
                  <a:pos x="364" y="1796"/>
                </a:cxn>
                <a:cxn ang="0">
                  <a:pos x="382" y="1872"/>
                </a:cxn>
                <a:cxn ang="0">
                  <a:pos x="403" y="1969"/>
                </a:cxn>
                <a:cxn ang="0">
                  <a:pos x="425" y="2070"/>
                </a:cxn>
                <a:cxn ang="0">
                  <a:pos x="447" y="2153"/>
                </a:cxn>
                <a:cxn ang="0">
                  <a:pos x="475" y="2207"/>
                </a:cxn>
                <a:cxn ang="0">
                  <a:pos x="511" y="2163"/>
                </a:cxn>
                <a:cxn ang="0">
                  <a:pos x="533" y="2099"/>
                </a:cxn>
                <a:cxn ang="0">
                  <a:pos x="555" y="2023"/>
                </a:cxn>
                <a:cxn ang="0">
                  <a:pos x="576" y="1955"/>
                </a:cxn>
                <a:cxn ang="0">
                  <a:pos x="601" y="1897"/>
                </a:cxn>
                <a:cxn ang="0">
                  <a:pos x="648" y="1904"/>
                </a:cxn>
                <a:cxn ang="0">
                  <a:pos x="673" y="1958"/>
                </a:cxn>
                <a:cxn ang="0">
                  <a:pos x="691" y="2019"/>
                </a:cxn>
                <a:cxn ang="0">
                  <a:pos x="713" y="2077"/>
                </a:cxn>
                <a:cxn ang="0">
                  <a:pos x="745" y="2131"/>
                </a:cxn>
                <a:cxn ang="0">
                  <a:pos x="796" y="2109"/>
                </a:cxn>
                <a:cxn ang="0">
                  <a:pos x="821" y="2055"/>
                </a:cxn>
                <a:cxn ang="0">
                  <a:pos x="843" y="2001"/>
                </a:cxn>
                <a:cxn ang="0">
                  <a:pos x="871" y="1947"/>
                </a:cxn>
                <a:cxn ang="0">
                  <a:pos x="922" y="1937"/>
                </a:cxn>
                <a:cxn ang="0">
                  <a:pos x="958" y="1991"/>
                </a:cxn>
                <a:cxn ang="0">
                  <a:pos x="983" y="2045"/>
                </a:cxn>
                <a:cxn ang="0">
                  <a:pos x="1019" y="2099"/>
                </a:cxn>
                <a:cxn ang="0">
                  <a:pos x="1073" y="2088"/>
                </a:cxn>
                <a:cxn ang="0">
                  <a:pos x="1105" y="2034"/>
                </a:cxn>
                <a:cxn ang="0">
                  <a:pos x="1138" y="1980"/>
                </a:cxn>
                <a:cxn ang="0">
                  <a:pos x="1192" y="1951"/>
                </a:cxn>
                <a:cxn ang="0">
                  <a:pos x="1239" y="2001"/>
                </a:cxn>
                <a:cxn ang="0">
                  <a:pos x="1271" y="2055"/>
                </a:cxn>
                <a:cxn ang="0">
                  <a:pos x="1325" y="2091"/>
                </a:cxn>
                <a:cxn ang="0">
                  <a:pos x="1375" y="2048"/>
                </a:cxn>
                <a:cxn ang="0">
                  <a:pos x="1415" y="1994"/>
                </a:cxn>
                <a:cxn ang="0">
                  <a:pos x="1465" y="1962"/>
                </a:cxn>
                <a:cxn ang="0">
                  <a:pos x="1516" y="2005"/>
                </a:cxn>
                <a:cxn ang="0">
                  <a:pos x="1559" y="2059"/>
                </a:cxn>
                <a:cxn ang="0">
                  <a:pos x="1613" y="2077"/>
                </a:cxn>
                <a:cxn ang="0">
                  <a:pos x="1667" y="2030"/>
                </a:cxn>
                <a:cxn ang="0">
                  <a:pos x="1714" y="1980"/>
                </a:cxn>
                <a:cxn ang="0">
                  <a:pos x="1768" y="1983"/>
                </a:cxn>
                <a:cxn ang="0">
                  <a:pos x="1818" y="2034"/>
                </a:cxn>
                <a:cxn ang="0">
                  <a:pos x="1872" y="2070"/>
                </a:cxn>
                <a:cxn ang="0">
                  <a:pos x="1926" y="2045"/>
                </a:cxn>
                <a:cxn ang="0">
                  <a:pos x="1980" y="1994"/>
                </a:cxn>
                <a:cxn ang="0">
                  <a:pos x="2034" y="1983"/>
                </a:cxn>
                <a:cxn ang="0">
                  <a:pos x="2088" y="2027"/>
                </a:cxn>
              </a:cxnLst>
              <a:rect l="0" t="0" r="r" b="b"/>
              <a:pathLst>
                <a:path w="2088" h="2462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87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5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3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1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48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6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4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67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5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3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1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4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2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5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1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19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37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4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5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2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0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9" y="1886"/>
                  </a:lnTo>
                  <a:lnTo>
                    <a:pt x="612" y="1883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1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699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17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1" y="2138"/>
                  </a:lnTo>
                  <a:lnTo>
                    <a:pt x="774" y="2135"/>
                  </a:lnTo>
                  <a:lnTo>
                    <a:pt x="778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6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4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2" y="1933"/>
                  </a:lnTo>
                  <a:lnTo>
                    <a:pt x="886" y="1929"/>
                  </a:lnTo>
                  <a:lnTo>
                    <a:pt x="889" y="1926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1" y="1976"/>
                  </a:lnTo>
                  <a:lnTo>
                    <a:pt x="951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58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4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5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3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1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5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3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1" y="2055"/>
                  </a:lnTo>
                  <a:lnTo>
                    <a:pt x="1275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5" y="1991"/>
                  </a:lnTo>
                  <a:lnTo>
                    <a:pt x="1419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7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2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9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27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5" y="2055"/>
                  </a:lnTo>
                  <a:lnTo>
                    <a:pt x="1559" y="2059"/>
                  </a:lnTo>
                  <a:lnTo>
                    <a:pt x="1563" y="2063"/>
                  </a:lnTo>
                  <a:lnTo>
                    <a:pt x="1566" y="2066"/>
                  </a:lnTo>
                  <a:lnTo>
                    <a:pt x="1570" y="2070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7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67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5" y="2005"/>
                  </a:lnTo>
                  <a:lnTo>
                    <a:pt x="1689" y="2001"/>
                  </a:lnTo>
                  <a:lnTo>
                    <a:pt x="1692" y="1998"/>
                  </a:lnTo>
                  <a:lnTo>
                    <a:pt x="1696" y="1994"/>
                  </a:lnTo>
                  <a:lnTo>
                    <a:pt x="1699" y="1991"/>
                  </a:lnTo>
                  <a:lnTo>
                    <a:pt x="1703" y="1987"/>
                  </a:lnTo>
                  <a:lnTo>
                    <a:pt x="1707" y="1983"/>
                  </a:lnTo>
                  <a:lnTo>
                    <a:pt x="1710" y="1980"/>
                  </a:lnTo>
                  <a:lnTo>
                    <a:pt x="1714" y="1980"/>
                  </a:lnTo>
                  <a:lnTo>
                    <a:pt x="1717" y="1976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9" y="1994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5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63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59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37"/>
                  </a:lnTo>
                  <a:lnTo>
                    <a:pt x="1937" y="2034"/>
                  </a:lnTo>
                  <a:lnTo>
                    <a:pt x="1941" y="2030"/>
                  </a:lnTo>
                  <a:lnTo>
                    <a:pt x="1944" y="2027"/>
                  </a:lnTo>
                  <a:lnTo>
                    <a:pt x="1948" y="2023"/>
                  </a:lnTo>
                  <a:lnTo>
                    <a:pt x="1951" y="2019"/>
                  </a:lnTo>
                  <a:lnTo>
                    <a:pt x="1955" y="2016"/>
                  </a:lnTo>
                  <a:lnTo>
                    <a:pt x="1959" y="2012"/>
                  </a:lnTo>
                  <a:lnTo>
                    <a:pt x="1962" y="2009"/>
                  </a:lnTo>
                  <a:lnTo>
                    <a:pt x="1966" y="2005"/>
                  </a:lnTo>
                  <a:lnTo>
                    <a:pt x="1969" y="2001"/>
                  </a:lnTo>
                  <a:lnTo>
                    <a:pt x="1973" y="1998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3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4"/>
                  </a:lnTo>
                  <a:lnTo>
                    <a:pt x="2056" y="1998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9"/>
                  </a:lnTo>
                  <a:lnTo>
                    <a:pt x="2085" y="2023"/>
                  </a:lnTo>
                  <a:lnTo>
                    <a:pt x="2088" y="2027"/>
                  </a:lnTo>
                  <a:lnTo>
                    <a:pt x="2088" y="2027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7" name="Freeform 115"/>
            <p:cNvSpPr>
              <a:spLocks/>
            </p:cNvSpPr>
            <p:nvPr/>
          </p:nvSpPr>
          <p:spPr bwMode="auto">
            <a:xfrm>
              <a:off x="749" y="1088"/>
              <a:ext cx="2495" cy="2422"/>
            </a:xfrm>
            <a:custGeom>
              <a:avLst/>
              <a:gdLst/>
              <a:ahLst/>
              <a:cxnLst>
                <a:cxn ang="0">
                  <a:pos x="57" y="2019"/>
                </a:cxn>
                <a:cxn ang="0">
                  <a:pos x="119" y="2001"/>
                </a:cxn>
                <a:cxn ang="0">
                  <a:pos x="180" y="1954"/>
                </a:cxn>
                <a:cxn ang="0">
                  <a:pos x="241" y="1954"/>
                </a:cxn>
                <a:cxn ang="0">
                  <a:pos x="302" y="2005"/>
                </a:cxn>
                <a:cxn ang="0">
                  <a:pos x="363" y="2023"/>
                </a:cxn>
                <a:cxn ang="0">
                  <a:pos x="425" y="1976"/>
                </a:cxn>
                <a:cxn ang="0">
                  <a:pos x="486" y="1940"/>
                </a:cxn>
                <a:cxn ang="0">
                  <a:pos x="547" y="1972"/>
                </a:cxn>
                <a:cxn ang="0">
                  <a:pos x="608" y="2026"/>
                </a:cxn>
                <a:cxn ang="0">
                  <a:pos x="669" y="2012"/>
                </a:cxn>
                <a:cxn ang="0">
                  <a:pos x="731" y="1951"/>
                </a:cxn>
                <a:cxn ang="0">
                  <a:pos x="792" y="1940"/>
                </a:cxn>
                <a:cxn ang="0">
                  <a:pos x="849" y="1997"/>
                </a:cxn>
                <a:cxn ang="0">
                  <a:pos x="907" y="2041"/>
                </a:cxn>
                <a:cxn ang="0">
                  <a:pos x="965" y="1997"/>
                </a:cxn>
                <a:cxn ang="0">
                  <a:pos x="1015" y="1936"/>
                </a:cxn>
                <a:cxn ang="0">
                  <a:pos x="1076" y="1936"/>
                </a:cxn>
                <a:cxn ang="0">
                  <a:pos x="1123" y="1997"/>
                </a:cxn>
                <a:cxn ang="0">
                  <a:pos x="1177" y="2051"/>
                </a:cxn>
                <a:cxn ang="0">
                  <a:pos x="1235" y="2015"/>
                </a:cxn>
                <a:cxn ang="0">
                  <a:pos x="1274" y="1954"/>
                </a:cxn>
                <a:cxn ang="0">
                  <a:pos x="1328" y="1907"/>
                </a:cxn>
                <a:cxn ang="0">
                  <a:pos x="1379" y="1958"/>
                </a:cxn>
                <a:cxn ang="0">
                  <a:pos x="1415" y="2019"/>
                </a:cxn>
                <a:cxn ang="0">
                  <a:pos x="1465" y="2069"/>
                </a:cxn>
                <a:cxn ang="0">
                  <a:pos x="1515" y="2019"/>
                </a:cxn>
                <a:cxn ang="0">
                  <a:pos x="1544" y="1958"/>
                </a:cxn>
                <a:cxn ang="0">
                  <a:pos x="1584" y="1897"/>
                </a:cxn>
                <a:cxn ang="0">
                  <a:pos x="1641" y="1915"/>
                </a:cxn>
                <a:cxn ang="0">
                  <a:pos x="1670" y="1976"/>
                </a:cxn>
                <a:cxn ang="0">
                  <a:pos x="1695" y="2037"/>
                </a:cxn>
                <a:cxn ang="0">
                  <a:pos x="1735" y="2098"/>
                </a:cxn>
                <a:cxn ang="0">
                  <a:pos x="1782" y="2059"/>
                </a:cxn>
                <a:cxn ang="0">
                  <a:pos x="1807" y="1997"/>
                </a:cxn>
                <a:cxn ang="0">
                  <a:pos x="1832" y="1929"/>
                </a:cxn>
                <a:cxn ang="0">
                  <a:pos x="1861" y="1864"/>
                </a:cxn>
                <a:cxn ang="0">
                  <a:pos x="1911" y="1864"/>
                </a:cxn>
                <a:cxn ang="0">
                  <a:pos x="1937" y="1933"/>
                </a:cxn>
                <a:cxn ang="0">
                  <a:pos x="1958" y="2015"/>
                </a:cxn>
                <a:cxn ang="0">
                  <a:pos x="1983" y="2098"/>
                </a:cxn>
                <a:cxn ang="0">
                  <a:pos x="2012" y="2159"/>
                </a:cxn>
                <a:cxn ang="0">
                  <a:pos x="2055" y="2123"/>
                </a:cxn>
                <a:cxn ang="0">
                  <a:pos x="2081" y="2037"/>
                </a:cxn>
                <a:cxn ang="0">
                  <a:pos x="2102" y="1922"/>
                </a:cxn>
                <a:cxn ang="0">
                  <a:pos x="2127" y="1814"/>
                </a:cxn>
                <a:cxn ang="0">
                  <a:pos x="2153" y="1738"/>
                </a:cxn>
                <a:cxn ang="0">
                  <a:pos x="2192" y="1771"/>
                </a:cxn>
                <a:cxn ang="0">
                  <a:pos x="2217" y="1889"/>
                </a:cxn>
                <a:cxn ang="0">
                  <a:pos x="2239" y="2055"/>
                </a:cxn>
                <a:cxn ang="0">
                  <a:pos x="2264" y="2235"/>
                </a:cxn>
                <a:cxn ang="0">
                  <a:pos x="2286" y="2372"/>
                </a:cxn>
                <a:cxn ang="0">
                  <a:pos x="2322" y="2404"/>
                </a:cxn>
                <a:cxn ang="0">
                  <a:pos x="2347" y="2264"/>
                </a:cxn>
                <a:cxn ang="0">
                  <a:pos x="2369" y="1983"/>
                </a:cxn>
                <a:cxn ang="0">
                  <a:pos x="2394" y="1591"/>
                </a:cxn>
                <a:cxn ang="0">
                  <a:pos x="2415" y="1130"/>
                </a:cxn>
                <a:cxn ang="0">
                  <a:pos x="2441" y="669"/>
                </a:cxn>
                <a:cxn ang="0">
                  <a:pos x="2466" y="284"/>
                </a:cxn>
                <a:cxn ang="0">
                  <a:pos x="2487" y="36"/>
                </a:cxn>
              </a:cxnLst>
              <a:rect l="0" t="0" r="r" b="b"/>
              <a:pathLst>
                <a:path w="2495" h="2422">
                  <a:moveTo>
                    <a:pt x="0" y="1983"/>
                  </a:moveTo>
                  <a:lnTo>
                    <a:pt x="3" y="1987"/>
                  </a:lnTo>
                  <a:lnTo>
                    <a:pt x="7" y="1990"/>
                  </a:lnTo>
                  <a:lnTo>
                    <a:pt x="11" y="1994"/>
                  </a:lnTo>
                  <a:lnTo>
                    <a:pt x="14" y="1997"/>
                  </a:lnTo>
                  <a:lnTo>
                    <a:pt x="18" y="2001"/>
                  </a:lnTo>
                  <a:lnTo>
                    <a:pt x="21" y="2001"/>
                  </a:lnTo>
                  <a:lnTo>
                    <a:pt x="25" y="2005"/>
                  </a:lnTo>
                  <a:lnTo>
                    <a:pt x="29" y="2005"/>
                  </a:lnTo>
                  <a:lnTo>
                    <a:pt x="32" y="2008"/>
                  </a:lnTo>
                  <a:lnTo>
                    <a:pt x="36" y="2012"/>
                  </a:lnTo>
                  <a:lnTo>
                    <a:pt x="39" y="2012"/>
                  </a:lnTo>
                  <a:lnTo>
                    <a:pt x="43" y="2015"/>
                  </a:lnTo>
                  <a:lnTo>
                    <a:pt x="47" y="2015"/>
                  </a:lnTo>
                  <a:lnTo>
                    <a:pt x="50" y="2019"/>
                  </a:lnTo>
                  <a:lnTo>
                    <a:pt x="54" y="2019"/>
                  </a:lnTo>
                  <a:lnTo>
                    <a:pt x="57" y="2019"/>
                  </a:lnTo>
                  <a:lnTo>
                    <a:pt x="61" y="2019"/>
                  </a:lnTo>
                  <a:lnTo>
                    <a:pt x="65" y="2019"/>
                  </a:lnTo>
                  <a:lnTo>
                    <a:pt x="68" y="2019"/>
                  </a:lnTo>
                  <a:lnTo>
                    <a:pt x="72" y="2019"/>
                  </a:lnTo>
                  <a:lnTo>
                    <a:pt x="75" y="2019"/>
                  </a:lnTo>
                  <a:lnTo>
                    <a:pt x="79" y="2019"/>
                  </a:lnTo>
                  <a:lnTo>
                    <a:pt x="83" y="2019"/>
                  </a:lnTo>
                  <a:lnTo>
                    <a:pt x="86" y="2019"/>
                  </a:lnTo>
                  <a:lnTo>
                    <a:pt x="90" y="2015"/>
                  </a:lnTo>
                  <a:lnTo>
                    <a:pt x="93" y="2015"/>
                  </a:lnTo>
                  <a:lnTo>
                    <a:pt x="97" y="2012"/>
                  </a:lnTo>
                  <a:lnTo>
                    <a:pt x="101" y="2012"/>
                  </a:lnTo>
                  <a:lnTo>
                    <a:pt x="104" y="2008"/>
                  </a:lnTo>
                  <a:lnTo>
                    <a:pt x="108" y="2008"/>
                  </a:lnTo>
                  <a:lnTo>
                    <a:pt x="111" y="2005"/>
                  </a:lnTo>
                  <a:lnTo>
                    <a:pt x="115" y="2005"/>
                  </a:lnTo>
                  <a:lnTo>
                    <a:pt x="119" y="2001"/>
                  </a:lnTo>
                  <a:lnTo>
                    <a:pt x="122" y="1997"/>
                  </a:lnTo>
                  <a:lnTo>
                    <a:pt x="126" y="1994"/>
                  </a:lnTo>
                  <a:lnTo>
                    <a:pt x="129" y="1990"/>
                  </a:lnTo>
                  <a:lnTo>
                    <a:pt x="133" y="1990"/>
                  </a:lnTo>
                  <a:lnTo>
                    <a:pt x="137" y="1987"/>
                  </a:lnTo>
                  <a:lnTo>
                    <a:pt x="140" y="1983"/>
                  </a:lnTo>
                  <a:lnTo>
                    <a:pt x="144" y="1979"/>
                  </a:lnTo>
                  <a:lnTo>
                    <a:pt x="147" y="1976"/>
                  </a:lnTo>
                  <a:lnTo>
                    <a:pt x="151" y="1972"/>
                  </a:lnTo>
                  <a:lnTo>
                    <a:pt x="155" y="1969"/>
                  </a:lnTo>
                  <a:lnTo>
                    <a:pt x="158" y="1969"/>
                  </a:lnTo>
                  <a:lnTo>
                    <a:pt x="162" y="1965"/>
                  </a:lnTo>
                  <a:lnTo>
                    <a:pt x="165" y="1961"/>
                  </a:lnTo>
                  <a:lnTo>
                    <a:pt x="169" y="1958"/>
                  </a:lnTo>
                  <a:lnTo>
                    <a:pt x="173" y="1958"/>
                  </a:lnTo>
                  <a:lnTo>
                    <a:pt x="176" y="1954"/>
                  </a:lnTo>
                  <a:lnTo>
                    <a:pt x="180" y="1954"/>
                  </a:lnTo>
                  <a:lnTo>
                    <a:pt x="183" y="1951"/>
                  </a:lnTo>
                  <a:lnTo>
                    <a:pt x="187" y="1951"/>
                  </a:lnTo>
                  <a:lnTo>
                    <a:pt x="191" y="1947"/>
                  </a:lnTo>
                  <a:lnTo>
                    <a:pt x="194" y="1947"/>
                  </a:lnTo>
                  <a:lnTo>
                    <a:pt x="198" y="1947"/>
                  </a:lnTo>
                  <a:lnTo>
                    <a:pt x="201" y="1947"/>
                  </a:lnTo>
                  <a:lnTo>
                    <a:pt x="205" y="1943"/>
                  </a:lnTo>
                  <a:lnTo>
                    <a:pt x="209" y="1943"/>
                  </a:lnTo>
                  <a:lnTo>
                    <a:pt x="212" y="1943"/>
                  </a:lnTo>
                  <a:lnTo>
                    <a:pt x="216" y="1947"/>
                  </a:lnTo>
                  <a:lnTo>
                    <a:pt x="219" y="1947"/>
                  </a:lnTo>
                  <a:lnTo>
                    <a:pt x="223" y="1947"/>
                  </a:lnTo>
                  <a:lnTo>
                    <a:pt x="227" y="1947"/>
                  </a:lnTo>
                  <a:lnTo>
                    <a:pt x="230" y="1951"/>
                  </a:lnTo>
                  <a:lnTo>
                    <a:pt x="234" y="1951"/>
                  </a:lnTo>
                  <a:lnTo>
                    <a:pt x="237" y="1954"/>
                  </a:lnTo>
                  <a:lnTo>
                    <a:pt x="241" y="1954"/>
                  </a:lnTo>
                  <a:lnTo>
                    <a:pt x="245" y="1958"/>
                  </a:lnTo>
                  <a:lnTo>
                    <a:pt x="248" y="1958"/>
                  </a:lnTo>
                  <a:lnTo>
                    <a:pt x="252" y="1961"/>
                  </a:lnTo>
                  <a:lnTo>
                    <a:pt x="255" y="1965"/>
                  </a:lnTo>
                  <a:lnTo>
                    <a:pt x="259" y="1969"/>
                  </a:lnTo>
                  <a:lnTo>
                    <a:pt x="263" y="1969"/>
                  </a:lnTo>
                  <a:lnTo>
                    <a:pt x="266" y="1972"/>
                  </a:lnTo>
                  <a:lnTo>
                    <a:pt x="270" y="1976"/>
                  </a:lnTo>
                  <a:lnTo>
                    <a:pt x="273" y="1979"/>
                  </a:lnTo>
                  <a:lnTo>
                    <a:pt x="277" y="1983"/>
                  </a:lnTo>
                  <a:lnTo>
                    <a:pt x="281" y="1987"/>
                  </a:lnTo>
                  <a:lnTo>
                    <a:pt x="284" y="1990"/>
                  </a:lnTo>
                  <a:lnTo>
                    <a:pt x="288" y="1994"/>
                  </a:lnTo>
                  <a:lnTo>
                    <a:pt x="291" y="1997"/>
                  </a:lnTo>
                  <a:lnTo>
                    <a:pt x="295" y="2001"/>
                  </a:lnTo>
                  <a:lnTo>
                    <a:pt x="299" y="2001"/>
                  </a:lnTo>
                  <a:lnTo>
                    <a:pt x="302" y="2005"/>
                  </a:lnTo>
                  <a:lnTo>
                    <a:pt x="306" y="2008"/>
                  </a:lnTo>
                  <a:lnTo>
                    <a:pt x="309" y="2012"/>
                  </a:lnTo>
                  <a:lnTo>
                    <a:pt x="313" y="2012"/>
                  </a:lnTo>
                  <a:lnTo>
                    <a:pt x="317" y="2015"/>
                  </a:lnTo>
                  <a:lnTo>
                    <a:pt x="320" y="2019"/>
                  </a:lnTo>
                  <a:lnTo>
                    <a:pt x="324" y="2019"/>
                  </a:lnTo>
                  <a:lnTo>
                    <a:pt x="327" y="2023"/>
                  </a:lnTo>
                  <a:lnTo>
                    <a:pt x="331" y="2023"/>
                  </a:lnTo>
                  <a:lnTo>
                    <a:pt x="335" y="2023"/>
                  </a:lnTo>
                  <a:lnTo>
                    <a:pt x="338" y="2026"/>
                  </a:lnTo>
                  <a:lnTo>
                    <a:pt x="342" y="2026"/>
                  </a:lnTo>
                  <a:lnTo>
                    <a:pt x="345" y="2026"/>
                  </a:lnTo>
                  <a:lnTo>
                    <a:pt x="349" y="2026"/>
                  </a:lnTo>
                  <a:lnTo>
                    <a:pt x="353" y="2026"/>
                  </a:lnTo>
                  <a:lnTo>
                    <a:pt x="356" y="2026"/>
                  </a:lnTo>
                  <a:lnTo>
                    <a:pt x="360" y="2023"/>
                  </a:lnTo>
                  <a:lnTo>
                    <a:pt x="363" y="2023"/>
                  </a:lnTo>
                  <a:lnTo>
                    <a:pt x="367" y="2023"/>
                  </a:lnTo>
                  <a:lnTo>
                    <a:pt x="371" y="2019"/>
                  </a:lnTo>
                  <a:lnTo>
                    <a:pt x="374" y="2019"/>
                  </a:lnTo>
                  <a:lnTo>
                    <a:pt x="378" y="2015"/>
                  </a:lnTo>
                  <a:lnTo>
                    <a:pt x="381" y="2015"/>
                  </a:lnTo>
                  <a:lnTo>
                    <a:pt x="385" y="2012"/>
                  </a:lnTo>
                  <a:lnTo>
                    <a:pt x="389" y="2008"/>
                  </a:lnTo>
                  <a:lnTo>
                    <a:pt x="392" y="2008"/>
                  </a:lnTo>
                  <a:lnTo>
                    <a:pt x="396" y="2005"/>
                  </a:lnTo>
                  <a:lnTo>
                    <a:pt x="399" y="2001"/>
                  </a:lnTo>
                  <a:lnTo>
                    <a:pt x="403" y="1997"/>
                  </a:lnTo>
                  <a:lnTo>
                    <a:pt x="407" y="1994"/>
                  </a:lnTo>
                  <a:lnTo>
                    <a:pt x="410" y="1990"/>
                  </a:lnTo>
                  <a:lnTo>
                    <a:pt x="414" y="1987"/>
                  </a:lnTo>
                  <a:lnTo>
                    <a:pt x="417" y="1983"/>
                  </a:lnTo>
                  <a:lnTo>
                    <a:pt x="421" y="1979"/>
                  </a:lnTo>
                  <a:lnTo>
                    <a:pt x="425" y="1976"/>
                  </a:lnTo>
                  <a:lnTo>
                    <a:pt x="428" y="1972"/>
                  </a:lnTo>
                  <a:lnTo>
                    <a:pt x="432" y="1969"/>
                  </a:lnTo>
                  <a:lnTo>
                    <a:pt x="435" y="1965"/>
                  </a:lnTo>
                  <a:lnTo>
                    <a:pt x="439" y="1961"/>
                  </a:lnTo>
                  <a:lnTo>
                    <a:pt x="443" y="1961"/>
                  </a:lnTo>
                  <a:lnTo>
                    <a:pt x="446" y="1958"/>
                  </a:lnTo>
                  <a:lnTo>
                    <a:pt x="450" y="1954"/>
                  </a:lnTo>
                  <a:lnTo>
                    <a:pt x="453" y="1951"/>
                  </a:lnTo>
                  <a:lnTo>
                    <a:pt x="457" y="1951"/>
                  </a:lnTo>
                  <a:lnTo>
                    <a:pt x="461" y="1947"/>
                  </a:lnTo>
                  <a:lnTo>
                    <a:pt x="464" y="1947"/>
                  </a:lnTo>
                  <a:lnTo>
                    <a:pt x="468" y="1943"/>
                  </a:lnTo>
                  <a:lnTo>
                    <a:pt x="471" y="1943"/>
                  </a:lnTo>
                  <a:lnTo>
                    <a:pt x="475" y="1940"/>
                  </a:lnTo>
                  <a:lnTo>
                    <a:pt x="479" y="1940"/>
                  </a:lnTo>
                  <a:lnTo>
                    <a:pt x="482" y="1940"/>
                  </a:lnTo>
                  <a:lnTo>
                    <a:pt x="486" y="1940"/>
                  </a:lnTo>
                  <a:lnTo>
                    <a:pt x="489" y="1940"/>
                  </a:lnTo>
                  <a:lnTo>
                    <a:pt x="493" y="1940"/>
                  </a:lnTo>
                  <a:lnTo>
                    <a:pt x="497" y="1940"/>
                  </a:lnTo>
                  <a:lnTo>
                    <a:pt x="500" y="1940"/>
                  </a:lnTo>
                  <a:lnTo>
                    <a:pt x="504" y="1943"/>
                  </a:lnTo>
                  <a:lnTo>
                    <a:pt x="507" y="1943"/>
                  </a:lnTo>
                  <a:lnTo>
                    <a:pt x="511" y="1947"/>
                  </a:lnTo>
                  <a:lnTo>
                    <a:pt x="515" y="1947"/>
                  </a:lnTo>
                  <a:lnTo>
                    <a:pt x="518" y="1951"/>
                  </a:lnTo>
                  <a:lnTo>
                    <a:pt x="522" y="1951"/>
                  </a:lnTo>
                  <a:lnTo>
                    <a:pt x="525" y="1954"/>
                  </a:lnTo>
                  <a:lnTo>
                    <a:pt x="529" y="1958"/>
                  </a:lnTo>
                  <a:lnTo>
                    <a:pt x="533" y="1961"/>
                  </a:lnTo>
                  <a:lnTo>
                    <a:pt x="536" y="1965"/>
                  </a:lnTo>
                  <a:lnTo>
                    <a:pt x="540" y="1969"/>
                  </a:lnTo>
                  <a:lnTo>
                    <a:pt x="543" y="1972"/>
                  </a:lnTo>
                  <a:lnTo>
                    <a:pt x="547" y="1972"/>
                  </a:lnTo>
                  <a:lnTo>
                    <a:pt x="551" y="1976"/>
                  </a:lnTo>
                  <a:lnTo>
                    <a:pt x="554" y="1979"/>
                  </a:lnTo>
                  <a:lnTo>
                    <a:pt x="558" y="1983"/>
                  </a:lnTo>
                  <a:lnTo>
                    <a:pt x="561" y="1987"/>
                  </a:lnTo>
                  <a:lnTo>
                    <a:pt x="565" y="1990"/>
                  </a:lnTo>
                  <a:lnTo>
                    <a:pt x="569" y="1994"/>
                  </a:lnTo>
                  <a:lnTo>
                    <a:pt x="572" y="1997"/>
                  </a:lnTo>
                  <a:lnTo>
                    <a:pt x="576" y="2001"/>
                  </a:lnTo>
                  <a:lnTo>
                    <a:pt x="579" y="2005"/>
                  </a:lnTo>
                  <a:lnTo>
                    <a:pt x="583" y="2008"/>
                  </a:lnTo>
                  <a:lnTo>
                    <a:pt x="587" y="2012"/>
                  </a:lnTo>
                  <a:lnTo>
                    <a:pt x="590" y="2015"/>
                  </a:lnTo>
                  <a:lnTo>
                    <a:pt x="594" y="2019"/>
                  </a:lnTo>
                  <a:lnTo>
                    <a:pt x="597" y="2023"/>
                  </a:lnTo>
                  <a:lnTo>
                    <a:pt x="601" y="2023"/>
                  </a:lnTo>
                  <a:lnTo>
                    <a:pt x="605" y="2026"/>
                  </a:lnTo>
                  <a:lnTo>
                    <a:pt x="608" y="2026"/>
                  </a:lnTo>
                  <a:lnTo>
                    <a:pt x="612" y="2030"/>
                  </a:lnTo>
                  <a:lnTo>
                    <a:pt x="615" y="2030"/>
                  </a:lnTo>
                  <a:lnTo>
                    <a:pt x="619" y="2030"/>
                  </a:lnTo>
                  <a:lnTo>
                    <a:pt x="623" y="2030"/>
                  </a:lnTo>
                  <a:lnTo>
                    <a:pt x="626" y="2030"/>
                  </a:lnTo>
                  <a:lnTo>
                    <a:pt x="630" y="2033"/>
                  </a:lnTo>
                  <a:lnTo>
                    <a:pt x="633" y="2030"/>
                  </a:lnTo>
                  <a:lnTo>
                    <a:pt x="637" y="2030"/>
                  </a:lnTo>
                  <a:lnTo>
                    <a:pt x="641" y="2030"/>
                  </a:lnTo>
                  <a:lnTo>
                    <a:pt x="644" y="2030"/>
                  </a:lnTo>
                  <a:lnTo>
                    <a:pt x="648" y="2026"/>
                  </a:lnTo>
                  <a:lnTo>
                    <a:pt x="651" y="2026"/>
                  </a:lnTo>
                  <a:lnTo>
                    <a:pt x="655" y="2023"/>
                  </a:lnTo>
                  <a:lnTo>
                    <a:pt x="659" y="2019"/>
                  </a:lnTo>
                  <a:lnTo>
                    <a:pt x="662" y="2015"/>
                  </a:lnTo>
                  <a:lnTo>
                    <a:pt x="666" y="2015"/>
                  </a:lnTo>
                  <a:lnTo>
                    <a:pt x="669" y="2012"/>
                  </a:lnTo>
                  <a:lnTo>
                    <a:pt x="673" y="2008"/>
                  </a:lnTo>
                  <a:lnTo>
                    <a:pt x="677" y="2005"/>
                  </a:lnTo>
                  <a:lnTo>
                    <a:pt x="680" y="2001"/>
                  </a:lnTo>
                  <a:lnTo>
                    <a:pt x="684" y="1997"/>
                  </a:lnTo>
                  <a:lnTo>
                    <a:pt x="687" y="1994"/>
                  </a:lnTo>
                  <a:lnTo>
                    <a:pt x="691" y="1990"/>
                  </a:lnTo>
                  <a:lnTo>
                    <a:pt x="695" y="1987"/>
                  </a:lnTo>
                  <a:lnTo>
                    <a:pt x="698" y="1983"/>
                  </a:lnTo>
                  <a:lnTo>
                    <a:pt x="702" y="1979"/>
                  </a:lnTo>
                  <a:lnTo>
                    <a:pt x="705" y="1976"/>
                  </a:lnTo>
                  <a:lnTo>
                    <a:pt x="709" y="1972"/>
                  </a:lnTo>
                  <a:lnTo>
                    <a:pt x="713" y="1969"/>
                  </a:lnTo>
                  <a:lnTo>
                    <a:pt x="716" y="1965"/>
                  </a:lnTo>
                  <a:lnTo>
                    <a:pt x="720" y="1961"/>
                  </a:lnTo>
                  <a:lnTo>
                    <a:pt x="723" y="1958"/>
                  </a:lnTo>
                  <a:lnTo>
                    <a:pt x="727" y="1954"/>
                  </a:lnTo>
                  <a:lnTo>
                    <a:pt x="731" y="1951"/>
                  </a:lnTo>
                  <a:lnTo>
                    <a:pt x="734" y="1947"/>
                  </a:lnTo>
                  <a:lnTo>
                    <a:pt x="738" y="1943"/>
                  </a:lnTo>
                  <a:lnTo>
                    <a:pt x="741" y="1940"/>
                  </a:lnTo>
                  <a:lnTo>
                    <a:pt x="745" y="1940"/>
                  </a:lnTo>
                  <a:lnTo>
                    <a:pt x="749" y="1936"/>
                  </a:lnTo>
                  <a:lnTo>
                    <a:pt x="752" y="1936"/>
                  </a:lnTo>
                  <a:lnTo>
                    <a:pt x="756" y="1933"/>
                  </a:lnTo>
                  <a:lnTo>
                    <a:pt x="759" y="1933"/>
                  </a:lnTo>
                  <a:lnTo>
                    <a:pt x="763" y="1933"/>
                  </a:lnTo>
                  <a:lnTo>
                    <a:pt x="767" y="1933"/>
                  </a:lnTo>
                  <a:lnTo>
                    <a:pt x="770" y="1933"/>
                  </a:lnTo>
                  <a:lnTo>
                    <a:pt x="774" y="1933"/>
                  </a:lnTo>
                  <a:lnTo>
                    <a:pt x="777" y="1933"/>
                  </a:lnTo>
                  <a:lnTo>
                    <a:pt x="781" y="1936"/>
                  </a:lnTo>
                  <a:lnTo>
                    <a:pt x="785" y="1936"/>
                  </a:lnTo>
                  <a:lnTo>
                    <a:pt x="788" y="1940"/>
                  </a:lnTo>
                  <a:lnTo>
                    <a:pt x="792" y="1940"/>
                  </a:lnTo>
                  <a:lnTo>
                    <a:pt x="795" y="1943"/>
                  </a:lnTo>
                  <a:lnTo>
                    <a:pt x="799" y="1947"/>
                  </a:lnTo>
                  <a:lnTo>
                    <a:pt x="803" y="1951"/>
                  </a:lnTo>
                  <a:lnTo>
                    <a:pt x="806" y="1951"/>
                  </a:lnTo>
                  <a:lnTo>
                    <a:pt x="810" y="1954"/>
                  </a:lnTo>
                  <a:lnTo>
                    <a:pt x="813" y="1958"/>
                  </a:lnTo>
                  <a:lnTo>
                    <a:pt x="817" y="1961"/>
                  </a:lnTo>
                  <a:lnTo>
                    <a:pt x="821" y="1965"/>
                  </a:lnTo>
                  <a:lnTo>
                    <a:pt x="824" y="1969"/>
                  </a:lnTo>
                  <a:lnTo>
                    <a:pt x="828" y="1972"/>
                  </a:lnTo>
                  <a:lnTo>
                    <a:pt x="831" y="1976"/>
                  </a:lnTo>
                  <a:lnTo>
                    <a:pt x="835" y="1979"/>
                  </a:lnTo>
                  <a:lnTo>
                    <a:pt x="835" y="1983"/>
                  </a:lnTo>
                  <a:lnTo>
                    <a:pt x="839" y="1987"/>
                  </a:lnTo>
                  <a:lnTo>
                    <a:pt x="842" y="1990"/>
                  </a:lnTo>
                  <a:lnTo>
                    <a:pt x="846" y="1994"/>
                  </a:lnTo>
                  <a:lnTo>
                    <a:pt x="849" y="1997"/>
                  </a:lnTo>
                  <a:lnTo>
                    <a:pt x="853" y="2001"/>
                  </a:lnTo>
                  <a:lnTo>
                    <a:pt x="853" y="2005"/>
                  </a:lnTo>
                  <a:lnTo>
                    <a:pt x="857" y="2008"/>
                  </a:lnTo>
                  <a:lnTo>
                    <a:pt x="860" y="2012"/>
                  </a:lnTo>
                  <a:lnTo>
                    <a:pt x="864" y="2015"/>
                  </a:lnTo>
                  <a:lnTo>
                    <a:pt x="867" y="2019"/>
                  </a:lnTo>
                  <a:lnTo>
                    <a:pt x="871" y="2023"/>
                  </a:lnTo>
                  <a:lnTo>
                    <a:pt x="875" y="2026"/>
                  </a:lnTo>
                  <a:lnTo>
                    <a:pt x="878" y="2030"/>
                  </a:lnTo>
                  <a:lnTo>
                    <a:pt x="882" y="2033"/>
                  </a:lnTo>
                  <a:lnTo>
                    <a:pt x="885" y="2033"/>
                  </a:lnTo>
                  <a:lnTo>
                    <a:pt x="889" y="2037"/>
                  </a:lnTo>
                  <a:lnTo>
                    <a:pt x="893" y="2037"/>
                  </a:lnTo>
                  <a:lnTo>
                    <a:pt x="896" y="2037"/>
                  </a:lnTo>
                  <a:lnTo>
                    <a:pt x="900" y="2041"/>
                  </a:lnTo>
                  <a:lnTo>
                    <a:pt x="903" y="2041"/>
                  </a:lnTo>
                  <a:lnTo>
                    <a:pt x="907" y="2041"/>
                  </a:lnTo>
                  <a:lnTo>
                    <a:pt x="911" y="2041"/>
                  </a:lnTo>
                  <a:lnTo>
                    <a:pt x="914" y="2041"/>
                  </a:lnTo>
                  <a:lnTo>
                    <a:pt x="918" y="2037"/>
                  </a:lnTo>
                  <a:lnTo>
                    <a:pt x="921" y="2037"/>
                  </a:lnTo>
                  <a:lnTo>
                    <a:pt x="925" y="2033"/>
                  </a:lnTo>
                  <a:lnTo>
                    <a:pt x="929" y="2033"/>
                  </a:lnTo>
                  <a:lnTo>
                    <a:pt x="932" y="2030"/>
                  </a:lnTo>
                  <a:lnTo>
                    <a:pt x="936" y="2026"/>
                  </a:lnTo>
                  <a:lnTo>
                    <a:pt x="939" y="2023"/>
                  </a:lnTo>
                  <a:lnTo>
                    <a:pt x="943" y="2023"/>
                  </a:lnTo>
                  <a:lnTo>
                    <a:pt x="947" y="2019"/>
                  </a:lnTo>
                  <a:lnTo>
                    <a:pt x="950" y="2015"/>
                  </a:lnTo>
                  <a:lnTo>
                    <a:pt x="954" y="2012"/>
                  </a:lnTo>
                  <a:lnTo>
                    <a:pt x="957" y="2008"/>
                  </a:lnTo>
                  <a:lnTo>
                    <a:pt x="961" y="2005"/>
                  </a:lnTo>
                  <a:lnTo>
                    <a:pt x="965" y="2001"/>
                  </a:lnTo>
                  <a:lnTo>
                    <a:pt x="965" y="1997"/>
                  </a:lnTo>
                  <a:lnTo>
                    <a:pt x="968" y="1994"/>
                  </a:lnTo>
                  <a:lnTo>
                    <a:pt x="972" y="1990"/>
                  </a:lnTo>
                  <a:lnTo>
                    <a:pt x="975" y="1987"/>
                  </a:lnTo>
                  <a:lnTo>
                    <a:pt x="975" y="1983"/>
                  </a:lnTo>
                  <a:lnTo>
                    <a:pt x="979" y="1979"/>
                  </a:lnTo>
                  <a:lnTo>
                    <a:pt x="983" y="1976"/>
                  </a:lnTo>
                  <a:lnTo>
                    <a:pt x="986" y="1972"/>
                  </a:lnTo>
                  <a:lnTo>
                    <a:pt x="990" y="1969"/>
                  </a:lnTo>
                  <a:lnTo>
                    <a:pt x="990" y="1965"/>
                  </a:lnTo>
                  <a:lnTo>
                    <a:pt x="993" y="1961"/>
                  </a:lnTo>
                  <a:lnTo>
                    <a:pt x="997" y="1958"/>
                  </a:lnTo>
                  <a:lnTo>
                    <a:pt x="1001" y="1954"/>
                  </a:lnTo>
                  <a:lnTo>
                    <a:pt x="1004" y="1951"/>
                  </a:lnTo>
                  <a:lnTo>
                    <a:pt x="1008" y="1947"/>
                  </a:lnTo>
                  <a:lnTo>
                    <a:pt x="1008" y="1943"/>
                  </a:lnTo>
                  <a:lnTo>
                    <a:pt x="1011" y="1940"/>
                  </a:lnTo>
                  <a:lnTo>
                    <a:pt x="1015" y="1936"/>
                  </a:lnTo>
                  <a:lnTo>
                    <a:pt x="1019" y="1933"/>
                  </a:lnTo>
                  <a:lnTo>
                    <a:pt x="1022" y="1933"/>
                  </a:lnTo>
                  <a:lnTo>
                    <a:pt x="1026" y="1929"/>
                  </a:lnTo>
                  <a:lnTo>
                    <a:pt x="1029" y="1925"/>
                  </a:lnTo>
                  <a:lnTo>
                    <a:pt x="1033" y="1925"/>
                  </a:lnTo>
                  <a:lnTo>
                    <a:pt x="1037" y="1925"/>
                  </a:lnTo>
                  <a:lnTo>
                    <a:pt x="1040" y="1922"/>
                  </a:lnTo>
                  <a:lnTo>
                    <a:pt x="1044" y="1922"/>
                  </a:lnTo>
                  <a:lnTo>
                    <a:pt x="1047" y="1922"/>
                  </a:lnTo>
                  <a:lnTo>
                    <a:pt x="1051" y="1922"/>
                  </a:lnTo>
                  <a:lnTo>
                    <a:pt x="1055" y="1925"/>
                  </a:lnTo>
                  <a:lnTo>
                    <a:pt x="1058" y="1925"/>
                  </a:lnTo>
                  <a:lnTo>
                    <a:pt x="1062" y="1925"/>
                  </a:lnTo>
                  <a:lnTo>
                    <a:pt x="1065" y="1929"/>
                  </a:lnTo>
                  <a:lnTo>
                    <a:pt x="1069" y="1933"/>
                  </a:lnTo>
                  <a:lnTo>
                    <a:pt x="1073" y="1933"/>
                  </a:lnTo>
                  <a:lnTo>
                    <a:pt x="1076" y="1936"/>
                  </a:lnTo>
                  <a:lnTo>
                    <a:pt x="1080" y="1940"/>
                  </a:lnTo>
                  <a:lnTo>
                    <a:pt x="1083" y="1943"/>
                  </a:lnTo>
                  <a:lnTo>
                    <a:pt x="1087" y="1947"/>
                  </a:lnTo>
                  <a:lnTo>
                    <a:pt x="1091" y="1951"/>
                  </a:lnTo>
                  <a:lnTo>
                    <a:pt x="1094" y="1954"/>
                  </a:lnTo>
                  <a:lnTo>
                    <a:pt x="1098" y="1958"/>
                  </a:lnTo>
                  <a:lnTo>
                    <a:pt x="1098" y="1961"/>
                  </a:lnTo>
                  <a:lnTo>
                    <a:pt x="1101" y="1965"/>
                  </a:lnTo>
                  <a:lnTo>
                    <a:pt x="1105" y="1969"/>
                  </a:lnTo>
                  <a:lnTo>
                    <a:pt x="1109" y="1972"/>
                  </a:lnTo>
                  <a:lnTo>
                    <a:pt x="1109" y="1976"/>
                  </a:lnTo>
                  <a:lnTo>
                    <a:pt x="1112" y="1979"/>
                  </a:lnTo>
                  <a:lnTo>
                    <a:pt x="1116" y="1983"/>
                  </a:lnTo>
                  <a:lnTo>
                    <a:pt x="1119" y="1987"/>
                  </a:lnTo>
                  <a:lnTo>
                    <a:pt x="1119" y="1990"/>
                  </a:lnTo>
                  <a:lnTo>
                    <a:pt x="1123" y="1994"/>
                  </a:lnTo>
                  <a:lnTo>
                    <a:pt x="1123" y="1997"/>
                  </a:lnTo>
                  <a:lnTo>
                    <a:pt x="1127" y="2001"/>
                  </a:lnTo>
                  <a:lnTo>
                    <a:pt x="1130" y="2005"/>
                  </a:lnTo>
                  <a:lnTo>
                    <a:pt x="1134" y="2008"/>
                  </a:lnTo>
                  <a:lnTo>
                    <a:pt x="1137" y="2012"/>
                  </a:lnTo>
                  <a:lnTo>
                    <a:pt x="1137" y="2015"/>
                  </a:lnTo>
                  <a:lnTo>
                    <a:pt x="1141" y="2019"/>
                  </a:lnTo>
                  <a:lnTo>
                    <a:pt x="1145" y="2023"/>
                  </a:lnTo>
                  <a:lnTo>
                    <a:pt x="1148" y="2026"/>
                  </a:lnTo>
                  <a:lnTo>
                    <a:pt x="1148" y="2030"/>
                  </a:lnTo>
                  <a:lnTo>
                    <a:pt x="1152" y="2033"/>
                  </a:lnTo>
                  <a:lnTo>
                    <a:pt x="1155" y="2037"/>
                  </a:lnTo>
                  <a:lnTo>
                    <a:pt x="1159" y="2041"/>
                  </a:lnTo>
                  <a:lnTo>
                    <a:pt x="1163" y="2044"/>
                  </a:lnTo>
                  <a:lnTo>
                    <a:pt x="1166" y="2048"/>
                  </a:lnTo>
                  <a:lnTo>
                    <a:pt x="1170" y="2048"/>
                  </a:lnTo>
                  <a:lnTo>
                    <a:pt x="1173" y="2048"/>
                  </a:lnTo>
                  <a:lnTo>
                    <a:pt x="1177" y="2051"/>
                  </a:lnTo>
                  <a:lnTo>
                    <a:pt x="1181" y="2051"/>
                  </a:lnTo>
                  <a:lnTo>
                    <a:pt x="1184" y="2051"/>
                  </a:lnTo>
                  <a:lnTo>
                    <a:pt x="1188" y="2051"/>
                  </a:lnTo>
                  <a:lnTo>
                    <a:pt x="1191" y="2051"/>
                  </a:lnTo>
                  <a:lnTo>
                    <a:pt x="1195" y="2051"/>
                  </a:lnTo>
                  <a:lnTo>
                    <a:pt x="1199" y="2048"/>
                  </a:lnTo>
                  <a:lnTo>
                    <a:pt x="1202" y="2048"/>
                  </a:lnTo>
                  <a:lnTo>
                    <a:pt x="1206" y="2044"/>
                  </a:lnTo>
                  <a:lnTo>
                    <a:pt x="1209" y="2041"/>
                  </a:lnTo>
                  <a:lnTo>
                    <a:pt x="1213" y="2037"/>
                  </a:lnTo>
                  <a:lnTo>
                    <a:pt x="1217" y="2033"/>
                  </a:lnTo>
                  <a:lnTo>
                    <a:pt x="1220" y="2033"/>
                  </a:lnTo>
                  <a:lnTo>
                    <a:pt x="1224" y="2030"/>
                  </a:lnTo>
                  <a:lnTo>
                    <a:pt x="1227" y="2026"/>
                  </a:lnTo>
                  <a:lnTo>
                    <a:pt x="1227" y="2023"/>
                  </a:lnTo>
                  <a:lnTo>
                    <a:pt x="1231" y="2019"/>
                  </a:lnTo>
                  <a:lnTo>
                    <a:pt x="1235" y="2015"/>
                  </a:lnTo>
                  <a:lnTo>
                    <a:pt x="1235" y="2012"/>
                  </a:lnTo>
                  <a:lnTo>
                    <a:pt x="1238" y="2008"/>
                  </a:lnTo>
                  <a:lnTo>
                    <a:pt x="1242" y="2005"/>
                  </a:lnTo>
                  <a:lnTo>
                    <a:pt x="1245" y="2001"/>
                  </a:lnTo>
                  <a:lnTo>
                    <a:pt x="1245" y="1997"/>
                  </a:lnTo>
                  <a:lnTo>
                    <a:pt x="1249" y="1994"/>
                  </a:lnTo>
                  <a:lnTo>
                    <a:pt x="1249" y="1990"/>
                  </a:lnTo>
                  <a:lnTo>
                    <a:pt x="1253" y="1987"/>
                  </a:lnTo>
                  <a:lnTo>
                    <a:pt x="1256" y="1983"/>
                  </a:lnTo>
                  <a:lnTo>
                    <a:pt x="1256" y="1979"/>
                  </a:lnTo>
                  <a:lnTo>
                    <a:pt x="1260" y="1976"/>
                  </a:lnTo>
                  <a:lnTo>
                    <a:pt x="1263" y="1972"/>
                  </a:lnTo>
                  <a:lnTo>
                    <a:pt x="1263" y="1969"/>
                  </a:lnTo>
                  <a:lnTo>
                    <a:pt x="1267" y="1965"/>
                  </a:lnTo>
                  <a:lnTo>
                    <a:pt x="1267" y="1961"/>
                  </a:lnTo>
                  <a:lnTo>
                    <a:pt x="1271" y="1958"/>
                  </a:lnTo>
                  <a:lnTo>
                    <a:pt x="1274" y="1954"/>
                  </a:lnTo>
                  <a:lnTo>
                    <a:pt x="1278" y="1951"/>
                  </a:lnTo>
                  <a:lnTo>
                    <a:pt x="1278" y="1947"/>
                  </a:lnTo>
                  <a:lnTo>
                    <a:pt x="1281" y="1943"/>
                  </a:lnTo>
                  <a:lnTo>
                    <a:pt x="1285" y="1940"/>
                  </a:lnTo>
                  <a:lnTo>
                    <a:pt x="1285" y="1936"/>
                  </a:lnTo>
                  <a:lnTo>
                    <a:pt x="1289" y="1933"/>
                  </a:lnTo>
                  <a:lnTo>
                    <a:pt x="1292" y="1929"/>
                  </a:lnTo>
                  <a:lnTo>
                    <a:pt x="1296" y="1925"/>
                  </a:lnTo>
                  <a:lnTo>
                    <a:pt x="1299" y="1922"/>
                  </a:lnTo>
                  <a:lnTo>
                    <a:pt x="1303" y="1918"/>
                  </a:lnTo>
                  <a:lnTo>
                    <a:pt x="1307" y="1915"/>
                  </a:lnTo>
                  <a:lnTo>
                    <a:pt x="1310" y="1911"/>
                  </a:lnTo>
                  <a:lnTo>
                    <a:pt x="1314" y="1911"/>
                  </a:lnTo>
                  <a:lnTo>
                    <a:pt x="1317" y="1907"/>
                  </a:lnTo>
                  <a:lnTo>
                    <a:pt x="1321" y="1907"/>
                  </a:lnTo>
                  <a:lnTo>
                    <a:pt x="1325" y="1907"/>
                  </a:lnTo>
                  <a:lnTo>
                    <a:pt x="1328" y="1907"/>
                  </a:lnTo>
                  <a:lnTo>
                    <a:pt x="1332" y="1907"/>
                  </a:lnTo>
                  <a:lnTo>
                    <a:pt x="1335" y="1911"/>
                  </a:lnTo>
                  <a:lnTo>
                    <a:pt x="1339" y="1911"/>
                  </a:lnTo>
                  <a:lnTo>
                    <a:pt x="1343" y="1915"/>
                  </a:lnTo>
                  <a:lnTo>
                    <a:pt x="1346" y="1918"/>
                  </a:lnTo>
                  <a:lnTo>
                    <a:pt x="1350" y="1918"/>
                  </a:lnTo>
                  <a:lnTo>
                    <a:pt x="1353" y="1922"/>
                  </a:lnTo>
                  <a:lnTo>
                    <a:pt x="1357" y="1925"/>
                  </a:lnTo>
                  <a:lnTo>
                    <a:pt x="1361" y="1929"/>
                  </a:lnTo>
                  <a:lnTo>
                    <a:pt x="1364" y="1933"/>
                  </a:lnTo>
                  <a:lnTo>
                    <a:pt x="1364" y="1936"/>
                  </a:lnTo>
                  <a:lnTo>
                    <a:pt x="1368" y="1940"/>
                  </a:lnTo>
                  <a:lnTo>
                    <a:pt x="1371" y="1943"/>
                  </a:lnTo>
                  <a:lnTo>
                    <a:pt x="1371" y="1947"/>
                  </a:lnTo>
                  <a:lnTo>
                    <a:pt x="1375" y="1951"/>
                  </a:lnTo>
                  <a:lnTo>
                    <a:pt x="1379" y="1954"/>
                  </a:lnTo>
                  <a:lnTo>
                    <a:pt x="1379" y="1958"/>
                  </a:lnTo>
                  <a:lnTo>
                    <a:pt x="1382" y="1961"/>
                  </a:lnTo>
                  <a:lnTo>
                    <a:pt x="1382" y="1965"/>
                  </a:lnTo>
                  <a:lnTo>
                    <a:pt x="1386" y="1969"/>
                  </a:lnTo>
                  <a:lnTo>
                    <a:pt x="1389" y="1972"/>
                  </a:lnTo>
                  <a:lnTo>
                    <a:pt x="1389" y="1976"/>
                  </a:lnTo>
                  <a:lnTo>
                    <a:pt x="1389" y="1979"/>
                  </a:lnTo>
                  <a:lnTo>
                    <a:pt x="1393" y="1983"/>
                  </a:lnTo>
                  <a:lnTo>
                    <a:pt x="1397" y="1987"/>
                  </a:lnTo>
                  <a:lnTo>
                    <a:pt x="1397" y="1990"/>
                  </a:lnTo>
                  <a:lnTo>
                    <a:pt x="1400" y="1994"/>
                  </a:lnTo>
                  <a:lnTo>
                    <a:pt x="1404" y="1997"/>
                  </a:lnTo>
                  <a:lnTo>
                    <a:pt x="1404" y="2001"/>
                  </a:lnTo>
                  <a:lnTo>
                    <a:pt x="1404" y="2005"/>
                  </a:lnTo>
                  <a:lnTo>
                    <a:pt x="1407" y="2008"/>
                  </a:lnTo>
                  <a:lnTo>
                    <a:pt x="1407" y="2012"/>
                  </a:lnTo>
                  <a:lnTo>
                    <a:pt x="1411" y="2015"/>
                  </a:lnTo>
                  <a:lnTo>
                    <a:pt x="1415" y="2019"/>
                  </a:lnTo>
                  <a:lnTo>
                    <a:pt x="1415" y="2023"/>
                  </a:lnTo>
                  <a:lnTo>
                    <a:pt x="1418" y="2026"/>
                  </a:lnTo>
                  <a:lnTo>
                    <a:pt x="1422" y="2030"/>
                  </a:lnTo>
                  <a:lnTo>
                    <a:pt x="1422" y="2033"/>
                  </a:lnTo>
                  <a:lnTo>
                    <a:pt x="1425" y="2037"/>
                  </a:lnTo>
                  <a:lnTo>
                    <a:pt x="1425" y="2041"/>
                  </a:lnTo>
                  <a:lnTo>
                    <a:pt x="1429" y="2044"/>
                  </a:lnTo>
                  <a:lnTo>
                    <a:pt x="1433" y="2048"/>
                  </a:lnTo>
                  <a:lnTo>
                    <a:pt x="1436" y="2051"/>
                  </a:lnTo>
                  <a:lnTo>
                    <a:pt x="1440" y="2055"/>
                  </a:lnTo>
                  <a:lnTo>
                    <a:pt x="1443" y="2059"/>
                  </a:lnTo>
                  <a:lnTo>
                    <a:pt x="1447" y="2062"/>
                  </a:lnTo>
                  <a:lnTo>
                    <a:pt x="1451" y="2066"/>
                  </a:lnTo>
                  <a:lnTo>
                    <a:pt x="1454" y="2066"/>
                  </a:lnTo>
                  <a:lnTo>
                    <a:pt x="1458" y="2069"/>
                  </a:lnTo>
                  <a:lnTo>
                    <a:pt x="1461" y="2069"/>
                  </a:lnTo>
                  <a:lnTo>
                    <a:pt x="1465" y="2069"/>
                  </a:lnTo>
                  <a:lnTo>
                    <a:pt x="1469" y="2069"/>
                  </a:lnTo>
                  <a:lnTo>
                    <a:pt x="1472" y="2069"/>
                  </a:lnTo>
                  <a:lnTo>
                    <a:pt x="1476" y="2066"/>
                  </a:lnTo>
                  <a:lnTo>
                    <a:pt x="1479" y="2066"/>
                  </a:lnTo>
                  <a:lnTo>
                    <a:pt x="1483" y="2062"/>
                  </a:lnTo>
                  <a:lnTo>
                    <a:pt x="1487" y="2059"/>
                  </a:lnTo>
                  <a:lnTo>
                    <a:pt x="1490" y="2055"/>
                  </a:lnTo>
                  <a:lnTo>
                    <a:pt x="1494" y="2051"/>
                  </a:lnTo>
                  <a:lnTo>
                    <a:pt x="1497" y="2048"/>
                  </a:lnTo>
                  <a:lnTo>
                    <a:pt x="1501" y="2044"/>
                  </a:lnTo>
                  <a:lnTo>
                    <a:pt x="1501" y="2041"/>
                  </a:lnTo>
                  <a:lnTo>
                    <a:pt x="1505" y="2037"/>
                  </a:lnTo>
                  <a:lnTo>
                    <a:pt x="1508" y="2033"/>
                  </a:lnTo>
                  <a:lnTo>
                    <a:pt x="1508" y="2030"/>
                  </a:lnTo>
                  <a:lnTo>
                    <a:pt x="1512" y="2026"/>
                  </a:lnTo>
                  <a:lnTo>
                    <a:pt x="1512" y="2023"/>
                  </a:lnTo>
                  <a:lnTo>
                    <a:pt x="1515" y="2019"/>
                  </a:lnTo>
                  <a:lnTo>
                    <a:pt x="1519" y="2015"/>
                  </a:lnTo>
                  <a:lnTo>
                    <a:pt x="1519" y="2012"/>
                  </a:lnTo>
                  <a:lnTo>
                    <a:pt x="1523" y="2008"/>
                  </a:lnTo>
                  <a:lnTo>
                    <a:pt x="1523" y="2005"/>
                  </a:lnTo>
                  <a:lnTo>
                    <a:pt x="1526" y="2001"/>
                  </a:lnTo>
                  <a:lnTo>
                    <a:pt x="1526" y="1997"/>
                  </a:lnTo>
                  <a:lnTo>
                    <a:pt x="1530" y="1994"/>
                  </a:lnTo>
                  <a:lnTo>
                    <a:pt x="1530" y="1990"/>
                  </a:lnTo>
                  <a:lnTo>
                    <a:pt x="1533" y="1987"/>
                  </a:lnTo>
                  <a:lnTo>
                    <a:pt x="1533" y="1983"/>
                  </a:lnTo>
                  <a:lnTo>
                    <a:pt x="1537" y="1979"/>
                  </a:lnTo>
                  <a:lnTo>
                    <a:pt x="1537" y="1976"/>
                  </a:lnTo>
                  <a:lnTo>
                    <a:pt x="1537" y="1972"/>
                  </a:lnTo>
                  <a:lnTo>
                    <a:pt x="1541" y="1969"/>
                  </a:lnTo>
                  <a:lnTo>
                    <a:pt x="1544" y="1965"/>
                  </a:lnTo>
                  <a:lnTo>
                    <a:pt x="1544" y="1961"/>
                  </a:lnTo>
                  <a:lnTo>
                    <a:pt x="1544" y="1958"/>
                  </a:lnTo>
                  <a:lnTo>
                    <a:pt x="1548" y="1954"/>
                  </a:lnTo>
                  <a:lnTo>
                    <a:pt x="1551" y="1951"/>
                  </a:lnTo>
                  <a:lnTo>
                    <a:pt x="1551" y="1947"/>
                  </a:lnTo>
                  <a:lnTo>
                    <a:pt x="1551" y="1943"/>
                  </a:lnTo>
                  <a:lnTo>
                    <a:pt x="1555" y="1940"/>
                  </a:lnTo>
                  <a:lnTo>
                    <a:pt x="1555" y="1936"/>
                  </a:lnTo>
                  <a:lnTo>
                    <a:pt x="1559" y="1933"/>
                  </a:lnTo>
                  <a:lnTo>
                    <a:pt x="1562" y="1929"/>
                  </a:lnTo>
                  <a:lnTo>
                    <a:pt x="1562" y="1925"/>
                  </a:lnTo>
                  <a:lnTo>
                    <a:pt x="1566" y="1922"/>
                  </a:lnTo>
                  <a:lnTo>
                    <a:pt x="1569" y="1918"/>
                  </a:lnTo>
                  <a:lnTo>
                    <a:pt x="1569" y="1915"/>
                  </a:lnTo>
                  <a:lnTo>
                    <a:pt x="1573" y="1911"/>
                  </a:lnTo>
                  <a:lnTo>
                    <a:pt x="1577" y="1907"/>
                  </a:lnTo>
                  <a:lnTo>
                    <a:pt x="1577" y="1904"/>
                  </a:lnTo>
                  <a:lnTo>
                    <a:pt x="1580" y="1900"/>
                  </a:lnTo>
                  <a:lnTo>
                    <a:pt x="1584" y="1897"/>
                  </a:lnTo>
                  <a:lnTo>
                    <a:pt x="1587" y="1893"/>
                  </a:lnTo>
                  <a:lnTo>
                    <a:pt x="1591" y="1889"/>
                  </a:lnTo>
                  <a:lnTo>
                    <a:pt x="1595" y="1886"/>
                  </a:lnTo>
                  <a:lnTo>
                    <a:pt x="1598" y="1886"/>
                  </a:lnTo>
                  <a:lnTo>
                    <a:pt x="1602" y="1886"/>
                  </a:lnTo>
                  <a:lnTo>
                    <a:pt x="1605" y="1886"/>
                  </a:lnTo>
                  <a:lnTo>
                    <a:pt x="1609" y="1886"/>
                  </a:lnTo>
                  <a:lnTo>
                    <a:pt x="1613" y="1886"/>
                  </a:lnTo>
                  <a:lnTo>
                    <a:pt x="1616" y="1889"/>
                  </a:lnTo>
                  <a:lnTo>
                    <a:pt x="1620" y="1889"/>
                  </a:lnTo>
                  <a:lnTo>
                    <a:pt x="1623" y="1893"/>
                  </a:lnTo>
                  <a:lnTo>
                    <a:pt x="1627" y="1897"/>
                  </a:lnTo>
                  <a:lnTo>
                    <a:pt x="1631" y="1900"/>
                  </a:lnTo>
                  <a:lnTo>
                    <a:pt x="1634" y="1904"/>
                  </a:lnTo>
                  <a:lnTo>
                    <a:pt x="1638" y="1907"/>
                  </a:lnTo>
                  <a:lnTo>
                    <a:pt x="1638" y="1911"/>
                  </a:lnTo>
                  <a:lnTo>
                    <a:pt x="1641" y="1915"/>
                  </a:lnTo>
                  <a:lnTo>
                    <a:pt x="1641" y="1918"/>
                  </a:lnTo>
                  <a:lnTo>
                    <a:pt x="1645" y="1922"/>
                  </a:lnTo>
                  <a:lnTo>
                    <a:pt x="1645" y="1925"/>
                  </a:lnTo>
                  <a:lnTo>
                    <a:pt x="1649" y="1929"/>
                  </a:lnTo>
                  <a:lnTo>
                    <a:pt x="1649" y="1933"/>
                  </a:lnTo>
                  <a:lnTo>
                    <a:pt x="1652" y="1936"/>
                  </a:lnTo>
                  <a:lnTo>
                    <a:pt x="1652" y="1940"/>
                  </a:lnTo>
                  <a:lnTo>
                    <a:pt x="1656" y="1943"/>
                  </a:lnTo>
                  <a:lnTo>
                    <a:pt x="1656" y="1947"/>
                  </a:lnTo>
                  <a:lnTo>
                    <a:pt x="1659" y="1951"/>
                  </a:lnTo>
                  <a:lnTo>
                    <a:pt x="1659" y="1954"/>
                  </a:lnTo>
                  <a:lnTo>
                    <a:pt x="1663" y="1958"/>
                  </a:lnTo>
                  <a:lnTo>
                    <a:pt x="1663" y="1961"/>
                  </a:lnTo>
                  <a:lnTo>
                    <a:pt x="1663" y="1965"/>
                  </a:lnTo>
                  <a:lnTo>
                    <a:pt x="1667" y="1969"/>
                  </a:lnTo>
                  <a:lnTo>
                    <a:pt x="1667" y="1972"/>
                  </a:lnTo>
                  <a:lnTo>
                    <a:pt x="1670" y="1976"/>
                  </a:lnTo>
                  <a:lnTo>
                    <a:pt x="1670" y="1979"/>
                  </a:lnTo>
                  <a:lnTo>
                    <a:pt x="1674" y="1983"/>
                  </a:lnTo>
                  <a:lnTo>
                    <a:pt x="1674" y="1987"/>
                  </a:lnTo>
                  <a:lnTo>
                    <a:pt x="1674" y="1990"/>
                  </a:lnTo>
                  <a:lnTo>
                    <a:pt x="1677" y="1994"/>
                  </a:lnTo>
                  <a:lnTo>
                    <a:pt x="1677" y="1997"/>
                  </a:lnTo>
                  <a:lnTo>
                    <a:pt x="1681" y="2001"/>
                  </a:lnTo>
                  <a:lnTo>
                    <a:pt x="1681" y="2005"/>
                  </a:lnTo>
                  <a:lnTo>
                    <a:pt x="1681" y="2008"/>
                  </a:lnTo>
                  <a:lnTo>
                    <a:pt x="1685" y="2012"/>
                  </a:lnTo>
                  <a:lnTo>
                    <a:pt x="1685" y="2015"/>
                  </a:lnTo>
                  <a:lnTo>
                    <a:pt x="1685" y="2019"/>
                  </a:lnTo>
                  <a:lnTo>
                    <a:pt x="1688" y="2023"/>
                  </a:lnTo>
                  <a:lnTo>
                    <a:pt x="1692" y="2026"/>
                  </a:lnTo>
                  <a:lnTo>
                    <a:pt x="1692" y="2030"/>
                  </a:lnTo>
                  <a:lnTo>
                    <a:pt x="1692" y="2033"/>
                  </a:lnTo>
                  <a:lnTo>
                    <a:pt x="1695" y="2037"/>
                  </a:lnTo>
                  <a:lnTo>
                    <a:pt x="1695" y="2041"/>
                  </a:lnTo>
                  <a:lnTo>
                    <a:pt x="1699" y="2044"/>
                  </a:lnTo>
                  <a:lnTo>
                    <a:pt x="1699" y="2048"/>
                  </a:lnTo>
                  <a:lnTo>
                    <a:pt x="1703" y="2051"/>
                  </a:lnTo>
                  <a:lnTo>
                    <a:pt x="1703" y="2055"/>
                  </a:lnTo>
                  <a:lnTo>
                    <a:pt x="1706" y="2059"/>
                  </a:lnTo>
                  <a:lnTo>
                    <a:pt x="1706" y="2062"/>
                  </a:lnTo>
                  <a:lnTo>
                    <a:pt x="1710" y="2066"/>
                  </a:lnTo>
                  <a:lnTo>
                    <a:pt x="1710" y="2069"/>
                  </a:lnTo>
                  <a:lnTo>
                    <a:pt x="1713" y="2073"/>
                  </a:lnTo>
                  <a:lnTo>
                    <a:pt x="1717" y="2077"/>
                  </a:lnTo>
                  <a:lnTo>
                    <a:pt x="1717" y="2080"/>
                  </a:lnTo>
                  <a:lnTo>
                    <a:pt x="1721" y="2084"/>
                  </a:lnTo>
                  <a:lnTo>
                    <a:pt x="1724" y="2087"/>
                  </a:lnTo>
                  <a:lnTo>
                    <a:pt x="1728" y="2091"/>
                  </a:lnTo>
                  <a:lnTo>
                    <a:pt x="1731" y="2095"/>
                  </a:lnTo>
                  <a:lnTo>
                    <a:pt x="1735" y="2098"/>
                  </a:lnTo>
                  <a:lnTo>
                    <a:pt x="1739" y="2102"/>
                  </a:lnTo>
                  <a:lnTo>
                    <a:pt x="1742" y="2102"/>
                  </a:lnTo>
                  <a:lnTo>
                    <a:pt x="1746" y="2102"/>
                  </a:lnTo>
                  <a:lnTo>
                    <a:pt x="1749" y="2102"/>
                  </a:lnTo>
                  <a:lnTo>
                    <a:pt x="1753" y="2098"/>
                  </a:lnTo>
                  <a:lnTo>
                    <a:pt x="1757" y="2095"/>
                  </a:lnTo>
                  <a:lnTo>
                    <a:pt x="1760" y="2091"/>
                  </a:lnTo>
                  <a:lnTo>
                    <a:pt x="1764" y="2091"/>
                  </a:lnTo>
                  <a:lnTo>
                    <a:pt x="1767" y="2087"/>
                  </a:lnTo>
                  <a:lnTo>
                    <a:pt x="1771" y="2084"/>
                  </a:lnTo>
                  <a:lnTo>
                    <a:pt x="1771" y="2080"/>
                  </a:lnTo>
                  <a:lnTo>
                    <a:pt x="1775" y="2077"/>
                  </a:lnTo>
                  <a:lnTo>
                    <a:pt x="1775" y="2073"/>
                  </a:lnTo>
                  <a:lnTo>
                    <a:pt x="1778" y="2069"/>
                  </a:lnTo>
                  <a:lnTo>
                    <a:pt x="1778" y="2066"/>
                  </a:lnTo>
                  <a:lnTo>
                    <a:pt x="1782" y="2062"/>
                  </a:lnTo>
                  <a:lnTo>
                    <a:pt x="1782" y="2059"/>
                  </a:lnTo>
                  <a:lnTo>
                    <a:pt x="1785" y="2055"/>
                  </a:lnTo>
                  <a:lnTo>
                    <a:pt x="1785" y="2051"/>
                  </a:lnTo>
                  <a:lnTo>
                    <a:pt x="1789" y="2048"/>
                  </a:lnTo>
                  <a:lnTo>
                    <a:pt x="1789" y="2044"/>
                  </a:lnTo>
                  <a:lnTo>
                    <a:pt x="1793" y="2041"/>
                  </a:lnTo>
                  <a:lnTo>
                    <a:pt x="1793" y="2037"/>
                  </a:lnTo>
                  <a:lnTo>
                    <a:pt x="1793" y="2033"/>
                  </a:lnTo>
                  <a:lnTo>
                    <a:pt x="1796" y="2030"/>
                  </a:lnTo>
                  <a:lnTo>
                    <a:pt x="1796" y="2026"/>
                  </a:lnTo>
                  <a:lnTo>
                    <a:pt x="1796" y="2023"/>
                  </a:lnTo>
                  <a:lnTo>
                    <a:pt x="1800" y="2019"/>
                  </a:lnTo>
                  <a:lnTo>
                    <a:pt x="1800" y="2015"/>
                  </a:lnTo>
                  <a:lnTo>
                    <a:pt x="1803" y="2012"/>
                  </a:lnTo>
                  <a:lnTo>
                    <a:pt x="1803" y="2008"/>
                  </a:lnTo>
                  <a:lnTo>
                    <a:pt x="1803" y="2005"/>
                  </a:lnTo>
                  <a:lnTo>
                    <a:pt x="1807" y="2001"/>
                  </a:lnTo>
                  <a:lnTo>
                    <a:pt x="1807" y="1997"/>
                  </a:lnTo>
                  <a:lnTo>
                    <a:pt x="1811" y="1990"/>
                  </a:lnTo>
                  <a:lnTo>
                    <a:pt x="1811" y="1987"/>
                  </a:lnTo>
                  <a:lnTo>
                    <a:pt x="1811" y="1983"/>
                  </a:lnTo>
                  <a:lnTo>
                    <a:pt x="1814" y="1979"/>
                  </a:lnTo>
                  <a:lnTo>
                    <a:pt x="1814" y="1976"/>
                  </a:lnTo>
                  <a:lnTo>
                    <a:pt x="1818" y="1972"/>
                  </a:lnTo>
                  <a:lnTo>
                    <a:pt x="1818" y="1969"/>
                  </a:lnTo>
                  <a:lnTo>
                    <a:pt x="1818" y="1965"/>
                  </a:lnTo>
                  <a:lnTo>
                    <a:pt x="1821" y="1958"/>
                  </a:lnTo>
                  <a:lnTo>
                    <a:pt x="1821" y="1954"/>
                  </a:lnTo>
                  <a:lnTo>
                    <a:pt x="1821" y="1951"/>
                  </a:lnTo>
                  <a:lnTo>
                    <a:pt x="1825" y="1947"/>
                  </a:lnTo>
                  <a:lnTo>
                    <a:pt x="1825" y="1943"/>
                  </a:lnTo>
                  <a:lnTo>
                    <a:pt x="1829" y="1940"/>
                  </a:lnTo>
                  <a:lnTo>
                    <a:pt x="1829" y="1936"/>
                  </a:lnTo>
                  <a:lnTo>
                    <a:pt x="1829" y="1933"/>
                  </a:lnTo>
                  <a:lnTo>
                    <a:pt x="1832" y="1929"/>
                  </a:lnTo>
                  <a:lnTo>
                    <a:pt x="1832" y="1925"/>
                  </a:lnTo>
                  <a:lnTo>
                    <a:pt x="1836" y="1918"/>
                  </a:lnTo>
                  <a:lnTo>
                    <a:pt x="1836" y="1915"/>
                  </a:lnTo>
                  <a:lnTo>
                    <a:pt x="1836" y="1911"/>
                  </a:lnTo>
                  <a:lnTo>
                    <a:pt x="1839" y="1907"/>
                  </a:lnTo>
                  <a:lnTo>
                    <a:pt x="1839" y="1904"/>
                  </a:lnTo>
                  <a:lnTo>
                    <a:pt x="1839" y="1900"/>
                  </a:lnTo>
                  <a:lnTo>
                    <a:pt x="1843" y="1897"/>
                  </a:lnTo>
                  <a:lnTo>
                    <a:pt x="1847" y="1893"/>
                  </a:lnTo>
                  <a:lnTo>
                    <a:pt x="1847" y="1889"/>
                  </a:lnTo>
                  <a:lnTo>
                    <a:pt x="1847" y="1886"/>
                  </a:lnTo>
                  <a:lnTo>
                    <a:pt x="1850" y="1882"/>
                  </a:lnTo>
                  <a:lnTo>
                    <a:pt x="1850" y="1879"/>
                  </a:lnTo>
                  <a:lnTo>
                    <a:pt x="1854" y="1875"/>
                  </a:lnTo>
                  <a:lnTo>
                    <a:pt x="1854" y="1871"/>
                  </a:lnTo>
                  <a:lnTo>
                    <a:pt x="1857" y="1868"/>
                  </a:lnTo>
                  <a:lnTo>
                    <a:pt x="1861" y="1864"/>
                  </a:lnTo>
                  <a:lnTo>
                    <a:pt x="1861" y="1861"/>
                  </a:lnTo>
                  <a:lnTo>
                    <a:pt x="1865" y="1857"/>
                  </a:lnTo>
                  <a:lnTo>
                    <a:pt x="1865" y="1853"/>
                  </a:lnTo>
                  <a:lnTo>
                    <a:pt x="1868" y="1850"/>
                  </a:lnTo>
                  <a:lnTo>
                    <a:pt x="1872" y="1846"/>
                  </a:lnTo>
                  <a:lnTo>
                    <a:pt x="1875" y="1843"/>
                  </a:lnTo>
                  <a:lnTo>
                    <a:pt x="1879" y="1843"/>
                  </a:lnTo>
                  <a:lnTo>
                    <a:pt x="1883" y="1839"/>
                  </a:lnTo>
                  <a:lnTo>
                    <a:pt x="1886" y="1839"/>
                  </a:lnTo>
                  <a:lnTo>
                    <a:pt x="1890" y="1843"/>
                  </a:lnTo>
                  <a:lnTo>
                    <a:pt x="1893" y="1843"/>
                  </a:lnTo>
                  <a:lnTo>
                    <a:pt x="1897" y="1846"/>
                  </a:lnTo>
                  <a:lnTo>
                    <a:pt x="1901" y="1850"/>
                  </a:lnTo>
                  <a:lnTo>
                    <a:pt x="1904" y="1853"/>
                  </a:lnTo>
                  <a:lnTo>
                    <a:pt x="1908" y="1857"/>
                  </a:lnTo>
                  <a:lnTo>
                    <a:pt x="1908" y="1861"/>
                  </a:lnTo>
                  <a:lnTo>
                    <a:pt x="1911" y="1864"/>
                  </a:lnTo>
                  <a:lnTo>
                    <a:pt x="1911" y="1868"/>
                  </a:lnTo>
                  <a:lnTo>
                    <a:pt x="1915" y="1871"/>
                  </a:lnTo>
                  <a:lnTo>
                    <a:pt x="1915" y="1875"/>
                  </a:lnTo>
                  <a:lnTo>
                    <a:pt x="1919" y="1879"/>
                  </a:lnTo>
                  <a:lnTo>
                    <a:pt x="1919" y="1882"/>
                  </a:lnTo>
                  <a:lnTo>
                    <a:pt x="1922" y="1886"/>
                  </a:lnTo>
                  <a:lnTo>
                    <a:pt x="1922" y="1889"/>
                  </a:lnTo>
                  <a:lnTo>
                    <a:pt x="1922" y="1893"/>
                  </a:lnTo>
                  <a:lnTo>
                    <a:pt x="1926" y="1897"/>
                  </a:lnTo>
                  <a:lnTo>
                    <a:pt x="1926" y="1900"/>
                  </a:lnTo>
                  <a:lnTo>
                    <a:pt x="1926" y="1904"/>
                  </a:lnTo>
                  <a:lnTo>
                    <a:pt x="1929" y="1911"/>
                  </a:lnTo>
                  <a:lnTo>
                    <a:pt x="1929" y="1915"/>
                  </a:lnTo>
                  <a:lnTo>
                    <a:pt x="1933" y="1918"/>
                  </a:lnTo>
                  <a:lnTo>
                    <a:pt x="1933" y="1922"/>
                  </a:lnTo>
                  <a:lnTo>
                    <a:pt x="1933" y="1925"/>
                  </a:lnTo>
                  <a:lnTo>
                    <a:pt x="1937" y="1933"/>
                  </a:lnTo>
                  <a:lnTo>
                    <a:pt x="1937" y="1936"/>
                  </a:lnTo>
                  <a:lnTo>
                    <a:pt x="1940" y="1940"/>
                  </a:lnTo>
                  <a:lnTo>
                    <a:pt x="1940" y="1943"/>
                  </a:lnTo>
                  <a:lnTo>
                    <a:pt x="1940" y="1951"/>
                  </a:lnTo>
                  <a:lnTo>
                    <a:pt x="1944" y="1954"/>
                  </a:lnTo>
                  <a:lnTo>
                    <a:pt x="1944" y="1958"/>
                  </a:lnTo>
                  <a:lnTo>
                    <a:pt x="1947" y="1965"/>
                  </a:lnTo>
                  <a:lnTo>
                    <a:pt x="1947" y="1969"/>
                  </a:lnTo>
                  <a:lnTo>
                    <a:pt x="1947" y="1972"/>
                  </a:lnTo>
                  <a:lnTo>
                    <a:pt x="1951" y="1979"/>
                  </a:lnTo>
                  <a:lnTo>
                    <a:pt x="1951" y="1983"/>
                  </a:lnTo>
                  <a:lnTo>
                    <a:pt x="1951" y="1990"/>
                  </a:lnTo>
                  <a:lnTo>
                    <a:pt x="1955" y="1994"/>
                  </a:lnTo>
                  <a:lnTo>
                    <a:pt x="1955" y="1997"/>
                  </a:lnTo>
                  <a:lnTo>
                    <a:pt x="1958" y="2005"/>
                  </a:lnTo>
                  <a:lnTo>
                    <a:pt x="1958" y="2008"/>
                  </a:lnTo>
                  <a:lnTo>
                    <a:pt x="1958" y="2015"/>
                  </a:lnTo>
                  <a:lnTo>
                    <a:pt x="1962" y="2019"/>
                  </a:lnTo>
                  <a:lnTo>
                    <a:pt x="1962" y="2026"/>
                  </a:lnTo>
                  <a:lnTo>
                    <a:pt x="1965" y="2030"/>
                  </a:lnTo>
                  <a:lnTo>
                    <a:pt x="1965" y="2033"/>
                  </a:lnTo>
                  <a:lnTo>
                    <a:pt x="1965" y="2041"/>
                  </a:lnTo>
                  <a:lnTo>
                    <a:pt x="1969" y="2044"/>
                  </a:lnTo>
                  <a:lnTo>
                    <a:pt x="1969" y="2051"/>
                  </a:lnTo>
                  <a:lnTo>
                    <a:pt x="1969" y="2055"/>
                  </a:lnTo>
                  <a:lnTo>
                    <a:pt x="1973" y="2059"/>
                  </a:lnTo>
                  <a:lnTo>
                    <a:pt x="1973" y="2066"/>
                  </a:lnTo>
                  <a:lnTo>
                    <a:pt x="1976" y="2069"/>
                  </a:lnTo>
                  <a:lnTo>
                    <a:pt x="1976" y="2073"/>
                  </a:lnTo>
                  <a:lnTo>
                    <a:pt x="1976" y="2080"/>
                  </a:lnTo>
                  <a:lnTo>
                    <a:pt x="1980" y="2084"/>
                  </a:lnTo>
                  <a:lnTo>
                    <a:pt x="1980" y="2087"/>
                  </a:lnTo>
                  <a:lnTo>
                    <a:pt x="1983" y="2091"/>
                  </a:lnTo>
                  <a:lnTo>
                    <a:pt x="1983" y="2098"/>
                  </a:lnTo>
                  <a:lnTo>
                    <a:pt x="1983" y="2102"/>
                  </a:lnTo>
                  <a:lnTo>
                    <a:pt x="1987" y="2105"/>
                  </a:lnTo>
                  <a:lnTo>
                    <a:pt x="1987" y="2109"/>
                  </a:lnTo>
                  <a:lnTo>
                    <a:pt x="1991" y="2113"/>
                  </a:lnTo>
                  <a:lnTo>
                    <a:pt x="1991" y="2116"/>
                  </a:lnTo>
                  <a:lnTo>
                    <a:pt x="1991" y="2120"/>
                  </a:lnTo>
                  <a:lnTo>
                    <a:pt x="1994" y="2123"/>
                  </a:lnTo>
                  <a:lnTo>
                    <a:pt x="1994" y="2127"/>
                  </a:lnTo>
                  <a:lnTo>
                    <a:pt x="1994" y="2131"/>
                  </a:lnTo>
                  <a:lnTo>
                    <a:pt x="1998" y="2134"/>
                  </a:lnTo>
                  <a:lnTo>
                    <a:pt x="1998" y="2138"/>
                  </a:lnTo>
                  <a:lnTo>
                    <a:pt x="2001" y="2141"/>
                  </a:lnTo>
                  <a:lnTo>
                    <a:pt x="2001" y="2145"/>
                  </a:lnTo>
                  <a:lnTo>
                    <a:pt x="2005" y="2149"/>
                  </a:lnTo>
                  <a:lnTo>
                    <a:pt x="2009" y="2152"/>
                  </a:lnTo>
                  <a:lnTo>
                    <a:pt x="2009" y="2156"/>
                  </a:lnTo>
                  <a:lnTo>
                    <a:pt x="2012" y="2159"/>
                  </a:lnTo>
                  <a:lnTo>
                    <a:pt x="2016" y="2163"/>
                  </a:lnTo>
                  <a:lnTo>
                    <a:pt x="2019" y="2167"/>
                  </a:lnTo>
                  <a:lnTo>
                    <a:pt x="2023" y="2170"/>
                  </a:lnTo>
                  <a:lnTo>
                    <a:pt x="2027" y="2167"/>
                  </a:lnTo>
                  <a:lnTo>
                    <a:pt x="2030" y="2167"/>
                  </a:lnTo>
                  <a:lnTo>
                    <a:pt x="2034" y="2163"/>
                  </a:lnTo>
                  <a:lnTo>
                    <a:pt x="2037" y="2159"/>
                  </a:lnTo>
                  <a:lnTo>
                    <a:pt x="2041" y="2156"/>
                  </a:lnTo>
                  <a:lnTo>
                    <a:pt x="2045" y="2152"/>
                  </a:lnTo>
                  <a:lnTo>
                    <a:pt x="2045" y="2149"/>
                  </a:lnTo>
                  <a:lnTo>
                    <a:pt x="2048" y="2145"/>
                  </a:lnTo>
                  <a:lnTo>
                    <a:pt x="2048" y="2141"/>
                  </a:lnTo>
                  <a:lnTo>
                    <a:pt x="2052" y="2138"/>
                  </a:lnTo>
                  <a:lnTo>
                    <a:pt x="2052" y="2134"/>
                  </a:lnTo>
                  <a:lnTo>
                    <a:pt x="2052" y="2131"/>
                  </a:lnTo>
                  <a:lnTo>
                    <a:pt x="2055" y="2127"/>
                  </a:lnTo>
                  <a:lnTo>
                    <a:pt x="2055" y="2123"/>
                  </a:lnTo>
                  <a:lnTo>
                    <a:pt x="2055" y="2120"/>
                  </a:lnTo>
                  <a:lnTo>
                    <a:pt x="2059" y="2116"/>
                  </a:lnTo>
                  <a:lnTo>
                    <a:pt x="2059" y="2113"/>
                  </a:lnTo>
                  <a:lnTo>
                    <a:pt x="2063" y="2105"/>
                  </a:lnTo>
                  <a:lnTo>
                    <a:pt x="2063" y="2102"/>
                  </a:lnTo>
                  <a:lnTo>
                    <a:pt x="2063" y="2098"/>
                  </a:lnTo>
                  <a:lnTo>
                    <a:pt x="2066" y="2091"/>
                  </a:lnTo>
                  <a:lnTo>
                    <a:pt x="2066" y="2087"/>
                  </a:lnTo>
                  <a:lnTo>
                    <a:pt x="2070" y="2084"/>
                  </a:lnTo>
                  <a:lnTo>
                    <a:pt x="2070" y="2077"/>
                  </a:lnTo>
                  <a:lnTo>
                    <a:pt x="2070" y="2073"/>
                  </a:lnTo>
                  <a:lnTo>
                    <a:pt x="2073" y="2066"/>
                  </a:lnTo>
                  <a:lnTo>
                    <a:pt x="2073" y="2059"/>
                  </a:lnTo>
                  <a:lnTo>
                    <a:pt x="2077" y="2055"/>
                  </a:lnTo>
                  <a:lnTo>
                    <a:pt x="2077" y="2048"/>
                  </a:lnTo>
                  <a:lnTo>
                    <a:pt x="2077" y="2041"/>
                  </a:lnTo>
                  <a:lnTo>
                    <a:pt x="2081" y="2037"/>
                  </a:lnTo>
                  <a:lnTo>
                    <a:pt x="2081" y="2030"/>
                  </a:lnTo>
                  <a:lnTo>
                    <a:pt x="2081" y="2023"/>
                  </a:lnTo>
                  <a:lnTo>
                    <a:pt x="2084" y="2015"/>
                  </a:lnTo>
                  <a:lnTo>
                    <a:pt x="2084" y="2012"/>
                  </a:lnTo>
                  <a:lnTo>
                    <a:pt x="2088" y="2005"/>
                  </a:lnTo>
                  <a:lnTo>
                    <a:pt x="2088" y="1997"/>
                  </a:lnTo>
                  <a:lnTo>
                    <a:pt x="2088" y="1990"/>
                  </a:lnTo>
                  <a:lnTo>
                    <a:pt x="2091" y="1983"/>
                  </a:lnTo>
                  <a:lnTo>
                    <a:pt x="2091" y="1976"/>
                  </a:lnTo>
                  <a:lnTo>
                    <a:pt x="2095" y="1969"/>
                  </a:lnTo>
                  <a:lnTo>
                    <a:pt x="2095" y="1965"/>
                  </a:lnTo>
                  <a:lnTo>
                    <a:pt x="2095" y="1958"/>
                  </a:lnTo>
                  <a:lnTo>
                    <a:pt x="2099" y="1951"/>
                  </a:lnTo>
                  <a:lnTo>
                    <a:pt x="2099" y="1943"/>
                  </a:lnTo>
                  <a:lnTo>
                    <a:pt x="2099" y="1936"/>
                  </a:lnTo>
                  <a:lnTo>
                    <a:pt x="2102" y="1929"/>
                  </a:lnTo>
                  <a:lnTo>
                    <a:pt x="2102" y="1922"/>
                  </a:lnTo>
                  <a:lnTo>
                    <a:pt x="2106" y="1915"/>
                  </a:lnTo>
                  <a:lnTo>
                    <a:pt x="2106" y="1907"/>
                  </a:lnTo>
                  <a:lnTo>
                    <a:pt x="2106" y="1900"/>
                  </a:lnTo>
                  <a:lnTo>
                    <a:pt x="2109" y="1897"/>
                  </a:lnTo>
                  <a:lnTo>
                    <a:pt x="2109" y="1889"/>
                  </a:lnTo>
                  <a:lnTo>
                    <a:pt x="2113" y="1882"/>
                  </a:lnTo>
                  <a:lnTo>
                    <a:pt x="2113" y="1875"/>
                  </a:lnTo>
                  <a:lnTo>
                    <a:pt x="2113" y="1868"/>
                  </a:lnTo>
                  <a:lnTo>
                    <a:pt x="2117" y="1861"/>
                  </a:lnTo>
                  <a:lnTo>
                    <a:pt x="2117" y="1853"/>
                  </a:lnTo>
                  <a:lnTo>
                    <a:pt x="2120" y="1850"/>
                  </a:lnTo>
                  <a:lnTo>
                    <a:pt x="2120" y="1843"/>
                  </a:lnTo>
                  <a:lnTo>
                    <a:pt x="2120" y="1835"/>
                  </a:lnTo>
                  <a:lnTo>
                    <a:pt x="2124" y="1832"/>
                  </a:lnTo>
                  <a:lnTo>
                    <a:pt x="2124" y="1825"/>
                  </a:lnTo>
                  <a:lnTo>
                    <a:pt x="2124" y="1817"/>
                  </a:lnTo>
                  <a:lnTo>
                    <a:pt x="2127" y="1814"/>
                  </a:lnTo>
                  <a:lnTo>
                    <a:pt x="2127" y="1807"/>
                  </a:lnTo>
                  <a:lnTo>
                    <a:pt x="2131" y="1803"/>
                  </a:lnTo>
                  <a:lnTo>
                    <a:pt x="2131" y="1796"/>
                  </a:lnTo>
                  <a:lnTo>
                    <a:pt x="2131" y="1792"/>
                  </a:lnTo>
                  <a:lnTo>
                    <a:pt x="2135" y="1785"/>
                  </a:lnTo>
                  <a:lnTo>
                    <a:pt x="2135" y="1781"/>
                  </a:lnTo>
                  <a:lnTo>
                    <a:pt x="2138" y="1778"/>
                  </a:lnTo>
                  <a:lnTo>
                    <a:pt x="2138" y="1771"/>
                  </a:lnTo>
                  <a:lnTo>
                    <a:pt x="2138" y="1767"/>
                  </a:lnTo>
                  <a:lnTo>
                    <a:pt x="2142" y="1763"/>
                  </a:lnTo>
                  <a:lnTo>
                    <a:pt x="2142" y="1760"/>
                  </a:lnTo>
                  <a:lnTo>
                    <a:pt x="2142" y="1756"/>
                  </a:lnTo>
                  <a:lnTo>
                    <a:pt x="2145" y="1753"/>
                  </a:lnTo>
                  <a:lnTo>
                    <a:pt x="2145" y="1749"/>
                  </a:lnTo>
                  <a:lnTo>
                    <a:pt x="2149" y="1745"/>
                  </a:lnTo>
                  <a:lnTo>
                    <a:pt x="2149" y="1742"/>
                  </a:lnTo>
                  <a:lnTo>
                    <a:pt x="2153" y="1738"/>
                  </a:lnTo>
                  <a:lnTo>
                    <a:pt x="2153" y="1735"/>
                  </a:lnTo>
                  <a:lnTo>
                    <a:pt x="2156" y="1731"/>
                  </a:lnTo>
                  <a:lnTo>
                    <a:pt x="2160" y="1727"/>
                  </a:lnTo>
                  <a:lnTo>
                    <a:pt x="2163" y="1724"/>
                  </a:lnTo>
                  <a:lnTo>
                    <a:pt x="2167" y="1724"/>
                  </a:lnTo>
                  <a:lnTo>
                    <a:pt x="2171" y="1727"/>
                  </a:lnTo>
                  <a:lnTo>
                    <a:pt x="2174" y="1731"/>
                  </a:lnTo>
                  <a:lnTo>
                    <a:pt x="2178" y="1735"/>
                  </a:lnTo>
                  <a:lnTo>
                    <a:pt x="2181" y="1738"/>
                  </a:lnTo>
                  <a:lnTo>
                    <a:pt x="2181" y="1742"/>
                  </a:lnTo>
                  <a:lnTo>
                    <a:pt x="2185" y="1745"/>
                  </a:lnTo>
                  <a:lnTo>
                    <a:pt x="2185" y="1749"/>
                  </a:lnTo>
                  <a:lnTo>
                    <a:pt x="2185" y="1753"/>
                  </a:lnTo>
                  <a:lnTo>
                    <a:pt x="2189" y="1756"/>
                  </a:lnTo>
                  <a:lnTo>
                    <a:pt x="2189" y="1763"/>
                  </a:lnTo>
                  <a:lnTo>
                    <a:pt x="2192" y="1767"/>
                  </a:lnTo>
                  <a:lnTo>
                    <a:pt x="2192" y="1771"/>
                  </a:lnTo>
                  <a:lnTo>
                    <a:pt x="2192" y="1778"/>
                  </a:lnTo>
                  <a:lnTo>
                    <a:pt x="2196" y="1781"/>
                  </a:lnTo>
                  <a:lnTo>
                    <a:pt x="2196" y="1789"/>
                  </a:lnTo>
                  <a:lnTo>
                    <a:pt x="2199" y="1792"/>
                  </a:lnTo>
                  <a:lnTo>
                    <a:pt x="2199" y="1799"/>
                  </a:lnTo>
                  <a:lnTo>
                    <a:pt x="2199" y="1807"/>
                  </a:lnTo>
                  <a:lnTo>
                    <a:pt x="2203" y="1810"/>
                  </a:lnTo>
                  <a:lnTo>
                    <a:pt x="2203" y="1817"/>
                  </a:lnTo>
                  <a:lnTo>
                    <a:pt x="2207" y="1825"/>
                  </a:lnTo>
                  <a:lnTo>
                    <a:pt x="2207" y="1832"/>
                  </a:lnTo>
                  <a:lnTo>
                    <a:pt x="2207" y="1839"/>
                  </a:lnTo>
                  <a:lnTo>
                    <a:pt x="2210" y="1846"/>
                  </a:lnTo>
                  <a:lnTo>
                    <a:pt x="2210" y="1857"/>
                  </a:lnTo>
                  <a:lnTo>
                    <a:pt x="2210" y="1864"/>
                  </a:lnTo>
                  <a:lnTo>
                    <a:pt x="2214" y="1871"/>
                  </a:lnTo>
                  <a:lnTo>
                    <a:pt x="2214" y="1882"/>
                  </a:lnTo>
                  <a:lnTo>
                    <a:pt x="2217" y="1889"/>
                  </a:lnTo>
                  <a:lnTo>
                    <a:pt x="2217" y="1897"/>
                  </a:lnTo>
                  <a:lnTo>
                    <a:pt x="2217" y="1907"/>
                  </a:lnTo>
                  <a:lnTo>
                    <a:pt x="2221" y="1915"/>
                  </a:lnTo>
                  <a:lnTo>
                    <a:pt x="2221" y="1925"/>
                  </a:lnTo>
                  <a:lnTo>
                    <a:pt x="2225" y="1936"/>
                  </a:lnTo>
                  <a:lnTo>
                    <a:pt x="2225" y="1943"/>
                  </a:lnTo>
                  <a:lnTo>
                    <a:pt x="2225" y="1954"/>
                  </a:lnTo>
                  <a:lnTo>
                    <a:pt x="2228" y="1965"/>
                  </a:lnTo>
                  <a:lnTo>
                    <a:pt x="2228" y="1972"/>
                  </a:lnTo>
                  <a:lnTo>
                    <a:pt x="2232" y="1983"/>
                  </a:lnTo>
                  <a:lnTo>
                    <a:pt x="2232" y="1994"/>
                  </a:lnTo>
                  <a:lnTo>
                    <a:pt x="2232" y="2005"/>
                  </a:lnTo>
                  <a:lnTo>
                    <a:pt x="2235" y="2015"/>
                  </a:lnTo>
                  <a:lnTo>
                    <a:pt x="2235" y="2026"/>
                  </a:lnTo>
                  <a:lnTo>
                    <a:pt x="2235" y="2037"/>
                  </a:lnTo>
                  <a:lnTo>
                    <a:pt x="2239" y="2048"/>
                  </a:lnTo>
                  <a:lnTo>
                    <a:pt x="2239" y="2055"/>
                  </a:lnTo>
                  <a:lnTo>
                    <a:pt x="2243" y="2066"/>
                  </a:lnTo>
                  <a:lnTo>
                    <a:pt x="2243" y="2077"/>
                  </a:lnTo>
                  <a:lnTo>
                    <a:pt x="2243" y="2087"/>
                  </a:lnTo>
                  <a:lnTo>
                    <a:pt x="2246" y="2098"/>
                  </a:lnTo>
                  <a:lnTo>
                    <a:pt x="2246" y="2109"/>
                  </a:lnTo>
                  <a:lnTo>
                    <a:pt x="2250" y="2120"/>
                  </a:lnTo>
                  <a:lnTo>
                    <a:pt x="2250" y="2131"/>
                  </a:lnTo>
                  <a:lnTo>
                    <a:pt x="2250" y="2141"/>
                  </a:lnTo>
                  <a:lnTo>
                    <a:pt x="2253" y="2152"/>
                  </a:lnTo>
                  <a:lnTo>
                    <a:pt x="2253" y="2163"/>
                  </a:lnTo>
                  <a:lnTo>
                    <a:pt x="2253" y="2174"/>
                  </a:lnTo>
                  <a:lnTo>
                    <a:pt x="2257" y="2185"/>
                  </a:lnTo>
                  <a:lnTo>
                    <a:pt x="2257" y="2195"/>
                  </a:lnTo>
                  <a:lnTo>
                    <a:pt x="2261" y="2203"/>
                  </a:lnTo>
                  <a:lnTo>
                    <a:pt x="2261" y="2213"/>
                  </a:lnTo>
                  <a:lnTo>
                    <a:pt x="2261" y="2224"/>
                  </a:lnTo>
                  <a:lnTo>
                    <a:pt x="2264" y="2235"/>
                  </a:lnTo>
                  <a:lnTo>
                    <a:pt x="2264" y="2246"/>
                  </a:lnTo>
                  <a:lnTo>
                    <a:pt x="2268" y="2253"/>
                  </a:lnTo>
                  <a:lnTo>
                    <a:pt x="2268" y="2264"/>
                  </a:lnTo>
                  <a:lnTo>
                    <a:pt x="2268" y="2271"/>
                  </a:lnTo>
                  <a:lnTo>
                    <a:pt x="2271" y="2282"/>
                  </a:lnTo>
                  <a:lnTo>
                    <a:pt x="2271" y="2289"/>
                  </a:lnTo>
                  <a:lnTo>
                    <a:pt x="2275" y="2300"/>
                  </a:lnTo>
                  <a:lnTo>
                    <a:pt x="2275" y="2307"/>
                  </a:lnTo>
                  <a:lnTo>
                    <a:pt x="2275" y="2314"/>
                  </a:lnTo>
                  <a:lnTo>
                    <a:pt x="2279" y="2325"/>
                  </a:lnTo>
                  <a:lnTo>
                    <a:pt x="2279" y="2332"/>
                  </a:lnTo>
                  <a:lnTo>
                    <a:pt x="2279" y="2339"/>
                  </a:lnTo>
                  <a:lnTo>
                    <a:pt x="2282" y="2347"/>
                  </a:lnTo>
                  <a:lnTo>
                    <a:pt x="2282" y="2354"/>
                  </a:lnTo>
                  <a:lnTo>
                    <a:pt x="2286" y="2361"/>
                  </a:lnTo>
                  <a:lnTo>
                    <a:pt x="2286" y="2368"/>
                  </a:lnTo>
                  <a:lnTo>
                    <a:pt x="2286" y="2372"/>
                  </a:lnTo>
                  <a:lnTo>
                    <a:pt x="2289" y="2379"/>
                  </a:lnTo>
                  <a:lnTo>
                    <a:pt x="2289" y="2383"/>
                  </a:lnTo>
                  <a:lnTo>
                    <a:pt x="2293" y="2390"/>
                  </a:lnTo>
                  <a:lnTo>
                    <a:pt x="2293" y="2393"/>
                  </a:lnTo>
                  <a:lnTo>
                    <a:pt x="2293" y="2397"/>
                  </a:lnTo>
                  <a:lnTo>
                    <a:pt x="2297" y="2404"/>
                  </a:lnTo>
                  <a:lnTo>
                    <a:pt x="2297" y="2408"/>
                  </a:lnTo>
                  <a:lnTo>
                    <a:pt x="2300" y="2411"/>
                  </a:lnTo>
                  <a:lnTo>
                    <a:pt x="2300" y="2415"/>
                  </a:lnTo>
                  <a:lnTo>
                    <a:pt x="2304" y="2419"/>
                  </a:lnTo>
                  <a:lnTo>
                    <a:pt x="2307" y="2422"/>
                  </a:lnTo>
                  <a:lnTo>
                    <a:pt x="2311" y="2422"/>
                  </a:lnTo>
                  <a:lnTo>
                    <a:pt x="2315" y="2419"/>
                  </a:lnTo>
                  <a:lnTo>
                    <a:pt x="2318" y="2415"/>
                  </a:lnTo>
                  <a:lnTo>
                    <a:pt x="2318" y="2411"/>
                  </a:lnTo>
                  <a:lnTo>
                    <a:pt x="2322" y="2408"/>
                  </a:lnTo>
                  <a:lnTo>
                    <a:pt x="2322" y="2404"/>
                  </a:lnTo>
                  <a:lnTo>
                    <a:pt x="2322" y="2401"/>
                  </a:lnTo>
                  <a:lnTo>
                    <a:pt x="2325" y="2397"/>
                  </a:lnTo>
                  <a:lnTo>
                    <a:pt x="2325" y="2390"/>
                  </a:lnTo>
                  <a:lnTo>
                    <a:pt x="2329" y="2386"/>
                  </a:lnTo>
                  <a:lnTo>
                    <a:pt x="2329" y="2379"/>
                  </a:lnTo>
                  <a:lnTo>
                    <a:pt x="2329" y="2372"/>
                  </a:lnTo>
                  <a:lnTo>
                    <a:pt x="2333" y="2365"/>
                  </a:lnTo>
                  <a:lnTo>
                    <a:pt x="2333" y="2357"/>
                  </a:lnTo>
                  <a:lnTo>
                    <a:pt x="2336" y="2347"/>
                  </a:lnTo>
                  <a:lnTo>
                    <a:pt x="2336" y="2339"/>
                  </a:lnTo>
                  <a:lnTo>
                    <a:pt x="2336" y="2329"/>
                  </a:lnTo>
                  <a:lnTo>
                    <a:pt x="2340" y="2321"/>
                  </a:lnTo>
                  <a:lnTo>
                    <a:pt x="2340" y="2311"/>
                  </a:lnTo>
                  <a:lnTo>
                    <a:pt x="2340" y="2300"/>
                  </a:lnTo>
                  <a:lnTo>
                    <a:pt x="2343" y="2289"/>
                  </a:lnTo>
                  <a:lnTo>
                    <a:pt x="2343" y="2275"/>
                  </a:lnTo>
                  <a:lnTo>
                    <a:pt x="2347" y="2264"/>
                  </a:lnTo>
                  <a:lnTo>
                    <a:pt x="2347" y="2253"/>
                  </a:lnTo>
                  <a:lnTo>
                    <a:pt x="2347" y="2239"/>
                  </a:lnTo>
                  <a:lnTo>
                    <a:pt x="2351" y="2224"/>
                  </a:lnTo>
                  <a:lnTo>
                    <a:pt x="2351" y="2210"/>
                  </a:lnTo>
                  <a:lnTo>
                    <a:pt x="2354" y="2195"/>
                  </a:lnTo>
                  <a:lnTo>
                    <a:pt x="2354" y="2181"/>
                  </a:lnTo>
                  <a:lnTo>
                    <a:pt x="2354" y="2163"/>
                  </a:lnTo>
                  <a:lnTo>
                    <a:pt x="2358" y="2149"/>
                  </a:lnTo>
                  <a:lnTo>
                    <a:pt x="2358" y="2131"/>
                  </a:lnTo>
                  <a:lnTo>
                    <a:pt x="2361" y="2116"/>
                  </a:lnTo>
                  <a:lnTo>
                    <a:pt x="2361" y="2098"/>
                  </a:lnTo>
                  <a:lnTo>
                    <a:pt x="2361" y="2080"/>
                  </a:lnTo>
                  <a:lnTo>
                    <a:pt x="2365" y="2062"/>
                  </a:lnTo>
                  <a:lnTo>
                    <a:pt x="2365" y="2044"/>
                  </a:lnTo>
                  <a:lnTo>
                    <a:pt x="2365" y="2023"/>
                  </a:lnTo>
                  <a:lnTo>
                    <a:pt x="2369" y="2005"/>
                  </a:lnTo>
                  <a:lnTo>
                    <a:pt x="2369" y="1983"/>
                  </a:lnTo>
                  <a:lnTo>
                    <a:pt x="2372" y="1965"/>
                  </a:lnTo>
                  <a:lnTo>
                    <a:pt x="2372" y="1943"/>
                  </a:lnTo>
                  <a:lnTo>
                    <a:pt x="2372" y="1922"/>
                  </a:lnTo>
                  <a:lnTo>
                    <a:pt x="2376" y="1900"/>
                  </a:lnTo>
                  <a:lnTo>
                    <a:pt x="2376" y="1879"/>
                  </a:lnTo>
                  <a:lnTo>
                    <a:pt x="2379" y="1857"/>
                  </a:lnTo>
                  <a:lnTo>
                    <a:pt x="2379" y="1832"/>
                  </a:lnTo>
                  <a:lnTo>
                    <a:pt x="2379" y="1810"/>
                  </a:lnTo>
                  <a:lnTo>
                    <a:pt x="2383" y="1785"/>
                  </a:lnTo>
                  <a:lnTo>
                    <a:pt x="2383" y="1763"/>
                  </a:lnTo>
                  <a:lnTo>
                    <a:pt x="2383" y="1738"/>
                  </a:lnTo>
                  <a:lnTo>
                    <a:pt x="2387" y="1713"/>
                  </a:lnTo>
                  <a:lnTo>
                    <a:pt x="2387" y="1691"/>
                  </a:lnTo>
                  <a:lnTo>
                    <a:pt x="2390" y="1666"/>
                  </a:lnTo>
                  <a:lnTo>
                    <a:pt x="2390" y="1641"/>
                  </a:lnTo>
                  <a:lnTo>
                    <a:pt x="2390" y="1616"/>
                  </a:lnTo>
                  <a:lnTo>
                    <a:pt x="2394" y="1591"/>
                  </a:lnTo>
                  <a:lnTo>
                    <a:pt x="2394" y="1562"/>
                  </a:lnTo>
                  <a:lnTo>
                    <a:pt x="2397" y="1537"/>
                  </a:lnTo>
                  <a:lnTo>
                    <a:pt x="2397" y="1511"/>
                  </a:lnTo>
                  <a:lnTo>
                    <a:pt x="2397" y="1483"/>
                  </a:lnTo>
                  <a:lnTo>
                    <a:pt x="2401" y="1457"/>
                  </a:lnTo>
                  <a:lnTo>
                    <a:pt x="2401" y="1432"/>
                  </a:lnTo>
                  <a:lnTo>
                    <a:pt x="2405" y="1403"/>
                  </a:lnTo>
                  <a:lnTo>
                    <a:pt x="2405" y="1378"/>
                  </a:lnTo>
                  <a:lnTo>
                    <a:pt x="2405" y="1349"/>
                  </a:lnTo>
                  <a:lnTo>
                    <a:pt x="2408" y="1321"/>
                  </a:lnTo>
                  <a:lnTo>
                    <a:pt x="2408" y="1295"/>
                  </a:lnTo>
                  <a:lnTo>
                    <a:pt x="2408" y="1267"/>
                  </a:lnTo>
                  <a:lnTo>
                    <a:pt x="2412" y="1241"/>
                  </a:lnTo>
                  <a:lnTo>
                    <a:pt x="2412" y="1213"/>
                  </a:lnTo>
                  <a:lnTo>
                    <a:pt x="2415" y="1184"/>
                  </a:lnTo>
                  <a:lnTo>
                    <a:pt x="2415" y="1155"/>
                  </a:lnTo>
                  <a:lnTo>
                    <a:pt x="2415" y="1130"/>
                  </a:lnTo>
                  <a:lnTo>
                    <a:pt x="2419" y="1101"/>
                  </a:lnTo>
                  <a:lnTo>
                    <a:pt x="2419" y="1072"/>
                  </a:lnTo>
                  <a:lnTo>
                    <a:pt x="2423" y="1047"/>
                  </a:lnTo>
                  <a:lnTo>
                    <a:pt x="2423" y="1018"/>
                  </a:lnTo>
                  <a:lnTo>
                    <a:pt x="2423" y="989"/>
                  </a:lnTo>
                  <a:lnTo>
                    <a:pt x="2426" y="964"/>
                  </a:lnTo>
                  <a:lnTo>
                    <a:pt x="2426" y="935"/>
                  </a:lnTo>
                  <a:lnTo>
                    <a:pt x="2426" y="910"/>
                  </a:lnTo>
                  <a:lnTo>
                    <a:pt x="2430" y="881"/>
                  </a:lnTo>
                  <a:lnTo>
                    <a:pt x="2430" y="856"/>
                  </a:lnTo>
                  <a:lnTo>
                    <a:pt x="2433" y="827"/>
                  </a:lnTo>
                  <a:lnTo>
                    <a:pt x="2433" y="802"/>
                  </a:lnTo>
                  <a:lnTo>
                    <a:pt x="2433" y="773"/>
                  </a:lnTo>
                  <a:lnTo>
                    <a:pt x="2437" y="748"/>
                  </a:lnTo>
                  <a:lnTo>
                    <a:pt x="2437" y="723"/>
                  </a:lnTo>
                  <a:lnTo>
                    <a:pt x="2441" y="698"/>
                  </a:lnTo>
                  <a:lnTo>
                    <a:pt x="2441" y="669"/>
                  </a:lnTo>
                  <a:lnTo>
                    <a:pt x="2441" y="644"/>
                  </a:lnTo>
                  <a:lnTo>
                    <a:pt x="2444" y="619"/>
                  </a:lnTo>
                  <a:lnTo>
                    <a:pt x="2444" y="597"/>
                  </a:lnTo>
                  <a:lnTo>
                    <a:pt x="2448" y="572"/>
                  </a:lnTo>
                  <a:lnTo>
                    <a:pt x="2448" y="547"/>
                  </a:lnTo>
                  <a:lnTo>
                    <a:pt x="2448" y="522"/>
                  </a:lnTo>
                  <a:lnTo>
                    <a:pt x="2451" y="500"/>
                  </a:lnTo>
                  <a:lnTo>
                    <a:pt x="2451" y="475"/>
                  </a:lnTo>
                  <a:lnTo>
                    <a:pt x="2451" y="453"/>
                  </a:lnTo>
                  <a:lnTo>
                    <a:pt x="2455" y="432"/>
                  </a:lnTo>
                  <a:lnTo>
                    <a:pt x="2455" y="410"/>
                  </a:lnTo>
                  <a:lnTo>
                    <a:pt x="2459" y="388"/>
                  </a:lnTo>
                  <a:lnTo>
                    <a:pt x="2459" y="367"/>
                  </a:lnTo>
                  <a:lnTo>
                    <a:pt x="2459" y="345"/>
                  </a:lnTo>
                  <a:lnTo>
                    <a:pt x="2462" y="324"/>
                  </a:lnTo>
                  <a:lnTo>
                    <a:pt x="2462" y="306"/>
                  </a:lnTo>
                  <a:lnTo>
                    <a:pt x="2466" y="284"/>
                  </a:lnTo>
                  <a:lnTo>
                    <a:pt x="2466" y="266"/>
                  </a:lnTo>
                  <a:lnTo>
                    <a:pt x="2466" y="248"/>
                  </a:lnTo>
                  <a:lnTo>
                    <a:pt x="2469" y="230"/>
                  </a:lnTo>
                  <a:lnTo>
                    <a:pt x="2469" y="212"/>
                  </a:lnTo>
                  <a:lnTo>
                    <a:pt x="2469" y="194"/>
                  </a:lnTo>
                  <a:lnTo>
                    <a:pt x="2473" y="180"/>
                  </a:lnTo>
                  <a:lnTo>
                    <a:pt x="2473" y="162"/>
                  </a:lnTo>
                  <a:lnTo>
                    <a:pt x="2477" y="147"/>
                  </a:lnTo>
                  <a:lnTo>
                    <a:pt x="2477" y="133"/>
                  </a:lnTo>
                  <a:lnTo>
                    <a:pt x="2477" y="118"/>
                  </a:lnTo>
                  <a:lnTo>
                    <a:pt x="2480" y="104"/>
                  </a:lnTo>
                  <a:lnTo>
                    <a:pt x="2480" y="93"/>
                  </a:lnTo>
                  <a:lnTo>
                    <a:pt x="2484" y="79"/>
                  </a:lnTo>
                  <a:lnTo>
                    <a:pt x="2484" y="68"/>
                  </a:lnTo>
                  <a:lnTo>
                    <a:pt x="2484" y="57"/>
                  </a:lnTo>
                  <a:lnTo>
                    <a:pt x="2487" y="46"/>
                  </a:lnTo>
                  <a:lnTo>
                    <a:pt x="2487" y="36"/>
                  </a:lnTo>
                  <a:lnTo>
                    <a:pt x="2491" y="25"/>
                  </a:lnTo>
                  <a:lnTo>
                    <a:pt x="2491" y="18"/>
                  </a:lnTo>
                  <a:lnTo>
                    <a:pt x="2491" y="10"/>
                  </a:lnTo>
                  <a:lnTo>
                    <a:pt x="2495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8" name="Freeform 116"/>
            <p:cNvSpPr>
              <a:spLocks/>
            </p:cNvSpPr>
            <p:nvPr/>
          </p:nvSpPr>
          <p:spPr bwMode="auto">
            <a:xfrm>
              <a:off x="3244" y="1048"/>
              <a:ext cx="14" cy="40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36"/>
                </a:cxn>
                <a:cxn ang="0">
                  <a:pos x="0" y="29"/>
                </a:cxn>
                <a:cxn ang="0">
                  <a:pos x="3" y="22"/>
                </a:cxn>
                <a:cxn ang="0">
                  <a:pos x="3" y="18"/>
                </a:cxn>
                <a:cxn ang="0">
                  <a:pos x="7" y="14"/>
                </a:cxn>
                <a:cxn ang="0">
                  <a:pos x="7" y="11"/>
                </a:cxn>
                <a:cxn ang="0">
                  <a:pos x="7" y="7"/>
                </a:cxn>
                <a:cxn ang="0">
                  <a:pos x="10" y="4"/>
                </a:cxn>
                <a:cxn ang="0">
                  <a:pos x="14" y="0"/>
                </a:cxn>
              </a:cxnLst>
              <a:rect l="0" t="0" r="r" b="b"/>
              <a:pathLst>
                <a:path w="14" h="40">
                  <a:moveTo>
                    <a:pt x="0" y="40"/>
                  </a:moveTo>
                  <a:lnTo>
                    <a:pt x="0" y="36"/>
                  </a:lnTo>
                  <a:lnTo>
                    <a:pt x="0" y="29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7" y="14"/>
                  </a:lnTo>
                  <a:lnTo>
                    <a:pt x="7" y="11"/>
                  </a:lnTo>
                  <a:lnTo>
                    <a:pt x="7" y="7"/>
                  </a:lnTo>
                  <a:lnTo>
                    <a:pt x="10" y="4"/>
                  </a:lnTo>
                  <a:lnTo>
                    <a:pt x="14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89" name="Freeform 117"/>
            <p:cNvSpPr>
              <a:spLocks/>
            </p:cNvSpPr>
            <p:nvPr/>
          </p:nvSpPr>
          <p:spPr bwMode="auto">
            <a:xfrm>
              <a:off x="3258" y="1048"/>
              <a:ext cx="1951" cy="2462"/>
            </a:xfrm>
            <a:custGeom>
              <a:avLst/>
              <a:gdLst/>
              <a:ahLst/>
              <a:cxnLst>
                <a:cxn ang="0">
                  <a:pos x="22" y="76"/>
                </a:cxn>
                <a:cxn ang="0">
                  <a:pos x="40" y="270"/>
                </a:cxn>
                <a:cxn ang="0">
                  <a:pos x="61" y="562"/>
                </a:cxn>
                <a:cxn ang="0">
                  <a:pos x="79" y="921"/>
                </a:cxn>
                <a:cxn ang="0">
                  <a:pos x="97" y="1307"/>
                </a:cxn>
                <a:cxn ang="0">
                  <a:pos x="119" y="1681"/>
                </a:cxn>
                <a:cxn ang="0">
                  <a:pos x="137" y="2005"/>
                </a:cxn>
                <a:cxn ang="0">
                  <a:pos x="158" y="2250"/>
                </a:cxn>
                <a:cxn ang="0">
                  <a:pos x="176" y="2405"/>
                </a:cxn>
                <a:cxn ang="0">
                  <a:pos x="205" y="2459"/>
                </a:cxn>
                <a:cxn ang="0">
                  <a:pos x="227" y="2387"/>
                </a:cxn>
                <a:cxn ang="0">
                  <a:pos x="245" y="2264"/>
                </a:cxn>
                <a:cxn ang="0">
                  <a:pos x="266" y="2117"/>
                </a:cxn>
                <a:cxn ang="0">
                  <a:pos x="284" y="1976"/>
                </a:cxn>
                <a:cxn ang="0">
                  <a:pos x="306" y="1857"/>
                </a:cxn>
                <a:cxn ang="0">
                  <a:pos x="324" y="1785"/>
                </a:cxn>
                <a:cxn ang="0">
                  <a:pos x="360" y="1785"/>
                </a:cxn>
                <a:cxn ang="0">
                  <a:pos x="382" y="1847"/>
                </a:cxn>
                <a:cxn ang="0">
                  <a:pos x="400" y="1937"/>
                </a:cxn>
                <a:cxn ang="0">
                  <a:pos x="418" y="2030"/>
                </a:cxn>
                <a:cxn ang="0">
                  <a:pos x="439" y="2117"/>
                </a:cxn>
                <a:cxn ang="0">
                  <a:pos x="457" y="2178"/>
                </a:cxn>
                <a:cxn ang="0">
                  <a:pos x="500" y="2196"/>
                </a:cxn>
                <a:cxn ang="0">
                  <a:pos x="522" y="2145"/>
                </a:cxn>
                <a:cxn ang="0">
                  <a:pos x="544" y="2081"/>
                </a:cxn>
                <a:cxn ang="0">
                  <a:pos x="562" y="2009"/>
                </a:cxn>
                <a:cxn ang="0">
                  <a:pos x="580" y="1944"/>
                </a:cxn>
                <a:cxn ang="0">
                  <a:pos x="605" y="1893"/>
                </a:cxn>
                <a:cxn ang="0">
                  <a:pos x="652" y="1904"/>
                </a:cxn>
                <a:cxn ang="0">
                  <a:pos x="673" y="1955"/>
                </a:cxn>
                <a:cxn ang="0">
                  <a:pos x="691" y="2012"/>
                </a:cxn>
                <a:cxn ang="0">
                  <a:pos x="713" y="2066"/>
                </a:cxn>
                <a:cxn ang="0">
                  <a:pos x="734" y="2117"/>
                </a:cxn>
                <a:cxn ang="0">
                  <a:pos x="781" y="2131"/>
                </a:cxn>
                <a:cxn ang="0">
                  <a:pos x="814" y="2081"/>
                </a:cxn>
                <a:cxn ang="0">
                  <a:pos x="832" y="2030"/>
                </a:cxn>
                <a:cxn ang="0">
                  <a:pos x="857" y="1980"/>
                </a:cxn>
                <a:cxn ang="0">
                  <a:pos x="889" y="1929"/>
                </a:cxn>
                <a:cxn ang="0">
                  <a:pos x="940" y="1951"/>
                </a:cxn>
                <a:cxn ang="0">
                  <a:pos x="965" y="2001"/>
                </a:cxn>
                <a:cxn ang="0">
                  <a:pos x="990" y="2052"/>
                </a:cxn>
                <a:cxn ang="0">
                  <a:pos x="1026" y="2102"/>
                </a:cxn>
                <a:cxn ang="0">
                  <a:pos x="1076" y="2088"/>
                </a:cxn>
                <a:cxn ang="0">
                  <a:pos x="1109" y="2037"/>
                </a:cxn>
                <a:cxn ang="0">
                  <a:pos x="1138" y="1987"/>
                </a:cxn>
                <a:cxn ang="0">
                  <a:pos x="1181" y="1947"/>
                </a:cxn>
                <a:cxn ang="0">
                  <a:pos x="1228" y="1983"/>
                </a:cxn>
                <a:cxn ang="0">
                  <a:pos x="1260" y="2034"/>
                </a:cxn>
                <a:cxn ang="0">
                  <a:pos x="1300" y="2084"/>
                </a:cxn>
                <a:cxn ang="0">
                  <a:pos x="1350" y="2081"/>
                </a:cxn>
                <a:cxn ang="0">
                  <a:pos x="1390" y="2030"/>
                </a:cxn>
                <a:cxn ang="0">
                  <a:pos x="1429" y="1980"/>
                </a:cxn>
                <a:cxn ang="0">
                  <a:pos x="1480" y="1969"/>
                </a:cxn>
                <a:cxn ang="0">
                  <a:pos x="1526" y="2012"/>
                </a:cxn>
                <a:cxn ang="0">
                  <a:pos x="1566" y="2063"/>
                </a:cxn>
                <a:cxn ang="0">
                  <a:pos x="1616" y="2077"/>
                </a:cxn>
                <a:cxn ang="0">
                  <a:pos x="1667" y="2034"/>
                </a:cxn>
                <a:cxn ang="0">
                  <a:pos x="1710" y="1983"/>
                </a:cxn>
                <a:cxn ang="0">
                  <a:pos x="1760" y="1976"/>
                </a:cxn>
                <a:cxn ang="0">
                  <a:pos x="1811" y="2023"/>
                </a:cxn>
                <a:cxn ang="0">
                  <a:pos x="1861" y="2066"/>
                </a:cxn>
                <a:cxn ang="0">
                  <a:pos x="1912" y="2059"/>
                </a:cxn>
              </a:cxnLst>
              <a:rect l="0" t="0" r="r" b="b"/>
              <a:pathLst>
                <a:path w="195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7" y="2073"/>
                  </a:lnTo>
                  <a:lnTo>
                    <a:pt x="1361" y="2070"/>
                  </a:lnTo>
                  <a:lnTo>
                    <a:pt x="1364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1" y="1983"/>
                  </a:lnTo>
                  <a:lnTo>
                    <a:pt x="1505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7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81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1" y="2023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0" name="Freeform 118"/>
            <p:cNvSpPr>
              <a:spLocks/>
            </p:cNvSpPr>
            <p:nvPr/>
          </p:nvSpPr>
          <p:spPr bwMode="auto">
            <a:xfrm>
              <a:off x="749" y="1685"/>
              <a:ext cx="2585" cy="1825"/>
            </a:xfrm>
            <a:custGeom>
              <a:avLst/>
              <a:gdLst/>
              <a:ahLst/>
              <a:cxnLst>
                <a:cxn ang="0">
                  <a:pos x="57" y="1354"/>
                </a:cxn>
                <a:cxn ang="0">
                  <a:pos x="119" y="1372"/>
                </a:cxn>
                <a:cxn ang="0">
                  <a:pos x="180" y="1415"/>
                </a:cxn>
                <a:cxn ang="0">
                  <a:pos x="241" y="1415"/>
                </a:cxn>
                <a:cxn ang="0">
                  <a:pos x="302" y="1368"/>
                </a:cxn>
                <a:cxn ang="0">
                  <a:pos x="363" y="1350"/>
                </a:cxn>
                <a:cxn ang="0">
                  <a:pos x="425" y="1393"/>
                </a:cxn>
                <a:cxn ang="0">
                  <a:pos x="486" y="1429"/>
                </a:cxn>
                <a:cxn ang="0">
                  <a:pos x="547" y="1397"/>
                </a:cxn>
                <a:cxn ang="0">
                  <a:pos x="608" y="1346"/>
                </a:cxn>
                <a:cxn ang="0">
                  <a:pos x="669" y="1361"/>
                </a:cxn>
                <a:cxn ang="0">
                  <a:pos x="731" y="1418"/>
                </a:cxn>
                <a:cxn ang="0">
                  <a:pos x="792" y="1426"/>
                </a:cxn>
                <a:cxn ang="0">
                  <a:pos x="849" y="1372"/>
                </a:cxn>
                <a:cxn ang="0">
                  <a:pos x="911" y="1336"/>
                </a:cxn>
                <a:cxn ang="0">
                  <a:pos x="972" y="1382"/>
                </a:cxn>
                <a:cxn ang="0">
                  <a:pos x="1029" y="1440"/>
                </a:cxn>
                <a:cxn ang="0">
                  <a:pos x="1091" y="1415"/>
                </a:cxn>
                <a:cxn ang="0">
                  <a:pos x="1141" y="1354"/>
                </a:cxn>
                <a:cxn ang="0">
                  <a:pos x="1202" y="1328"/>
                </a:cxn>
                <a:cxn ang="0">
                  <a:pos x="1253" y="1386"/>
                </a:cxn>
                <a:cxn ang="0">
                  <a:pos x="1303" y="1447"/>
                </a:cxn>
                <a:cxn ang="0">
                  <a:pos x="1364" y="1429"/>
                </a:cxn>
                <a:cxn ang="0">
                  <a:pos x="1407" y="1368"/>
                </a:cxn>
                <a:cxn ang="0">
                  <a:pos x="1458" y="1310"/>
                </a:cxn>
                <a:cxn ang="0">
                  <a:pos x="1512" y="1354"/>
                </a:cxn>
                <a:cxn ang="0">
                  <a:pos x="1548" y="1415"/>
                </a:cxn>
                <a:cxn ang="0">
                  <a:pos x="1598" y="1472"/>
                </a:cxn>
                <a:cxn ang="0">
                  <a:pos x="1652" y="1429"/>
                </a:cxn>
                <a:cxn ang="0">
                  <a:pos x="1681" y="1368"/>
                </a:cxn>
                <a:cxn ang="0">
                  <a:pos x="1717" y="1307"/>
                </a:cxn>
                <a:cxn ang="0">
                  <a:pos x="1778" y="1314"/>
                </a:cxn>
                <a:cxn ang="0">
                  <a:pos x="1807" y="1375"/>
                </a:cxn>
                <a:cxn ang="0">
                  <a:pos x="1832" y="1436"/>
                </a:cxn>
                <a:cxn ang="0">
                  <a:pos x="1868" y="1498"/>
                </a:cxn>
                <a:cxn ang="0">
                  <a:pos x="1922" y="1465"/>
                </a:cxn>
                <a:cxn ang="0">
                  <a:pos x="1947" y="1404"/>
                </a:cxn>
                <a:cxn ang="0">
                  <a:pos x="1969" y="1336"/>
                </a:cxn>
                <a:cxn ang="0">
                  <a:pos x="1994" y="1271"/>
                </a:cxn>
                <a:cxn ang="0">
                  <a:pos x="2052" y="1267"/>
                </a:cxn>
                <a:cxn ang="0">
                  <a:pos x="2077" y="1336"/>
                </a:cxn>
                <a:cxn ang="0">
                  <a:pos x="2099" y="1418"/>
                </a:cxn>
                <a:cxn ang="0">
                  <a:pos x="2124" y="1501"/>
                </a:cxn>
                <a:cxn ang="0">
                  <a:pos x="2149" y="1562"/>
                </a:cxn>
                <a:cxn ang="0">
                  <a:pos x="2192" y="1530"/>
                </a:cxn>
                <a:cxn ang="0">
                  <a:pos x="2217" y="1444"/>
                </a:cxn>
                <a:cxn ang="0">
                  <a:pos x="2243" y="1332"/>
                </a:cxn>
                <a:cxn ang="0">
                  <a:pos x="2264" y="1220"/>
                </a:cxn>
                <a:cxn ang="0">
                  <a:pos x="2289" y="1145"/>
                </a:cxn>
                <a:cxn ang="0">
                  <a:pos x="2329" y="1170"/>
                </a:cxn>
                <a:cxn ang="0">
                  <a:pos x="2354" y="1285"/>
                </a:cxn>
                <a:cxn ang="0">
                  <a:pos x="2379" y="1451"/>
                </a:cxn>
                <a:cxn ang="0">
                  <a:pos x="2401" y="1627"/>
                </a:cxn>
                <a:cxn ang="0">
                  <a:pos x="2426" y="1771"/>
                </a:cxn>
                <a:cxn ang="0">
                  <a:pos x="2459" y="1811"/>
                </a:cxn>
                <a:cxn ang="0">
                  <a:pos x="2484" y="1678"/>
                </a:cxn>
                <a:cxn ang="0">
                  <a:pos x="2509" y="1408"/>
                </a:cxn>
                <a:cxn ang="0">
                  <a:pos x="2531" y="1019"/>
                </a:cxn>
                <a:cxn ang="0">
                  <a:pos x="2556" y="558"/>
                </a:cxn>
                <a:cxn ang="0">
                  <a:pos x="2577" y="101"/>
                </a:cxn>
              </a:cxnLst>
              <a:rect l="0" t="0" r="r" b="b"/>
              <a:pathLst>
                <a:path w="2585" h="1825">
                  <a:moveTo>
                    <a:pt x="0" y="1386"/>
                  </a:moveTo>
                  <a:lnTo>
                    <a:pt x="3" y="1382"/>
                  </a:lnTo>
                  <a:lnTo>
                    <a:pt x="7" y="1379"/>
                  </a:lnTo>
                  <a:lnTo>
                    <a:pt x="11" y="1379"/>
                  </a:lnTo>
                  <a:lnTo>
                    <a:pt x="14" y="1375"/>
                  </a:lnTo>
                  <a:lnTo>
                    <a:pt x="18" y="1372"/>
                  </a:lnTo>
                  <a:lnTo>
                    <a:pt x="21" y="1372"/>
                  </a:lnTo>
                  <a:lnTo>
                    <a:pt x="25" y="1368"/>
                  </a:lnTo>
                  <a:lnTo>
                    <a:pt x="29" y="1364"/>
                  </a:lnTo>
                  <a:lnTo>
                    <a:pt x="32" y="1364"/>
                  </a:lnTo>
                  <a:lnTo>
                    <a:pt x="36" y="1361"/>
                  </a:lnTo>
                  <a:lnTo>
                    <a:pt x="39" y="1361"/>
                  </a:lnTo>
                  <a:lnTo>
                    <a:pt x="43" y="1357"/>
                  </a:lnTo>
                  <a:lnTo>
                    <a:pt x="47" y="1357"/>
                  </a:lnTo>
                  <a:lnTo>
                    <a:pt x="50" y="1354"/>
                  </a:lnTo>
                  <a:lnTo>
                    <a:pt x="54" y="1354"/>
                  </a:lnTo>
                  <a:lnTo>
                    <a:pt x="57" y="1354"/>
                  </a:lnTo>
                  <a:lnTo>
                    <a:pt x="61" y="1354"/>
                  </a:lnTo>
                  <a:lnTo>
                    <a:pt x="65" y="1354"/>
                  </a:lnTo>
                  <a:lnTo>
                    <a:pt x="68" y="1354"/>
                  </a:lnTo>
                  <a:lnTo>
                    <a:pt x="72" y="1354"/>
                  </a:lnTo>
                  <a:lnTo>
                    <a:pt x="75" y="1354"/>
                  </a:lnTo>
                  <a:lnTo>
                    <a:pt x="79" y="1354"/>
                  </a:lnTo>
                  <a:lnTo>
                    <a:pt x="83" y="1354"/>
                  </a:lnTo>
                  <a:lnTo>
                    <a:pt x="86" y="1354"/>
                  </a:lnTo>
                  <a:lnTo>
                    <a:pt x="90" y="1357"/>
                  </a:lnTo>
                  <a:lnTo>
                    <a:pt x="93" y="1357"/>
                  </a:lnTo>
                  <a:lnTo>
                    <a:pt x="97" y="1361"/>
                  </a:lnTo>
                  <a:lnTo>
                    <a:pt x="101" y="1361"/>
                  </a:lnTo>
                  <a:lnTo>
                    <a:pt x="104" y="1364"/>
                  </a:lnTo>
                  <a:lnTo>
                    <a:pt x="108" y="1364"/>
                  </a:lnTo>
                  <a:lnTo>
                    <a:pt x="111" y="1368"/>
                  </a:lnTo>
                  <a:lnTo>
                    <a:pt x="115" y="1368"/>
                  </a:lnTo>
                  <a:lnTo>
                    <a:pt x="119" y="1372"/>
                  </a:lnTo>
                  <a:lnTo>
                    <a:pt x="122" y="1375"/>
                  </a:lnTo>
                  <a:lnTo>
                    <a:pt x="126" y="1375"/>
                  </a:lnTo>
                  <a:lnTo>
                    <a:pt x="129" y="1379"/>
                  </a:lnTo>
                  <a:lnTo>
                    <a:pt x="133" y="1382"/>
                  </a:lnTo>
                  <a:lnTo>
                    <a:pt x="137" y="1386"/>
                  </a:lnTo>
                  <a:lnTo>
                    <a:pt x="140" y="1390"/>
                  </a:lnTo>
                  <a:lnTo>
                    <a:pt x="144" y="1390"/>
                  </a:lnTo>
                  <a:lnTo>
                    <a:pt x="147" y="1393"/>
                  </a:lnTo>
                  <a:lnTo>
                    <a:pt x="151" y="1397"/>
                  </a:lnTo>
                  <a:lnTo>
                    <a:pt x="155" y="1400"/>
                  </a:lnTo>
                  <a:lnTo>
                    <a:pt x="158" y="1404"/>
                  </a:lnTo>
                  <a:lnTo>
                    <a:pt x="162" y="1404"/>
                  </a:lnTo>
                  <a:lnTo>
                    <a:pt x="165" y="1408"/>
                  </a:lnTo>
                  <a:lnTo>
                    <a:pt x="169" y="1411"/>
                  </a:lnTo>
                  <a:lnTo>
                    <a:pt x="173" y="1411"/>
                  </a:lnTo>
                  <a:lnTo>
                    <a:pt x="176" y="1415"/>
                  </a:lnTo>
                  <a:lnTo>
                    <a:pt x="180" y="1415"/>
                  </a:lnTo>
                  <a:lnTo>
                    <a:pt x="183" y="1418"/>
                  </a:lnTo>
                  <a:lnTo>
                    <a:pt x="187" y="1418"/>
                  </a:lnTo>
                  <a:lnTo>
                    <a:pt x="191" y="1422"/>
                  </a:lnTo>
                  <a:lnTo>
                    <a:pt x="194" y="1422"/>
                  </a:lnTo>
                  <a:lnTo>
                    <a:pt x="198" y="1422"/>
                  </a:lnTo>
                  <a:lnTo>
                    <a:pt x="201" y="1422"/>
                  </a:lnTo>
                  <a:lnTo>
                    <a:pt x="205" y="1422"/>
                  </a:lnTo>
                  <a:lnTo>
                    <a:pt x="209" y="1422"/>
                  </a:lnTo>
                  <a:lnTo>
                    <a:pt x="212" y="1422"/>
                  </a:lnTo>
                  <a:lnTo>
                    <a:pt x="216" y="1422"/>
                  </a:lnTo>
                  <a:lnTo>
                    <a:pt x="219" y="1422"/>
                  </a:lnTo>
                  <a:lnTo>
                    <a:pt x="223" y="1422"/>
                  </a:lnTo>
                  <a:lnTo>
                    <a:pt x="227" y="1422"/>
                  </a:lnTo>
                  <a:lnTo>
                    <a:pt x="230" y="1418"/>
                  </a:lnTo>
                  <a:lnTo>
                    <a:pt x="234" y="1418"/>
                  </a:lnTo>
                  <a:lnTo>
                    <a:pt x="237" y="1415"/>
                  </a:lnTo>
                  <a:lnTo>
                    <a:pt x="241" y="1415"/>
                  </a:lnTo>
                  <a:lnTo>
                    <a:pt x="245" y="1411"/>
                  </a:lnTo>
                  <a:lnTo>
                    <a:pt x="248" y="1411"/>
                  </a:lnTo>
                  <a:lnTo>
                    <a:pt x="252" y="1408"/>
                  </a:lnTo>
                  <a:lnTo>
                    <a:pt x="255" y="1404"/>
                  </a:lnTo>
                  <a:lnTo>
                    <a:pt x="259" y="1400"/>
                  </a:lnTo>
                  <a:lnTo>
                    <a:pt x="263" y="1400"/>
                  </a:lnTo>
                  <a:lnTo>
                    <a:pt x="266" y="1397"/>
                  </a:lnTo>
                  <a:lnTo>
                    <a:pt x="270" y="1393"/>
                  </a:lnTo>
                  <a:lnTo>
                    <a:pt x="273" y="1390"/>
                  </a:lnTo>
                  <a:lnTo>
                    <a:pt x="277" y="1386"/>
                  </a:lnTo>
                  <a:lnTo>
                    <a:pt x="281" y="1386"/>
                  </a:lnTo>
                  <a:lnTo>
                    <a:pt x="284" y="1382"/>
                  </a:lnTo>
                  <a:lnTo>
                    <a:pt x="288" y="1379"/>
                  </a:lnTo>
                  <a:lnTo>
                    <a:pt x="291" y="1375"/>
                  </a:lnTo>
                  <a:lnTo>
                    <a:pt x="295" y="1372"/>
                  </a:lnTo>
                  <a:lnTo>
                    <a:pt x="299" y="1368"/>
                  </a:lnTo>
                  <a:lnTo>
                    <a:pt x="302" y="1368"/>
                  </a:lnTo>
                  <a:lnTo>
                    <a:pt x="306" y="1364"/>
                  </a:lnTo>
                  <a:lnTo>
                    <a:pt x="309" y="1361"/>
                  </a:lnTo>
                  <a:lnTo>
                    <a:pt x="313" y="1361"/>
                  </a:lnTo>
                  <a:lnTo>
                    <a:pt x="317" y="1357"/>
                  </a:lnTo>
                  <a:lnTo>
                    <a:pt x="320" y="1354"/>
                  </a:lnTo>
                  <a:lnTo>
                    <a:pt x="324" y="1354"/>
                  </a:lnTo>
                  <a:lnTo>
                    <a:pt x="327" y="1354"/>
                  </a:lnTo>
                  <a:lnTo>
                    <a:pt x="331" y="1350"/>
                  </a:lnTo>
                  <a:lnTo>
                    <a:pt x="335" y="1350"/>
                  </a:lnTo>
                  <a:lnTo>
                    <a:pt x="338" y="1350"/>
                  </a:lnTo>
                  <a:lnTo>
                    <a:pt x="342" y="1350"/>
                  </a:lnTo>
                  <a:lnTo>
                    <a:pt x="345" y="1346"/>
                  </a:lnTo>
                  <a:lnTo>
                    <a:pt x="349" y="1346"/>
                  </a:lnTo>
                  <a:lnTo>
                    <a:pt x="353" y="1346"/>
                  </a:lnTo>
                  <a:lnTo>
                    <a:pt x="356" y="1350"/>
                  </a:lnTo>
                  <a:lnTo>
                    <a:pt x="360" y="1350"/>
                  </a:lnTo>
                  <a:lnTo>
                    <a:pt x="363" y="1350"/>
                  </a:lnTo>
                  <a:lnTo>
                    <a:pt x="367" y="1350"/>
                  </a:lnTo>
                  <a:lnTo>
                    <a:pt x="371" y="1354"/>
                  </a:lnTo>
                  <a:lnTo>
                    <a:pt x="374" y="1354"/>
                  </a:lnTo>
                  <a:lnTo>
                    <a:pt x="378" y="1357"/>
                  </a:lnTo>
                  <a:lnTo>
                    <a:pt x="381" y="1357"/>
                  </a:lnTo>
                  <a:lnTo>
                    <a:pt x="385" y="1361"/>
                  </a:lnTo>
                  <a:lnTo>
                    <a:pt x="389" y="1364"/>
                  </a:lnTo>
                  <a:lnTo>
                    <a:pt x="392" y="1364"/>
                  </a:lnTo>
                  <a:lnTo>
                    <a:pt x="396" y="1368"/>
                  </a:lnTo>
                  <a:lnTo>
                    <a:pt x="399" y="1372"/>
                  </a:lnTo>
                  <a:lnTo>
                    <a:pt x="403" y="1375"/>
                  </a:lnTo>
                  <a:lnTo>
                    <a:pt x="407" y="1379"/>
                  </a:lnTo>
                  <a:lnTo>
                    <a:pt x="410" y="1382"/>
                  </a:lnTo>
                  <a:lnTo>
                    <a:pt x="414" y="1386"/>
                  </a:lnTo>
                  <a:lnTo>
                    <a:pt x="417" y="1386"/>
                  </a:lnTo>
                  <a:lnTo>
                    <a:pt x="421" y="1390"/>
                  </a:lnTo>
                  <a:lnTo>
                    <a:pt x="425" y="1393"/>
                  </a:lnTo>
                  <a:lnTo>
                    <a:pt x="428" y="1397"/>
                  </a:lnTo>
                  <a:lnTo>
                    <a:pt x="432" y="1400"/>
                  </a:lnTo>
                  <a:lnTo>
                    <a:pt x="435" y="1404"/>
                  </a:lnTo>
                  <a:lnTo>
                    <a:pt x="439" y="1408"/>
                  </a:lnTo>
                  <a:lnTo>
                    <a:pt x="443" y="1408"/>
                  </a:lnTo>
                  <a:lnTo>
                    <a:pt x="446" y="1411"/>
                  </a:lnTo>
                  <a:lnTo>
                    <a:pt x="450" y="1415"/>
                  </a:lnTo>
                  <a:lnTo>
                    <a:pt x="453" y="1418"/>
                  </a:lnTo>
                  <a:lnTo>
                    <a:pt x="457" y="1418"/>
                  </a:lnTo>
                  <a:lnTo>
                    <a:pt x="461" y="1422"/>
                  </a:lnTo>
                  <a:lnTo>
                    <a:pt x="464" y="1422"/>
                  </a:lnTo>
                  <a:lnTo>
                    <a:pt x="468" y="1426"/>
                  </a:lnTo>
                  <a:lnTo>
                    <a:pt x="471" y="1426"/>
                  </a:lnTo>
                  <a:lnTo>
                    <a:pt x="475" y="1426"/>
                  </a:lnTo>
                  <a:lnTo>
                    <a:pt x="479" y="1429"/>
                  </a:lnTo>
                  <a:lnTo>
                    <a:pt x="482" y="1429"/>
                  </a:lnTo>
                  <a:lnTo>
                    <a:pt x="486" y="1429"/>
                  </a:lnTo>
                  <a:lnTo>
                    <a:pt x="489" y="1429"/>
                  </a:lnTo>
                  <a:lnTo>
                    <a:pt x="493" y="1429"/>
                  </a:lnTo>
                  <a:lnTo>
                    <a:pt x="497" y="1429"/>
                  </a:lnTo>
                  <a:lnTo>
                    <a:pt x="500" y="1426"/>
                  </a:lnTo>
                  <a:lnTo>
                    <a:pt x="504" y="1426"/>
                  </a:lnTo>
                  <a:lnTo>
                    <a:pt x="507" y="1426"/>
                  </a:lnTo>
                  <a:lnTo>
                    <a:pt x="511" y="1422"/>
                  </a:lnTo>
                  <a:lnTo>
                    <a:pt x="515" y="1422"/>
                  </a:lnTo>
                  <a:lnTo>
                    <a:pt x="518" y="1418"/>
                  </a:lnTo>
                  <a:lnTo>
                    <a:pt x="522" y="1418"/>
                  </a:lnTo>
                  <a:lnTo>
                    <a:pt x="525" y="1415"/>
                  </a:lnTo>
                  <a:lnTo>
                    <a:pt x="529" y="1411"/>
                  </a:lnTo>
                  <a:lnTo>
                    <a:pt x="533" y="1408"/>
                  </a:lnTo>
                  <a:lnTo>
                    <a:pt x="536" y="1404"/>
                  </a:lnTo>
                  <a:lnTo>
                    <a:pt x="540" y="1404"/>
                  </a:lnTo>
                  <a:lnTo>
                    <a:pt x="543" y="1400"/>
                  </a:lnTo>
                  <a:lnTo>
                    <a:pt x="547" y="1397"/>
                  </a:lnTo>
                  <a:lnTo>
                    <a:pt x="551" y="1393"/>
                  </a:lnTo>
                  <a:lnTo>
                    <a:pt x="554" y="1390"/>
                  </a:lnTo>
                  <a:lnTo>
                    <a:pt x="558" y="1386"/>
                  </a:lnTo>
                  <a:lnTo>
                    <a:pt x="561" y="1382"/>
                  </a:lnTo>
                  <a:lnTo>
                    <a:pt x="565" y="1379"/>
                  </a:lnTo>
                  <a:lnTo>
                    <a:pt x="569" y="1375"/>
                  </a:lnTo>
                  <a:lnTo>
                    <a:pt x="572" y="1372"/>
                  </a:lnTo>
                  <a:lnTo>
                    <a:pt x="576" y="1368"/>
                  </a:lnTo>
                  <a:lnTo>
                    <a:pt x="579" y="1364"/>
                  </a:lnTo>
                  <a:lnTo>
                    <a:pt x="583" y="1361"/>
                  </a:lnTo>
                  <a:lnTo>
                    <a:pt x="587" y="1361"/>
                  </a:lnTo>
                  <a:lnTo>
                    <a:pt x="590" y="1357"/>
                  </a:lnTo>
                  <a:lnTo>
                    <a:pt x="594" y="1354"/>
                  </a:lnTo>
                  <a:lnTo>
                    <a:pt x="597" y="1350"/>
                  </a:lnTo>
                  <a:lnTo>
                    <a:pt x="601" y="1350"/>
                  </a:lnTo>
                  <a:lnTo>
                    <a:pt x="605" y="1346"/>
                  </a:lnTo>
                  <a:lnTo>
                    <a:pt x="608" y="1346"/>
                  </a:lnTo>
                  <a:lnTo>
                    <a:pt x="612" y="1346"/>
                  </a:lnTo>
                  <a:lnTo>
                    <a:pt x="615" y="1343"/>
                  </a:lnTo>
                  <a:lnTo>
                    <a:pt x="619" y="1343"/>
                  </a:lnTo>
                  <a:lnTo>
                    <a:pt x="623" y="1343"/>
                  </a:lnTo>
                  <a:lnTo>
                    <a:pt x="626" y="1343"/>
                  </a:lnTo>
                  <a:lnTo>
                    <a:pt x="630" y="1343"/>
                  </a:lnTo>
                  <a:lnTo>
                    <a:pt x="633" y="1343"/>
                  </a:lnTo>
                  <a:lnTo>
                    <a:pt x="637" y="1343"/>
                  </a:lnTo>
                  <a:lnTo>
                    <a:pt x="641" y="1346"/>
                  </a:lnTo>
                  <a:lnTo>
                    <a:pt x="644" y="1346"/>
                  </a:lnTo>
                  <a:lnTo>
                    <a:pt x="648" y="1346"/>
                  </a:lnTo>
                  <a:lnTo>
                    <a:pt x="651" y="1350"/>
                  </a:lnTo>
                  <a:lnTo>
                    <a:pt x="655" y="1350"/>
                  </a:lnTo>
                  <a:lnTo>
                    <a:pt x="659" y="1354"/>
                  </a:lnTo>
                  <a:lnTo>
                    <a:pt x="662" y="1357"/>
                  </a:lnTo>
                  <a:lnTo>
                    <a:pt x="666" y="1361"/>
                  </a:lnTo>
                  <a:lnTo>
                    <a:pt x="669" y="1361"/>
                  </a:lnTo>
                  <a:lnTo>
                    <a:pt x="673" y="1364"/>
                  </a:lnTo>
                  <a:lnTo>
                    <a:pt x="677" y="1368"/>
                  </a:lnTo>
                  <a:lnTo>
                    <a:pt x="680" y="1372"/>
                  </a:lnTo>
                  <a:lnTo>
                    <a:pt x="684" y="1375"/>
                  </a:lnTo>
                  <a:lnTo>
                    <a:pt x="687" y="1379"/>
                  </a:lnTo>
                  <a:lnTo>
                    <a:pt x="691" y="1382"/>
                  </a:lnTo>
                  <a:lnTo>
                    <a:pt x="695" y="1386"/>
                  </a:lnTo>
                  <a:lnTo>
                    <a:pt x="698" y="1390"/>
                  </a:lnTo>
                  <a:lnTo>
                    <a:pt x="702" y="1393"/>
                  </a:lnTo>
                  <a:lnTo>
                    <a:pt x="705" y="1397"/>
                  </a:lnTo>
                  <a:lnTo>
                    <a:pt x="709" y="1400"/>
                  </a:lnTo>
                  <a:lnTo>
                    <a:pt x="713" y="1404"/>
                  </a:lnTo>
                  <a:lnTo>
                    <a:pt x="716" y="1408"/>
                  </a:lnTo>
                  <a:lnTo>
                    <a:pt x="720" y="1411"/>
                  </a:lnTo>
                  <a:lnTo>
                    <a:pt x="723" y="1415"/>
                  </a:lnTo>
                  <a:lnTo>
                    <a:pt x="727" y="1418"/>
                  </a:lnTo>
                  <a:lnTo>
                    <a:pt x="731" y="1418"/>
                  </a:lnTo>
                  <a:lnTo>
                    <a:pt x="734" y="1422"/>
                  </a:lnTo>
                  <a:lnTo>
                    <a:pt x="738" y="1426"/>
                  </a:lnTo>
                  <a:lnTo>
                    <a:pt x="741" y="1429"/>
                  </a:lnTo>
                  <a:lnTo>
                    <a:pt x="745" y="1429"/>
                  </a:lnTo>
                  <a:lnTo>
                    <a:pt x="749" y="1429"/>
                  </a:lnTo>
                  <a:lnTo>
                    <a:pt x="752" y="1433"/>
                  </a:lnTo>
                  <a:lnTo>
                    <a:pt x="756" y="1433"/>
                  </a:lnTo>
                  <a:lnTo>
                    <a:pt x="759" y="1433"/>
                  </a:lnTo>
                  <a:lnTo>
                    <a:pt x="763" y="1433"/>
                  </a:lnTo>
                  <a:lnTo>
                    <a:pt x="767" y="1436"/>
                  </a:lnTo>
                  <a:lnTo>
                    <a:pt x="770" y="1433"/>
                  </a:lnTo>
                  <a:lnTo>
                    <a:pt x="774" y="1433"/>
                  </a:lnTo>
                  <a:lnTo>
                    <a:pt x="777" y="1433"/>
                  </a:lnTo>
                  <a:lnTo>
                    <a:pt x="781" y="1433"/>
                  </a:lnTo>
                  <a:lnTo>
                    <a:pt x="785" y="1429"/>
                  </a:lnTo>
                  <a:lnTo>
                    <a:pt x="788" y="1429"/>
                  </a:lnTo>
                  <a:lnTo>
                    <a:pt x="792" y="1426"/>
                  </a:lnTo>
                  <a:lnTo>
                    <a:pt x="795" y="1426"/>
                  </a:lnTo>
                  <a:lnTo>
                    <a:pt x="799" y="1422"/>
                  </a:lnTo>
                  <a:lnTo>
                    <a:pt x="803" y="1418"/>
                  </a:lnTo>
                  <a:lnTo>
                    <a:pt x="806" y="1418"/>
                  </a:lnTo>
                  <a:lnTo>
                    <a:pt x="810" y="1415"/>
                  </a:lnTo>
                  <a:lnTo>
                    <a:pt x="813" y="1411"/>
                  </a:lnTo>
                  <a:lnTo>
                    <a:pt x="817" y="1408"/>
                  </a:lnTo>
                  <a:lnTo>
                    <a:pt x="821" y="1404"/>
                  </a:lnTo>
                  <a:lnTo>
                    <a:pt x="824" y="1400"/>
                  </a:lnTo>
                  <a:lnTo>
                    <a:pt x="828" y="1397"/>
                  </a:lnTo>
                  <a:lnTo>
                    <a:pt x="831" y="1393"/>
                  </a:lnTo>
                  <a:lnTo>
                    <a:pt x="835" y="1390"/>
                  </a:lnTo>
                  <a:lnTo>
                    <a:pt x="839" y="1386"/>
                  </a:lnTo>
                  <a:lnTo>
                    <a:pt x="842" y="1382"/>
                  </a:lnTo>
                  <a:lnTo>
                    <a:pt x="846" y="1379"/>
                  </a:lnTo>
                  <a:lnTo>
                    <a:pt x="846" y="1375"/>
                  </a:lnTo>
                  <a:lnTo>
                    <a:pt x="849" y="1372"/>
                  </a:lnTo>
                  <a:lnTo>
                    <a:pt x="853" y="1368"/>
                  </a:lnTo>
                  <a:lnTo>
                    <a:pt x="857" y="1364"/>
                  </a:lnTo>
                  <a:lnTo>
                    <a:pt x="860" y="1361"/>
                  </a:lnTo>
                  <a:lnTo>
                    <a:pt x="864" y="1357"/>
                  </a:lnTo>
                  <a:lnTo>
                    <a:pt x="867" y="1354"/>
                  </a:lnTo>
                  <a:lnTo>
                    <a:pt x="871" y="1350"/>
                  </a:lnTo>
                  <a:lnTo>
                    <a:pt x="875" y="1346"/>
                  </a:lnTo>
                  <a:lnTo>
                    <a:pt x="878" y="1346"/>
                  </a:lnTo>
                  <a:lnTo>
                    <a:pt x="882" y="1343"/>
                  </a:lnTo>
                  <a:lnTo>
                    <a:pt x="885" y="1339"/>
                  </a:lnTo>
                  <a:lnTo>
                    <a:pt x="889" y="1339"/>
                  </a:lnTo>
                  <a:lnTo>
                    <a:pt x="893" y="1339"/>
                  </a:lnTo>
                  <a:lnTo>
                    <a:pt x="896" y="1336"/>
                  </a:lnTo>
                  <a:lnTo>
                    <a:pt x="900" y="1336"/>
                  </a:lnTo>
                  <a:lnTo>
                    <a:pt x="903" y="1336"/>
                  </a:lnTo>
                  <a:lnTo>
                    <a:pt x="907" y="1336"/>
                  </a:lnTo>
                  <a:lnTo>
                    <a:pt x="911" y="1336"/>
                  </a:lnTo>
                  <a:lnTo>
                    <a:pt x="914" y="1336"/>
                  </a:lnTo>
                  <a:lnTo>
                    <a:pt x="918" y="1336"/>
                  </a:lnTo>
                  <a:lnTo>
                    <a:pt x="921" y="1339"/>
                  </a:lnTo>
                  <a:lnTo>
                    <a:pt x="925" y="1339"/>
                  </a:lnTo>
                  <a:lnTo>
                    <a:pt x="929" y="1343"/>
                  </a:lnTo>
                  <a:lnTo>
                    <a:pt x="932" y="1343"/>
                  </a:lnTo>
                  <a:lnTo>
                    <a:pt x="936" y="1346"/>
                  </a:lnTo>
                  <a:lnTo>
                    <a:pt x="939" y="1350"/>
                  </a:lnTo>
                  <a:lnTo>
                    <a:pt x="943" y="1354"/>
                  </a:lnTo>
                  <a:lnTo>
                    <a:pt x="947" y="1357"/>
                  </a:lnTo>
                  <a:lnTo>
                    <a:pt x="950" y="1361"/>
                  </a:lnTo>
                  <a:lnTo>
                    <a:pt x="954" y="1364"/>
                  </a:lnTo>
                  <a:lnTo>
                    <a:pt x="957" y="1368"/>
                  </a:lnTo>
                  <a:lnTo>
                    <a:pt x="961" y="1372"/>
                  </a:lnTo>
                  <a:lnTo>
                    <a:pt x="965" y="1375"/>
                  </a:lnTo>
                  <a:lnTo>
                    <a:pt x="968" y="1379"/>
                  </a:lnTo>
                  <a:lnTo>
                    <a:pt x="972" y="1382"/>
                  </a:lnTo>
                  <a:lnTo>
                    <a:pt x="975" y="1386"/>
                  </a:lnTo>
                  <a:lnTo>
                    <a:pt x="979" y="1390"/>
                  </a:lnTo>
                  <a:lnTo>
                    <a:pt x="983" y="1393"/>
                  </a:lnTo>
                  <a:lnTo>
                    <a:pt x="983" y="1397"/>
                  </a:lnTo>
                  <a:lnTo>
                    <a:pt x="986" y="1400"/>
                  </a:lnTo>
                  <a:lnTo>
                    <a:pt x="990" y="1404"/>
                  </a:lnTo>
                  <a:lnTo>
                    <a:pt x="993" y="1408"/>
                  </a:lnTo>
                  <a:lnTo>
                    <a:pt x="997" y="1411"/>
                  </a:lnTo>
                  <a:lnTo>
                    <a:pt x="1001" y="1415"/>
                  </a:lnTo>
                  <a:lnTo>
                    <a:pt x="1004" y="1418"/>
                  </a:lnTo>
                  <a:lnTo>
                    <a:pt x="1008" y="1422"/>
                  </a:lnTo>
                  <a:lnTo>
                    <a:pt x="1011" y="1426"/>
                  </a:lnTo>
                  <a:lnTo>
                    <a:pt x="1015" y="1429"/>
                  </a:lnTo>
                  <a:lnTo>
                    <a:pt x="1019" y="1433"/>
                  </a:lnTo>
                  <a:lnTo>
                    <a:pt x="1022" y="1436"/>
                  </a:lnTo>
                  <a:lnTo>
                    <a:pt x="1026" y="1436"/>
                  </a:lnTo>
                  <a:lnTo>
                    <a:pt x="1029" y="1440"/>
                  </a:lnTo>
                  <a:lnTo>
                    <a:pt x="1033" y="1440"/>
                  </a:lnTo>
                  <a:lnTo>
                    <a:pt x="1037" y="1444"/>
                  </a:lnTo>
                  <a:lnTo>
                    <a:pt x="1040" y="1444"/>
                  </a:lnTo>
                  <a:lnTo>
                    <a:pt x="1044" y="1444"/>
                  </a:lnTo>
                  <a:lnTo>
                    <a:pt x="1047" y="1444"/>
                  </a:lnTo>
                  <a:lnTo>
                    <a:pt x="1051" y="1444"/>
                  </a:lnTo>
                  <a:lnTo>
                    <a:pt x="1055" y="1440"/>
                  </a:lnTo>
                  <a:lnTo>
                    <a:pt x="1058" y="1440"/>
                  </a:lnTo>
                  <a:lnTo>
                    <a:pt x="1062" y="1440"/>
                  </a:lnTo>
                  <a:lnTo>
                    <a:pt x="1065" y="1436"/>
                  </a:lnTo>
                  <a:lnTo>
                    <a:pt x="1069" y="1436"/>
                  </a:lnTo>
                  <a:lnTo>
                    <a:pt x="1073" y="1433"/>
                  </a:lnTo>
                  <a:lnTo>
                    <a:pt x="1076" y="1429"/>
                  </a:lnTo>
                  <a:lnTo>
                    <a:pt x="1080" y="1426"/>
                  </a:lnTo>
                  <a:lnTo>
                    <a:pt x="1083" y="1422"/>
                  </a:lnTo>
                  <a:lnTo>
                    <a:pt x="1087" y="1418"/>
                  </a:lnTo>
                  <a:lnTo>
                    <a:pt x="1091" y="1415"/>
                  </a:lnTo>
                  <a:lnTo>
                    <a:pt x="1094" y="1411"/>
                  </a:lnTo>
                  <a:lnTo>
                    <a:pt x="1098" y="1408"/>
                  </a:lnTo>
                  <a:lnTo>
                    <a:pt x="1101" y="1404"/>
                  </a:lnTo>
                  <a:lnTo>
                    <a:pt x="1105" y="1400"/>
                  </a:lnTo>
                  <a:lnTo>
                    <a:pt x="1109" y="1397"/>
                  </a:lnTo>
                  <a:lnTo>
                    <a:pt x="1112" y="1393"/>
                  </a:lnTo>
                  <a:lnTo>
                    <a:pt x="1112" y="1390"/>
                  </a:lnTo>
                  <a:lnTo>
                    <a:pt x="1116" y="1386"/>
                  </a:lnTo>
                  <a:lnTo>
                    <a:pt x="1119" y="1382"/>
                  </a:lnTo>
                  <a:lnTo>
                    <a:pt x="1123" y="1379"/>
                  </a:lnTo>
                  <a:lnTo>
                    <a:pt x="1123" y="1375"/>
                  </a:lnTo>
                  <a:lnTo>
                    <a:pt x="1127" y="1372"/>
                  </a:lnTo>
                  <a:lnTo>
                    <a:pt x="1130" y="1368"/>
                  </a:lnTo>
                  <a:lnTo>
                    <a:pt x="1134" y="1364"/>
                  </a:lnTo>
                  <a:lnTo>
                    <a:pt x="1137" y="1361"/>
                  </a:lnTo>
                  <a:lnTo>
                    <a:pt x="1137" y="1357"/>
                  </a:lnTo>
                  <a:lnTo>
                    <a:pt x="1141" y="1354"/>
                  </a:lnTo>
                  <a:lnTo>
                    <a:pt x="1145" y="1350"/>
                  </a:lnTo>
                  <a:lnTo>
                    <a:pt x="1148" y="1346"/>
                  </a:lnTo>
                  <a:lnTo>
                    <a:pt x="1152" y="1343"/>
                  </a:lnTo>
                  <a:lnTo>
                    <a:pt x="1155" y="1339"/>
                  </a:lnTo>
                  <a:lnTo>
                    <a:pt x="1159" y="1336"/>
                  </a:lnTo>
                  <a:lnTo>
                    <a:pt x="1163" y="1332"/>
                  </a:lnTo>
                  <a:lnTo>
                    <a:pt x="1166" y="1332"/>
                  </a:lnTo>
                  <a:lnTo>
                    <a:pt x="1170" y="1328"/>
                  </a:lnTo>
                  <a:lnTo>
                    <a:pt x="1173" y="1328"/>
                  </a:lnTo>
                  <a:lnTo>
                    <a:pt x="1177" y="1328"/>
                  </a:lnTo>
                  <a:lnTo>
                    <a:pt x="1181" y="1325"/>
                  </a:lnTo>
                  <a:lnTo>
                    <a:pt x="1184" y="1325"/>
                  </a:lnTo>
                  <a:lnTo>
                    <a:pt x="1188" y="1325"/>
                  </a:lnTo>
                  <a:lnTo>
                    <a:pt x="1191" y="1325"/>
                  </a:lnTo>
                  <a:lnTo>
                    <a:pt x="1195" y="1328"/>
                  </a:lnTo>
                  <a:lnTo>
                    <a:pt x="1199" y="1328"/>
                  </a:lnTo>
                  <a:lnTo>
                    <a:pt x="1202" y="1328"/>
                  </a:lnTo>
                  <a:lnTo>
                    <a:pt x="1206" y="1332"/>
                  </a:lnTo>
                  <a:lnTo>
                    <a:pt x="1209" y="1336"/>
                  </a:lnTo>
                  <a:lnTo>
                    <a:pt x="1213" y="1339"/>
                  </a:lnTo>
                  <a:lnTo>
                    <a:pt x="1217" y="1343"/>
                  </a:lnTo>
                  <a:lnTo>
                    <a:pt x="1220" y="1343"/>
                  </a:lnTo>
                  <a:lnTo>
                    <a:pt x="1224" y="1346"/>
                  </a:lnTo>
                  <a:lnTo>
                    <a:pt x="1227" y="1350"/>
                  </a:lnTo>
                  <a:lnTo>
                    <a:pt x="1231" y="1354"/>
                  </a:lnTo>
                  <a:lnTo>
                    <a:pt x="1235" y="1357"/>
                  </a:lnTo>
                  <a:lnTo>
                    <a:pt x="1235" y="1361"/>
                  </a:lnTo>
                  <a:lnTo>
                    <a:pt x="1238" y="1364"/>
                  </a:lnTo>
                  <a:lnTo>
                    <a:pt x="1242" y="1368"/>
                  </a:lnTo>
                  <a:lnTo>
                    <a:pt x="1245" y="1372"/>
                  </a:lnTo>
                  <a:lnTo>
                    <a:pt x="1249" y="1375"/>
                  </a:lnTo>
                  <a:lnTo>
                    <a:pt x="1249" y="1379"/>
                  </a:lnTo>
                  <a:lnTo>
                    <a:pt x="1253" y="1382"/>
                  </a:lnTo>
                  <a:lnTo>
                    <a:pt x="1253" y="1386"/>
                  </a:lnTo>
                  <a:lnTo>
                    <a:pt x="1256" y="1390"/>
                  </a:lnTo>
                  <a:lnTo>
                    <a:pt x="1260" y="1393"/>
                  </a:lnTo>
                  <a:lnTo>
                    <a:pt x="1260" y="1397"/>
                  </a:lnTo>
                  <a:lnTo>
                    <a:pt x="1263" y="1400"/>
                  </a:lnTo>
                  <a:lnTo>
                    <a:pt x="1267" y="1404"/>
                  </a:lnTo>
                  <a:lnTo>
                    <a:pt x="1271" y="1408"/>
                  </a:lnTo>
                  <a:lnTo>
                    <a:pt x="1274" y="1411"/>
                  </a:lnTo>
                  <a:lnTo>
                    <a:pt x="1274" y="1415"/>
                  </a:lnTo>
                  <a:lnTo>
                    <a:pt x="1278" y="1418"/>
                  </a:lnTo>
                  <a:lnTo>
                    <a:pt x="1281" y="1422"/>
                  </a:lnTo>
                  <a:lnTo>
                    <a:pt x="1285" y="1426"/>
                  </a:lnTo>
                  <a:lnTo>
                    <a:pt x="1285" y="1429"/>
                  </a:lnTo>
                  <a:lnTo>
                    <a:pt x="1289" y="1433"/>
                  </a:lnTo>
                  <a:lnTo>
                    <a:pt x="1292" y="1436"/>
                  </a:lnTo>
                  <a:lnTo>
                    <a:pt x="1296" y="1440"/>
                  </a:lnTo>
                  <a:lnTo>
                    <a:pt x="1299" y="1444"/>
                  </a:lnTo>
                  <a:lnTo>
                    <a:pt x="1303" y="1447"/>
                  </a:lnTo>
                  <a:lnTo>
                    <a:pt x="1307" y="1451"/>
                  </a:lnTo>
                  <a:lnTo>
                    <a:pt x="1310" y="1451"/>
                  </a:lnTo>
                  <a:lnTo>
                    <a:pt x="1314" y="1451"/>
                  </a:lnTo>
                  <a:lnTo>
                    <a:pt x="1317" y="1454"/>
                  </a:lnTo>
                  <a:lnTo>
                    <a:pt x="1321" y="1454"/>
                  </a:lnTo>
                  <a:lnTo>
                    <a:pt x="1325" y="1454"/>
                  </a:lnTo>
                  <a:lnTo>
                    <a:pt x="1328" y="1454"/>
                  </a:lnTo>
                  <a:lnTo>
                    <a:pt x="1332" y="1454"/>
                  </a:lnTo>
                  <a:lnTo>
                    <a:pt x="1335" y="1454"/>
                  </a:lnTo>
                  <a:lnTo>
                    <a:pt x="1339" y="1451"/>
                  </a:lnTo>
                  <a:lnTo>
                    <a:pt x="1343" y="1451"/>
                  </a:lnTo>
                  <a:lnTo>
                    <a:pt x="1346" y="1447"/>
                  </a:lnTo>
                  <a:lnTo>
                    <a:pt x="1350" y="1444"/>
                  </a:lnTo>
                  <a:lnTo>
                    <a:pt x="1353" y="1440"/>
                  </a:lnTo>
                  <a:lnTo>
                    <a:pt x="1357" y="1436"/>
                  </a:lnTo>
                  <a:lnTo>
                    <a:pt x="1361" y="1433"/>
                  </a:lnTo>
                  <a:lnTo>
                    <a:pt x="1364" y="1429"/>
                  </a:lnTo>
                  <a:lnTo>
                    <a:pt x="1368" y="1426"/>
                  </a:lnTo>
                  <a:lnTo>
                    <a:pt x="1371" y="1422"/>
                  </a:lnTo>
                  <a:lnTo>
                    <a:pt x="1375" y="1418"/>
                  </a:lnTo>
                  <a:lnTo>
                    <a:pt x="1375" y="1415"/>
                  </a:lnTo>
                  <a:lnTo>
                    <a:pt x="1379" y="1411"/>
                  </a:lnTo>
                  <a:lnTo>
                    <a:pt x="1382" y="1408"/>
                  </a:lnTo>
                  <a:lnTo>
                    <a:pt x="1382" y="1404"/>
                  </a:lnTo>
                  <a:lnTo>
                    <a:pt x="1386" y="1400"/>
                  </a:lnTo>
                  <a:lnTo>
                    <a:pt x="1389" y="1397"/>
                  </a:lnTo>
                  <a:lnTo>
                    <a:pt x="1389" y="1393"/>
                  </a:lnTo>
                  <a:lnTo>
                    <a:pt x="1393" y="1390"/>
                  </a:lnTo>
                  <a:lnTo>
                    <a:pt x="1397" y="1386"/>
                  </a:lnTo>
                  <a:lnTo>
                    <a:pt x="1397" y="1382"/>
                  </a:lnTo>
                  <a:lnTo>
                    <a:pt x="1400" y="1379"/>
                  </a:lnTo>
                  <a:lnTo>
                    <a:pt x="1404" y="1375"/>
                  </a:lnTo>
                  <a:lnTo>
                    <a:pt x="1404" y="1372"/>
                  </a:lnTo>
                  <a:lnTo>
                    <a:pt x="1407" y="1368"/>
                  </a:lnTo>
                  <a:lnTo>
                    <a:pt x="1407" y="1364"/>
                  </a:lnTo>
                  <a:lnTo>
                    <a:pt x="1411" y="1361"/>
                  </a:lnTo>
                  <a:lnTo>
                    <a:pt x="1415" y="1357"/>
                  </a:lnTo>
                  <a:lnTo>
                    <a:pt x="1415" y="1354"/>
                  </a:lnTo>
                  <a:lnTo>
                    <a:pt x="1418" y="1350"/>
                  </a:lnTo>
                  <a:lnTo>
                    <a:pt x="1422" y="1346"/>
                  </a:lnTo>
                  <a:lnTo>
                    <a:pt x="1422" y="1343"/>
                  </a:lnTo>
                  <a:lnTo>
                    <a:pt x="1425" y="1339"/>
                  </a:lnTo>
                  <a:lnTo>
                    <a:pt x="1429" y="1336"/>
                  </a:lnTo>
                  <a:lnTo>
                    <a:pt x="1433" y="1332"/>
                  </a:lnTo>
                  <a:lnTo>
                    <a:pt x="1436" y="1328"/>
                  </a:lnTo>
                  <a:lnTo>
                    <a:pt x="1440" y="1325"/>
                  </a:lnTo>
                  <a:lnTo>
                    <a:pt x="1443" y="1321"/>
                  </a:lnTo>
                  <a:lnTo>
                    <a:pt x="1447" y="1318"/>
                  </a:lnTo>
                  <a:lnTo>
                    <a:pt x="1451" y="1314"/>
                  </a:lnTo>
                  <a:lnTo>
                    <a:pt x="1454" y="1314"/>
                  </a:lnTo>
                  <a:lnTo>
                    <a:pt x="1458" y="1310"/>
                  </a:lnTo>
                  <a:lnTo>
                    <a:pt x="1461" y="1310"/>
                  </a:lnTo>
                  <a:lnTo>
                    <a:pt x="1465" y="1310"/>
                  </a:lnTo>
                  <a:lnTo>
                    <a:pt x="1469" y="1310"/>
                  </a:lnTo>
                  <a:lnTo>
                    <a:pt x="1472" y="1314"/>
                  </a:lnTo>
                  <a:lnTo>
                    <a:pt x="1476" y="1314"/>
                  </a:lnTo>
                  <a:lnTo>
                    <a:pt x="1479" y="1314"/>
                  </a:lnTo>
                  <a:lnTo>
                    <a:pt x="1483" y="1318"/>
                  </a:lnTo>
                  <a:lnTo>
                    <a:pt x="1487" y="1321"/>
                  </a:lnTo>
                  <a:lnTo>
                    <a:pt x="1490" y="1325"/>
                  </a:lnTo>
                  <a:lnTo>
                    <a:pt x="1494" y="1328"/>
                  </a:lnTo>
                  <a:lnTo>
                    <a:pt x="1497" y="1332"/>
                  </a:lnTo>
                  <a:lnTo>
                    <a:pt x="1501" y="1336"/>
                  </a:lnTo>
                  <a:lnTo>
                    <a:pt x="1505" y="1339"/>
                  </a:lnTo>
                  <a:lnTo>
                    <a:pt x="1508" y="1343"/>
                  </a:lnTo>
                  <a:lnTo>
                    <a:pt x="1508" y="1346"/>
                  </a:lnTo>
                  <a:lnTo>
                    <a:pt x="1512" y="1350"/>
                  </a:lnTo>
                  <a:lnTo>
                    <a:pt x="1512" y="1354"/>
                  </a:lnTo>
                  <a:lnTo>
                    <a:pt x="1515" y="1357"/>
                  </a:lnTo>
                  <a:lnTo>
                    <a:pt x="1519" y="1361"/>
                  </a:lnTo>
                  <a:lnTo>
                    <a:pt x="1519" y="1364"/>
                  </a:lnTo>
                  <a:lnTo>
                    <a:pt x="1523" y="1368"/>
                  </a:lnTo>
                  <a:lnTo>
                    <a:pt x="1526" y="1372"/>
                  </a:lnTo>
                  <a:lnTo>
                    <a:pt x="1526" y="1375"/>
                  </a:lnTo>
                  <a:lnTo>
                    <a:pt x="1530" y="1379"/>
                  </a:lnTo>
                  <a:lnTo>
                    <a:pt x="1530" y="1382"/>
                  </a:lnTo>
                  <a:lnTo>
                    <a:pt x="1533" y="1386"/>
                  </a:lnTo>
                  <a:lnTo>
                    <a:pt x="1533" y="1390"/>
                  </a:lnTo>
                  <a:lnTo>
                    <a:pt x="1537" y="1393"/>
                  </a:lnTo>
                  <a:lnTo>
                    <a:pt x="1537" y="1397"/>
                  </a:lnTo>
                  <a:lnTo>
                    <a:pt x="1541" y="1400"/>
                  </a:lnTo>
                  <a:lnTo>
                    <a:pt x="1544" y="1404"/>
                  </a:lnTo>
                  <a:lnTo>
                    <a:pt x="1544" y="1408"/>
                  </a:lnTo>
                  <a:lnTo>
                    <a:pt x="1548" y="1411"/>
                  </a:lnTo>
                  <a:lnTo>
                    <a:pt x="1548" y="1415"/>
                  </a:lnTo>
                  <a:lnTo>
                    <a:pt x="1551" y="1418"/>
                  </a:lnTo>
                  <a:lnTo>
                    <a:pt x="1551" y="1422"/>
                  </a:lnTo>
                  <a:lnTo>
                    <a:pt x="1555" y="1426"/>
                  </a:lnTo>
                  <a:lnTo>
                    <a:pt x="1555" y="1429"/>
                  </a:lnTo>
                  <a:lnTo>
                    <a:pt x="1559" y="1433"/>
                  </a:lnTo>
                  <a:lnTo>
                    <a:pt x="1562" y="1436"/>
                  </a:lnTo>
                  <a:lnTo>
                    <a:pt x="1566" y="1440"/>
                  </a:lnTo>
                  <a:lnTo>
                    <a:pt x="1566" y="1444"/>
                  </a:lnTo>
                  <a:lnTo>
                    <a:pt x="1569" y="1447"/>
                  </a:lnTo>
                  <a:lnTo>
                    <a:pt x="1573" y="1451"/>
                  </a:lnTo>
                  <a:lnTo>
                    <a:pt x="1577" y="1454"/>
                  </a:lnTo>
                  <a:lnTo>
                    <a:pt x="1580" y="1458"/>
                  </a:lnTo>
                  <a:lnTo>
                    <a:pt x="1584" y="1462"/>
                  </a:lnTo>
                  <a:lnTo>
                    <a:pt x="1587" y="1465"/>
                  </a:lnTo>
                  <a:lnTo>
                    <a:pt x="1591" y="1469"/>
                  </a:lnTo>
                  <a:lnTo>
                    <a:pt x="1595" y="1472"/>
                  </a:lnTo>
                  <a:lnTo>
                    <a:pt x="1598" y="1472"/>
                  </a:lnTo>
                  <a:lnTo>
                    <a:pt x="1602" y="1472"/>
                  </a:lnTo>
                  <a:lnTo>
                    <a:pt x="1605" y="1472"/>
                  </a:lnTo>
                  <a:lnTo>
                    <a:pt x="1609" y="1472"/>
                  </a:lnTo>
                  <a:lnTo>
                    <a:pt x="1613" y="1472"/>
                  </a:lnTo>
                  <a:lnTo>
                    <a:pt x="1616" y="1469"/>
                  </a:lnTo>
                  <a:lnTo>
                    <a:pt x="1620" y="1469"/>
                  </a:lnTo>
                  <a:lnTo>
                    <a:pt x="1623" y="1465"/>
                  </a:lnTo>
                  <a:lnTo>
                    <a:pt x="1627" y="1462"/>
                  </a:lnTo>
                  <a:lnTo>
                    <a:pt x="1631" y="1458"/>
                  </a:lnTo>
                  <a:lnTo>
                    <a:pt x="1634" y="1454"/>
                  </a:lnTo>
                  <a:lnTo>
                    <a:pt x="1638" y="1451"/>
                  </a:lnTo>
                  <a:lnTo>
                    <a:pt x="1641" y="1447"/>
                  </a:lnTo>
                  <a:lnTo>
                    <a:pt x="1641" y="1444"/>
                  </a:lnTo>
                  <a:lnTo>
                    <a:pt x="1645" y="1440"/>
                  </a:lnTo>
                  <a:lnTo>
                    <a:pt x="1649" y="1436"/>
                  </a:lnTo>
                  <a:lnTo>
                    <a:pt x="1649" y="1433"/>
                  </a:lnTo>
                  <a:lnTo>
                    <a:pt x="1652" y="1429"/>
                  </a:lnTo>
                  <a:lnTo>
                    <a:pt x="1652" y="1426"/>
                  </a:lnTo>
                  <a:lnTo>
                    <a:pt x="1656" y="1422"/>
                  </a:lnTo>
                  <a:lnTo>
                    <a:pt x="1656" y="1418"/>
                  </a:lnTo>
                  <a:lnTo>
                    <a:pt x="1659" y="1415"/>
                  </a:lnTo>
                  <a:lnTo>
                    <a:pt x="1663" y="1411"/>
                  </a:lnTo>
                  <a:lnTo>
                    <a:pt x="1663" y="1408"/>
                  </a:lnTo>
                  <a:lnTo>
                    <a:pt x="1663" y="1404"/>
                  </a:lnTo>
                  <a:lnTo>
                    <a:pt x="1667" y="1400"/>
                  </a:lnTo>
                  <a:lnTo>
                    <a:pt x="1667" y="1397"/>
                  </a:lnTo>
                  <a:lnTo>
                    <a:pt x="1670" y="1393"/>
                  </a:lnTo>
                  <a:lnTo>
                    <a:pt x="1670" y="1390"/>
                  </a:lnTo>
                  <a:lnTo>
                    <a:pt x="1674" y="1386"/>
                  </a:lnTo>
                  <a:lnTo>
                    <a:pt x="1674" y="1382"/>
                  </a:lnTo>
                  <a:lnTo>
                    <a:pt x="1677" y="1379"/>
                  </a:lnTo>
                  <a:lnTo>
                    <a:pt x="1677" y="1375"/>
                  </a:lnTo>
                  <a:lnTo>
                    <a:pt x="1681" y="1372"/>
                  </a:lnTo>
                  <a:lnTo>
                    <a:pt x="1681" y="1368"/>
                  </a:lnTo>
                  <a:lnTo>
                    <a:pt x="1685" y="1364"/>
                  </a:lnTo>
                  <a:lnTo>
                    <a:pt x="1685" y="1361"/>
                  </a:lnTo>
                  <a:lnTo>
                    <a:pt x="1685" y="1357"/>
                  </a:lnTo>
                  <a:lnTo>
                    <a:pt x="1688" y="1354"/>
                  </a:lnTo>
                  <a:lnTo>
                    <a:pt x="1692" y="1350"/>
                  </a:lnTo>
                  <a:lnTo>
                    <a:pt x="1692" y="1346"/>
                  </a:lnTo>
                  <a:lnTo>
                    <a:pt x="1695" y="1343"/>
                  </a:lnTo>
                  <a:lnTo>
                    <a:pt x="1695" y="1339"/>
                  </a:lnTo>
                  <a:lnTo>
                    <a:pt x="1699" y="1336"/>
                  </a:lnTo>
                  <a:lnTo>
                    <a:pt x="1699" y="1332"/>
                  </a:lnTo>
                  <a:lnTo>
                    <a:pt x="1703" y="1328"/>
                  </a:lnTo>
                  <a:lnTo>
                    <a:pt x="1706" y="1325"/>
                  </a:lnTo>
                  <a:lnTo>
                    <a:pt x="1706" y="1321"/>
                  </a:lnTo>
                  <a:lnTo>
                    <a:pt x="1710" y="1318"/>
                  </a:lnTo>
                  <a:lnTo>
                    <a:pt x="1710" y="1314"/>
                  </a:lnTo>
                  <a:lnTo>
                    <a:pt x="1713" y="1310"/>
                  </a:lnTo>
                  <a:lnTo>
                    <a:pt x="1717" y="1307"/>
                  </a:lnTo>
                  <a:lnTo>
                    <a:pt x="1721" y="1303"/>
                  </a:lnTo>
                  <a:lnTo>
                    <a:pt x="1724" y="1300"/>
                  </a:lnTo>
                  <a:lnTo>
                    <a:pt x="1728" y="1296"/>
                  </a:lnTo>
                  <a:lnTo>
                    <a:pt x="1731" y="1292"/>
                  </a:lnTo>
                  <a:lnTo>
                    <a:pt x="1735" y="1289"/>
                  </a:lnTo>
                  <a:lnTo>
                    <a:pt x="1739" y="1289"/>
                  </a:lnTo>
                  <a:lnTo>
                    <a:pt x="1742" y="1289"/>
                  </a:lnTo>
                  <a:lnTo>
                    <a:pt x="1746" y="1289"/>
                  </a:lnTo>
                  <a:lnTo>
                    <a:pt x="1749" y="1289"/>
                  </a:lnTo>
                  <a:lnTo>
                    <a:pt x="1753" y="1289"/>
                  </a:lnTo>
                  <a:lnTo>
                    <a:pt x="1757" y="1292"/>
                  </a:lnTo>
                  <a:lnTo>
                    <a:pt x="1760" y="1296"/>
                  </a:lnTo>
                  <a:lnTo>
                    <a:pt x="1764" y="1300"/>
                  </a:lnTo>
                  <a:lnTo>
                    <a:pt x="1767" y="1303"/>
                  </a:lnTo>
                  <a:lnTo>
                    <a:pt x="1771" y="1307"/>
                  </a:lnTo>
                  <a:lnTo>
                    <a:pt x="1775" y="1310"/>
                  </a:lnTo>
                  <a:lnTo>
                    <a:pt x="1778" y="1314"/>
                  </a:lnTo>
                  <a:lnTo>
                    <a:pt x="1778" y="1318"/>
                  </a:lnTo>
                  <a:lnTo>
                    <a:pt x="1782" y="1321"/>
                  </a:lnTo>
                  <a:lnTo>
                    <a:pt x="1785" y="1325"/>
                  </a:lnTo>
                  <a:lnTo>
                    <a:pt x="1785" y="1328"/>
                  </a:lnTo>
                  <a:lnTo>
                    <a:pt x="1789" y="1332"/>
                  </a:lnTo>
                  <a:lnTo>
                    <a:pt x="1789" y="1336"/>
                  </a:lnTo>
                  <a:lnTo>
                    <a:pt x="1793" y="1339"/>
                  </a:lnTo>
                  <a:lnTo>
                    <a:pt x="1793" y="1343"/>
                  </a:lnTo>
                  <a:lnTo>
                    <a:pt x="1796" y="1346"/>
                  </a:lnTo>
                  <a:lnTo>
                    <a:pt x="1796" y="1350"/>
                  </a:lnTo>
                  <a:lnTo>
                    <a:pt x="1796" y="1354"/>
                  </a:lnTo>
                  <a:lnTo>
                    <a:pt x="1800" y="1357"/>
                  </a:lnTo>
                  <a:lnTo>
                    <a:pt x="1800" y="1361"/>
                  </a:lnTo>
                  <a:lnTo>
                    <a:pt x="1803" y="1364"/>
                  </a:lnTo>
                  <a:lnTo>
                    <a:pt x="1803" y="1368"/>
                  </a:lnTo>
                  <a:lnTo>
                    <a:pt x="1803" y="1372"/>
                  </a:lnTo>
                  <a:lnTo>
                    <a:pt x="1807" y="1375"/>
                  </a:lnTo>
                  <a:lnTo>
                    <a:pt x="1811" y="1379"/>
                  </a:lnTo>
                  <a:lnTo>
                    <a:pt x="1811" y="1382"/>
                  </a:lnTo>
                  <a:lnTo>
                    <a:pt x="1811" y="1386"/>
                  </a:lnTo>
                  <a:lnTo>
                    <a:pt x="1814" y="1390"/>
                  </a:lnTo>
                  <a:lnTo>
                    <a:pt x="1814" y="1393"/>
                  </a:lnTo>
                  <a:lnTo>
                    <a:pt x="1818" y="1397"/>
                  </a:lnTo>
                  <a:lnTo>
                    <a:pt x="1818" y="1400"/>
                  </a:lnTo>
                  <a:lnTo>
                    <a:pt x="1818" y="1404"/>
                  </a:lnTo>
                  <a:lnTo>
                    <a:pt x="1821" y="1408"/>
                  </a:lnTo>
                  <a:lnTo>
                    <a:pt x="1821" y="1411"/>
                  </a:lnTo>
                  <a:lnTo>
                    <a:pt x="1821" y="1415"/>
                  </a:lnTo>
                  <a:lnTo>
                    <a:pt x="1825" y="1418"/>
                  </a:lnTo>
                  <a:lnTo>
                    <a:pt x="1825" y="1422"/>
                  </a:lnTo>
                  <a:lnTo>
                    <a:pt x="1829" y="1426"/>
                  </a:lnTo>
                  <a:lnTo>
                    <a:pt x="1829" y="1429"/>
                  </a:lnTo>
                  <a:lnTo>
                    <a:pt x="1832" y="1433"/>
                  </a:lnTo>
                  <a:lnTo>
                    <a:pt x="1832" y="1436"/>
                  </a:lnTo>
                  <a:lnTo>
                    <a:pt x="1836" y="1440"/>
                  </a:lnTo>
                  <a:lnTo>
                    <a:pt x="1836" y="1444"/>
                  </a:lnTo>
                  <a:lnTo>
                    <a:pt x="1836" y="1447"/>
                  </a:lnTo>
                  <a:lnTo>
                    <a:pt x="1839" y="1451"/>
                  </a:lnTo>
                  <a:lnTo>
                    <a:pt x="1839" y="1454"/>
                  </a:lnTo>
                  <a:lnTo>
                    <a:pt x="1843" y="1458"/>
                  </a:lnTo>
                  <a:lnTo>
                    <a:pt x="1843" y="1462"/>
                  </a:lnTo>
                  <a:lnTo>
                    <a:pt x="1847" y="1465"/>
                  </a:lnTo>
                  <a:lnTo>
                    <a:pt x="1847" y="1469"/>
                  </a:lnTo>
                  <a:lnTo>
                    <a:pt x="1850" y="1472"/>
                  </a:lnTo>
                  <a:lnTo>
                    <a:pt x="1854" y="1476"/>
                  </a:lnTo>
                  <a:lnTo>
                    <a:pt x="1854" y="1480"/>
                  </a:lnTo>
                  <a:lnTo>
                    <a:pt x="1857" y="1483"/>
                  </a:lnTo>
                  <a:lnTo>
                    <a:pt x="1861" y="1487"/>
                  </a:lnTo>
                  <a:lnTo>
                    <a:pt x="1865" y="1490"/>
                  </a:lnTo>
                  <a:lnTo>
                    <a:pt x="1865" y="1494"/>
                  </a:lnTo>
                  <a:lnTo>
                    <a:pt x="1868" y="1498"/>
                  </a:lnTo>
                  <a:lnTo>
                    <a:pt x="1872" y="1501"/>
                  </a:lnTo>
                  <a:lnTo>
                    <a:pt x="1875" y="1501"/>
                  </a:lnTo>
                  <a:lnTo>
                    <a:pt x="1879" y="1505"/>
                  </a:lnTo>
                  <a:lnTo>
                    <a:pt x="1883" y="1505"/>
                  </a:lnTo>
                  <a:lnTo>
                    <a:pt x="1886" y="1505"/>
                  </a:lnTo>
                  <a:lnTo>
                    <a:pt x="1890" y="1501"/>
                  </a:lnTo>
                  <a:lnTo>
                    <a:pt x="1893" y="1501"/>
                  </a:lnTo>
                  <a:lnTo>
                    <a:pt x="1897" y="1498"/>
                  </a:lnTo>
                  <a:lnTo>
                    <a:pt x="1901" y="1494"/>
                  </a:lnTo>
                  <a:lnTo>
                    <a:pt x="1904" y="1490"/>
                  </a:lnTo>
                  <a:lnTo>
                    <a:pt x="1908" y="1487"/>
                  </a:lnTo>
                  <a:lnTo>
                    <a:pt x="1911" y="1483"/>
                  </a:lnTo>
                  <a:lnTo>
                    <a:pt x="1915" y="1480"/>
                  </a:lnTo>
                  <a:lnTo>
                    <a:pt x="1915" y="1476"/>
                  </a:lnTo>
                  <a:lnTo>
                    <a:pt x="1919" y="1472"/>
                  </a:lnTo>
                  <a:lnTo>
                    <a:pt x="1919" y="1469"/>
                  </a:lnTo>
                  <a:lnTo>
                    <a:pt x="1922" y="1465"/>
                  </a:lnTo>
                  <a:lnTo>
                    <a:pt x="1922" y="1462"/>
                  </a:lnTo>
                  <a:lnTo>
                    <a:pt x="1926" y="1458"/>
                  </a:lnTo>
                  <a:lnTo>
                    <a:pt x="1926" y="1454"/>
                  </a:lnTo>
                  <a:lnTo>
                    <a:pt x="1926" y="1451"/>
                  </a:lnTo>
                  <a:lnTo>
                    <a:pt x="1929" y="1447"/>
                  </a:lnTo>
                  <a:lnTo>
                    <a:pt x="1929" y="1444"/>
                  </a:lnTo>
                  <a:lnTo>
                    <a:pt x="1933" y="1440"/>
                  </a:lnTo>
                  <a:lnTo>
                    <a:pt x="1933" y="1436"/>
                  </a:lnTo>
                  <a:lnTo>
                    <a:pt x="1933" y="1433"/>
                  </a:lnTo>
                  <a:lnTo>
                    <a:pt x="1937" y="1429"/>
                  </a:lnTo>
                  <a:lnTo>
                    <a:pt x="1937" y="1426"/>
                  </a:lnTo>
                  <a:lnTo>
                    <a:pt x="1940" y="1422"/>
                  </a:lnTo>
                  <a:lnTo>
                    <a:pt x="1940" y="1418"/>
                  </a:lnTo>
                  <a:lnTo>
                    <a:pt x="1940" y="1415"/>
                  </a:lnTo>
                  <a:lnTo>
                    <a:pt x="1944" y="1411"/>
                  </a:lnTo>
                  <a:lnTo>
                    <a:pt x="1944" y="1408"/>
                  </a:lnTo>
                  <a:lnTo>
                    <a:pt x="1947" y="1404"/>
                  </a:lnTo>
                  <a:lnTo>
                    <a:pt x="1947" y="1400"/>
                  </a:lnTo>
                  <a:lnTo>
                    <a:pt x="1947" y="1393"/>
                  </a:lnTo>
                  <a:lnTo>
                    <a:pt x="1951" y="1390"/>
                  </a:lnTo>
                  <a:lnTo>
                    <a:pt x="1951" y="1386"/>
                  </a:lnTo>
                  <a:lnTo>
                    <a:pt x="1951" y="1382"/>
                  </a:lnTo>
                  <a:lnTo>
                    <a:pt x="1955" y="1379"/>
                  </a:lnTo>
                  <a:lnTo>
                    <a:pt x="1955" y="1375"/>
                  </a:lnTo>
                  <a:lnTo>
                    <a:pt x="1958" y="1372"/>
                  </a:lnTo>
                  <a:lnTo>
                    <a:pt x="1958" y="1368"/>
                  </a:lnTo>
                  <a:lnTo>
                    <a:pt x="1958" y="1361"/>
                  </a:lnTo>
                  <a:lnTo>
                    <a:pt x="1962" y="1357"/>
                  </a:lnTo>
                  <a:lnTo>
                    <a:pt x="1962" y="1354"/>
                  </a:lnTo>
                  <a:lnTo>
                    <a:pt x="1965" y="1350"/>
                  </a:lnTo>
                  <a:lnTo>
                    <a:pt x="1965" y="1346"/>
                  </a:lnTo>
                  <a:lnTo>
                    <a:pt x="1965" y="1343"/>
                  </a:lnTo>
                  <a:lnTo>
                    <a:pt x="1969" y="1339"/>
                  </a:lnTo>
                  <a:lnTo>
                    <a:pt x="1969" y="1336"/>
                  </a:lnTo>
                  <a:lnTo>
                    <a:pt x="1969" y="1332"/>
                  </a:lnTo>
                  <a:lnTo>
                    <a:pt x="1973" y="1328"/>
                  </a:lnTo>
                  <a:lnTo>
                    <a:pt x="1973" y="1321"/>
                  </a:lnTo>
                  <a:lnTo>
                    <a:pt x="1976" y="1318"/>
                  </a:lnTo>
                  <a:lnTo>
                    <a:pt x="1976" y="1314"/>
                  </a:lnTo>
                  <a:lnTo>
                    <a:pt x="1976" y="1310"/>
                  </a:lnTo>
                  <a:lnTo>
                    <a:pt x="1980" y="1307"/>
                  </a:lnTo>
                  <a:lnTo>
                    <a:pt x="1980" y="1303"/>
                  </a:lnTo>
                  <a:lnTo>
                    <a:pt x="1983" y="1300"/>
                  </a:lnTo>
                  <a:lnTo>
                    <a:pt x="1983" y="1296"/>
                  </a:lnTo>
                  <a:lnTo>
                    <a:pt x="1987" y="1292"/>
                  </a:lnTo>
                  <a:lnTo>
                    <a:pt x="1987" y="1289"/>
                  </a:lnTo>
                  <a:lnTo>
                    <a:pt x="1991" y="1285"/>
                  </a:lnTo>
                  <a:lnTo>
                    <a:pt x="1991" y="1282"/>
                  </a:lnTo>
                  <a:lnTo>
                    <a:pt x="1991" y="1278"/>
                  </a:lnTo>
                  <a:lnTo>
                    <a:pt x="1994" y="1274"/>
                  </a:lnTo>
                  <a:lnTo>
                    <a:pt x="1994" y="1271"/>
                  </a:lnTo>
                  <a:lnTo>
                    <a:pt x="1998" y="1267"/>
                  </a:lnTo>
                  <a:lnTo>
                    <a:pt x="2001" y="1264"/>
                  </a:lnTo>
                  <a:lnTo>
                    <a:pt x="2001" y="1260"/>
                  </a:lnTo>
                  <a:lnTo>
                    <a:pt x="2005" y="1256"/>
                  </a:lnTo>
                  <a:lnTo>
                    <a:pt x="2009" y="1253"/>
                  </a:lnTo>
                  <a:lnTo>
                    <a:pt x="2012" y="1249"/>
                  </a:lnTo>
                  <a:lnTo>
                    <a:pt x="2016" y="1246"/>
                  </a:lnTo>
                  <a:lnTo>
                    <a:pt x="2019" y="1246"/>
                  </a:lnTo>
                  <a:lnTo>
                    <a:pt x="2023" y="1242"/>
                  </a:lnTo>
                  <a:lnTo>
                    <a:pt x="2027" y="1246"/>
                  </a:lnTo>
                  <a:lnTo>
                    <a:pt x="2030" y="1246"/>
                  </a:lnTo>
                  <a:lnTo>
                    <a:pt x="2034" y="1249"/>
                  </a:lnTo>
                  <a:lnTo>
                    <a:pt x="2037" y="1253"/>
                  </a:lnTo>
                  <a:lnTo>
                    <a:pt x="2041" y="1256"/>
                  </a:lnTo>
                  <a:lnTo>
                    <a:pt x="2045" y="1260"/>
                  </a:lnTo>
                  <a:lnTo>
                    <a:pt x="2048" y="1264"/>
                  </a:lnTo>
                  <a:lnTo>
                    <a:pt x="2052" y="1267"/>
                  </a:lnTo>
                  <a:lnTo>
                    <a:pt x="2052" y="1271"/>
                  </a:lnTo>
                  <a:lnTo>
                    <a:pt x="2052" y="1274"/>
                  </a:lnTo>
                  <a:lnTo>
                    <a:pt x="2055" y="1278"/>
                  </a:lnTo>
                  <a:lnTo>
                    <a:pt x="2055" y="1282"/>
                  </a:lnTo>
                  <a:lnTo>
                    <a:pt x="2059" y="1285"/>
                  </a:lnTo>
                  <a:lnTo>
                    <a:pt x="2059" y="1289"/>
                  </a:lnTo>
                  <a:lnTo>
                    <a:pt x="2063" y="1292"/>
                  </a:lnTo>
                  <a:lnTo>
                    <a:pt x="2063" y="1296"/>
                  </a:lnTo>
                  <a:lnTo>
                    <a:pt x="2063" y="1300"/>
                  </a:lnTo>
                  <a:lnTo>
                    <a:pt x="2066" y="1303"/>
                  </a:lnTo>
                  <a:lnTo>
                    <a:pt x="2066" y="1307"/>
                  </a:lnTo>
                  <a:lnTo>
                    <a:pt x="2070" y="1314"/>
                  </a:lnTo>
                  <a:lnTo>
                    <a:pt x="2070" y="1318"/>
                  </a:lnTo>
                  <a:lnTo>
                    <a:pt x="2070" y="1321"/>
                  </a:lnTo>
                  <a:lnTo>
                    <a:pt x="2073" y="1325"/>
                  </a:lnTo>
                  <a:lnTo>
                    <a:pt x="2073" y="1328"/>
                  </a:lnTo>
                  <a:lnTo>
                    <a:pt x="2077" y="1336"/>
                  </a:lnTo>
                  <a:lnTo>
                    <a:pt x="2077" y="1339"/>
                  </a:lnTo>
                  <a:lnTo>
                    <a:pt x="2077" y="1343"/>
                  </a:lnTo>
                  <a:lnTo>
                    <a:pt x="2081" y="1346"/>
                  </a:lnTo>
                  <a:lnTo>
                    <a:pt x="2081" y="1354"/>
                  </a:lnTo>
                  <a:lnTo>
                    <a:pt x="2081" y="1357"/>
                  </a:lnTo>
                  <a:lnTo>
                    <a:pt x="2084" y="1361"/>
                  </a:lnTo>
                  <a:lnTo>
                    <a:pt x="2084" y="1368"/>
                  </a:lnTo>
                  <a:lnTo>
                    <a:pt x="2088" y="1372"/>
                  </a:lnTo>
                  <a:lnTo>
                    <a:pt x="2088" y="1375"/>
                  </a:lnTo>
                  <a:lnTo>
                    <a:pt x="2088" y="1382"/>
                  </a:lnTo>
                  <a:lnTo>
                    <a:pt x="2091" y="1386"/>
                  </a:lnTo>
                  <a:lnTo>
                    <a:pt x="2091" y="1393"/>
                  </a:lnTo>
                  <a:lnTo>
                    <a:pt x="2095" y="1397"/>
                  </a:lnTo>
                  <a:lnTo>
                    <a:pt x="2095" y="1400"/>
                  </a:lnTo>
                  <a:lnTo>
                    <a:pt x="2095" y="1408"/>
                  </a:lnTo>
                  <a:lnTo>
                    <a:pt x="2099" y="1411"/>
                  </a:lnTo>
                  <a:lnTo>
                    <a:pt x="2099" y="1418"/>
                  </a:lnTo>
                  <a:lnTo>
                    <a:pt x="2099" y="1422"/>
                  </a:lnTo>
                  <a:lnTo>
                    <a:pt x="2102" y="1429"/>
                  </a:lnTo>
                  <a:lnTo>
                    <a:pt x="2102" y="1433"/>
                  </a:lnTo>
                  <a:lnTo>
                    <a:pt x="2106" y="1436"/>
                  </a:lnTo>
                  <a:lnTo>
                    <a:pt x="2106" y="1444"/>
                  </a:lnTo>
                  <a:lnTo>
                    <a:pt x="2106" y="1447"/>
                  </a:lnTo>
                  <a:lnTo>
                    <a:pt x="2109" y="1454"/>
                  </a:lnTo>
                  <a:lnTo>
                    <a:pt x="2109" y="1458"/>
                  </a:lnTo>
                  <a:lnTo>
                    <a:pt x="2113" y="1462"/>
                  </a:lnTo>
                  <a:lnTo>
                    <a:pt x="2113" y="1469"/>
                  </a:lnTo>
                  <a:lnTo>
                    <a:pt x="2113" y="1472"/>
                  </a:lnTo>
                  <a:lnTo>
                    <a:pt x="2117" y="1476"/>
                  </a:lnTo>
                  <a:lnTo>
                    <a:pt x="2117" y="1483"/>
                  </a:lnTo>
                  <a:lnTo>
                    <a:pt x="2120" y="1487"/>
                  </a:lnTo>
                  <a:lnTo>
                    <a:pt x="2120" y="1490"/>
                  </a:lnTo>
                  <a:lnTo>
                    <a:pt x="2120" y="1494"/>
                  </a:lnTo>
                  <a:lnTo>
                    <a:pt x="2124" y="1501"/>
                  </a:lnTo>
                  <a:lnTo>
                    <a:pt x="2124" y="1505"/>
                  </a:lnTo>
                  <a:lnTo>
                    <a:pt x="2124" y="1508"/>
                  </a:lnTo>
                  <a:lnTo>
                    <a:pt x="2127" y="1512"/>
                  </a:lnTo>
                  <a:lnTo>
                    <a:pt x="2127" y="1516"/>
                  </a:lnTo>
                  <a:lnTo>
                    <a:pt x="2131" y="1519"/>
                  </a:lnTo>
                  <a:lnTo>
                    <a:pt x="2131" y="1523"/>
                  </a:lnTo>
                  <a:lnTo>
                    <a:pt x="2131" y="1526"/>
                  </a:lnTo>
                  <a:lnTo>
                    <a:pt x="2135" y="1530"/>
                  </a:lnTo>
                  <a:lnTo>
                    <a:pt x="2135" y="1534"/>
                  </a:lnTo>
                  <a:lnTo>
                    <a:pt x="2138" y="1537"/>
                  </a:lnTo>
                  <a:lnTo>
                    <a:pt x="2138" y="1541"/>
                  </a:lnTo>
                  <a:lnTo>
                    <a:pt x="2138" y="1544"/>
                  </a:lnTo>
                  <a:lnTo>
                    <a:pt x="2142" y="1548"/>
                  </a:lnTo>
                  <a:lnTo>
                    <a:pt x="2142" y="1552"/>
                  </a:lnTo>
                  <a:lnTo>
                    <a:pt x="2145" y="1555"/>
                  </a:lnTo>
                  <a:lnTo>
                    <a:pt x="2149" y="1559"/>
                  </a:lnTo>
                  <a:lnTo>
                    <a:pt x="2149" y="1562"/>
                  </a:lnTo>
                  <a:lnTo>
                    <a:pt x="2153" y="1566"/>
                  </a:lnTo>
                  <a:lnTo>
                    <a:pt x="2156" y="1570"/>
                  </a:lnTo>
                  <a:lnTo>
                    <a:pt x="2160" y="1570"/>
                  </a:lnTo>
                  <a:lnTo>
                    <a:pt x="2163" y="1573"/>
                  </a:lnTo>
                  <a:lnTo>
                    <a:pt x="2167" y="1570"/>
                  </a:lnTo>
                  <a:lnTo>
                    <a:pt x="2171" y="1570"/>
                  </a:lnTo>
                  <a:lnTo>
                    <a:pt x="2174" y="1566"/>
                  </a:lnTo>
                  <a:lnTo>
                    <a:pt x="2178" y="1562"/>
                  </a:lnTo>
                  <a:lnTo>
                    <a:pt x="2181" y="1559"/>
                  </a:lnTo>
                  <a:lnTo>
                    <a:pt x="2181" y="1555"/>
                  </a:lnTo>
                  <a:lnTo>
                    <a:pt x="2185" y="1552"/>
                  </a:lnTo>
                  <a:lnTo>
                    <a:pt x="2185" y="1548"/>
                  </a:lnTo>
                  <a:lnTo>
                    <a:pt x="2189" y="1544"/>
                  </a:lnTo>
                  <a:lnTo>
                    <a:pt x="2189" y="1541"/>
                  </a:lnTo>
                  <a:lnTo>
                    <a:pt x="2192" y="1537"/>
                  </a:lnTo>
                  <a:lnTo>
                    <a:pt x="2192" y="1534"/>
                  </a:lnTo>
                  <a:lnTo>
                    <a:pt x="2192" y="1530"/>
                  </a:lnTo>
                  <a:lnTo>
                    <a:pt x="2196" y="1526"/>
                  </a:lnTo>
                  <a:lnTo>
                    <a:pt x="2196" y="1523"/>
                  </a:lnTo>
                  <a:lnTo>
                    <a:pt x="2199" y="1519"/>
                  </a:lnTo>
                  <a:lnTo>
                    <a:pt x="2199" y="1516"/>
                  </a:lnTo>
                  <a:lnTo>
                    <a:pt x="2199" y="1508"/>
                  </a:lnTo>
                  <a:lnTo>
                    <a:pt x="2203" y="1505"/>
                  </a:lnTo>
                  <a:lnTo>
                    <a:pt x="2203" y="1501"/>
                  </a:lnTo>
                  <a:lnTo>
                    <a:pt x="2207" y="1494"/>
                  </a:lnTo>
                  <a:lnTo>
                    <a:pt x="2207" y="1490"/>
                  </a:lnTo>
                  <a:lnTo>
                    <a:pt x="2207" y="1487"/>
                  </a:lnTo>
                  <a:lnTo>
                    <a:pt x="2210" y="1480"/>
                  </a:lnTo>
                  <a:lnTo>
                    <a:pt x="2210" y="1476"/>
                  </a:lnTo>
                  <a:lnTo>
                    <a:pt x="2210" y="1469"/>
                  </a:lnTo>
                  <a:lnTo>
                    <a:pt x="2214" y="1462"/>
                  </a:lnTo>
                  <a:lnTo>
                    <a:pt x="2214" y="1458"/>
                  </a:lnTo>
                  <a:lnTo>
                    <a:pt x="2217" y="1451"/>
                  </a:lnTo>
                  <a:lnTo>
                    <a:pt x="2217" y="1444"/>
                  </a:lnTo>
                  <a:lnTo>
                    <a:pt x="2217" y="1440"/>
                  </a:lnTo>
                  <a:lnTo>
                    <a:pt x="2221" y="1433"/>
                  </a:lnTo>
                  <a:lnTo>
                    <a:pt x="2221" y="1426"/>
                  </a:lnTo>
                  <a:lnTo>
                    <a:pt x="2225" y="1418"/>
                  </a:lnTo>
                  <a:lnTo>
                    <a:pt x="2225" y="1415"/>
                  </a:lnTo>
                  <a:lnTo>
                    <a:pt x="2225" y="1408"/>
                  </a:lnTo>
                  <a:lnTo>
                    <a:pt x="2228" y="1400"/>
                  </a:lnTo>
                  <a:lnTo>
                    <a:pt x="2228" y="1393"/>
                  </a:lnTo>
                  <a:lnTo>
                    <a:pt x="2232" y="1386"/>
                  </a:lnTo>
                  <a:lnTo>
                    <a:pt x="2232" y="1379"/>
                  </a:lnTo>
                  <a:lnTo>
                    <a:pt x="2232" y="1372"/>
                  </a:lnTo>
                  <a:lnTo>
                    <a:pt x="2235" y="1368"/>
                  </a:lnTo>
                  <a:lnTo>
                    <a:pt x="2235" y="1361"/>
                  </a:lnTo>
                  <a:lnTo>
                    <a:pt x="2235" y="1354"/>
                  </a:lnTo>
                  <a:lnTo>
                    <a:pt x="2239" y="1346"/>
                  </a:lnTo>
                  <a:lnTo>
                    <a:pt x="2239" y="1339"/>
                  </a:lnTo>
                  <a:lnTo>
                    <a:pt x="2243" y="1332"/>
                  </a:lnTo>
                  <a:lnTo>
                    <a:pt x="2243" y="1325"/>
                  </a:lnTo>
                  <a:lnTo>
                    <a:pt x="2243" y="1318"/>
                  </a:lnTo>
                  <a:lnTo>
                    <a:pt x="2246" y="1310"/>
                  </a:lnTo>
                  <a:lnTo>
                    <a:pt x="2246" y="1303"/>
                  </a:lnTo>
                  <a:lnTo>
                    <a:pt x="2250" y="1300"/>
                  </a:lnTo>
                  <a:lnTo>
                    <a:pt x="2250" y="1292"/>
                  </a:lnTo>
                  <a:lnTo>
                    <a:pt x="2250" y="1285"/>
                  </a:lnTo>
                  <a:lnTo>
                    <a:pt x="2253" y="1278"/>
                  </a:lnTo>
                  <a:lnTo>
                    <a:pt x="2253" y="1271"/>
                  </a:lnTo>
                  <a:lnTo>
                    <a:pt x="2253" y="1264"/>
                  </a:lnTo>
                  <a:lnTo>
                    <a:pt x="2257" y="1256"/>
                  </a:lnTo>
                  <a:lnTo>
                    <a:pt x="2257" y="1253"/>
                  </a:lnTo>
                  <a:lnTo>
                    <a:pt x="2261" y="1246"/>
                  </a:lnTo>
                  <a:lnTo>
                    <a:pt x="2261" y="1238"/>
                  </a:lnTo>
                  <a:lnTo>
                    <a:pt x="2261" y="1235"/>
                  </a:lnTo>
                  <a:lnTo>
                    <a:pt x="2264" y="1228"/>
                  </a:lnTo>
                  <a:lnTo>
                    <a:pt x="2264" y="1220"/>
                  </a:lnTo>
                  <a:lnTo>
                    <a:pt x="2268" y="1217"/>
                  </a:lnTo>
                  <a:lnTo>
                    <a:pt x="2268" y="1210"/>
                  </a:lnTo>
                  <a:lnTo>
                    <a:pt x="2268" y="1206"/>
                  </a:lnTo>
                  <a:lnTo>
                    <a:pt x="2271" y="1199"/>
                  </a:lnTo>
                  <a:lnTo>
                    <a:pt x="2271" y="1195"/>
                  </a:lnTo>
                  <a:lnTo>
                    <a:pt x="2275" y="1188"/>
                  </a:lnTo>
                  <a:lnTo>
                    <a:pt x="2275" y="1184"/>
                  </a:lnTo>
                  <a:lnTo>
                    <a:pt x="2275" y="1181"/>
                  </a:lnTo>
                  <a:lnTo>
                    <a:pt x="2279" y="1174"/>
                  </a:lnTo>
                  <a:lnTo>
                    <a:pt x="2279" y="1170"/>
                  </a:lnTo>
                  <a:lnTo>
                    <a:pt x="2279" y="1166"/>
                  </a:lnTo>
                  <a:lnTo>
                    <a:pt x="2282" y="1163"/>
                  </a:lnTo>
                  <a:lnTo>
                    <a:pt x="2282" y="1159"/>
                  </a:lnTo>
                  <a:lnTo>
                    <a:pt x="2286" y="1156"/>
                  </a:lnTo>
                  <a:lnTo>
                    <a:pt x="2286" y="1152"/>
                  </a:lnTo>
                  <a:lnTo>
                    <a:pt x="2286" y="1148"/>
                  </a:lnTo>
                  <a:lnTo>
                    <a:pt x="2289" y="1145"/>
                  </a:lnTo>
                  <a:lnTo>
                    <a:pt x="2293" y="1141"/>
                  </a:lnTo>
                  <a:lnTo>
                    <a:pt x="2293" y="1138"/>
                  </a:lnTo>
                  <a:lnTo>
                    <a:pt x="2297" y="1134"/>
                  </a:lnTo>
                  <a:lnTo>
                    <a:pt x="2300" y="1130"/>
                  </a:lnTo>
                  <a:lnTo>
                    <a:pt x="2304" y="1127"/>
                  </a:lnTo>
                  <a:lnTo>
                    <a:pt x="2307" y="1127"/>
                  </a:lnTo>
                  <a:lnTo>
                    <a:pt x="2311" y="1130"/>
                  </a:lnTo>
                  <a:lnTo>
                    <a:pt x="2315" y="1134"/>
                  </a:lnTo>
                  <a:lnTo>
                    <a:pt x="2318" y="1138"/>
                  </a:lnTo>
                  <a:lnTo>
                    <a:pt x="2322" y="1141"/>
                  </a:lnTo>
                  <a:lnTo>
                    <a:pt x="2322" y="1145"/>
                  </a:lnTo>
                  <a:lnTo>
                    <a:pt x="2322" y="1148"/>
                  </a:lnTo>
                  <a:lnTo>
                    <a:pt x="2325" y="1152"/>
                  </a:lnTo>
                  <a:lnTo>
                    <a:pt x="2325" y="1156"/>
                  </a:lnTo>
                  <a:lnTo>
                    <a:pt x="2329" y="1159"/>
                  </a:lnTo>
                  <a:lnTo>
                    <a:pt x="2329" y="1166"/>
                  </a:lnTo>
                  <a:lnTo>
                    <a:pt x="2329" y="1170"/>
                  </a:lnTo>
                  <a:lnTo>
                    <a:pt x="2333" y="1174"/>
                  </a:lnTo>
                  <a:lnTo>
                    <a:pt x="2333" y="1181"/>
                  </a:lnTo>
                  <a:lnTo>
                    <a:pt x="2336" y="1184"/>
                  </a:lnTo>
                  <a:lnTo>
                    <a:pt x="2336" y="1192"/>
                  </a:lnTo>
                  <a:lnTo>
                    <a:pt x="2336" y="1195"/>
                  </a:lnTo>
                  <a:lnTo>
                    <a:pt x="2340" y="1202"/>
                  </a:lnTo>
                  <a:lnTo>
                    <a:pt x="2340" y="1210"/>
                  </a:lnTo>
                  <a:lnTo>
                    <a:pt x="2340" y="1213"/>
                  </a:lnTo>
                  <a:lnTo>
                    <a:pt x="2343" y="1220"/>
                  </a:lnTo>
                  <a:lnTo>
                    <a:pt x="2343" y="1228"/>
                  </a:lnTo>
                  <a:lnTo>
                    <a:pt x="2347" y="1235"/>
                  </a:lnTo>
                  <a:lnTo>
                    <a:pt x="2347" y="1242"/>
                  </a:lnTo>
                  <a:lnTo>
                    <a:pt x="2347" y="1249"/>
                  </a:lnTo>
                  <a:lnTo>
                    <a:pt x="2351" y="1260"/>
                  </a:lnTo>
                  <a:lnTo>
                    <a:pt x="2351" y="1267"/>
                  </a:lnTo>
                  <a:lnTo>
                    <a:pt x="2354" y="1274"/>
                  </a:lnTo>
                  <a:lnTo>
                    <a:pt x="2354" y="1285"/>
                  </a:lnTo>
                  <a:lnTo>
                    <a:pt x="2354" y="1292"/>
                  </a:lnTo>
                  <a:lnTo>
                    <a:pt x="2358" y="1300"/>
                  </a:lnTo>
                  <a:lnTo>
                    <a:pt x="2358" y="1310"/>
                  </a:lnTo>
                  <a:lnTo>
                    <a:pt x="2361" y="1318"/>
                  </a:lnTo>
                  <a:lnTo>
                    <a:pt x="2361" y="1328"/>
                  </a:lnTo>
                  <a:lnTo>
                    <a:pt x="2361" y="1339"/>
                  </a:lnTo>
                  <a:lnTo>
                    <a:pt x="2365" y="1346"/>
                  </a:lnTo>
                  <a:lnTo>
                    <a:pt x="2365" y="1357"/>
                  </a:lnTo>
                  <a:lnTo>
                    <a:pt x="2365" y="1368"/>
                  </a:lnTo>
                  <a:lnTo>
                    <a:pt x="2369" y="1375"/>
                  </a:lnTo>
                  <a:lnTo>
                    <a:pt x="2369" y="1386"/>
                  </a:lnTo>
                  <a:lnTo>
                    <a:pt x="2372" y="1397"/>
                  </a:lnTo>
                  <a:lnTo>
                    <a:pt x="2372" y="1408"/>
                  </a:lnTo>
                  <a:lnTo>
                    <a:pt x="2372" y="1418"/>
                  </a:lnTo>
                  <a:lnTo>
                    <a:pt x="2376" y="1429"/>
                  </a:lnTo>
                  <a:lnTo>
                    <a:pt x="2376" y="1440"/>
                  </a:lnTo>
                  <a:lnTo>
                    <a:pt x="2379" y="1451"/>
                  </a:lnTo>
                  <a:lnTo>
                    <a:pt x="2379" y="1458"/>
                  </a:lnTo>
                  <a:lnTo>
                    <a:pt x="2379" y="1469"/>
                  </a:lnTo>
                  <a:lnTo>
                    <a:pt x="2383" y="1480"/>
                  </a:lnTo>
                  <a:lnTo>
                    <a:pt x="2383" y="1490"/>
                  </a:lnTo>
                  <a:lnTo>
                    <a:pt x="2383" y="1501"/>
                  </a:lnTo>
                  <a:lnTo>
                    <a:pt x="2387" y="1512"/>
                  </a:lnTo>
                  <a:lnTo>
                    <a:pt x="2387" y="1523"/>
                  </a:lnTo>
                  <a:lnTo>
                    <a:pt x="2390" y="1534"/>
                  </a:lnTo>
                  <a:lnTo>
                    <a:pt x="2390" y="1544"/>
                  </a:lnTo>
                  <a:lnTo>
                    <a:pt x="2390" y="1555"/>
                  </a:lnTo>
                  <a:lnTo>
                    <a:pt x="2394" y="1566"/>
                  </a:lnTo>
                  <a:lnTo>
                    <a:pt x="2394" y="1577"/>
                  </a:lnTo>
                  <a:lnTo>
                    <a:pt x="2397" y="1588"/>
                  </a:lnTo>
                  <a:lnTo>
                    <a:pt x="2397" y="1598"/>
                  </a:lnTo>
                  <a:lnTo>
                    <a:pt x="2397" y="1606"/>
                  </a:lnTo>
                  <a:lnTo>
                    <a:pt x="2401" y="1616"/>
                  </a:lnTo>
                  <a:lnTo>
                    <a:pt x="2401" y="1627"/>
                  </a:lnTo>
                  <a:lnTo>
                    <a:pt x="2405" y="1638"/>
                  </a:lnTo>
                  <a:lnTo>
                    <a:pt x="2405" y="1649"/>
                  </a:lnTo>
                  <a:lnTo>
                    <a:pt x="2405" y="1656"/>
                  </a:lnTo>
                  <a:lnTo>
                    <a:pt x="2408" y="1667"/>
                  </a:lnTo>
                  <a:lnTo>
                    <a:pt x="2408" y="1674"/>
                  </a:lnTo>
                  <a:lnTo>
                    <a:pt x="2408" y="1685"/>
                  </a:lnTo>
                  <a:lnTo>
                    <a:pt x="2412" y="1692"/>
                  </a:lnTo>
                  <a:lnTo>
                    <a:pt x="2412" y="1703"/>
                  </a:lnTo>
                  <a:lnTo>
                    <a:pt x="2415" y="1710"/>
                  </a:lnTo>
                  <a:lnTo>
                    <a:pt x="2415" y="1717"/>
                  </a:lnTo>
                  <a:lnTo>
                    <a:pt x="2415" y="1728"/>
                  </a:lnTo>
                  <a:lnTo>
                    <a:pt x="2419" y="1735"/>
                  </a:lnTo>
                  <a:lnTo>
                    <a:pt x="2419" y="1742"/>
                  </a:lnTo>
                  <a:lnTo>
                    <a:pt x="2423" y="1750"/>
                  </a:lnTo>
                  <a:lnTo>
                    <a:pt x="2423" y="1757"/>
                  </a:lnTo>
                  <a:lnTo>
                    <a:pt x="2423" y="1764"/>
                  </a:lnTo>
                  <a:lnTo>
                    <a:pt x="2426" y="1771"/>
                  </a:lnTo>
                  <a:lnTo>
                    <a:pt x="2426" y="1775"/>
                  </a:lnTo>
                  <a:lnTo>
                    <a:pt x="2426" y="1782"/>
                  </a:lnTo>
                  <a:lnTo>
                    <a:pt x="2430" y="1786"/>
                  </a:lnTo>
                  <a:lnTo>
                    <a:pt x="2430" y="1793"/>
                  </a:lnTo>
                  <a:lnTo>
                    <a:pt x="2433" y="1796"/>
                  </a:lnTo>
                  <a:lnTo>
                    <a:pt x="2433" y="1800"/>
                  </a:lnTo>
                  <a:lnTo>
                    <a:pt x="2433" y="1807"/>
                  </a:lnTo>
                  <a:lnTo>
                    <a:pt x="2437" y="1811"/>
                  </a:lnTo>
                  <a:lnTo>
                    <a:pt x="2441" y="1814"/>
                  </a:lnTo>
                  <a:lnTo>
                    <a:pt x="2441" y="1818"/>
                  </a:lnTo>
                  <a:lnTo>
                    <a:pt x="2444" y="1822"/>
                  </a:lnTo>
                  <a:lnTo>
                    <a:pt x="2448" y="1825"/>
                  </a:lnTo>
                  <a:lnTo>
                    <a:pt x="2451" y="1825"/>
                  </a:lnTo>
                  <a:lnTo>
                    <a:pt x="2455" y="1822"/>
                  </a:lnTo>
                  <a:lnTo>
                    <a:pt x="2459" y="1818"/>
                  </a:lnTo>
                  <a:lnTo>
                    <a:pt x="2459" y="1814"/>
                  </a:lnTo>
                  <a:lnTo>
                    <a:pt x="2459" y="1811"/>
                  </a:lnTo>
                  <a:lnTo>
                    <a:pt x="2462" y="1807"/>
                  </a:lnTo>
                  <a:lnTo>
                    <a:pt x="2462" y="1804"/>
                  </a:lnTo>
                  <a:lnTo>
                    <a:pt x="2466" y="1800"/>
                  </a:lnTo>
                  <a:lnTo>
                    <a:pt x="2466" y="1793"/>
                  </a:lnTo>
                  <a:lnTo>
                    <a:pt x="2466" y="1789"/>
                  </a:lnTo>
                  <a:lnTo>
                    <a:pt x="2469" y="1782"/>
                  </a:lnTo>
                  <a:lnTo>
                    <a:pt x="2469" y="1775"/>
                  </a:lnTo>
                  <a:lnTo>
                    <a:pt x="2469" y="1768"/>
                  </a:lnTo>
                  <a:lnTo>
                    <a:pt x="2473" y="1760"/>
                  </a:lnTo>
                  <a:lnTo>
                    <a:pt x="2473" y="1750"/>
                  </a:lnTo>
                  <a:lnTo>
                    <a:pt x="2477" y="1742"/>
                  </a:lnTo>
                  <a:lnTo>
                    <a:pt x="2477" y="1732"/>
                  </a:lnTo>
                  <a:lnTo>
                    <a:pt x="2477" y="1724"/>
                  </a:lnTo>
                  <a:lnTo>
                    <a:pt x="2480" y="1714"/>
                  </a:lnTo>
                  <a:lnTo>
                    <a:pt x="2480" y="1703"/>
                  </a:lnTo>
                  <a:lnTo>
                    <a:pt x="2484" y="1692"/>
                  </a:lnTo>
                  <a:lnTo>
                    <a:pt x="2484" y="1678"/>
                  </a:lnTo>
                  <a:lnTo>
                    <a:pt x="2484" y="1667"/>
                  </a:lnTo>
                  <a:lnTo>
                    <a:pt x="2487" y="1656"/>
                  </a:lnTo>
                  <a:lnTo>
                    <a:pt x="2487" y="1642"/>
                  </a:lnTo>
                  <a:lnTo>
                    <a:pt x="2491" y="1627"/>
                  </a:lnTo>
                  <a:lnTo>
                    <a:pt x="2491" y="1613"/>
                  </a:lnTo>
                  <a:lnTo>
                    <a:pt x="2491" y="1598"/>
                  </a:lnTo>
                  <a:lnTo>
                    <a:pt x="2495" y="1584"/>
                  </a:lnTo>
                  <a:lnTo>
                    <a:pt x="2495" y="1566"/>
                  </a:lnTo>
                  <a:lnTo>
                    <a:pt x="2495" y="1552"/>
                  </a:lnTo>
                  <a:lnTo>
                    <a:pt x="2498" y="1534"/>
                  </a:lnTo>
                  <a:lnTo>
                    <a:pt x="2498" y="1519"/>
                  </a:lnTo>
                  <a:lnTo>
                    <a:pt x="2502" y="1501"/>
                  </a:lnTo>
                  <a:lnTo>
                    <a:pt x="2502" y="1483"/>
                  </a:lnTo>
                  <a:lnTo>
                    <a:pt x="2502" y="1465"/>
                  </a:lnTo>
                  <a:lnTo>
                    <a:pt x="2505" y="1447"/>
                  </a:lnTo>
                  <a:lnTo>
                    <a:pt x="2505" y="1426"/>
                  </a:lnTo>
                  <a:lnTo>
                    <a:pt x="2509" y="1408"/>
                  </a:lnTo>
                  <a:lnTo>
                    <a:pt x="2509" y="1386"/>
                  </a:lnTo>
                  <a:lnTo>
                    <a:pt x="2509" y="1368"/>
                  </a:lnTo>
                  <a:lnTo>
                    <a:pt x="2513" y="1346"/>
                  </a:lnTo>
                  <a:lnTo>
                    <a:pt x="2513" y="1325"/>
                  </a:lnTo>
                  <a:lnTo>
                    <a:pt x="2513" y="1303"/>
                  </a:lnTo>
                  <a:lnTo>
                    <a:pt x="2516" y="1282"/>
                  </a:lnTo>
                  <a:lnTo>
                    <a:pt x="2516" y="1260"/>
                  </a:lnTo>
                  <a:lnTo>
                    <a:pt x="2520" y="1235"/>
                  </a:lnTo>
                  <a:lnTo>
                    <a:pt x="2520" y="1213"/>
                  </a:lnTo>
                  <a:lnTo>
                    <a:pt x="2520" y="1188"/>
                  </a:lnTo>
                  <a:lnTo>
                    <a:pt x="2523" y="1166"/>
                  </a:lnTo>
                  <a:lnTo>
                    <a:pt x="2523" y="1141"/>
                  </a:lnTo>
                  <a:lnTo>
                    <a:pt x="2527" y="1116"/>
                  </a:lnTo>
                  <a:lnTo>
                    <a:pt x="2527" y="1094"/>
                  </a:lnTo>
                  <a:lnTo>
                    <a:pt x="2527" y="1069"/>
                  </a:lnTo>
                  <a:lnTo>
                    <a:pt x="2531" y="1044"/>
                  </a:lnTo>
                  <a:lnTo>
                    <a:pt x="2531" y="1019"/>
                  </a:lnTo>
                  <a:lnTo>
                    <a:pt x="2534" y="994"/>
                  </a:lnTo>
                  <a:lnTo>
                    <a:pt x="2534" y="965"/>
                  </a:lnTo>
                  <a:lnTo>
                    <a:pt x="2534" y="940"/>
                  </a:lnTo>
                  <a:lnTo>
                    <a:pt x="2538" y="914"/>
                  </a:lnTo>
                  <a:lnTo>
                    <a:pt x="2538" y="886"/>
                  </a:lnTo>
                  <a:lnTo>
                    <a:pt x="2538" y="860"/>
                  </a:lnTo>
                  <a:lnTo>
                    <a:pt x="2541" y="835"/>
                  </a:lnTo>
                  <a:lnTo>
                    <a:pt x="2541" y="806"/>
                  </a:lnTo>
                  <a:lnTo>
                    <a:pt x="2545" y="781"/>
                  </a:lnTo>
                  <a:lnTo>
                    <a:pt x="2545" y="752"/>
                  </a:lnTo>
                  <a:lnTo>
                    <a:pt x="2545" y="724"/>
                  </a:lnTo>
                  <a:lnTo>
                    <a:pt x="2549" y="698"/>
                  </a:lnTo>
                  <a:lnTo>
                    <a:pt x="2549" y="670"/>
                  </a:lnTo>
                  <a:lnTo>
                    <a:pt x="2552" y="644"/>
                  </a:lnTo>
                  <a:lnTo>
                    <a:pt x="2552" y="616"/>
                  </a:lnTo>
                  <a:lnTo>
                    <a:pt x="2552" y="587"/>
                  </a:lnTo>
                  <a:lnTo>
                    <a:pt x="2556" y="558"/>
                  </a:lnTo>
                  <a:lnTo>
                    <a:pt x="2556" y="533"/>
                  </a:lnTo>
                  <a:lnTo>
                    <a:pt x="2556" y="504"/>
                  </a:lnTo>
                  <a:lnTo>
                    <a:pt x="2559" y="475"/>
                  </a:lnTo>
                  <a:lnTo>
                    <a:pt x="2559" y="450"/>
                  </a:lnTo>
                  <a:lnTo>
                    <a:pt x="2563" y="421"/>
                  </a:lnTo>
                  <a:lnTo>
                    <a:pt x="2563" y="392"/>
                  </a:lnTo>
                  <a:lnTo>
                    <a:pt x="2563" y="367"/>
                  </a:lnTo>
                  <a:lnTo>
                    <a:pt x="2567" y="338"/>
                  </a:lnTo>
                  <a:lnTo>
                    <a:pt x="2567" y="313"/>
                  </a:lnTo>
                  <a:lnTo>
                    <a:pt x="2570" y="284"/>
                  </a:lnTo>
                  <a:lnTo>
                    <a:pt x="2570" y="259"/>
                  </a:lnTo>
                  <a:lnTo>
                    <a:pt x="2570" y="230"/>
                  </a:lnTo>
                  <a:lnTo>
                    <a:pt x="2574" y="205"/>
                  </a:lnTo>
                  <a:lnTo>
                    <a:pt x="2574" y="176"/>
                  </a:lnTo>
                  <a:lnTo>
                    <a:pt x="2577" y="151"/>
                  </a:lnTo>
                  <a:lnTo>
                    <a:pt x="2577" y="126"/>
                  </a:lnTo>
                  <a:lnTo>
                    <a:pt x="2577" y="101"/>
                  </a:lnTo>
                  <a:lnTo>
                    <a:pt x="2581" y="72"/>
                  </a:lnTo>
                  <a:lnTo>
                    <a:pt x="2581" y="47"/>
                  </a:lnTo>
                  <a:lnTo>
                    <a:pt x="2581" y="22"/>
                  </a:lnTo>
                  <a:lnTo>
                    <a:pt x="2585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1" name="Freeform 119"/>
            <p:cNvSpPr>
              <a:spLocks/>
            </p:cNvSpPr>
            <p:nvPr/>
          </p:nvSpPr>
          <p:spPr bwMode="auto">
            <a:xfrm>
              <a:off x="3334" y="1048"/>
              <a:ext cx="61" cy="637"/>
            </a:xfrm>
            <a:custGeom>
              <a:avLst/>
              <a:gdLst/>
              <a:ahLst/>
              <a:cxnLst>
                <a:cxn ang="0">
                  <a:pos x="0" y="637"/>
                </a:cxn>
                <a:cxn ang="0">
                  <a:pos x="0" y="612"/>
                </a:cxn>
                <a:cxn ang="0">
                  <a:pos x="3" y="587"/>
                </a:cxn>
                <a:cxn ang="0">
                  <a:pos x="3" y="562"/>
                </a:cxn>
                <a:cxn ang="0">
                  <a:pos x="3" y="540"/>
                </a:cxn>
                <a:cxn ang="0">
                  <a:pos x="7" y="515"/>
                </a:cxn>
                <a:cxn ang="0">
                  <a:pos x="7" y="493"/>
                </a:cxn>
                <a:cxn ang="0">
                  <a:pos x="10" y="472"/>
                </a:cxn>
                <a:cxn ang="0">
                  <a:pos x="10" y="450"/>
                </a:cxn>
                <a:cxn ang="0">
                  <a:pos x="10" y="428"/>
                </a:cxn>
                <a:cxn ang="0">
                  <a:pos x="14" y="407"/>
                </a:cxn>
                <a:cxn ang="0">
                  <a:pos x="14" y="385"/>
                </a:cxn>
                <a:cxn ang="0">
                  <a:pos x="14" y="364"/>
                </a:cxn>
                <a:cxn ang="0">
                  <a:pos x="18" y="346"/>
                </a:cxn>
                <a:cxn ang="0">
                  <a:pos x="18" y="324"/>
                </a:cxn>
                <a:cxn ang="0">
                  <a:pos x="21" y="306"/>
                </a:cxn>
                <a:cxn ang="0">
                  <a:pos x="21" y="288"/>
                </a:cxn>
                <a:cxn ang="0">
                  <a:pos x="21" y="270"/>
                </a:cxn>
                <a:cxn ang="0">
                  <a:pos x="25" y="252"/>
                </a:cxn>
                <a:cxn ang="0">
                  <a:pos x="25" y="234"/>
                </a:cxn>
                <a:cxn ang="0">
                  <a:pos x="28" y="220"/>
                </a:cxn>
                <a:cxn ang="0">
                  <a:pos x="28" y="202"/>
                </a:cxn>
                <a:cxn ang="0">
                  <a:pos x="28" y="187"/>
                </a:cxn>
                <a:cxn ang="0">
                  <a:pos x="32" y="173"/>
                </a:cxn>
                <a:cxn ang="0">
                  <a:pos x="32" y="158"/>
                </a:cxn>
                <a:cxn ang="0">
                  <a:pos x="36" y="144"/>
                </a:cxn>
                <a:cxn ang="0">
                  <a:pos x="36" y="133"/>
                </a:cxn>
                <a:cxn ang="0">
                  <a:pos x="36" y="119"/>
                </a:cxn>
                <a:cxn ang="0">
                  <a:pos x="39" y="108"/>
                </a:cxn>
                <a:cxn ang="0">
                  <a:pos x="39" y="97"/>
                </a:cxn>
                <a:cxn ang="0">
                  <a:pos x="39" y="86"/>
                </a:cxn>
                <a:cxn ang="0">
                  <a:pos x="43" y="76"/>
                </a:cxn>
                <a:cxn ang="0">
                  <a:pos x="43" y="65"/>
                </a:cxn>
                <a:cxn ang="0">
                  <a:pos x="46" y="58"/>
                </a:cxn>
                <a:cxn ang="0">
                  <a:pos x="46" y="50"/>
                </a:cxn>
                <a:cxn ang="0">
                  <a:pos x="46" y="40"/>
                </a:cxn>
                <a:cxn ang="0">
                  <a:pos x="50" y="36"/>
                </a:cxn>
                <a:cxn ang="0">
                  <a:pos x="50" y="29"/>
                </a:cxn>
                <a:cxn ang="0">
                  <a:pos x="54" y="22"/>
                </a:cxn>
                <a:cxn ang="0">
                  <a:pos x="54" y="18"/>
                </a:cxn>
                <a:cxn ang="0">
                  <a:pos x="54" y="14"/>
                </a:cxn>
                <a:cxn ang="0">
                  <a:pos x="57" y="11"/>
                </a:cxn>
                <a:cxn ang="0">
                  <a:pos x="57" y="7"/>
                </a:cxn>
                <a:cxn ang="0">
                  <a:pos x="61" y="4"/>
                </a:cxn>
                <a:cxn ang="0">
                  <a:pos x="61" y="0"/>
                </a:cxn>
              </a:cxnLst>
              <a:rect l="0" t="0" r="r" b="b"/>
              <a:pathLst>
                <a:path w="61" h="637">
                  <a:moveTo>
                    <a:pt x="0" y="637"/>
                  </a:moveTo>
                  <a:lnTo>
                    <a:pt x="0" y="612"/>
                  </a:lnTo>
                  <a:lnTo>
                    <a:pt x="3" y="587"/>
                  </a:lnTo>
                  <a:lnTo>
                    <a:pt x="3" y="562"/>
                  </a:lnTo>
                  <a:lnTo>
                    <a:pt x="3" y="540"/>
                  </a:lnTo>
                  <a:lnTo>
                    <a:pt x="7" y="515"/>
                  </a:lnTo>
                  <a:lnTo>
                    <a:pt x="7" y="493"/>
                  </a:lnTo>
                  <a:lnTo>
                    <a:pt x="10" y="472"/>
                  </a:lnTo>
                  <a:lnTo>
                    <a:pt x="10" y="450"/>
                  </a:lnTo>
                  <a:lnTo>
                    <a:pt x="10" y="428"/>
                  </a:lnTo>
                  <a:lnTo>
                    <a:pt x="14" y="407"/>
                  </a:lnTo>
                  <a:lnTo>
                    <a:pt x="14" y="385"/>
                  </a:lnTo>
                  <a:lnTo>
                    <a:pt x="14" y="364"/>
                  </a:lnTo>
                  <a:lnTo>
                    <a:pt x="18" y="346"/>
                  </a:lnTo>
                  <a:lnTo>
                    <a:pt x="18" y="324"/>
                  </a:lnTo>
                  <a:lnTo>
                    <a:pt x="21" y="306"/>
                  </a:lnTo>
                  <a:lnTo>
                    <a:pt x="21" y="288"/>
                  </a:lnTo>
                  <a:lnTo>
                    <a:pt x="21" y="270"/>
                  </a:lnTo>
                  <a:lnTo>
                    <a:pt x="25" y="252"/>
                  </a:lnTo>
                  <a:lnTo>
                    <a:pt x="25" y="234"/>
                  </a:lnTo>
                  <a:lnTo>
                    <a:pt x="28" y="220"/>
                  </a:lnTo>
                  <a:lnTo>
                    <a:pt x="28" y="202"/>
                  </a:lnTo>
                  <a:lnTo>
                    <a:pt x="28" y="187"/>
                  </a:lnTo>
                  <a:lnTo>
                    <a:pt x="32" y="173"/>
                  </a:lnTo>
                  <a:lnTo>
                    <a:pt x="32" y="158"/>
                  </a:lnTo>
                  <a:lnTo>
                    <a:pt x="36" y="144"/>
                  </a:lnTo>
                  <a:lnTo>
                    <a:pt x="36" y="133"/>
                  </a:lnTo>
                  <a:lnTo>
                    <a:pt x="36" y="119"/>
                  </a:lnTo>
                  <a:lnTo>
                    <a:pt x="39" y="108"/>
                  </a:lnTo>
                  <a:lnTo>
                    <a:pt x="39" y="97"/>
                  </a:lnTo>
                  <a:lnTo>
                    <a:pt x="39" y="86"/>
                  </a:lnTo>
                  <a:lnTo>
                    <a:pt x="43" y="76"/>
                  </a:lnTo>
                  <a:lnTo>
                    <a:pt x="43" y="65"/>
                  </a:lnTo>
                  <a:lnTo>
                    <a:pt x="46" y="58"/>
                  </a:lnTo>
                  <a:lnTo>
                    <a:pt x="46" y="50"/>
                  </a:lnTo>
                  <a:lnTo>
                    <a:pt x="46" y="40"/>
                  </a:lnTo>
                  <a:lnTo>
                    <a:pt x="50" y="36"/>
                  </a:lnTo>
                  <a:lnTo>
                    <a:pt x="50" y="29"/>
                  </a:lnTo>
                  <a:lnTo>
                    <a:pt x="54" y="22"/>
                  </a:lnTo>
                  <a:lnTo>
                    <a:pt x="54" y="18"/>
                  </a:lnTo>
                  <a:lnTo>
                    <a:pt x="54" y="14"/>
                  </a:lnTo>
                  <a:lnTo>
                    <a:pt x="57" y="11"/>
                  </a:lnTo>
                  <a:lnTo>
                    <a:pt x="57" y="7"/>
                  </a:lnTo>
                  <a:lnTo>
                    <a:pt x="61" y="4"/>
                  </a:lnTo>
                  <a:lnTo>
                    <a:pt x="61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2" name="Freeform 120"/>
            <p:cNvSpPr>
              <a:spLocks/>
            </p:cNvSpPr>
            <p:nvPr/>
          </p:nvSpPr>
          <p:spPr bwMode="auto">
            <a:xfrm>
              <a:off x="3398" y="1048"/>
              <a:ext cx="1811" cy="2462"/>
            </a:xfrm>
            <a:custGeom>
              <a:avLst/>
              <a:gdLst/>
              <a:ahLst/>
              <a:cxnLst>
                <a:cxn ang="0">
                  <a:pos x="18" y="76"/>
                </a:cxn>
                <a:cxn ang="0">
                  <a:pos x="40" y="270"/>
                </a:cxn>
                <a:cxn ang="0">
                  <a:pos x="58" y="562"/>
                </a:cxn>
                <a:cxn ang="0">
                  <a:pos x="80" y="921"/>
                </a:cxn>
                <a:cxn ang="0">
                  <a:pos x="98" y="1307"/>
                </a:cxn>
                <a:cxn ang="0">
                  <a:pos x="119" y="1681"/>
                </a:cxn>
                <a:cxn ang="0">
                  <a:pos x="137" y="2005"/>
                </a:cxn>
                <a:cxn ang="0">
                  <a:pos x="155" y="2250"/>
                </a:cxn>
                <a:cxn ang="0">
                  <a:pos x="177" y="2405"/>
                </a:cxn>
                <a:cxn ang="0">
                  <a:pos x="202" y="2462"/>
                </a:cxn>
                <a:cxn ang="0">
                  <a:pos x="224" y="2394"/>
                </a:cxn>
                <a:cxn ang="0">
                  <a:pos x="245" y="2275"/>
                </a:cxn>
                <a:cxn ang="0">
                  <a:pos x="263" y="2127"/>
                </a:cxn>
                <a:cxn ang="0">
                  <a:pos x="285" y="1983"/>
                </a:cxn>
                <a:cxn ang="0">
                  <a:pos x="303" y="1865"/>
                </a:cxn>
                <a:cxn ang="0">
                  <a:pos x="321" y="1789"/>
                </a:cxn>
                <a:cxn ang="0">
                  <a:pos x="360" y="1782"/>
                </a:cxn>
                <a:cxn ang="0">
                  <a:pos x="378" y="1843"/>
                </a:cxn>
                <a:cxn ang="0">
                  <a:pos x="396" y="1929"/>
                </a:cxn>
                <a:cxn ang="0">
                  <a:pos x="418" y="2023"/>
                </a:cxn>
                <a:cxn ang="0">
                  <a:pos x="436" y="2113"/>
                </a:cxn>
                <a:cxn ang="0">
                  <a:pos x="458" y="2174"/>
                </a:cxn>
                <a:cxn ang="0">
                  <a:pos x="494" y="2203"/>
                </a:cxn>
                <a:cxn ang="0">
                  <a:pos x="519" y="2153"/>
                </a:cxn>
                <a:cxn ang="0">
                  <a:pos x="537" y="2091"/>
                </a:cxn>
                <a:cxn ang="0">
                  <a:pos x="558" y="2019"/>
                </a:cxn>
                <a:cxn ang="0">
                  <a:pos x="576" y="1955"/>
                </a:cxn>
                <a:cxn ang="0">
                  <a:pos x="602" y="1901"/>
                </a:cxn>
                <a:cxn ang="0">
                  <a:pos x="648" y="1901"/>
                </a:cxn>
                <a:cxn ang="0">
                  <a:pos x="670" y="1951"/>
                </a:cxn>
                <a:cxn ang="0">
                  <a:pos x="692" y="2009"/>
                </a:cxn>
                <a:cxn ang="0">
                  <a:pos x="710" y="2063"/>
                </a:cxn>
                <a:cxn ang="0">
                  <a:pos x="731" y="2113"/>
                </a:cxn>
                <a:cxn ang="0">
                  <a:pos x="778" y="2135"/>
                </a:cxn>
                <a:cxn ang="0">
                  <a:pos x="810" y="2084"/>
                </a:cxn>
                <a:cxn ang="0">
                  <a:pos x="832" y="2034"/>
                </a:cxn>
                <a:cxn ang="0">
                  <a:pos x="854" y="1983"/>
                </a:cxn>
                <a:cxn ang="0">
                  <a:pos x="886" y="1933"/>
                </a:cxn>
                <a:cxn ang="0">
                  <a:pos x="933" y="1947"/>
                </a:cxn>
                <a:cxn ang="0">
                  <a:pos x="962" y="1998"/>
                </a:cxn>
                <a:cxn ang="0">
                  <a:pos x="987" y="2048"/>
                </a:cxn>
                <a:cxn ang="0">
                  <a:pos x="1019" y="2099"/>
                </a:cxn>
                <a:cxn ang="0">
                  <a:pos x="1070" y="2095"/>
                </a:cxn>
                <a:cxn ang="0">
                  <a:pos x="1102" y="2045"/>
                </a:cxn>
                <a:cxn ang="0">
                  <a:pos x="1131" y="1994"/>
                </a:cxn>
                <a:cxn ang="0">
                  <a:pos x="1174" y="1947"/>
                </a:cxn>
                <a:cxn ang="0">
                  <a:pos x="1224" y="1976"/>
                </a:cxn>
                <a:cxn ang="0">
                  <a:pos x="1257" y="2027"/>
                </a:cxn>
                <a:cxn ang="0">
                  <a:pos x="1293" y="2077"/>
                </a:cxn>
                <a:cxn ang="0">
                  <a:pos x="1343" y="2084"/>
                </a:cxn>
                <a:cxn ang="0">
                  <a:pos x="1386" y="2034"/>
                </a:cxn>
                <a:cxn ang="0">
                  <a:pos x="1426" y="1983"/>
                </a:cxn>
                <a:cxn ang="0">
                  <a:pos x="1476" y="1965"/>
                </a:cxn>
                <a:cxn ang="0">
                  <a:pos x="1523" y="2012"/>
                </a:cxn>
                <a:cxn ang="0">
                  <a:pos x="1566" y="2063"/>
                </a:cxn>
                <a:cxn ang="0">
                  <a:pos x="1617" y="2077"/>
                </a:cxn>
                <a:cxn ang="0">
                  <a:pos x="1664" y="2034"/>
                </a:cxn>
                <a:cxn ang="0">
                  <a:pos x="1710" y="1983"/>
                </a:cxn>
                <a:cxn ang="0">
                  <a:pos x="1761" y="1980"/>
                </a:cxn>
                <a:cxn ang="0">
                  <a:pos x="1811" y="2023"/>
                </a:cxn>
              </a:cxnLst>
              <a:rect l="0" t="0" r="r" b="b"/>
              <a:pathLst>
                <a:path w="181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4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2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88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6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0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2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2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0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4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1" y="2023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3" name="Freeform 121"/>
            <p:cNvSpPr>
              <a:spLocks/>
            </p:cNvSpPr>
            <p:nvPr/>
          </p:nvSpPr>
          <p:spPr bwMode="auto">
            <a:xfrm>
              <a:off x="749" y="2812"/>
              <a:ext cx="2664" cy="698"/>
            </a:xfrm>
            <a:custGeom>
              <a:avLst/>
              <a:gdLst/>
              <a:ahLst/>
              <a:cxnLst>
                <a:cxn ang="0">
                  <a:pos x="57" y="291"/>
                </a:cxn>
                <a:cxn ang="0">
                  <a:pos x="119" y="273"/>
                </a:cxn>
                <a:cxn ang="0">
                  <a:pos x="180" y="234"/>
                </a:cxn>
                <a:cxn ang="0">
                  <a:pos x="241" y="234"/>
                </a:cxn>
                <a:cxn ang="0">
                  <a:pos x="302" y="281"/>
                </a:cxn>
                <a:cxn ang="0">
                  <a:pos x="363" y="295"/>
                </a:cxn>
                <a:cxn ang="0">
                  <a:pos x="425" y="252"/>
                </a:cxn>
                <a:cxn ang="0">
                  <a:pos x="486" y="219"/>
                </a:cxn>
                <a:cxn ang="0">
                  <a:pos x="547" y="252"/>
                </a:cxn>
                <a:cxn ang="0">
                  <a:pos x="608" y="299"/>
                </a:cxn>
                <a:cxn ang="0">
                  <a:pos x="669" y="284"/>
                </a:cxn>
                <a:cxn ang="0">
                  <a:pos x="731" y="230"/>
                </a:cxn>
                <a:cxn ang="0">
                  <a:pos x="792" y="223"/>
                </a:cxn>
                <a:cxn ang="0">
                  <a:pos x="853" y="277"/>
                </a:cxn>
                <a:cxn ang="0">
                  <a:pos x="914" y="306"/>
                </a:cxn>
                <a:cxn ang="0">
                  <a:pos x="975" y="259"/>
                </a:cxn>
                <a:cxn ang="0">
                  <a:pos x="1037" y="209"/>
                </a:cxn>
                <a:cxn ang="0">
                  <a:pos x="1098" y="241"/>
                </a:cxn>
                <a:cxn ang="0">
                  <a:pos x="1152" y="302"/>
                </a:cxn>
                <a:cxn ang="0">
                  <a:pos x="1213" y="306"/>
                </a:cxn>
                <a:cxn ang="0">
                  <a:pos x="1267" y="245"/>
                </a:cxn>
                <a:cxn ang="0">
                  <a:pos x="1325" y="198"/>
                </a:cxn>
                <a:cxn ang="0">
                  <a:pos x="1382" y="245"/>
                </a:cxn>
                <a:cxn ang="0">
                  <a:pos x="1429" y="306"/>
                </a:cxn>
                <a:cxn ang="0">
                  <a:pos x="1490" y="317"/>
                </a:cxn>
                <a:cxn ang="0">
                  <a:pos x="1537" y="255"/>
                </a:cxn>
                <a:cxn ang="0">
                  <a:pos x="1580" y="194"/>
                </a:cxn>
                <a:cxn ang="0">
                  <a:pos x="1641" y="209"/>
                </a:cxn>
                <a:cxn ang="0">
                  <a:pos x="1677" y="270"/>
                </a:cxn>
                <a:cxn ang="0">
                  <a:pos x="1717" y="331"/>
                </a:cxn>
                <a:cxn ang="0">
                  <a:pos x="1778" y="324"/>
                </a:cxn>
                <a:cxn ang="0">
                  <a:pos x="1811" y="263"/>
                </a:cxn>
                <a:cxn ang="0">
                  <a:pos x="1839" y="201"/>
                </a:cxn>
                <a:cxn ang="0">
                  <a:pos x="1893" y="162"/>
                </a:cxn>
                <a:cxn ang="0">
                  <a:pos x="1937" y="223"/>
                </a:cxn>
                <a:cxn ang="0">
                  <a:pos x="1962" y="284"/>
                </a:cxn>
                <a:cxn ang="0">
                  <a:pos x="1991" y="345"/>
                </a:cxn>
                <a:cxn ang="0">
                  <a:pos x="2045" y="363"/>
                </a:cxn>
                <a:cxn ang="0">
                  <a:pos x="2077" y="302"/>
                </a:cxn>
                <a:cxn ang="0">
                  <a:pos x="2099" y="234"/>
                </a:cxn>
                <a:cxn ang="0">
                  <a:pos x="2124" y="169"/>
                </a:cxn>
                <a:cxn ang="0">
                  <a:pos x="2167" y="119"/>
                </a:cxn>
                <a:cxn ang="0">
                  <a:pos x="2207" y="176"/>
                </a:cxn>
                <a:cxn ang="0">
                  <a:pos x="2228" y="255"/>
                </a:cxn>
                <a:cxn ang="0">
                  <a:pos x="2253" y="342"/>
                </a:cxn>
                <a:cxn ang="0">
                  <a:pos x="2275" y="410"/>
                </a:cxn>
                <a:cxn ang="0">
                  <a:pos x="2322" y="428"/>
                </a:cxn>
                <a:cxn ang="0">
                  <a:pos x="2347" y="360"/>
                </a:cxn>
                <a:cxn ang="0">
                  <a:pos x="2372" y="252"/>
                </a:cxn>
                <a:cxn ang="0">
                  <a:pos x="2394" y="137"/>
                </a:cxn>
                <a:cxn ang="0">
                  <a:pos x="2419" y="43"/>
                </a:cxn>
                <a:cxn ang="0">
                  <a:pos x="2459" y="11"/>
                </a:cxn>
                <a:cxn ang="0">
                  <a:pos x="2484" y="93"/>
                </a:cxn>
                <a:cxn ang="0">
                  <a:pos x="2505" y="241"/>
                </a:cxn>
                <a:cxn ang="0">
                  <a:pos x="2531" y="417"/>
                </a:cxn>
                <a:cxn ang="0">
                  <a:pos x="2552" y="583"/>
                </a:cxn>
                <a:cxn ang="0">
                  <a:pos x="2577" y="687"/>
                </a:cxn>
                <a:cxn ang="0">
                  <a:pos x="2610" y="641"/>
                </a:cxn>
                <a:cxn ang="0">
                  <a:pos x="2635" y="439"/>
                </a:cxn>
                <a:cxn ang="0">
                  <a:pos x="2657" y="108"/>
                </a:cxn>
              </a:cxnLst>
              <a:rect l="0" t="0" r="r" b="b"/>
              <a:pathLst>
                <a:path w="2664" h="698">
                  <a:moveTo>
                    <a:pt x="0" y="259"/>
                  </a:moveTo>
                  <a:lnTo>
                    <a:pt x="3" y="263"/>
                  </a:lnTo>
                  <a:lnTo>
                    <a:pt x="7" y="266"/>
                  </a:lnTo>
                  <a:lnTo>
                    <a:pt x="11" y="270"/>
                  </a:lnTo>
                  <a:lnTo>
                    <a:pt x="14" y="270"/>
                  </a:lnTo>
                  <a:lnTo>
                    <a:pt x="18" y="273"/>
                  </a:lnTo>
                  <a:lnTo>
                    <a:pt x="21" y="277"/>
                  </a:lnTo>
                  <a:lnTo>
                    <a:pt x="25" y="277"/>
                  </a:lnTo>
                  <a:lnTo>
                    <a:pt x="29" y="281"/>
                  </a:lnTo>
                  <a:lnTo>
                    <a:pt x="32" y="281"/>
                  </a:lnTo>
                  <a:lnTo>
                    <a:pt x="36" y="284"/>
                  </a:lnTo>
                  <a:lnTo>
                    <a:pt x="39" y="284"/>
                  </a:lnTo>
                  <a:lnTo>
                    <a:pt x="43" y="288"/>
                  </a:lnTo>
                  <a:lnTo>
                    <a:pt x="47" y="288"/>
                  </a:lnTo>
                  <a:lnTo>
                    <a:pt x="50" y="291"/>
                  </a:lnTo>
                  <a:lnTo>
                    <a:pt x="54" y="291"/>
                  </a:lnTo>
                  <a:lnTo>
                    <a:pt x="57" y="291"/>
                  </a:lnTo>
                  <a:lnTo>
                    <a:pt x="61" y="291"/>
                  </a:lnTo>
                  <a:lnTo>
                    <a:pt x="65" y="291"/>
                  </a:lnTo>
                  <a:lnTo>
                    <a:pt x="68" y="291"/>
                  </a:lnTo>
                  <a:lnTo>
                    <a:pt x="72" y="291"/>
                  </a:lnTo>
                  <a:lnTo>
                    <a:pt x="75" y="291"/>
                  </a:lnTo>
                  <a:lnTo>
                    <a:pt x="79" y="291"/>
                  </a:lnTo>
                  <a:lnTo>
                    <a:pt x="83" y="291"/>
                  </a:lnTo>
                  <a:lnTo>
                    <a:pt x="86" y="291"/>
                  </a:lnTo>
                  <a:lnTo>
                    <a:pt x="90" y="288"/>
                  </a:lnTo>
                  <a:lnTo>
                    <a:pt x="93" y="288"/>
                  </a:lnTo>
                  <a:lnTo>
                    <a:pt x="97" y="288"/>
                  </a:lnTo>
                  <a:lnTo>
                    <a:pt x="101" y="284"/>
                  </a:lnTo>
                  <a:lnTo>
                    <a:pt x="104" y="284"/>
                  </a:lnTo>
                  <a:lnTo>
                    <a:pt x="108" y="281"/>
                  </a:lnTo>
                  <a:lnTo>
                    <a:pt x="111" y="277"/>
                  </a:lnTo>
                  <a:lnTo>
                    <a:pt x="115" y="277"/>
                  </a:lnTo>
                  <a:lnTo>
                    <a:pt x="119" y="273"/>
                  </a:lnTo>
                  <a:lnTo>
                    <a:pt x="122" y="270"/>
                  </a:lnTo>
                  <a:lnTo>
                    <a:pt x="126" y="270"/>
                  </a:lnTo>
                  <a:lnTo>
                    <a:pt x="129" y="266"/>
                  </a:lnTo>
                  <a:lnTo>
                    <a:pt x="133" y="263"/>
                  </a:lnTo>
                  <a:lnTo>
                    <a:pt x="137" y="263"/>
                  </a:lnTo>
                  <a:lnTo>
                    <a:pt x="140" y="259"/>
                  </a:lnTo>
                  <a:lnTo>
                    <a:pt x="144" y="255"/>
                  </a:lnTo>
                  <a:lnTo>
                    <a:pt x="147" y="252"/>
                  </a:lnTo>
                  <a:lnTo>
                    <a:pt x="151" y="252"/>
                  </a:lnTo>
                  <a:lnTo>
                    <a:pt x="155" y="248"/>
                  </a:lnTo>
                  <a:lnTo>
                    <a:pt x="158" y="245"/>
                  </a:lnTo>
                  <a:lnTo>
                    <a:pt x="162" y="241"/>
                  </a:lnTo>
                  <a:lnTo>
                    <a:pt x="165" y="241"/>
                  </a:lnTo>
                  <a:lnTo>
                    <a:pt x="169" y="237"/>
                  </a:lnTo>
                  <a:lnTo>
                    <a:pt x="173" y="237"/>
                  </a:lnTo>
                  <a:lnTo>
                    <a:pt x="176" y="234"/>
                  </a:lnTo>
                  <a:lnTo>
                    <a:pt x="180" y="234"/>
                  </a:lnTo>
                  <a:lnTo>
                    <a:pt x="183" y="230"/>
                  </a:lnTo>
                  <a:lnTo>
                    <a:pt x="187" y="230"/>
                  </a:lnTo>
                  <a:lnTo>
                    <a:pt x="191" y="227"/>
                  </a:lnTo>
                  <a:lnTo>
                    <a:pt x="194" y="227"/>
                  </a:lnTo>
                  <a:lnTo>
                    <a:pt x="198" y="227"/>
                  </a:lnTo>
                  <a:lnTo>
                    <a:pt x="201" y="227"/>
                  </a:lnTo>
                  <a:lnTo>
                    <a:pt x="205" y="227"/>
                  </a:lnTo>
                  <a:lnTo>
                    <a:pt x="209" y="227"/>
                  </a:lnTo>
                  <a:lnTo>
                    <a:pt x="212" y="227"/>
                  </a:lnTo>
                  <a:lnTo>
                    <a:pt x="216" y="227"/>
                  </a:lnTo>
                  <a:lnTo>
                    <a:pt x="219" y="227"/>
                  </a:lnTo>
                  <a:lnTo>
                    <a:pt x="223" y="227"/>
                  </a:lnTo>
                  <a:lnTo>
                    <a:pt x="227" y="227"/>
                  </a:lnTo>
                  <a:lnTo>
                    <a:pt x="230" y="230"/>
                  </a:lnTo>
                  <a:lnTo>
                    <a:pt x="234" y="230"/>
                  </a:lnTo>
                  <a:lnTo>
                    <a:pt x="237" y="234"/>
                  </a:lnTo>
                  <a:lnTo>
                    <a:pt x="241" y="234"/>
                  </a:lnTo>
                  <a:lnTo>
                    <a:pt x="245" y="237"/>
                  </a:lnTo>
                  <a:lnTo>
                    <a:pt x="248" y="237"/>
                  </a:lnTo>
                  <a:lnTo>
                    <a:pt x="252" y="241"/>
                  </a:lnTo>
                  <a:lnTo>
                    <a:pt x="255" y="245"/>
                  </a:lnTo>
                  <a:lnTo>
                    <a:pt x="259" y="245"/>
                  </a:lnTo>
                  <a:lnTo>
                    <a:pt x="263" y="248"/>
                  </a:lnTo>
                  <a:lnTo>
                    <a:pt x="266" y="252"/>
                  </a:lnTo>
                  <a:lnTo>
                    <a:pt x="270" y="252"/>
                  </a:lnTo>
                  <a:lnTo>
                    <a:pt x="273" y="255"/>
                  </a:lnTo>
                  <a:lnTo>
                    <a:pt x="277" y="259"/>
                  </a:lnTo>
                  <a:lnTo>
                    <a:pt x="281" y="263"/>
                  </a:lnTo>
                  <a:lnTo>
                    <a:pt x="284" y="266"/>
                  </a:lnTo>
                  <a:lnTo>
                    <a:pt x="288" y="266"/>
                  </a:lnTo>
                  <a:lnTo>
                    <a:pt x="291" y="270"/>
                  </a:lnTo>
                  <a:lnTo>
                    <a:pt x="295" y="273"/>
                  </a:lnTo>
                  <a:lnTo>
                    <a:pt x="299" y="277"/>
                  </a:lnTo>
                  <a:lnTo>
                    <a:pt x="302" y="281"/>
                  </a:lnTo>
                  <a:lnTo>
                    <a:pt x="306" y="281"/>
                  </a:lnTo>
                  <a:lnTo>
                    <a:pt x="309" y="284"/>
                  </a:lnTo>
                  <a:lnTo>
                    <a:pt x="313" y="284"/>
                  </a:lnTo>
                  <a:lnTo>
                    <a:pt x="317" y="288"/>
                  </a:lnTo>
                  <a:lnTo>
                    <a:pt x="320" y="291"/>
                  </a:lnTo>
                  <a:lnTo>
                    <a:pt x="324" y="291"/>
                  </a:lnTo>
                  <a:lnTo>
                    <a:pt x="327" y="291"/>
                  </a:lnTo>
                  <a:lnTo>
                    <a:pt x="331" y="295"/>
                  </a:lnTo>
                  <a:lnTo>
                    <a:pt x="335" y="295"/>
                  </a:lnTo>
                  <a:lnTo>
                    <a:pt x="338" y="295"/>
                  </a:lnTo>
                  <a:lnTo>
                    <a:pt x="342" y="295"/>
                  </a:lnTo>
                  <a:lnTo>
                    <a:pt x="345" y="295"/>
                  </a:lnTo>
                  <a:lnTo>
                    <a:pt x="349" y="295"/>
                  </a:lnTo>
                  <a:lnTo>
                    <a:pt x="353" y="295"/>
                  </a:lnTo>
                  <a:lnTo>
                    <a:pt x="356" y="295"/>
                  </a:lnTo>
                  <a:lnTo>
                    <a:pt x="360" y="295"/>
                  </a:lnTo>
                  <a:lnTo>
                    <a:pt x="363" y="295"/>
                  </a:lnTo>
                  <a:lnTo>
                    <a:pt x="367" y="295"/>
                  </a:lnTo>
                  <a:lnTo>
                    <a:pt x="371" y="291"/>
                  </a:lnTo>
                  <a:lnTo>
                    <a:pt x="374" y="291"/>
                  </a:lnTo>
                  <a:lnTo>
                    <a:pt x="378" y="288"/>
                  </a:lnTo>
                  <a:lnTo>
                    <a:pt x="381" y="288"/>
                  </a:lnTo>
                  <a:lnTo>
                    <a:pt x="385" y="284"/>
                  </a:lnTo>
                  <a:lnTo>
                    <a:pt x="389" y="281"/>
                  </a:lnTo>
                  <a:lnTo>
                    <a:pt x="392" y="281"/>
                  </a:lnTo>
                  <a:lnTo>
                    <a:pt x="396" y="277"/>
                  </a:lnTo>
                  <a:lnTo>
                    <a:pt x="399" y="273"/>
                  </a:lnTo>
                  <a:lnTo>
                    <a:pt x="403" y="270"/>
                  </a:lnTo>
                  <a:lnTo>
                    <a:pt x="407" y="270"/>
                  </a:lnTo>
                  <a:lnTo>
                    <a:pt x="410" y="266"/>
                  </a:lnTo>
                  <a:lnTo>
                    <a:pt x="414" y="263"/>
                  </a:lnTo>
                  <a:lnTo>
                    <a:pt x="417" y="259"/>
                  </a:lnTo>
                  <a:lnTo>
                    <a:pt x="421" y="255"/>
                  </a:lnTo>
                  <a:lnTo>
                    <a:pt x="425" y="252"/>
                  </a:lnTo>
                  <a:lnTo>
                    <a:pt x="428" y="252"/>
                  </a:lnTo>
                  <a:lnTo>
                    <a:pt x="432" y="248"/>
                  </a:lnTo>
                  <a:lnTo>
                    <a:pt x="435" y="245"/>
                  </a:lnTo>
                  <a:lnTo>
                    <a:pt x="439" y="241"/>
                  </a:lnTo>
                  <a:lnTo>
                    <a:pt x="443" y="241"/>
                  </a:lnTo>
                  <a:lnTo>
                    <a:pt x="446" y="237"/>
                  </a:lnTo>
                  <a:lnTo>
                    <a:pt x="450" y="234"/>
                  </a:lnTo>
                  <a:lnTo>
                    <a:pt x="453" y="230"/>
                  </a:lnTo>
                  <a:lnTo>
                    <a:pt x="457" y="230"/>
                  </a:lnTo>
                  <a:lnTo>
                    <a:pt x="461" y="227"/>
                  </a:lnTo>
                  <a:lnTo>
                    <a:pt x="464" y="227"/>
                  </a:lnTo>
                  <a:lnTo>
                    <a:pt x="468" y="223"/>
                  </a:lnTo>
                  <a:lnTo>
                    <a:pt x="471" y="223"/>
                  </a:lnTo>
                  <a:lnTo>
                    <a:pt x="475" y="223"/>
                  </a:lnTo>
                  <a:lnTo>
                    <a:pt x="479" y="223"/>
                  </a:lnTo>
                  <a:lnTo>
                    <a:pt x="482" y="219"/>
                  </a:lnTo>
                  <a:lnTo>
                    <a:pt x="486" y="219"/>
                  </a:lnTo>
                  <a:lnTo>
                    <a:pt x="489" y="219"/>
                  </a:lnTo>
                  <a:lnTo>
                    <a:pt x="493" y="223"/>
                  </a:lnTo>
                  <a:lnTo>
                    <a:pt x="497" y="223"/>
                  </a:lnTo>
                  <a:lnTo>
                    <a:pt x="500" y="223"/>
                  </a:lnTo>
                  <a:lnTo>
                    <a:pt x="504" y="223"/>
                  </a:lnTo>
                  <a:lnTo>
                    <a:pt x="507" y="227"/>
                  </a:lnTo>
                  <a:lnTo>
                    <a:pt x="511" y="227"/>
                  </a:lnTo>
                  <a:lnTo>
                    <a:pt x="515" y="227"/>
                  </a:lnTo>
                  <a:lnTo>
                    <a:pt x="518" y="230"/>
                  </a:lnTo>
                  <a:lnTo>
                    <a:pt x="522" y="230"/>
                  </a:lnTo>
                  <a:lnTo>
                    <a:pt x="525" y="234"/>
                  </a:lnTo>
                  <a:lnTo>
                    <a:pt x="529" y="237"/>
                  </a:lnTo>
                  <a:lnTo>
                    <a:pt x="533" y="241"/>
                  </a:lnTo>
                  <a:lnTo>
                    <a:pt x="536" y="245"/>
                  </a:lnTo>
                  <a:lnTo>
                    <a:pt x="540" y="245"/>
                  </a:lnTo>
                  <a:lnTo>
                    <a:pt x="543" y="248"/>
                  </a:lnTo>
                  <a:lnTo>
                    <a:pt x="547" y="252"/>
                  </a:lnTo>
                  <a:lnTo>
                    <a:pt x="551" y="255"/>
                  </a:lnTo>
                  <a:lnTo>
                    <a:pt x="554" y="259"/>
                  </a:lnTo>
                  <a:lnTo>
                    <a:pt x="558" y="263"/>
                  </a:lnTo>
                  <a:lnTo>
                    <a:pt x="561" y="266"/>
                  </a:lnTo>
                  <a:lnTo>
                    <a:pt x="565" y="266"/>
                  </a:lnTo>
                  <a:lnTo>
                    <a:pt x="569" y="270"/>
                  </a:lnTo>
                  <a:lnTo>
                    <a:pt x="572" y="273"/>
                  </a:lnTo>
                  <a:lnTo>
                    <a:pt x="576" y="277"/>
                  </a:lnTo>
                  <a:lnTo>
                    <a:pt x="579" y="281"/>
                  </a:lnTo>
                  <a:lnTo>
                    <a:pt x="583" y="284"/>
                  </a:lnTo>
                  <a:lnTo>
                    <a:pt x="587" y="284"/>
                  </a:lnTo>
                  <a:lnTo>
                    <a:pt x="590" y="288"/>
                  </a:lnTo>
                  <a:lnTo>
                    <a:pt x="594" y="291"/>
                  </a:lnTo>
                  <a:lnTo>
                    <a:pt x="597" y="291"/>
                  </a:lnTo>
                  <a:lnTo>
                    <a:pt x="601" y="295"/>
                  </a:lnTo>
                  <a:lnTo>
                    <a:pt x="605" y="295"/>
                  </a:lnTo>
                  <a:lnTo>
                    <a:pt x="608" y="299"/>
                  </a:lnTo>
                  <a:lnTo>
                    <a:pt x="612" y="299"/>
                  </a:lnTo>
                  <a:lnTo>
                    <a:pt x="615" y="299"/>
                  </a:lnTo>
                  <a:lnTo>
                    <a:pt x="619" y="302"/>
                  </a:lnTo>
                  <a:lnTo>
                    <a:pt x="623" y="302"/>
                  </a:lnTo>
                  <a:lnTo>
                    <a:pt x="626" y="302"/>
                  </a:lnTo>
                  <a:lnTo>
                    <a:pt x="630" y="302"/>
                  </a:lnTo>
                  <a:lnTo>
                    <a:pt x="633" y="302"/>
                  </a:lnTo>
                  <a:lnTo>
                    <a:pt x="637" y="299"/>
                  </a:lnTo>
                  <a:lnTo>
                    <a:pt x="641" y="299"/>
                  </a:lnTo>
                  <a:lnTo>
                    <a:pt x="644" y="299"/>
                  </a:lnTo>
                  <a:lnTo>
                    <a:pt x="648" y="295"/>
                  </a:lnTo>
                  <a:lnTo>
                    <a:pt x="651" y="295"/>
                  </a:lnTo>
                  <a:lnTo>
                    <a:pt x="655" y="291"/>
                  </a:lnTo>
                  <a:lnTo>
                    <a:pt x="659" y="291"/>
                  </a:lnTo>
                  <a:lnTo>
                    <a:pt x="662" y="288"/>
                  </a:lnTo>
                  <a:lnTo>
                    <a:pt x="666" y="284"/>
                  </a:lnTo>
                  <a:lnTo>
                    <a:pt x="669" y="284"/>
                  </a:lnTo>
                  <a:lnTo>
                    <a:pt x="673" y="281"/>
                  </a:lnTo>
                  <a:lnTo>
                    <a:pt x="677" y="277"/>
                  </a:lnTo>
                  <a:lnTo>
                    <a:pt x="680" y="273"/>
                  </a:lnTo>
                  <a:lnTo>
                    <a:pt x="684" y="270"/>
                  </a:lnTo>
                  <a:lnTo>
                    <a:pt x="687" y="266"/>
                  </a:lnTo>
                  <a:lnTo>
                    <a:pt x="691" y="263"/>
                  </a:lnTo>
                  <a:lnTo>
                    <a:pt x="695" y="263"/>
                  </a:lnTo>
                  <a:lnTo>
                    <a:pt x="698" y="259"/>
                  </a:lnTo>
                  <a:lnTo>
                    <a:pt x="702" y="255"/>
                  </a:lnTo>
                  <a:lnTo>
                    <a:pt x="705" y="252"/>
                  </a:lnTo>
                  <a:lnTo>
                    <a:pt x="709" y="248"/>
                  </a:lnTo>
                  <a:lnTo>
                    <a:pt x="713" y="245"/>
                  </a:lnTo>
                  <a:lnTo>
                    <a:pt x="716" y="241"/>
                  </a:lnTo>
                  <a:lnTo>
                    <a:pt x="720" y="237"/>
                  </a:lnTo>
                  <a:lnTo>
                    <a:pt x="723" y="234"/>
                  </a:lnTo>
                  <a:lnTo>
                    <a:pt x="727" y="230"/>
                  </a:lnTo>
                  <a:lnTo>
                    <a:pt x="731" y="230"/>
                  </a:lnTo>
                  <a:lnTo>
                    <a:pt x="734" y="227"/>
                  </a:lnTo>
                  <a:lnTo>
                    <a:pt x="738" y="223"/>
                  </a:lnTo>
                  <a:lnTo>
                    <a:pt x="741" y="223"/>
                  </a:lnTo>
                  <a:lnTo>
                    <a:pt x="745" y="219"/>
                  </a:lnTo>
                  <a:lnTo>
                    <a:pt x="749" y="219"/>
                  </a:lnTo>
                  <a:lnTo>
                    <a:pt x="752" y="216"/>
                  </a:lnTo>
                  <a:lnTo>
                    <a:pt x="756" y="216"/>
                  </a:lnTo>
                  <a:lnTo>
                    <a:pt x="759" y="216"/>
                  </a:lnTo>
                  <a:lnTo>
                    <a:pt x="763" y="216"/>
                  </a:lnTo>
                  <a:lnTo>
                    <a:pt x="767" y="216"/>
                  </a:lnTo>
                  <a:lnTo>
                    <a:pt x="770" y="216"/>
                  </a:lnTo>
                  <a:lnTo>
                    <a:pt x="774" y="216"/>
                  </a:lnTo>
                  <a:lnTo>
                    <a:pt x="777" y="216"/>
                  </a:lnTo>
                  <a:lnTo>
                    <a:pt x="781" y="219"/>
                  </a:lnTo>
                  <a:lnTo>
                    <a:pt x="785" y="219"/>
                  </a:lnTo>
                  <a:lnTo>
                    <a:pt x="788" y="219"/>
                  </a:lnTo>
                  <a:lnTo>
                    <a:pt x="792" y="223"/>
                  </a:lnTo>
                  <a:lnTo>
                    <a:pt x="795" y="227"/>
                  </a:lnTo>
                  <a:lnTo>
                    <a:pt x="799" y="227"/>
                  </a:lnTo>
                  <a:lnTo>
                    <a:pt x="803" y="230"/>
                  </a:lnTo>
                  <a:lnTo>
                    <a:pt x="806" y="234"/>
                  </a:lnTo>
                  <a:lnTo>
                    <a:pt x="810" y="234"/>
                  </a:lnTo>
                  <a:lnTo>
                    <a:pt x="813" y="237"/>
                  </a:lnTo>
                  <a:lnTo>
                    <a:pt x="817" y="241"/>
                  </a:lnTo>
                  <a:lnTo>
                    <a:pt x="821" y="245"/>
                  </a:lnTo>
                  <a:lnTo>
                    <a:pt x="824" y="248"/>
                  </a:lnTo>
                  <a:lnTo>
                    <a:pt x="828" y="252"/>
                  </a:lnTo>
                  <a:lnTo>
                    <a:pt x="831" y="255"/>
                  </a:lnTo>
                  <a:lnTo>
                    <a:pt x="835" y="259"/>
                  </a:lnTo>
                  <a:lnTo>
                    <a:pt x="839" y="263"/>
                  </a:lnTo>
                  <a:lnTo>
                    <a:pt x="842" y="266"/>
                  </a:lnTo>
                  <a:lnTo>
                    <a:pt x="846" y="270"/>
                  </a:lnTo>
                  <a:lnTo>
                    <a:pt x="849" y="273"/>
                  </a:lnTo>
                  <a:lnTo>
                    <a:pt x="853" y="277"/>
                  </a:lnTo>
                  <a:lnTo>
                    <a:pt x="857" y="281"/>
                  </a:lnTo>
                  <a:lnTo>
                    <a:pt x="860" y="284"/>
                  </a:lnTo>
                  <a:lnTo>
                    <a:pt x="864" y="288"/>
                  </a:lnTo>
                  <a:lnTo>
                    <a:pt x="867" y="291"/>
                  </a:lnTo>
                  <a:lnTo>
                    <a:pt x="871" y="295"/>
                  </a:lnTo>
                  <a:lnTo>
                    <a:pt x="875" y="295"/>
                  </a:lnTo>
                  <a:lnTo>
                    <a:pt x="878" y="299"/>
                  </a:lnTo>
                  <a:lnTo>
                    <a:pt x="882" y="302"/>
                  </a:lnTo>
                  <a:lnTo>
                    <a:pt x="885" y="302"/>
                  </a:lnTo>
                  <a:lnTo>
                    <a:pt x="889" y="306"/>
                  </a:lnTo>
                  <a:lnTo>
                    <a:pt x="893" y="306"/>
                  </a:lnTo>
                  <a:lnTo>
                    <a:pt x="896" y="306"/>
                  </a:lnTo>
                  <a:lnTo>
                    <a:pt x="900" y="306"/>
                  </a:lnTo>
                  <a:lnTo>
                    <a:pt x="903" y="306"/>
                  </a:lnTo>
                  <a:lnTo>
                    <a:pt x="907" y="309"/>
                  </a:lnTo>
                  <a:lnTo>
                    <a:pt x="911" y="306"/>
                  </a:lnTo>
                  <a:lnTo>
                    <a:pt x="914" y="306"/>
                  </a:lnTo>
                  <a:lnTo>
                    <a:pt x="918" y="306"/>
                  </a:lnTo>
                  <a:lnTo>
                    <a:pt x="921" y="306"/>
                  </a:lnTo>
                  <a:lnTo>
                    <a:pt x="925" y="302"/>
                  </a:lnTo>
                  <a:lnTo>
                    <a:pt x="929" y="302"/>
                  </a:lnTo>
                  <a:lnTo>
                    <a:pt x="932" y="299"/>
                  </a:lnTo>
                  <a:lnTo>
                    <a:pt x="936" y="299"/>
                  </a:lnTo>
                  <a:lnTo>
                    <a:pt x="939" y="295"/>
                  </a:lnTo>
                  <a:lnTo>
                    <a:pt x="943" y="291"/>
                  </a:lnTo>
                  <a:lnTo>
                    <a:pt x="947" y="288"/>
                  </a:lnTo>
                  <a:lnTo>
                    <a:pt x="950" y="284"/>
                  </a:lnTo>
                  <a:lnTo>
                    <a:pt x="954" y="281"/>
                  </a:lnTo>
                  <a:lnTo>
                    <a:pt x="957" y="277"/>
                  </a:lnTo>
                  <a:lnTo>
                    <a:pt x="961" y="273"/>
                  </a:lnTo>
                  <a:lnTo>
                    <a:pt x="965" y="270"/>
                  </a:lnTo>
                  <a:lnTo>
                    <a:pt x="968" y="266"/>
                  </a:lnTo>
                  <a:lnTo>
                    <a:pt x="972" y="263"/>
                  </a:lnTo>
                  <a:lnTo>
                    <a:pt x="975" y="259"/>
                  </a:lnTo>
                  <a:lnTo>
                    <a:pt x="979" y="255"/>
                  </a:lnTo>
                  <a:lnTo>
                    <a:pt x="983" y="252"/>
                  </a:lnTo>
                  <a:lnTo>
                    <a:pt x="986" y="248"/>
                  </a:lnTo>
                  <a:lnTo>
                    <a:pt x="990" y="245"/>
                  </a:lnTo>
                  <a:lnTo>
                    <a:pt x="993" y="241"/>
                  </a:lnTo>
                  <a:lnTo>
                    <a:pt x="997" y="237"/>
                  </a:lnTo>
                  <a:lnTo>
                    <a:pt x="1001" y="234"/>
                  </a:lnTo>
                  <a:lnTo>
                    <a:pt x="1004" y="230"/>
                  </a:lnTo>
                  <a:lnTo>
                    <a:pt x="1008" y="227"/>
                  </a:lnTo>
                  <a:lnTo>
                    <a:pt x="1011" y="223"/>
                  </a:lnTo>
                  <a:lnTo>
                    <a:pt x="1015" y="219"/>
                  </a:lnTo>
                  <a:lnTo>
                    <a:pt x="1019" y="216"/>
                  </a:lnTo>
                  <a:lnTo>
                    <a:pt x="1022" y="216"/>
                  </a:lnTo>
                  <a:lnTo>
                    <a:pt x="1026" y="212"/>
                  </a:lnTo>
                  <a:lnTo>
                    <a:pt x="1029" y="212"/>
                  </a:lnTo>
                  <a:lnTo>
                    <a:pt x="1033" y="209"/>
                  </a:lnTo>
                  <a:lnTo>
                    <a:pt x="1037" y="209"/>
                  </a:lnTo>
                  <a:lnTo>
                    <a:pt x="1040" y="209"/>
                  </a:lnTo>
                  <a:lnTo>
                    <a:pt x="1044" y="209"/>
                  </a:lnTo>
                  <a:lnTo>
                    <a:pt x="1047" y="209"/>
                  </a:lnTo>
                  <a:lnTo>
                    <a:pt x="1051" y="209"/>
                  </a:lnTo>
                  <a:lnTo>
                    <a:pt x="1055" y="209"/>
                  </a:lnTo>
                  <a:lnTo>
                    <a:pt x="1058" y="212"/>
                  </a:lnTo>
                  <a:lnTo>
                    <a:pt x="1062" y="212"/>
                  </a:lnTo>
                  <a:lnTo>
                    <a:pt x="1065" y="212"/>
                  </a:lnTo>
                  <a:lnTo>
                    <a:pt x="1069" y="216"/>
                  </a:lnTo>
                  <a:lnTo>
                    <a:pt x="1073" y="216"/>
                  </a:lnTo>
                  <a:lnTo>
                    <a:pt x="1076" y="219"/>
                  </a:lnTo>
                  <a:lnTo>
                    <a:pt x="1080" y="223"/>
                  </a:lnTo>
                  <a:lnTo>
                    <a:pt x="1083" y="227"/>
                  </a:lnTo>
                  <a:lnTo>
                    <a:pt x="1087" y="230"/>
                  </a:lnTo>
                  <a:lnTo>
                    <a:pt x="1091" y="234"/>
                  </a:lnTo>
                  <a:lnTo>
                    <a:pt x="1094" y="237"/>
                  </a:lnTo>
                  <a:lnTo>
                    <a:pt x="1098" y="241"/>
                  </a:lnTo>
                  <a:lnTo>
                    <a:pt x="1101" y="245"/>
                  </a:lnTo>
                  <a:lnTo>
                    <a:pt x="1105" y="248"/>
                  </a:lnTo>
                  <a:lnTo>
                    <a:pt x="1109" y="252"/>
                  </a:lnTo>
                  <a:lnTo>
                    <a:pt x="1112" y="255"/>
                  </a:lnTo>
                  <a:lnTo>
                    <a:pt x="1116" y="259"/>
                  </a:lnTo>
                  <a:lnTo>
                    <a:pt x="1119" y="263"/>
                  </a:lnTo>
                  <a:lnTo>
                    <a:pt x="1119" y="266"/>
                  </a:lnTo>
                  <a:lnTo>
                    <a:pt x="1123" y="270"/>
                  </a:lnTo>
                  <a:lnTo>
                    <a:pt x="1127" y="273"/>
                  </a:lnTo>
                  <a:lnTo>
                    <a:pt x="1130" y="277"/>
                  </a:lnTo>
                  <a:lnTo>
                    <a:pt x="1134" y="281"/>
                  </a:lnTo>
                  <a:lnTo>
                    <a:pt x="1137" y="284"/>
                  </a:lnTo>
                  <a:lnTo>
                    <a:pt x="1141" y="288"/>
                  </a:lnTo>
                  <a:lnTo>
                    <a:pt x="1141" y="291"/>
                  </a:lnTo>
                  <a:lnTo>
                    <a:pt x="1145" y="295"/>
                  </a:lnTo>
                  <a:lnTo>
                    <a:pt x="1148" y="299"/>
                  </a:lnTo>
                  <a:lnTo>
                    <a:pt x="1152" y="302"/>
                  </a:lnTo>
                  <a:lnTo>
                    <a:pt x="1155" y="306"/>
                  </a:lnTo>
                  <a:lnTo>
                    <a:pt x="1159" y="306"/>
                  </a:lnTo>
                  <a:lnTo>
                    <a:pt x="1163" y="309"/>
                  </a:lnTo>
                  <a:lnTo>
                    <a:pt x="1166" y="313"/>
                  </a:lnTo>
                  <a:lnTo>
                    <a:pt x="1170" y="313"/>
                  </a:lnTo>
                  <a:lnTo>
                    <a:pt x="1173" y="313"/>
                  </a:lnTo>
                  <a:lnTo>
                    <a:pt x="1177" y="317"/>
                  </a:lnTo>
                  <a:lnTo>
                    <a:pt x="1181" y="317"/>
                  </a:lnTo>
                  <a:lnTo>
                    <a:pt x="1184" y="317"/>
                  </a:lnTo>
                  <a:lnTo>
                    <a:pt x="1188" y="317"/>
                  </a:lnTo>
                  <a:lnTo>
                    <a:pt x="1191" y="317"/>
                  </a:lnTo>
                  <a:lnTo>
                    <a:pt x="1195" y="313"/>
                  </a:lnTo>
                  <a:lnTo>
                    <a:pt x="1199" y="313"/>
                  </a:lnTo>
                  <a:lnTo>
                    <a:pt x="1202" y="313"/>
                  </a:lnTo>
                  <a:lnTo>
                    <a:pt x="1206" y="309"/>
                  </a:lnTo>
                  <a:lnTo>
                    <a:pt x="1209" y="306"/>
                  </a:lnTo>
                  <a:lnTo>
                    <a:pt x="1213" y="306"/>
                  </a:lnTo>
                  <a:lnTo>
                    <a:pt x="1217" y="302"/>
                  </a:lnTo>
                  <a:lnTo>
                    <a:pt x="1220" y="299"/>
                  </a:lnTo>
                  <a:lnTo>
                    <a:pt x="1224" y="295"/>
                  </a:lnTo>
                  <a:lnTo>
                    <a:pt x="1227" y="291"/>
                  </a:lnTo>
                  <a:lnTo>
                    <a:pt x="1231" y="288"/>
                  </a:lnTo>
                  <a:lnTo>
                    <a:pt x="1235" y="284"/>
                  </a:lnTo>
                  <a:lnTo>
                    <a:pt x="1238" y="281"/>
                  </a:lnTo>
                  <a:lnTo>
                    <a:pt x="1242" y="277"/>
                  </a:lnTo>
                  <a:lnTo>
                    <a:pt x="1245" y="273"/>
                  </a:lnTo>
                  <a:lnTo>
                    <a:pt x="1249" y="270"/>
                  </a:lnTo>
                  <a:lnTo>
                    <a:pt x="1249" y="266"/>
                  </a:lnTo>
                  <a:lnTo>
                    <a:pt x="1253" y="263"/>
                  </a:lnTo>
                  <a:lnTo>
                    <a:pt x="1256" y="259"/>
                  </a:lnTo>
                  <a:lnTo>
                    <a:pt x="1260" y="255"/>
                  </a:lnTo>
                  <a:lnTo>
                    <a:pt x="1260" y="252"/>
                  </a:lnTo>
                  <a:lnTo>
                    <a:pt x="1263" y="248"/>
                  </a:lnTo>
                  <a:lnTo>
                    <a:pt x="1267" y="245"/>
                  </a:lnTo>
                  <a:lnTo>
                    <a:pt x="1271" y="241"/>
                  </a:lnTo>
                  <a:lnTo>
                    <a:pt x="1274" y="237"/>
                  </a:lnTo>
                  <a:lnTo>
                    <a:pt x="1274" y="234"/>
                  </a:lnTo>
                  <a:lnTo>
                    <a:pt x="1278" y="230"/>
                  </a:lnTo>
                  <a:lnTo>
                    <a:pt x="1281" y="227"/>
                  </a:lnTo>
                  <a:lnTo>
                    <a:pt x="1285" y="223"/>
                  </a:lnTo>
                  <a:lnTo>
                    <a:pt x="1289" y="219"/>
                  </a:lnTo>
                  <a:lnTo>
                    <a:pt x="1292" y="216"/>
                  </a:lnTo>
                  <a:lnTo>
                    <a:pt x="1296" y="212"/>
                  </a:lnTo>
                  <a:lnTo>
                    <a:pt x="1299" y="209"/>
                  </a:lnTo>
                  <a:lnTo>
                    <a:pt x="1303" y="205"/>
                  </a:lnTo>
                  <a:lnTo>
                    <a:pt x="1307" y="205"/>
                  </a:lnTo>
                  <a:lnTo>
                    <a:pt x="1310" y="201"/>
                  </a:lnTo>
                  <a:lnTo>
                    <a:pt x="1314" y="201"/>
                  </a:lnTo>
                  <a:lnTo>
                    <a:pt x="1317" y="198"/>
                  </a:lnTo>
                  <a:lnTo>
                    <a:pt x="1321" y="198"/>
                  </a:lnTo>
                  <a:lnTo>
                    <a:pt x="1325" y="198"/>
                  </a:lnTo>
                  <a:lnTo>
                    <a:pt x="1328" y="198"/>
                  </a:lnTo>
                  <a:lnTo>
                    <a:pt x="1332" y="198"/>
                  </a:lnTo>
                  <a:lnTo>
                    <a:pt x="1335" y="201"/>
                  </a:lnTo>
                  <a:lnTo>
                    <a:pt x="1339" y="201"/>
                  </a:lnTo>
                  <a:lnTo>
                    <a:pt x="1343" y="205"/>
                  </a:lnTo>
                  <a:lnTo>
                    <a:pt x="1346" y="205"/>
                  </a:lnTo>
                  <a:lnTo>
                    <a:pt x="1350" y="209"/>
                  </a:lnTo>
                  <a:lnTo>
                    <a:pt x="1353" y="212"/>
                  </a:lnTo>
                  <a:lnTo>
                    <a:pt x="1357" y="216"/>
                  </a:lnTo>
                  <a:lnTo>
                    <a:pt x="1361" y="219"/>
                  </a:lnTo>
                  <a:lnTo>
                    <a:pt x="1364" y="223"/>
                  </a:lnTo>
                  <a:lnTo>
                    <a:pt x="1368" y="227"/>
                  </a:lnTo>
                  <a:lnTo>
                    <a:pt x="1371" y="230"/>
                  </a:lnTo>
                  <a:lnTo>
                    <a:pt x="1375" y="234"/>
                  </a:lnTo>
                  <a:lnTo>
                    <a:pt x="1379" y="237"/>
                  </a:lnTo>
                  <a:lnTo>
                    <a:pt x="1382" y="241"/>
                  </a:lnTo>
                  <a:lnTo>
                    <a:pt x="1382" y="245"/>
                  </a:lnTo>
                  <a:lnTo>
                    <a:pt x="1386" y="248"/>
                  </a:lnTo>
                  <a:lnTo>
                    <a:pt x="1389" y="252"/>
                  </a:lnTo>
                  <a:lnTo>
                    <a:pt x="1389" y="255"/>
                  </a:lnTo>
                  <a:lnTo>
                    <a:pt x="1393" y="259"/>
                  </a:lnTo>
                  <a:lnTo>
                    <a:pt x="1397" y="263"/>
                  </a:lnTo>
                  <a:lnTo>
                    <a:pt x="1397" y="266"/>
                  </a:lnTo>
                  <a:lnTo>
                    <a:pt x="1400" y="270"/>
                  </a:lnTo>
                  <a:lnTo>
                    <a:pt x="1404" y="273"/>
                  </a:lnTo>
                  <a:lnTo>
                    <a:pt x="1407" y="277"/>
                  </a:lnTo>
                  <a:lnTo>
                    <a:pt x="1407" y="281"/>
                  </a:lnTo>
                  <a:lnTo>
                    <a:pt x="1411" y="284"/>
                  </a:lnTo>
                  <a:lnTo>
                    <a:pt x="1415" y="288"/>
                  </a:lnTo>
                  <a:lnTo>
                    <a:pt x="1415" y="291"/>
                  </a:lnTo>
                  <a:lnTo>
                    <a:pt x="1418" y="295"/>
                  </a:lnTo>
                  <a:lnTo>
                    <a:pt x="1422" y="299"/>
                  </a:lnTo>
                  <a:lnTo>
                    <a:pt x="1425" y="302"/>
                  </a:lnTo>
                  <a:lnTo>
                    <a:pt x="1429" y="306"/>
                  </a:lnTo>
                  <a:lnTo>
                    <a:pt x="1433" y="309"/>
                  </a:lnTo>
                  <a:lnTo>
                    <a:pt x="1436" y="313"/>
                  </a:lnTo>
                  <a:lnTo>
                    <a:pt x="1440" y="317"/>
                  </a:lnTo>
                  <a:lnTo>
                    <a:pt x="1443" y="320"/>
                  </a:lnTo>
                  <a:lnTo>
                    <a:pt x="1447" y="324"/>
                  </a:lnTo>
                  <a:lnTo>
                    <a:pt x="1451" y="324"/>
                  </a:lnTo>
                  <a:lnTo>
                    <a:pt x="1454" y="327"/>
                  </a:lnTo>
                  <a:lnTo>
                    <a:pt x="1458" y="327"/>
                  </a:lnTo>
                  <a:lnTo>
                    <a:pt x="1461" y="327"/>
                  </a:lnTo>
                  <a:lnTo>
                    <a:pt x="1465" y="327"/>
                  </a:lnTo>
                  <a:lnTo>
                    <a:pt x="1469" y="327"/>
                  </a:lnTo>
                  <a:lnTo>
                    <a:pt x="1472" y="327"/>
                  </a:lnTo>
                  <a:lnTo>
                    <a:pt x="1476" y="324"/>
                  </a:lnTo>
                  <a:lnTo>
                    <a:pt x="1479" y="324"/>
                  </a:lnTo>
                  <a:lnTo>
                    <a:pt x="1483" y="320"/>
                  </a:lnTo>
                  <a:lnTo>
                    <a:pt x="1487" y="320"/>
                  </a:lnTo>
                  <a:lnTo>
                    <a:pt x="1490" y="317"/>
                  </a:lnTo>
                  <a:lnTo>
                    <a:pt x="1494" y="313"/>
                  </a:lnTo>
                  <a:lnTo>
                    <a:pt x="1497" y="309"/>
                  </a:lnTo>
                  <a:lnTo>
                    <a:pt x="1501" y="306"/>
                  </a:lnTo>
                  <a:lnTo>
                    <a:pt x="1505" y="302"/>
                  </a:lnTo>
                  <a:lnTo>
                    <a:pt x="1508" y="299"/>
                  </a:lnTo>
                  <a:lnTo>
                    <a:pt x="1512" y="295"/>
                  </a:lnTo>
                  <a:lnTo>
                    <a:pt x="1512" y="291"/>
                  </a:lnTo>
                  <a:lnTo>
                    <a:pt x="1515" y="288"/>
                  </a:lnTo>
                  <a:lnTo>
                    <a:pt x="1519" y="284"/>
                  </a:lnTo>
                  <a:lnTo>
                    <a:pt x="1519" y="281"/>
                  </a:lnTo>
                  <a:lnTo>
                    <a:pt x="1523" y="277"/>
                  </a:lnTo>
                  <a:lnTo>
                    <a:pt x="1526" y="273"/>
                  </a:lnTo>
                  <a:lnTo>
                    <a:pt x="1526" y="270"/>
                  </a:lnTo>
                  <a:lnTo>
                    <a:pt x="1530" y="266"/>
                  </a:lnTo>
                  <a:lnTo>
                    <a:pt x="1533" y="263"/>
                  </a:lnTo>
                  <a:lnTo>
                    <a:pt x="1533" y="259"/>
                  </a:lnTo>
                  <a:lnTo>
                    <a:pt x="1537" y="255"/>
                  </a:lnTo>
                  <a:lnTo>
                    <a:pt x="1537" y="252"/>
                  </a:lnTo>
                  <a:lnTo>
                    <a:pt x="1541" y="248"/>
                  </a:lnTo>
                  <a:lnTo>
                    <a:pt x="1544" y="245"/>
                  </a:lnTo>
                  <a:lnTo>
                    <a:pt x="1544" y="241"/>
                  </a:lnTo>
                  <a:lnTo>
                    <a:pt x="1548" y="237"/>
                  </a:lnTo>
                  <a:lnTo>
                    <a:pt x="1551" y="234"/>
                  </a:lnTo>
                  <a:lnTo>
                    <a:pt x="1551" y="230"/>
                  </a:lnTo>
                  <a:lnTo>
                    <a:pt x="1555" y="227"/>
                  </a:lnTo>
                  <a:lnTo>
                    <a:pt x="1555" y="223"/>
                  </a:lnTo>
                  <a:lnTo>
                    <a:pt x="1559" y="219"/>
                  </a:lnTo>
                  <a:lnTo>
                    <a:pt x="1562" y="216"/>
                  </a:lnTo>
                  <a:lnTo>
                    <a:pt x="1566" y="212"/>
                  </a:lnTo>
                  <a:lnTo>
                    <a:pt x="1569" y="209"/>
                  </a:lnTo>
                  <a:lnTo>
                    <a:pt x="1569" y="205"/>
                  </a:lnTo>
                  <a:lnTo>
                    <a:pt x="1573" y="201"/>
                  </a:lnTo>
                  <a:lnTo>
                    <a:pt x="1577" y="198"/>
                  </a:lnTo>
                  <a:lnTo>
                    <a:pt x="1580" y="194"/>
                  </a:lnTo>
                  <a:lnTo>
                    <a:pt x="1584" y="191"/>
                  </a:lnTo>
                  <a:lnTo>
                    <a:pt x="1587" y="187"/>
                  </a:lnTo>
                  <a:lnTo>
                    <a:pt x="1591" y="187"/>
                  </a:lnTo>
                  <a:lnTo>
                    <a:pt x="1595" y="187"/>
                  </a:lnTo>
                  <a:lnTo>
                    <a:pt x="1598" y="183"/>
                  </a:lnTo>
                  <a:lnTo>
                    <a:pt x="1602" y="183"/>
                  </a:lnTo>
                  <a:lnTo>
                    <a:pt x="1605" y="183"/>
                  </a:lnTo>
                  <a:lnTo>
                    <a:pt x="1609" y="183"/>
                  </a:lnTo>
                  <a:lnTo>
                    <a:pt x="1613" y="187"/>
                  </a:lnTo>
                  <a:lnTo>
                    <a:pt x="1616" y="187"/>
                  </a:lnTo>
                  <a:lnTo>
                    <a:pt x="1620" y="191"/>
                  </a:lnTo>
                  <a:lnTo>
                    <a:pt x="1623" y="191"/>
                  </a:lnTo>
                  <a:lnTo>
                    <a:pt x="1627" y="194"/>
                  </a:lnTo>
                  <a:lnTo>
                    <a:pt x="1631" y="198"/>
                  </a:lnTo>
                  <a:lnTo>
                    <a:pt x="1634" y="201"/>
                  </a:lnTo>
                  <a:lnTo>
                    <a:pt x="1638" y="205"/>
                  </a:lnTo>
                  <a:lnTo>
                    <a:pt x="1641" y="209"/>
                  </a:lnTo>
                  <a:lnTo>
                    <a:pt x="1645" y="212"/>
                  </a:lnTo>
                  <a:lnTo>
                    <a:pt x="1645" y="216"/>
                  </a:lnTo>
                  <a:lnTo>
                    <a:pt x="1649" y="219"/>
                  </a:lnTo>
                  <a:lnTo>
                    <a:pt x="1652" y="223"/>
                  </a:lnTo>
                  <a:lnTo>
                    <a:pt x="1652" y="227"/>
                  </a:lnTo>
                  <a:lnTo>
                    <a:pt x="1656" y="230"/>
                  </a:lnTo>
                  <a:lnTo>
                    <a:pt x="1659" y="234"/>
                  </a:lnTo>
                  <a:lnTo>
                    <a:pt x="1659" y="237"/>
                  </a:lnTo>
                  <a:lnTo>
                    <a:pt x="1663" y="241"/>
                  </a:lnTo>
                  <a:lnTo>
                    <a:pt x="1663" y="245"/>
                  </a:lnTo>
                  <a:lnTo>
                    <a:pt x="1667" y="248"/>
                  </a:lnTo>
                  <a:lnTo>
                    <a:pt x="1667" y="252"/>
                  </a:lnTo>
                  <a:lnTo>
                    <a:pt x="1670" y="255"/>
                  </a:lnTo>
                  <a:lnTo>
                    <a:pt x="1674" y="259"/>
                  </a:lnTo>
                  <a:lnTo>
                    <a:pt x="1674" y="263"/>
                  </a:lnTo>
                  <a:lnTo>
                    <a:pt x="1677" y="266"/>
                  </a:lnTo>
                  <a:lnTo>
                    <a:pt x="1677" y="270"/>
                  </a:lnTo>
                  <a:lnTo>
                    <a:pt x="1681" y="273"/>
                  </a:lnTo>
                  <a:lnTo>
                    <a:pt x="1681" y="277"/>
                  </a:lnTo>
                  <a:lnTo>
                    <a:pt x="1685" y="281"/>
                  </a:lnTo>
                  <a:lnTo>
                    <a:pt x="1685" y="284"/>
                  </a:lnTo>
                  <a:lnTo>
                    <a:pt x="1688" y="288"/>
                  </a:lnTo>
                  <a:lnTo>
                    <a:pt x="1692" y="291"/>
                  </a:lnTo>
                  <a:lnTo>
                    <a:pt x="1692" y="295"/>
                  </a:lnTo>
                  <a:lnTo>
                    <a:pt x="1695" y="299"/>
                  </a:lnTo>
                  <a:lnTo>
                    <a:pt x="1695" y="302"/>
                  </a:lnTo>
                  <a:lnTo>
                    <a:pt x="1699" y="306"/>
                  </a:lnTo>
                  <a:lnTo>
                    <a:pt x="1703" y="309"/>
                  </a:lnTo>
                  <a:lnTo>
                    <a:pt x="1706" y="313"/>
                  </a:lnTo>
                  <a:lnTo>
                    <a:pt x="1706" y="317"/>
                  </a:lnTo>
                  <a:lnTo>
                    <a:pt x="1710" y="320"/>
                  </a:lnTo>
                  <a:lnTo>
                    <a:pt x="1710" y="324"/>
                  </a:lnTo>
                  <a:lnTo>
                    <a:pt x="1713" y="327"/>
                  </a:lnTo>
                  <a:lnTo>
                    <a:pt x="1717" y="331"/>
                  </a:lnTo>
                  <a:lnTo>
                    <a:pt x="1721" y="335"/>
                  </a:lnTo>
                  <a:lnTo>
                    <a:pt x="1724" y="338"/>
                  </a:lnTo>
                  <a:lnTo>
                    <a:pt x="1728" y="342"/>
                  </a:lnTo>
                  <a:lnTo>
                    <a:pt x="1731" y="342"/>
                  </a:lnTo>
                  <a:lnTo>
                    <a:pt x="1735" y="345"/>
                  </a:lnTo>
                  <a:lnTo>
                    <a:pt x="1739" y="345"/>
                  </a:lnTo>
                  <a:lnTo>
                    <a:pt x="1742" y="345"/>
                  </a:lnTo>
                  <a:lnTo>
                    <a:pt x="1746" y="345"/>
                  </a:lnTo>
                  <a:lnTo>
                    <a:pt x="1749" y="345"/>
                  </a:lnTo>
                  <a:lnTo>
                    <a:pt x="1753" y="342"/>
                  </a:lnTo>
                  <a:lnTo>
                    <a:pt x="1757" y="342"/>
                  </a:lnTo>
                  <a:lnTo>
                    <a:pt x="1760" y="338"/>
                  </a:lnTo>
                  <a:lnTo>
                    <a:pt x="1764" y="338"/>
                  </a:lnTo>
                  <a:lnTo>
                    <a:pt x="1767" y="335"/>
                  </a:lnTo>
                  <a:lnTo>
                    <a:pt x="1771" y="331"/>
                  </a:lnTo>
                  <a:lnTo>
                    <a:pt x="1775" y="327"/>
                  </a:lnTo>
                  <a:lnTo>
                    <a:pt x="1778" y="324"/>
                  </a:lnTo>
                  <a:lnTo>
                    <a:pt x="1778" y="320"/>
                  </a:lnTo>
                  <a:lnTo>
                    <a:pt x="1782" y="317"/>
                  </a:lnTo>
                  <a:lnTo>
                    <a:pt x="1785" y="313"/>
                  </a:lnTo>
                  <a:lnTo>
                    <a:pt x="1785" y="309"/>
                  </a:lnTo>
                  <a:lnTo>
                    <a:pt x="1789" y="306"/>
                  </a:lnTo>
                  <a:lnTo>
                    <a:pt x="1793" y="302"/>
                  </a:lnTo>
                  <a:lnTo>
                    <a:pt x="1793" y="299"/>
                  </a:lnTo>
                  <a:lnTo>
                    <a:pt x="1793" y="295"/>
                  </a:lnTo>
                  <a:lnTo>
                    <a:pt x="1796" y="291"/>
                  </a:lnTo>
                  <a:lnTo>
                    <a:pt x="1796" y="288"/>
                  </a:lnTo>
                  <a:lnTo>
                    <a:pt x="1800" y="284"/>
                  </a:lnTo>
                  <a:lnTo>
                    <a:pt x="1803" y="281"/>
                  </a:lnTo>
                  <a:lnTo>
                    <a:pt x="1803" y="277"/>
                  </a:lnTo>
                  <a:lnTo>
                    <a:pt x="1803" y="273"/>
                  </a:lnTo>
                  <a:lnTo>
                    <a:pt x="1807" y="270"/>
                  </a:lnTo>
                  <a:lnTo>
                    <a:pt x="1811" y="266"/>
                  </a:lnTo>
                  <a:lnTo>
                    <a:pt x="1811" y="263"/>
                  </a:lnTo>
                  <a:lnTo>
                    <a:pt x="1811" y="259"/>
                  </a:lnTo>
                  <a:lnTo>
                    <a:pt x="1814" y="255"/>
                  </a:lnTo>
                  <a:lnTo>
                    <a:pt x="1818" y="252"/>
                  </a:lnTo>
                  <a:lnTo>
                    <a:pt x="1818" y="248"/>
                  </a:lnTo>
                  <a:lnTo>
                    <a:pt x="1818" y="245"/>
                  </a:lnTo>
                  <a:lnTo>
                    <a:pt x="1821" y="241"/>
                  </a:lnTo>
                  <a:lnTo>
                    <a:pt x="1821" y="237"/>
                  </a:lnTo>
                  <a:lnTo>
                    <a:pt x="1825" y="234"/>
                  </a:lnTo>
                  <a:lnTo>
                    <a:pt x="1825" y="230"/>
                  </a:lnTo>
                  <a:lnTo>
                    <a:pt x="1829" y="227"/>
                  </a:lnTo>
                  <a:lnTo>
                    <a:pt x="1829" y="223"/>
                  </a:lnTo>
                  <a:lnTo>
                    <a:pt x="1832" y="219"/>
                  </a:lnTo>
                  <a:lnTo>
                    <a:pt x="1836" y="216"/>
                  </a:lnTo>
                  <a:lnTo>
                    <a:pt x="1836" y="212"/>
                  </a:lnTo>
                  <a:lnTo>
                    <a:pt x="1836" y="209"/>
                  </a:lnTo>
                  <a:lnTo>
                    <a:pt x="1839" y="205"/>
                  </a:lnTo>
                  <a:lnTo>
                    <a:pt x="1839" y="201"/>
                  </a:lnTo>
                  <a:lnTo>
                    <a:pt x="1843" y="198"/>
                  </a:lnTo>
                  <a:lnTo>
                    <a:pt x="1847" y="194"/>
                  </a:lnTo>
                  <a:lnTo>
                    <a:pt x="1847" y="191"/>
                  </a:lnTo>
                  <a:lnTo>
                    <a:pt x="1850" y="187"/>
                  </a:lnTo>
                  <a:lnTo>
                    <a:pt x="1854" y="183"/>
                  </a:lnTo>
                  <a:lnTo>
                    <a:pt x="1857" y="180"/>
                  </a:lnTo>
                  <a:lnTo>
                    <a:pt x="1861" y="176"/>
                  </a:lnTo>
                  <a:lnTo>
                    <a:pt x="1861" y="173"/>
                  </a:lnTo>
                  <a:lnTo>
                    <a:pt x="1865" y="169"/>
                  </a:lnTo>
                  <a:lnTo>
                    <a:pt x="1868" y="165"/>
                  </a:lnTo>
                  <a:lnTo>
                    <a:pt x="1872" y="162"/>
                  </a:lnTo>
                  <a:lnTo>
                    <a:pt x="1875" y="162"/>
                  </a:lnTo>
                  <a:lnTo>
                    <a:pt x="1879" y="162"/>
                  </a:lnTo>
                  <a:lnTo>
                    <a:pt x="1883" y="162"/>
                  </a:lnTo>
                  <a:lnTo>
                    <a:pt x="1886" y="162"/>
                  </a:lnTo>
                  <a:lnTo>
                    <a:pt x="1890" y="162"/>
                  </a:lnTo>
                  <a:lnTo>
                    <a:pt x="1893" y="162"/>
                  </a:lnTo>
                  <a:lnTo>
                    <a:pt x="1897" y="165"/>
                  </a:lnTo>
                  <a:lnTo>
                    <a:pt x="1901" y="169"/>
                  </a:lnTo>
                  <a:lnTo>
                    <a:pt x="1904" y="173"/>
                  </a:lnTo>
                  <a:lnTo>
                    <a:pt x="1908" y="176"/>
                  </a:lnTo>
                  <a:lnTo>
                    <a:pt x="1911" y="180"/>
                  </a:lnTo>
                  <a:lnTo>
                    <a:pt x="1915" y="183"/>
                  </a:lnTo>
                  <a:lnTo>
                    <a:pt x="1915" y="187"/>
                  </a:lnTo>
                  <a:lnTo>
                    <a:pt x="1919" y="191"/>
                  </a:lnTo>
                  <a:lnTo>
                    <a:pt x="1922" y="194"/>
                  </a:lnTo>
                  <a:lnTo>
                    <a:pt x="1922" y="198"/>
                  </a:lnTo>
                  <a:lnTo>
                    <a:pt x="1926" y="201"/>
                  </a:lnTo>
                  <a:lnTo>
                    <a:pt x="1926" y="205"/>
                  </a:lnTo>
                  <a:lnTo>
                    <a:pt x="1929" y="209"/>
                  </a:lnTo>
                  <a:lnTo>
                    <a:pt x="1929" y="212"/>
                  </a:lnTo>
                  <a:lnTo>
                    <a:pt x="1933" y="216"/>
                  </a:lnTo>
                  <a:lnTo>
                    <a:pt x="1933" y="219"/>
                  </a:lnTo>
                  <a:lnTo>
                    <a:pt x="1937" y="223"/>
                  </a:lnTo>
                  <a:lnTo>
                    <a:pt x="1937" y="227"/>
                  </a:lnTo>
                  <a:lnTo>
                    <a:pt x="1940" y="230"/>
                  </a:lnTo>
                  <a:lnTo>
                    <a:pt x="1940" y="234"/>
                  </a:lnTo>
                  <a:lnTo>
                    <a:pt x="1940" y="237"/>
                  </a:lnTo>
                  <a:lnTo>
                    <a:pt x="1944" y="241"/>
                  </a:lnTo>
                  <a:lnTo>
                    <a:pt x="1944" y="245"/>
                  </a:lnTo>
                  <a:lnTo>
                    <a:pt x="1947" y="248"/>
                  </a:lnTo>
                  <a:lnTo>
                    <a:pt x="1947" y="252"/>
                  </a:lnTo>
                  <a:lnTo>
                    <a:pt x="1951" y="255"/>
                  </a:lnTo>
                  <a:lnTo>
                    <a:pt x="1951" y="259"/>
                  </a:lnTo>
                  <a:lnTo>
                    <a:pt x="1951" y="263"/>
                  </a:lnTo>
                  <a:lnTo>
                    <a:pt x="1955" y="266"/>
                  </a:lnTo>
                  <a:lnTo>
                    <a:pt x="1955" y="270"/>
                  </a:lnTo>
                  <a:lnTo>
                    <a:pt x="1958" y="273"/>
                  </a:lnTo>
                  <a:lnTo>
                    <a:pt x="1958" y="277"/>
                  </a:lnTo>
                  <a:lnTo>
                    <a:pt x="1958" y="281"/>
                  </a:lnTo>
                  <a:lnTo>
                    <a:pt x="1962" y="284"/>
                  </a:lnTo>
                  <a:lnTo>
                    <a:pt x="1962" y="288"/>
                  </a:lnTo>
                  <a:lnTo>
                    <a:pt x="1965" y="291"/>
                  </a:lnTo>
                  <a:lnTo>
                    <a:pt x="1965" y="295"/>
                  </a:lnTo>
                  <a:lnTo>
                    <a:pt x="1969" y="299"/>
                  </a:lnTo>
                  <a:lnTo>
                    <a:pt x="1969" y="302"/>
                  </a:lnTo>
                  <a:lnTo>
                    <a:pt x="1969" y="306"/>
                  </a:lnTo>
                  <a:lnTo>
                    <a:pt x="1973" y="309"/>
                  </a:lnTo>
                  <a:lnTo>
                    <a:pt x="1973" y="313"/>
                  </a:lnTo>
                  <a:lnTo>
                    <a:pt x="1976" y="317"/>
                  </a:lnTo>
                  <a:lnTo>
                    <a:pt x="1976" y="320"/>
                  </a:lnTo>
                  <a:lnTo>
                    <a:pt x="1980" y="324"/>
                  </a:lnTo>
                  <a:lnTo>
                    <a:pt x="1980" y="327"/>
                  </a:lnTo>
                  <a:lnTo>
                    <a:pt x="1983" y="331"/>
                  </a:lnTo>
                  <a:lnTo>
                    <a:pt x="1983" y="335"/>
                  </a:lnTo>
                  <a:lnTo>
                    <a:pt x="1987" y="338"/>
                  </a:lnTo>
                  <a:lnTo>
                    <a:pt x="1987" y="342"/>
                  </a:lnTo>
                  <a:lnTo>
                    <a:pt x="1991" y="345"/>
                  </a:lnTo>
                  <a:lnTo>
                    <a:pt x="1991" y="349"/>
                  </a:lnTo>
                  <a:lnTo>
                    <a:pt x="1994" y="353"/>
                  </a:lnTo>
                  <a:lnTo>
                    <a:pt x="1998" y="356"/>
                  </a:lnTo>
                  <a:lnTo>
                    <a:pt x="2001" y="360"/>
                  </a:lnTo>
                  <a:lnTo>
                    <a:pt x="2001" y="363"/>
                  </a:lnTo>
                  <a:lnTo>
                    <a:pt x="2005" y="367"/>
                  </a:lnTo>
                  <a:lnTo>
                    <a:pt x="2009" y="371"/>
                  </a:lnTo>
                  <a:lnTo>
                    <a:pt x="2012" y="374"/>
                  </a:lnTo>
                  <a:lnTo>
                    <a:pt x="2016" y="374"/>
                  </a:lnTo>
                  <a:lnTo>
                    <a:pt x="2019" y="378"/>
                  </a:lnTo>
                  <a:lnTo>
                    <a:pt x="2023" y="378"/>
                  </a:lnTo>
                  <a:lnTo>
                    <a:pt x="2027" y="378"/>
                  </a:lnTo>
                  <a:lnTo>
                    <a:pt x="2030" y="374"/>
                  </a:lnTo>
                  <a:lnTo>
                    <a:pt x="2034" y="374"/>
                  </a:lnTo>
                  <a:lnTo>
                    <a:pt x="2037" y="371"/>
                  </a:lnTo>
                  <a:lnTo>
                    <a:pt x="2041" y="367"/>
                  </a:lnTo>
                  <a:lnTo>
                    <a:pt x="2045" y="363"/>
                  </a:lnTo>
                  <a:lnTo>
                    <a:pt x="2048" y="360"/>
                  </a:lnTo>
                  <a:lnTo>
                    <a:pt x="2052" y="356"/>
                  </a:lnTo>
                  <a:lnTo>
                    <a:pt x="2052" y="353"/>
                  </a:lnTo>
                  <a:lnTo>
                    <a:pt x="2055" y="349"/>
                  </a:lnTo>
                  <a:lnTo>
                    <a:pt x="2055" y="345"/>
                  </a:lnTo>
                  <a:lnTo>
                    <a:pt x="2059" y="342"/>
                  </a:lnTo>
                  <a:lnTo>
                    <a:pt x="2059" y="338"/>
                  </a:lnTo>
                  <a:lnTo>
                    <a:pt x="2063" y="335"/>
                  </a:lnTo>
                  <a:lnTo>
                    <a:pt x="2063" y="331"/>
                  </a:lnTo>
                  <a:lnTo>
                    <a:pt x="2066" y="327"/>
                  </a:lnTo>
                  <a:lnTo>
                    <a:pt x="2066" y="324"/>
                  </a:lnTo>
                  <a:lnTo>
                    <a:pt x="2070" y="320"/>
                  </a:lnTo>
                  <a:lnTo>
                    <a:pt x="2070" y="317"/>
                  </a:lnTo>
                  <a:lnTo>
                    <a:pt x="2070" y="313"/>
                  </a:lnTo>
                  <a:lnTo>
                    <a:pt x="2073" y="309"/>
                  </a:lnTo>
                  <a:lnTo>
                    <a:pt x="2073" y="306"/>
                  </a:lnTo>
                  <a:lnTo>
                    <a:pt x="2077" y="302"/>
                  </a:lnTo>
                  <a:lnTo>
                    <a:pt x="2077" y="299"/>
                  </a:lnTo>
                  <a:lnTo>
                    <a:pt x="2077" y="295"/>
                  </a:lnTo>
                  <a:lnTo>
                    <a:pt x="2081" y="291"/>
                  </a:lnTo>
                  <a:lnTo>
                    <a:pt x="2081" y="288"/>
                  </a:lnTo>
                  <a:lnTo>
                    <a:pt x="2081" y="284"/>
                  </a:lnTo>
                  <a:lnTo>
                    <a:pt x="2084" y="281"/>
                  </a:lnTo>
                  <a:lnTo>
                    <a:pt x="2084" y="277"/>
                  </a:lnTo>
                  <a:lnTo>
                    <a:pt x="2088" y="273"/>
                  </a:lnTo>
                  <a:lnTo>
                    <a:pt x="2088" y="266"/>
                  </a:lnTo>
                  <a:lnTo>
                    <a:pt x="2088" y="263"/>
                  </a:lnTo>
                  <a:lnTo>
                    <a:pt x="2091" y="259"/>
                  </a:lnTo>
                  <a:lnTo>
                    <a:pt x="2091" y="255"/>
                  </a:lnTo>
                  <a:lnTo>
                    <a:pt x="2095" y="252"/>
                  </a:lnTo>
                  <a:lnTo>
                    <a:pt x="2095" y="248"/>
                  </a:lnTo>
                  <a:lnTo>
                    <a:pt x="2095" y="245"/>
                  </a:lnTo>
                  <a:lnTo>
                    <a:pt x="2099" y="241"/>
                  </a:lnTo>
                  <a:lnTo>
                    <a:pt x="2099" y="234"/>
                  </a:lnTo>
                  <a:lnTo>
                    <a:pt x="2099" y="230"/>
                  </a:lnTo>
                  <a:lnTo>
                    <a:pt x="2102" y="227"/>
                  </a:lnTo>
                  <a:lnTo>
                    <a:pt x="2102" y="223"/>
                  </a:lnTo>
                  <a:lnTo>
                    <a:pt x="2106" y="219"/>
                  </a:lnTo>
                  <a:lnTo>
                    <a:pt x="2106" y="216"/>
                  </a:lnTo>
                  <a:lnTo>
                    <a:pt x="2106" y="212"/>
                  </a:lnTo>
                  <a:lnTo>
                    <a:pt x="2109" y="209"/>
                  </a:lnTo>
                  <a:lnTo>
                    <a:pt x="2109" y="205"/>
                  </a:lnTo>
                  <a:lnTo>
                    <a:pt x="2113" y="201"/>
                  </a:lnTo>
                  <a:lnTo>
                    <a:pt x="2113" y="194"/>
                  </a:lnTo>
                  <a:lnTo>
                    <a:pt x="2113" y="191"/>
                  </a:lnTo>
                  <a:lnTo>
                    <a:pt x="2117" y="187"/>
                  </a:lnTo>
                  <a:lnTo>
                    <a:pt x="2117" y="183"/>
                  </a:lnTo>
                  <a:lnTo>
                    <a:pt x="2120" y="180"/>
                  </a:lnTo>
                  <a:lnTo>
                    <a:pt x="2120" y="176"/>
                  </a:lnTo>
                  <a:lnTo>
                    <a:pt x="2120" y="173"/>
                  </a:lnTo>
                  <a:lnTo>
                    <a:pt x="2124" y="169"/>
                  </a:lnTo>
                  <a:lnTo>
                    <a:pt x="2124" y="165"/>
                  </a:lnTo>
                  <a:lnTo>
                    <a:pt x="2127" y="162"/>
                  </a:lnTo>
                  <a:lnTo>
                    <a:pt x="2127" y="158"/>
                  </a:lnTo>
                  <a:lnTo>
                    <a:pt x="2131" y="155"/>
                  </a:lnTo>
                  <a:lnTo>
                    <a:pt x="2131" y="151"/>
                  </a:lnTo>
                  <a:lnTo>
                    <a:pt x="2135" y="147"/>
                  </a:lnTo>
                  <a:lnTo>
                    <a:pt x="2135" y="144"/>
                  </a:lnTo>
                  <a:lnTo>
                    <a:pt x="2138" y="140"/>
                  </a:lnTo>
                  <a:lnTo>
                    <a:pt x="2138" y="137"/>
                  </a:lnTo>
                  <a:lnTo>
                    <a:pt x="2142" y="133"/>
                  </a:lnTo>
                  <a:lnTo>
                    <a:pt x="2145" y="129"/>
                  </a:lnTo>
                  <a:lnTo>
                    <a:pt x="2149" y="126"/>
                  </a:lnTo>
                  <a:lnTo>
                    <a:pt x="2153" y="122"/>
                  </a:lnTo>
                  <a:lnTo>
                    <a:pt x="2156" y="119"/>
                  </a:lnTo>
                  <a:lnTo>
                    <a:pt x="2160" y="119"/>
                  </a:lnTo>
                  <a:lnTo>
                    <a:pt x="2163" y="115"/>
                  </a:lnTo>
                  <a:lnTo>
                    <a:pt x="2167" y="119"/>
                  </a:lnTo>
                  <a:lnTo>
                    <a:pt x="2171" y="119"/>
                  </a:lnTo>
                  <a:lnTo>
                    <a:pt x="2174" y="122"/>
                  </a:lnTo>
                  <a:lnTo>
                    <a:pt x="2178" y="126"/>
                  </a:lnTo>
                  <a:lnTo>
                    <a:pt x="2181" y="129"/>
                  </a:lnTo>
                  <a:lnTo>
                    <a:pt x="2185" y="133"/>
                  </a:lnTo>
                  <a:lnTo>
                    <a:pt x="2185" y="137"/>
                  </a:lnTo>
                  <a:lnTo>
                    <a:pt x="2189" y="140"/>
                  </a:lnTo>
                  <a:lnTo>
                    <a:pt x="2192" y="144"/>
                  </a:lnTo>
                  <a:lnTo>
                    <a:pt x="2192" y="147"/>
                  </a:lnTo>
                  <a:lnTo>
                    <a:pt x="2196" y="151"/>
                  </a:lnTo>
                  <a:lnTo>
                    <a:pt x="2196" y="155"/>
                  </a:lnTo>
                  <a:lnTo>
                    <a:pt x="2199" y="158"/>
                  </a:lnTo>
                  <a:lnTo>
                    <a:pt x="2199" y="162"/>
                  </a:lnTo>
                  <a:lnTo>
                    <a:pt x="2199" y="165"/>
                  </a:lnTo>
                  <a:lnTo>
                    <a:pt x="2203" y="169"/>
                  </a:lnTo>
                  <a:lnTo>
                    <a:pt x="2203" y="173"/>
                  </a:lnTo>
                  <a:lnTo>
                    <a:pt x="2207" y="176"/>
                  </a:lnTo>
                  <a:lnTo>
                    <a:pt x="2207" y="180"/>
                  </a:lnTo>
                  <a:lnTo>
                    <a:pt x="2207" y="187"/>
                  </a:lnTo>
                  <a:lnTo>
                    <a:pt x="2210" y="191"/>
                  </a:lnTo>
                  <a:lnTo>
                    <a:pt x="2210" y="194"/>
                  </a:lnTo>
                  <a:lnTo>
                    <a:pt x="2210" y="198"/>
                  </a:lnTo>
                  <a:lnTo>
                    <a:pt x="2214" y="201"/>
                  </a:lnTo>
                  <a:lnTo>
                    <a:pt x="2214" y="209"/>
                  </a:lnTo>
                  <a:lnTo>
                    <a:pt x="2217" y="212"/>
                  </a:lnTo>
                  <a:lnTo>
                    <a:pt x="2217" y="216"/>
                  </a:lnTo>
                  <a:lnTo>
                    <a:pt x="2217" y="219"/>
                  </a:lnTo>
                  <a:lnTo>
                    <a:pt x="2221" y="227"/>
                  </a:lnTo>
                  <a:lnTo>
                    <a:pt x="2221" y="230"/>
                  </a:lnTo>
                  <a:lnTo>
                    <a:pt x="2225" y="234"/>
                  </a:lnTo>
                  <a:lnTo>
                    <a:pt x="2225" y="241"/>
                  </a:lnTo>
                  <a:lnTo>
                    <a:pt x="2225" y="245"/>
                  </a:lnTo>
                  <a:lnTo>
                    <a:pt x="2228" y="248"/>
                  </a:lnTo>
                  <a:lnTo>
                    <a:pt x="2228" y="255"/>
                  </a:lnTo>
                  <a:lnTo>
                    <a:pt x="2232" y="259"/>
                  </a:lnTo>
                  <a:lnTo>
                    <a:pt x="2232" y="266"/>
                  </a:lnTo>
                  <a:lnTo>
                    <a:pt x="2232" y="270"/>
                  </a:lnTo>
                  <a:lnTo>
                    <a:pt x="2235" y="273"/>
                  </a:lnTo>
                  <a:lnTo>
                    <a:pt x="2235" y="281"/>
                  </a:lnTo>
                  <a:lnTo>
                    <a:pt x="2235" y="284"/>
                  </a:lnTo>
                  <a:lnTo>
                    <a:pt x="2239" y="291"/>
                  </a:lnTo>
                  <a:lnTo>
                    <a:pt x="2239" y="295"/>
                  </a:lnTo>
                  <a:lnTo>
                    <a:pt x="2243" y="302"/>
                  </a:lnTo>
                  <a:lnTo>
                    <a:pt x="2243" y="306"/>
                  </a:lnTo>
                  <a:lnTo>
                    <a:pt x="2243" y="309"/>
                  </a:lnTo>
                  <a:lnTo>
                    <a:pt x="2246" y="317"/>
                  </a:lnTo>
                  <a:lnTo>
                    <a:pt x="2246" y="320"/>
                  </a:lnTo>
                  <a:lnTo>
                    <a:pt x="2250" y="327"/>
                  </a:lnTo>
                  <a:lnTo>
                    <a:pt x="2250" y="331"/>
                  </a:lnTo>
                  <a:lnTo>
                    <a:pt x="2250" y="335"/>
                  </a:lnTo>
                  <a:lnTo>
                    <a:pt x="2253" y="342"/>
                  </a:lnTo>
                  <a:lnTo>
                    <a:pt x="2253" y="345"/>
                  </a:lnTo>
                  <a:lnTo>
                    <a:pt x="2253" y="349"/>
                  </a:lnTo>
                  <a:lnTo>
                    <a:pt x="2257" y="356"/>
                  </a:lnTo>
                  <a:lnTo>
                    <a:pt x="2257" y="360"/>
                  </a:lnTo>
                  <a:lnTo>
                    <a:pt x="2261" y="363"/>
                  </a:lnTo>
                  <a:lnTo>
                    <a:pt x="2261" y="367"/>
                  </a:lnTo>
                  <a:lnTo>
                    <a:pt x="2261" y="374"/>
                  </a:lnTo>
                  <a:lnTo>
                    <a:pt x="2264" y="378"/>
                  </a:lnTo>
                  <a:lnTo>
                    <a:pt x="2264" y="381"/>
                  </a:lnTo>
                  <a:lnTo>
                    <a:pt x="2268" y="385"/>
                  </a:lnTo>
                  <a:lnTo>
                    <a:pt x="2268" y="389"/>
                  </a:lnTo>
                  <a:lnTo>
                    <a:pt x="2268" y="392"/>
                  </a:lnTo>
                  <a:lnTo>
                    <a:pt x="2271" y="396"/>
                  </a:lnTo>
                  <a:lnTo>
                    <a:pt x="2271" y="399"/>
                  </a:lnTo>
                  <a:lnTo>
                    <a:pt x="2275" y="403"/>
                  </a:lnTo>
                  <a:lnTo>
                    <a:pt x="2275" y="407"/>
                  </a:lnTo>
                  <a:lnTo>
                    <a:pt x="2275" y="410"/>
                  </a:lnTo>
                  <a:lnTo>
                    <a:pt x="2279" y="414"/>
                  </a:lnTo>
                  <a:lnTo>
                    <a:pt x="2279" y="417"/>
                  </a:lnTo>
                  <a:lnTo>
                    <a:pt x="2282" y="421"/>
                  </a:lnTo>
                  <a:lnTo>
                    <a:pt x="2282" y="425"/>
                  </a:lnTo>
                  <a:lnTo>
                    <a:pt x="2286" y="428"/>
                  </a:lnTo>
                  <a:lnTo>
                    <a:pt x="2286" y="432"/>
                  </a:lnTo>
                  <a:lnTo>
                    <a:pt x="2289" y="435"/>
                  </a:lnTo>
                  <a:lnTo>
                    <a:pt x="2293" y="439"/>
                  </a:lnTo>
                  <a:lnTo>
                    <a:pt x="2297" y="443"/>
                  </a:lnTo>
                  <a:lnTo>
                    <a:pt x="2300" y="443"/>
                  </a:lnTo>
                  <a:lnTo>
                    <a:pt x="2304" y="446"/>
                  </a:lnTo>
                  <a:lnTo>
                    <a:pt x="2307" y="443"/>
                  </a:lnTo>
                  <a:lnTo>
                    <a:pt x="2311" y="443"/>
                  </a:lnTo>
                  <a:lnTo>
                    <a:pt x="2315" y="439"/>
                  </a:lnTo>
                  <a:lnTo>
                    <a:pt x="2318" y="435"/>
                  </a:lnTo>
                  <a:lnTo>
                    <a:pt x="2322" y="432"/>
                  </a:lnTo>
                  <a:lnTo>
                    <a:pt x="2322" y="428"/>
                  </a:lnTo>
                  <a:lnTo>
                    <a:pt x="2325" y="425"/>
                  </a:lnTo>
                  <a:lnTo>
                    <a:pt x="2325" y="421"/>
                  </a:lnTo>
                  <a:lnTo>
                    <a:pt x="2329" y="417"/>
                  </a:lnTo>
                  <a:lnTo>
                    <a:pt x="2329" y="414"/>
                  </a:lnTo>
                  <a:lnTo>
                    <a:pt x="2329" y="410"/>
                  </a:lnTo>
                  <a:lnTo>
                    <a:pt x="2333" y="407"/>
                  </a:lnTo>
                  <a:lnTo>
                    <a:pt x="2333" y="403"/>
                  </a:lnTo>
                  <a:lnTo>
                    <a:pt x="2336" y="399"/>
                  </a:lnTo>
                  <a:lnTo>
                    <a:pt x="2336" y="396"/>
                  </a:lnTo>
                  <a:lnTo>
                    <a:pt x="2336" y="392"/>
                  </a:lnTo>
                  <a:lnTo>
                    <a:pt x="2340" y="389"/>
                  </a:lnTo>
                  <a:lnTo>
                    <a:pt x="2340" y="381"/>
                  </a:lnTo>
                  <a:lnTo>
                    <a:pt x="2340" y="378"/>
                  </a:lnTo>
                  <a:lnTo>
                    <a:pt x="2343" y="374"/>
                  </a:lnTo>
                  <a:lnTo>
                    <a:pt x="2343" y="367"/>
                  </a:lnTo>
                  <a:lnTo>
                    <a:pt x="2347" y="363"/>
                  </a:lnTo>
                  <a:lnTo>
                    <a:pt x="2347" y="360"/>
                  </a:lnTo>
                  <a:lnTo>
                    <a:pt x="2347" y="353"/>
                  </a:lnTo>
                  <a:lnTo>
                    <a:pt x="2351" y="349"/>
                  </a:lnTo>
                  <a:lnTo>
                    <a:pt x="2351" y="342"/>
                  </a:lnTo>
                  <a:lnTo>
                    <a:pt x="2354" y="335"/>
                  </a:lnTo>
                  <a:lnTo>
                    <a:pt x="2354" y="331"/>
                  </a:lnTo>
                  <a:lnTo>
                    <a:pt x="2354" y="324"/>
                  </a:lnTo>
                  <a:lnTo>
                    <a:pt x="2358" y="317"/>
                  </a:lnTo>
                  <a:lnTo>
                    <a:pt x="2358" y="313"/>
                  </a:lnTo>
                  <a:lnTo>
                    <a:pt x="2361" y="306"/>
                  </a:lnTo>
                  <a:lnTo>
                    <a:pt x="2361" y="299"/>
                  </a:lnTo>
                  <a:lnTo>
                    <a:pt x="2361" y="291"/>
                  </a:lnTo>
                  <a:lnTo>
                    <a:pt x="2365" y="288"/>
                  </a:lnTo>
                  <a:lnTo>
                    <a:pt x="2365" y="281"/>
                  </a:lnTo>
                  <a:lnTo>
                    <a:pt x="2365" y="273"/>
                  </a:lnTo>
                  <a:lnTo>
                    <a:pt x="2369" y="266"/>
                  </a:lnTo>
                  <a:lnTo>
                    <a:pt x="2369" y="259"/>
                  </a:lnTo>
                  <a:lnTo>
                    <a:pt x="2372" y="252"/>
                  </a:lnTo>
                  <a:lnTo>
                    <a:pt x="2372" y="245"/>
                  </a:lnTo>
                  <a:lnTo>
                    <a:pt x="2372" y="241"/>
                  </a:lnTo>
                  <a:lnTo>
                    <a:pt x="2376" y="234"/>
                  </a:lnTo>
                  <a:lnTo>
                    <a:pt x="2376" y="227"/>
                  </a:lnTo>
                  <a:lnTo>
                    <a:pt x="2379" y="219"/>
                  </a:lnTo>
                  <a:lnTo>
                    <a:pt x="2379" y="212"/>
                  </a:lnTo>
                  <a:lnTo>
                    <a:pt x="2379" y="205"/>
                  </a:lnTo>
                  <a:lnTo>
                    <a:pt x="2383" y="198"/>
                  </a:lnTo>
                  <a:lnTo>
                    <a:pt x="2383" y="191"/>
                  </a:lnTo>
                  <a:lnTo>
                    <a:pt x="2383" y="183"/>
                  </a:lnTo>
                  <a:lnTo>
                    <a:pt x="2387" y="176"/>
                  </a:lnTo>
                  <a:lnTo>
                    <a:pt x="2387" y="173"/>
                  </a:lnTo>
                  <a:lnTo>
                    <a:pt x="2390" y="165"/>
                  </a:lnTo>
                  <a:lnTo>
                    <a:pt x="2390" y="158"/>
                  </a:lnTo>
                  <a:lnTo>
                    <a:pt x="2390" y="151"/>
                  </a:lnTo>
                  <a:lnTo>
                    <a:pt x="2394" y="144"/>
                  </a:lnTo>
                  <a:lnTo>
                    <a:pt x="2394" y="137"/>
                  </a:lnTo>
                  <a:lnTo>
                    <a:pt x="2397" y="129"/>
                  </a:lnTo>
                  <a:lnTo>
                    <a:pt x="2397" y="126"/>
                  </a:lnTo>
                  <a:lnTo>
                    <a:pt x="2397" y="119"/>
                  </a:lnTo>
                  <a:lnTo>
                    <a:pt x="2401" y="111"/>
                  </a:lnTo>
                  <a:lnTo>
                    <a:pt x="2401" y="108"/>
                  </a:lnTo>
                  <a:lnTo>
                    <a:pt x="2405" y="101"/>
                  </a:lnTo>
                  <a:lnTo>
                    <a:pt x="2405" y="93"/>
                  </a:lnTo>
                  <a:lnTo>
                    <a:pt x="2405" y="90"/>
                  </a:lnTo>
                  <a:lnTo>
                    <a:pt x="2408" y="83"/>
                  </a:lnTo>
                  <a:lnTo>
                    <a:pt x="2408" y="79"/>
                  </a:lnTo>
                  <a:lnTo>
                    <a:pt x="2408" y="72"/>
                  </a:lnTo>
                  <a:lnTo>
                    <a:pt x="2412" y="68"/>
                  </a:lnTo>
                  <a:lnTo>
                    <a:pt x="2412" y="61"/>
                  </a:lnTo>
                  <a:lnTo>
                    <a:pt x="2415" y="57"/>
                  </a:lnTo>
                  <a:lnTo>
                    <a:pt x="2415" y="54"/>
                  </a:lnTo>
                  <a:lnTo>
                    <a:pt x="2415" y="47"/>
                  </a:lnTo>
                  <a:lnTo>
                    <a:pt x="2419" y="43"/>
                  </a:lnTo>
                  <a:lnTo>
                    <a:pt x="2419" y="39"/>
                  </a:lnTo>
                  <a:lnTo>
                    <a:pt x="2423" y="36"/>
                  </a:lnTo>
                  <a:lnTo>
                    <a:pt x="2423" y="32"/>
                  </a:lnTo>
                  <a:lnTo>
                    <a:pt x="2423" y="29"/>
                  </a:lnTo>
                  <a:lnTo>
                    <a:pt x="2426" y="25"/>
                  </a:lnTo>
                  <a:lnTo>
                    <a:pt x="2426" y="21"/>
                  </a:lnTo>
                  <a:lnTo>
                    <a:pt x="2426" y="18"/>
                  </a:lnTo>
                  <a:lnTo>
                    <a:pt x="2430" y="14"/>
                  </a:lnTo>
                  <a:lnTo>
                    <a:pt x="2433" y="11"/>
                  </a:lnTo>
                  <a:lnTo>
                    <a:pt x="2433" y="7"/>
                  </a:lnTo>
                  <a:lnTo>
                    <a:pt x="2437" y="3"/>
                  </a:lnTo>
                  <a:lnTo>
                    <a:pt x="2441" y="0"/>
                  </a:lnTo>
                  <a:lnTo>
                    <a:pt x="2444" y="0"/>
                  </a:lnTo>
                  <a:lnTo>
                    <a:pt x="2448" y="0"/>
                  </a:lnTo>
                  <a:lnTo>
                    <a:pt x="2451" y="3"/>
                  </a:lnTo>
                  <a:lnTo>
                    <a:pt x="2455" y="7"/>
                  </a:lnTo>
                  <a:lnTo>
                    <a:pt x="2459" y="11"/>
                  </a:lnTo>
                  <a:lnTo>
                    <a:pt x="2459" y="14"/>
                  </a:lnTo>
                  <a:lnTo>
                    <a:pt x="2462" y="18"/>
                  </a:lnTo>
                  <a:lnTo>
                    <a:pt x="2462" y="21"/>
                  </a:lnTo>
                  <a:lnTo>
                    <a:pt x="2466" y="25"/>
                  </a:lnTo>
                  <a:lnTo>
                    <a:pt x="2466" y="29"/>
                  </a:lnTo>
                  <a:lnTo>
                    <a:pt x="2466" y="32"/>
                  </a:lnTo>
                  <a:lnTo>
                    <a:pt x="2469" y="39"/>
                  </a:lnTo>
                  <a:lnTo>
                    <a:pt x="2469" y="43"/>
                  </a:lnTo>
                  <a:lnTo>
                    <a:pt x="2469" y="47"/>
                  </a:lnTo>
                  <a:lnTo>
                    <a:pt x="2473" y="54"/>
                  </a:lnTo>
                  <a:lnTo>
                    <a:pt x="2473" y="57"/>
                  </a:lnTo>
                  <a:lnTo>
                    <a:pt x="2477" y="65"/>
                  </a:lnTo>
                  <a:lnTo>
                    <a:pt x="2477" y="68"/>
                  </a:lnTo>
                  <a:lnTo>
                    <a:pt x="2477" y="75"/>
                  </a:lnTo>
                  <a:lnTo>
                    <a:pt x="2480" y="83"/>
                  </a:lnTo>
                  <a:lnTo>
                    <a:pt x="2480" y="86"/>
                  </a:lnTo>
                  <a:lnTo>
                    <a:pt x="2484" y="93"/>
                  </a:lnTo>
                  <a:lnTo>
                    <a:pt x="2484" y="101"/>
                  </a:lnTo>
                  <a:lnTo>
                    <a:pt x="2484" y="108"/>
                  </a:lnTo>
                  <a:lnTo>
                    <a:pt x="2487" y="115"/>
                  </a:lnTo>
                  <a:lnTo>
                    <a:pt x="2487" y="122"/>
                  </a:lnTo>
                  <a:lnTo>
                    <a:pt x="2491" y="133"/>
                  </a:lnTo>
                  <a:lnTo>
                    <a:pt x="2491" y="140"/>
                  </a:lnTo>
                  <a:lnTo>
                    <a:pt x="2491" y="147"/>
                  </a:lnTo>
                  <a:lnTo>
                    <a:pt x="2495" y="158"/>
                  </a:lnTo>
                  <a:lnTo>
                    <a:pt x="2495" y="165"/>
                  </a:lnTo>
                  <a:lnTo>
                    <a:pt x="2495" y="173"/>
                  </a:lnTo>
                  <a:lnTo>
                    <a:pt x="2498" y="183"/>
                  </a:lnTo>
                  <a:lnTo>
                    <a:pt x="2498" y="191"/>
                  </a:lnTo>
                  <a:lnTo>
                    <a:pt x="2502" y="201"/>
                  </a:lnTo>
                  <a:lnTo>
                    <a:pt x="2502" y="212"/>
                  </a:lnTo>
                  <a:lnTo>
                    <a:pt x="2502" y="219"/>
                  </a:lnTo>
                  <a:lnTo>
                    <a:pt x="2505" y="230"/>
                  </a:lnTo>
                  <a:lnTo>
                    <a:pt x="2505" y="241"/>
                  </a:lnTo>
                  <a:lnTo>
                    <a:pt x="2509" y="248"/>
                  </a:lnTo>
                  <a:lnTo>
                    <a:pt x="2509" y="259"/>
                  </a:lnTo>
                  <a:lnTo>
                    <a:pt x="2509" y="270"/>
                  </a:lnTo>
                  <a:lnTo>
                    <a:pt x="2513" y="281"/>
                  </a:lnTo>
                  <a:lnTo>
                    <a:pt x="2513" y="291"/>
                  </a:lnTo>
                  <a:lnTo>
                    <a:pt x="2513" y="302"/>
                  </a:lnTo>
                  <a:lnTo>
                    <a:pt x="2516" y="313"/>
                  </a:lnTo>
                  <a:lnTo>
                    <a:pt x="2516" y="324"/>
                  </a:lnTo>
                  <a:lnTo>
                    <a:pt x="2520" y="331"/>
                  </a:lnTo>
                  <a:lnTo>
                    <a:pt x="2520" y="342"/>
                  </a:lnTo>
                  <a:lnTo>
                    <a:pt x="2520" y="353"/>
                  </a:lnTo>
                  <a:lnTo>
                    <a:pt x="2523" y="363"/>
                  </a:lnTo>
                  <a:lnTo>
                    <a:pt x="2523" y="374"/>
                  </a:lnTo>
                  <a:lnTo>
                    <a:pt x="2527" y="385"/>
                  </a:lnTo>
                  <a:lnTo>
                    <a:pt x="2527" y="396"/>
                  </a:lnTo>
                  <a:lnTo>
                    <a:pt x="2527" y="407"/>
                  </a:lnTo>
                  <a:lnTo>
                    <a:pt x="2531" y="417"/>
                  </a:lnTo>
                  <a:lnTo>
                    <a:pt x="2531" y="428"/>
                  </a:lnTo>
                  <a:lnTo>
                    <a:pt x="2534" y="439"/>
                  </a:lnTo>
                  <a:lnTo>
                    <a:pt x="2534" y="450"/>
                  </a:lnTo>
                  <a:lnTo>
                    <a:pt x="2534" y="461"/>
                  </a:lnTo>
                  <a:lnTo>
                    <a:pt x="2538" y="471"/>
                  </a:lnTo>
                  <a:lnTo>
                    <a:pt x="2538" y="479"/>
                  </a:lnTo>
                  <a:lnTo>
                    <a:pt x="2538" y="489"/>
                  </a:lnTo>
                  <a:lnTo>
                    <a:pt x="2541" y="500"/>
                  </a:lnTo>
                  <a:lnTo>
                    <a:pt x="2541" y="511"/>
                  </a:lnTo>
                  <a:lnTo>
                    <a:pt x="2545" y="522"/>
                  </a:lnTo>
                  <a:lnTo>
                    <a:pt x="2545" y="529"/>
                  </a:lnTo>
                  <a:lnTo>
                    <a:pt x="2545" y="540"/>
                  </a:lnTo>
                  <a:lnTo>
                    <a:pt x="2549" y="547"/>
                  </a:lnTo>
                  <a:lnTo>
                    <a:pt x="2549" y="558"/>
                  </a:lnTo>
                  <a:lnTo>
                    <a:pt x="2552" y="565"/>
                  </a:lnTo>
                  <a:lnTo>
                    <a:pt x="2552" y="576"/>
                  </a:lnTo>
                  <a:lnTo>
                    <a:pt x="2552" y="583"/>
                  </a:lnTo>
                  <a:lnTo>
                    <a:pt x="2556" y="590"/>
                  </a:lnTo>
                  <a:lnTo>
                    <a:pt x="2556" y="601"/>
                  </a:lnTo>
                  <a:lnTo>
                    <a:pt x="2556" y="608"/>
                  </a:lnTo>
                  <a:lnTo>
                    <a:pt x="2559" y="615"/>
                  </a:lnTo>
                  <a:lnTo>
                    <a:pt x="2559" y="623"/>
                  </a:lnTo>
                  <a:lnTo>
                    <a:pt x="2563" y="630"/>
                  </a:lnTo>
                  <a:lnTo>
                    <a:pt x="2563" y="637"/>
                  </a:lnTo>
                  <a:lnTo>
                    <a:pt x="2563" y="644"/>
                  </a:lnTo>
                  <a:lnTo>
                    <a:pt x="2567" y="648"/>
                  </a:lnTo>
                  <a:lnTo>
                    <a:pt x="2567" y="655"/>
                  </a:lnTo>
                  <a:lnTo>
                    <a:pt x="2570" y="659"/>
                  </a:lnTo>
                  <a:lnTo>
                    <a:pt x="2570" y="666"/>
                  </a:lnTo>
                  <a:lnTo>
                    <a:pt x="2570" y="669"/>
                  </a:lnTo>
                  <a:lnTo>
                    <a:pt x="2574" y="673"/>
                  </a:lnTo>
                  <a:lnTo>
                    <a:pt x="2574" y="680"/>
                  </a:lnTo>
                  <a:lnTo>
                    <a:pt x="2577" y="684"/>
                  </a:lnTo>
                  <a:lnTo>
                    <a:pt x="2577" y="687"/>
                  </a:lnTo>
                  <a:lnTo>
                    <a:pt x="2581" y="691"/>
                  </a:lnTo>
                  <a:lnTo>
                    <a:pt x="2581" y="695"/>
                  </a:lnTo>
                  <a:lnTo>
                    <a:pt x="2585" y="698"/>
                  </a:lnTo>
                  <a:lnTo>
                    <a:pt x="2588" y="698"/>
                  </a:lnTo>
                  <a:lnTo>
                    <a:pt x="2592" y="698"/>
                  </a:lnTo>
                  <a:lnTo>
                    <a:pt x="2595" y="695"/>
                  </a:lnTo>
                  <a:lnTo>
                    <a:pt x="2595" y="691"/>
                  </a:lnTo>
                  <a:lnTo>
                    <a:pt x="2599" y="687"/>
                  </a:lnTo>
                  <a:lnTo>
                    <a:pt x="2599" y="684"/>
                  </a:lnTo>
                  <a:lnTo>
                    <a:pt x="2599" y="680"/>
                  </a:lnTo>
                  <a:lnTo>
                    <a:pt x="2603" y="677"/>
                  </a:lnTo>
                  <a:lnTo>
                    <a:pt x="2603" y="673"/>
                  </a:lnTo>
                  <a:lnTo>
                    <a:pt x="2606" y="666"/>
                  </a:lnTo>
                  <a:lnTo>
                    <a:pt x="2606" y="662"/>
                  </a:lnTo>
                  <a:lnTo>
                    <a:pt x="2606" y="655"/>
                  </a:lnTo>
                  <a:lnTo>
                    <a:pt x="2610" y="648"/>
                  </a:lnTo>
                  <a:lnTo>
                    <a:pt x="2610" y="641"/>
                  </a:lnTo>
                  <a:lnTo>
                    <a:pt x="2613" y="633"/>
                  </a:lnTo>
                  <a:lnTo>
                    <a:pt x="2613" y="623"/>
                  </a:lnTo>
                  <a:lnTo>
                    <a:pt x="2613" y="615"/>
                  </a:lnTo>
                  <a:lnTo>
                    <a:pt x="2617" y="605"/>
                  </a:lnTo>
                  <a:lnTo>
                    <a:pt x="2617" y="597"/>
                  </a:lnTo>
                  <a:lnTo>
                    <a:pt x="2621" y="587"/>
                  </a:lnTo>
                  <a:lnTo>
                    <a:pt x="2621" y="576"/>
                  </a:lnTo>
                  <a:lnTo>
                    <a:pt x="2621" y="565"/>
                  </a:lnTo>
                  <a:lnTo>
                    <a:pt x="2624" y="551"/>
                  </a:lnTo>
                  <a:lnTo>
                    <a:pt x="2624" y="540"/>
                  </a:lnTo>
                  <a:lnTo>
                    <a:pt x="2624" y="529"/>
                  </a:lnTo>
                  <a:lnTo>
                    <a:pt x="2628" y="515"/>
                  </a:lnTo>
                  <a:lnTo>
                    <a:pt x="2628" y="500"/>
                  </a:lnTo>
                  <a:lnTo>
                    <a:pt x="2631" y="486"/>
                  </a:lnTo>
                  <a:lnTo>
                    <a:pt x="2631" y="471"/>
                  </a:lnTo>
                  <a:lnTo>
                    <a:pt x="2631" y="457"/>
                  </a:lnTo>
                  <a:lnTo>
                    <a:pt x="2635" y="439"/>
                  </a:lnTo>
                  <a:lnTo>
                    <a:pt x="2635" y="425"/>
                  </a:lnTo>
                  <a:lnTo>
                    <a:pt x="2639" y="407"/>
                  </a:lnTo>
                  <a:lnTo>
                    <a:pt x="2639" y="392"/>
                  </a:lnTo>
                  <a:lnTo>
                    <a:pt x="2639" y="374"/>
                  </a:lnTo>
                  <a:lnTo>
                    <a:pt x="2642" y="356"/>
                  </a:lnTo>
                  <a:lnTo>
                    <a:pt x="2642" y="338"/>
                  </a:lnTo>
                  <a:lnTo>
                    <a:pt x="2642" y="320"/>
                  </a:lnTo>
                  <a:lnTo>
                    <a:pt x="2646" y="299"/>
                  </a:lnTo>
                  <a:lnTo>
                    <a:pt x="2646" y="281"/>
                  </a:lnTo>
                  <a:lnTo>
                    <a:pt x="2649" y="259"/>
                  </a:lnTo>
                  <a:lnTo>
                    <a:pt x="2649" y="241"/>
                  </a:lnTo>
                  <a:lnTo>
                    <a:pt x="2649" y="219"/>
                  </a:lnTo>
                  <a:lnTo>
                    <a:pt x="2653" y="198"/>
                  </a:lnTo>
                  <a:lnTo>
                    <a:pt x="2653" y="176"/>
                  </a:lnTo>
                  <a:lnTo>
                    <a:pt x="2657" y="155"/>
                  </a:lnTo>
                  <a:lnTo>
                    <a:pt x="2657" y="133"/>
                  </a:lnTo>
                  <a:lnTo>
                    <a:pt x="2657" y="108"/>
                  </a:lnTo>
                  <a:lnTo>
                    <a:pt x="2660" y="86"/>
                  </a:lnTo>
                  <a:lnTo>
                    <a:pt x="2660" y="61"/>
                  </a:lnTo>
                  <a:lnTo>
                    <a:pt x="2664" y="39"/>
                  </a:lnTo>
                  <a:lnTo>
                    <a:pt x="2664" y="14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4" name="Freeform 122"/>
            <p:cNvSpPr>
              <a:spLocks/>
            </p:cNvSpPr>
            <p:nvPr/>
          </p:nvSpPr>
          <p:spPr bwMode="auto">
            <a:xfrm>
              <a:off x="3413" y="1048"/>
              <a:ext cx="122" cy="1778"/>
            </a:xfrm>
            <a:custGeom>
              <a:avLst/>
              <a:gdLst/>
              <a:ahLst/>
              <a:cxnLst>
                <a:cxn ang="0">
                  <a:pos x="0" y="1753"/>
                </a:cxn>
                <a:cxn ang="0">
                  <a:pos x="3" y="1706"/>
                </a:cxn>
                <a:cxn ang="0">
                  <a:pos x="7" y="1656"/>
                </a:cxn>
                <a:cxn ang="0">
                  <a:pos x="11" y="1602"/>
                </a:cxn>
                <a:cxn ang="0">
                  <a:pos x="11" y="1551"/>
                </a:cxn>
                <a:cxn ang="0">
                  <a:pos x="14" y="1497"/>
                </a:cxn>
                <a:cxn ang="0">
                  <a:pos x="18" y="1443"/>
                </a:cxn>
                <a:cxn ang="0">
                  <a:pos x="21" y="1389"/>
                </a:cxn>
                <a:cxn ang="0">
                  <a:pos x="21" y="1335"/>
                </a:cxn>
                <a:cxn ang="0">
                  <a:pos x="25" y="1281"/>
                </a:cxn>
                <a:cxn ang="0">
                  <a:pos x="29" y="1224"/>
                </a:cxn>
                <a:cxn ang="0">
                  <a:pos x="32" y="1170"/>
                </a:cxn>
                <a:cxn ang="0">
                  <a:pos x="36" y="1112"/>
                </a:cxn>
                <a:cxn ang="0">
                  <a:pos x="36" y="1058"/>
                </a:cxn>
                <a:cxn ang="0">
                  <a:pos x="39" y="1004"/>
                </a:cxn>
                <a:cxn ang="0">
                  <a:pos x="43" y="950"/>
                </a:cxn>
                <a:cxn ang="0">
                  <a:pos x="47" y="896"/>
                </a:cxn>
                <a:cxn ang="0">
                  <a:pos x="47" y="842"/>
                </a:cxn>
                <a:cxn ang="0">
                  <a:pos x="50" y="788"/>
                </a:cxn>
                <a:cxn ang="0">
                  <a:pos x="54" y="738"/>
                </a:cxn>
                <a:cxn ang="0">
                  <a:pos x="57" y="684"/>
                </a:cxn>
                <a:cxn ang="0">
                  <a:pos x="61" y="637"/>
                </a:cxn>
                <a:cxn ang="0">
                  <a:pos x="61" y="587"/>
                </a:cxn>
                <a:cxn ang="0">
                  <a:pos x="65" y="540"/>
                </a:cxn>
                <a:cxn ang="0">
                  <a:pos x="68" y="493"/>
                </a:cxn>
                <a:cxn ang="0">
                  <a:pos x="72" y="450"/>
                </a:cxn>
                <a:cxn ang="0">
                  <a:pos x="72" y="407"/>
                </a:cxn>
                <a:cxn ang="0">
                  <a:pos x="75" y="364"/>
                </a:cxn>
                <a:cxn ang="0">
                  <a:pos x="79" y="324"/>
                </a:cxn>
                <a:cxn ang="0">
                  <a:pos x="83" y="288"/>
                </a:cxn>
                <a:cxn ang="0">
                  <a:pos x="86" y="252"/>
                </a:cxn>
                <a:cxn ang="0">
                  <a:pos x="86" y="220"/>
                </a:cxn>
                <a:cxn ang="0">
                  <a:pos x="90" y="187"/>
                </a:cxn>
                <a:cxn ang="0">
                  <a:pos x="93" y="158"/>
                </a:cxn>
                <a:cxn ang="0">
                  <a:pos x="97" y="133"/>
                </a:cxn>
                <a:cxn ang="0">
                  <a:pos x="97" y="108"/>
                </a:cxn>
                <a:cxn ang="0">
                  <a:pos x="101" y="86"/>
                </a:cxn>
                <a:cxn ang="0">
                  <a:pos x="104" y="65"/>
                </a:cxn>
                <a:cxn ang="0">
                  <a:pos x="108" y="50"/>
                </a:cxn>
                <a:cxn ang="0">
                  <a:pos x="111" y="36"/>
                </a:cxn>
                <a:cxn ang="0">
                  <a:pos x="111" y="22"/>
                </a:cxn>
                <a:cxn ang="0">
                  <a:pos x="115" y="14"/>
                </a:cxn>
                <a:cxn ang="0">
                  <a:pos x="119" y="7"/>
                </a:cxn>
                <a:cxn ang="0">
                  <a:pos x="122" y="0"/>
                </a:cxn>
              </a:cxnLst>
              <a:rect l="0" t="0" r="r" b="b"/>
              <a:pathLst>
                <a:path w="122" h="1778">
                  <a:moveTo>
                    <a:pt x="0" y="1778"/>
                  </a:moveTo>
                  <a:lnTo>
                    <a:pt x="0" y="1753"/>
                  </a:lnTo>
                  <a:lnTo>
                    <a:pt x="3" y="1731"/>
                  </a:lnTo>
                  <a:lnTo>
                    <a:pt x="3" y="1706"/>
                  </a:lnTo>
                  <a:lnTo>
                    <a:pt x="3" y="1681"/>
                  </a:lnTo>
                  <a:lnTo>
                    <a:pt x="7" y="1656"/>
                  </a:lnTo>
                  <a:lnTo>
                    <a:pt x="7" y="1631"/>
                  </a:lnTo>
                  <a:lnTo>
                    <a:pt x="11" y="1602"/>
                  </a:lnTo>
                  <a:lnTo>
                    <a:pt x="11" y="1577"/>
                  </a:lnTo>
                  <a:lnTo>
                    <a:pt x="11" y="1551"/>
                  </a:lnTo>
                  <a:lnTo>
                    <a:pt x="14" y="1523"/>
                  </a:lnTo>
                  <a:lnTo>
                    <a:pt x="14" y="1497"/>
                  </a:lnTo>
                  <a:lnTo>
                    <a:pt x="18" y="1472"/>
                  </a:lnTo>
                  <a:lnTo>
                    <a:pt x="18" y="1443"/>
                  </a:lnTo>
                  <a:lnTo>
                    <a:pt x="18" y="1418"/>
                  </a:lnTo>
                  <a:lnTo>
                    <a:pt x="21" y="1389"/>
                  </a:lnTo>
                  <a:lnTo>
                    <a:pt x="21" y="1361"/>
                  </a:lnTo>
                  <a:lnTo>
                    <a:pt x="21" y="1335"/>
                  </a:lnTo>
                  <a:lnTo>
                    <a:pt x="25" y="1307"/>
                  </a:lnTo>
                  <a:lnTo>
                    <a:pt x="25" y="1281"/>
                  </a:lnTo>
                  <a:lnTo>
                    <a:pt x="29" y="1253"/>
                  </a:lnTo>
                  <a:lnTo>
                    <a:pt x="29" y="1224"/>
                  </a:lnTo>
                  <a:lnTo>
                    <a:pt x="29" y="1195"/>
                  </a:lnTo>
                  <a:lnTo>
                    <a:pt x="32" y="1170"/>
                  </a:lnTo>
                  <a:lnTo>
                    <a:pt x="32" y="1141"/>
                  </a:lnTo>
                  <a:lnTo>
                    <a:pt x="36" y="1112"/>
                  </a:lnTo>
                  <a:lnTo>
                    <a:pt x="36" y="1087"/>
                  </a:lnTo>
                  <a:lnTo>
                    <a:pt x="36" y="1058"/>
                  </a:lnTo>
                  <a:lnTo>
                    <a:pt x="39" y="1029"/>
                  </a:lnTo>
                  <a:lnTo>
                    <a:pt x="39" y="1004"/>
                  </a:lnTo>
                  <a:lnTo>
                    <a:pt x="43" y="975"/>
                  </a:lnTo>
                  <a:lnTo>
                    <a:pt x="43" y="950"/>
                  </a:lnTo>
                  <a:lnTo>
                    <a:pt x="43" y="921"/>
                  </a:lnTo>
                  <a:lnTo>
                    <a:pt x="47" y="896"/>
                  </a:lnTo>
                  <a:lnTo>
                    <a:pt x="47" y="867"/>
                  </a:lnTo>
                  <a:lnTo>
                    <a:pt x="47" y="842"/>
                  </a:lnTo>
                  <a:lnTo>
                    <a:pt x="50" y="813"/>
                  </a:lnTo>
                  <a:lnTo>
                    <a:pt x="50" y="788"/>
                  </a:lnTo>
                  <a:lnTo>
                    <a:pt x="54" y="763"/>
                  </a:lnTo>
                  <a:lnTo>
                    <a:pt x="54" y="738"/>
                  </a:lnTo>
                  <a:lnTo>
                    <a:pt x="54" y="709"/>
                  </a:lnTo>
                  <a:lnTo>
                    <a:pt x="57" y="684"/>
                  </a:lnTo>
                  <a:lnTo>
                    <a:pt x="57" y="659"/>
                  </a:lnTo>
                  <a:lnTo>
                    <a:pt x="61" y="637"/>
                  </a:lnTo>
                  <a:lnTo>
                    <a:pt x="61" y="612"/>
                  </a:lnTo>
                  <a:lnTo>
                    <a:pt x="61" y="587"/>
                  </a:lnTo>
                  <a:lnTo>
                    <a:pt x="65" y="562"/>
                  </a:lnTo>
                  <a:lnTo>
                    <a:pt x="65" y="540"/>
                  </a:lnTo>
                  <a:lnTo>
                    <a:pt x="68" y="515"/>
                  </a:lnTo>
                  <a:lnTo>
                    <a:pt x="68" y="493"/>
                  </a:lnTo>
                  <a:lnTo>
                    <a:pt x="68" y="472"/>
                  </a:lnTo>
                  <a:lnTo>
                    <a:pt x="72" y="450"/>
                  </a:lnTo>
                  <a:lnTo>
                    <a:pt x="72" y="428"/>
                  </a:lnTo>
                  <a:lnTo>
                    <a:pt x="72" y="407"/>
                  </a:lnTo>
                  <a:lnTo>
                    <a:pt x="75" y="385"/>
                  </a:lnTo>
                  <a:lnTo>
                    <a:pt x="75" y="364"/>
                  </a:lnTo>
                  <a:lnTo>
                    <a:pt x="79" y="346"/>
                  </a:lnTo>
                  <a:lnTo>
                    <a:pt x="79" y="324"/>
                  </a:lnTo>
                  <a:lnTo>
                    <a:pt x="79" y="306"/>
                  </a:lnTo>
                  <a:lnTo>
                    <a:pt x="83" y="288"/>
                  </a:lnTo>
                  <a:lnTo>
                    <a:pt x="83" y="270"/>
                  </a:lnTo>
                  <a:lnTo>
                    <a:pt x="86" y="252"/>
                  </a:lnTo>
                  <a:lnTo>
                    <a:pt x="86" y="234"/>
                  </a:lnTo>
                  <a:lnTo>
                    <a:pt x="86" y="220"/>
                  </a:lnTo>
                  <a:lnTo>
                    <a:pt x="90" y="202"/>
                  </a:lnTo>
                  <a:lnTo>
                    <a:pt x="90" y="187"/>
                  </a:lnTo>
                  <a:lnTo>
                    <a:pt x="90" y="173"/>
                  </a:lnTo>
                  <a:lnTo>
                    <a:pt x="93" y="158"/>
                  </a:lnTo>
                  <a:lnTo>
                    <a:pt x="93" y="144"/>
                  </a:lnTo>
                  <a:lnTo>
                    <a:pt x="97" y="133"/>
                  </a:lnTo>
                  <a:lnTo>
                    <a:pt x="97" y="119"/>
                  </a:lnTo>
                  <a:lnTo>
                    <a:pt x="97" y="108"/>
                  </a:lnTo>
                  <a:lnTo>
                    <a:pt x="101" y="97"/>
                  </a:lnTo>
                  <a:lnTo>
                    <a:pt x="101" y="86"/>
                  </a:lnTo>
                  <a:lnTo>
                    <a:pt x="104" y="76"/>
                  </a:lnTo>
                  <a:lnTo>
                    <a:pt x="104" y="65"/>
                  </a:lnTo>
                  <a:lnTo>
                    <a:pt x="104" y="58"/>
                  </a:lnTo>
                  <a:lnTo>
                    <a:pt x="108" y="50"/>
                  </a:lnTo>
                  <a:lnTo>
                    <a:pt x="108" y="40"/>
                  </a:lnTo>
                  <a:lnTo>
                    <a:pt x="111" y="36"/>
                  </a:lnTo>
                  <a:lnTo>
                    <a:pt x="111" y="29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4"/>
                  </a:lnTo>
                  <a:lnTo>
                    <a:pt x="115" y="11"/>
                  </a:lnTo>
                  <a:lnTo>
                    <a:pt x="119" y="7"/>
                  </a:lnTo>
                  <a:lnTo>
                    <a:pt x="122" y="4"/>
                  </a:lnTo>
                  <a:lnTo>
                    <a:pt x="122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5" name="Freeform 123"/>
            <p:cNvSpPr>
              <a:spLocks/>
            </p:cNvSpPr>
            <p:nvPr/>
          </p:nvSpPr>
          <p:spPr bwMode="auto">
            <a:xfrm>
              <a:off x="3539" y="1048"/>
              <a:ext cx="1670" cy="2462"/>
            </a:xfrm>
            <a:custGeom>
              <a:avLst/>
              <a:gdLst/>
              <a:ahLst/>
              <a:cxnLst>
                <a:cxn ang="0">
                  <a:pos x="18" y="65"/>
                </a:cxn>
                <a:cxn ang="0">
                  <a:pos x="36" y="234"/>
                </a:cxn>
                <a:cxn ang="0">
                  <a:pos x="54" y="493"/>
                </a:cxn>
                <a:cxn ang="0">
                  <a:pos x="72" y="813"/>
                </a:cxn>
                <a:cxn ang="0">
                  <a:pos x="90" y="1170"/>
                </a:cxn>
                <a:cxn ang="0">
                  <a:pos x="108" y="1523"/>
                </a:cxn>
                <a:cxn ang="0">
                  <a:pos x="126" y="1850"/>
                </a:cxn>
                <a:cxn ang="0">
                  <a:pos x="144" y="2120"/>
                </a:cxn>
                <a:cxn ang="0">
                  <a:pos x="162" y="2315"/>
                </a:cxn>
                <a:cxn ang="0">
                  <a:pos x="180" y="2430"/>
                </a:cxn>
                <a:cxn ang="0">
                  <a:pos x="209" y="2448"/>
                </a:cxn>
                <a:cxn ang="0">
                  <a:pos x="227" y="2372"/>
                </a:cxn>
                <a:cxn ang="0">
                  <a:pos x="245" y="2253"/>
                </a:cxn>
                <a:cxn ang="0">
                  <a:pos x="263" y="2117"/>
                </a:cxn>
                <a:cxn ang="0">
                  <a:pos x="281" y="1983"/>
                </a:cxn>
                <a:cxn ang="0">
                  <a:pos x="299" y="1872"/>
                </a:cxn>
                <a:cxn ang="0">
                  <a:pos x="317" y="1796"/>
                </a:cxn>
                <a:cxn ang="0">
                  <a:pos x="353" y="1775"/>
                </a:cxn>
                <a:cxn ang="0">
                  <a:pos x="374" y="1825"/>
                </a:cxn>
                <a:cxn ang="0">
                  <a:pos x="392" y="1901"/>
                </a:cxn>
                <a:cxn ang="0">
                  <a:pos x="410" y="1991"/>
                </a:cxn>
                <a:cxn ang="0">
                  <a:pos x="428" y="2077"/>
                </a:cxn>
                <a:cxn ang="0">
                  <a:pos x="446" y="2145"/>
                </a:cxn>
                <a:cxn ang="0">
                  <a:pos x="464" y="2196"/>
                </a:cxn>
                <a:cxn ang="0">
                  <a:pos x="504" y="2185"/>
                </a:cxn>
                <a:cxn ang="0">
                  <a:pos x="522" y="2138"/>
                </a:cxn>
                <a:cxn ang="0">
                  <a:pos x="540" y="2073"/>
                </a:cxn>
                <a:cxn ang="0">
                  <a:pos x="558" y="2009"/>
                </a:cxn>
                <a:cxn ang="0">
                  <a:pos x="576" y="1951"/>
                </a:cxn>
                <a:cxn ang="0">
                  <a:pos x="597" y="1901"/>
                </a:cxn>
                <a:cxn ang="0">
                  <a:pos x="644" y="1897"/>
                </a:cxn>
                <a:cxn ang="0">
                  <a:pos x="666" y="1944"/>
                </a:cxn>
                <a:cxn ang="0">
                  <a:pos x="684" y="1994"/>
                </a:cxn>
                <a:cxn ang="0">
                  <a:pos x="702" y="2048"/>
                </a:cxn>
                <a:cxn ang="0">
                  <a:pos x="723" y="2095"/>
                </a:cxn>
                <a:cxn ang="0">
                  <a:pos x="756" y="2142"/>
                </a:cxn>
                <a:cxn ang="0">
                  <a:pos x="795" y="2109"/>
                </a:cxn>
                <a:cxn ang="0">
                  <a:pos x="817" y="2063"/>
                </a:cxn>
                <a:cxn ang="0">
                  <a:pos x="835" y="2016"/>
                </a:cxn>
                <a:cxn ang="0">
                  <a:pos x="860" y="1969"/>
                </a:cxn>
                <a:cxn ang="0">
                  <a:pos x="896" y="1926"/>
                </a:cxn>
                <a:cxn ang="0">
                  <a:pos x="939" y="1958"/>
                </a:cxn>
                <a:cxn ang="0">
                  <a:pos x="965" y="2005"/>
                </a:cxn>
                <a:cxn ang="0">
                  <a:pos x="986" y="2052"/>
                </a:cxn>
                <a:cxn ang="0">
                  <a:pos x="1019" y="2099"/>
                </a:cxn>
                <a:cxn ang="0">
                  <a:pos x="1065" y="2095"/>
                </a:cxn>
                <a:cxn ang="0">
                  <a:pos x="1101" y="2048"/>
                </a:cxn>
                <a:cxn ang="0">
                  <a:pos x="1127" y="2001"/>
                </a:cxn>
                <a:cxn ang="0">
                  <a:pos x="1163" y="1955"/>
                </a:cxn>
                <a:cxn ang="0">
                  <a:pos x="1209" y="1965"/>
                </a:cxn>
                <a:cxn ang="0">
                  <a:pos x="1245" y="2012"/>
                </a:cxn>
                <a:cxn ang="0">
                  <a:pos x="1274" y="2059"/>
                </a:cxn>
                <a:cxn ang="0">
                  <a:pos x="1321" y="2091"/>
                </a:cxn>
                <a:cxn ang="0">
                  <a:pos x="1368" y="2059"/>
                </a:cxn>
                <a:cxn ang="0">
                  <a:pos x="1400" y="2012"/>
                </a:cxn>
                <a:cxn ang="0">
                  <a:pos x="1440" y="1969"/>
                </a:cxn>
                <a:cxn ang="0">
                  <a:pos x="1487" y="1973"/>
                </a:cxn>
                <a:cxn ang="0">
                  <a:pos x="1530" y="2019"/>
                </a:cxn>
                <a:cxn ang="0">
                  <a:pos x="1569" y="2066"/>
                </a:cxn>
                <a:cxn ang="0">
                  <a:pos x="1616" y="2077"/>
                </a:cxn>
                <a:cxn ang="0">
                  <a:pos x="1663" y="2034"/>
                </a:cxn>
              </a:cxnLst>
              <a:rect l="0" t="0" r="r" b="b"/>
              <a:pathLst>
                <a:path w="167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0" y="2023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6" name="Freeform 124"/>
            <p:cNvSpPr>
              <a:spLocks/>
            </p:cNvSpPr>
            <p:nvPr/>
          </p:nvSpPr>
          <p:spPr bwMode="auto">
            <a:xfrm>
              <a:off x="749" y="2812"/>
              <a:ext cx="2750" cy="698"/>
            </a:xfrm>
            <a:custGeom>
              <a:avLst/>
              <a:gdLst/>
              <a:ahLst/>
              <a:cxnLst>
                <a:cxn ang="0">
                  <a:pos x="57" y="230"/>
                </a:cxn>
                <a:cxn ang="0">
                  <a:pos x="119" y="245"/>
                </a:cxn>
                <a:cxn ang="0">
                  <a:pos x="180" y="288"/>
                </a:cxn>
                <a:cxn ang="0">
                  <a:pos x="241" y="284"/>
                </a:cxn>
                <a:cxn ang="0">
                  <a:pos x="302" y="241"/>
                </a:cxn>
                <a:cxn ang="0">
                  <a:pos x="363" y="227"/>
                </a:cxn>
                <a:cxn ang="0">
                  <a:pos x="425" y="266"/>
                </a:cxn>
                <a:cxn ang="0">
                  <a:pos x="486" y="295"/>
                </a:cxn>
                <a:cxn ang="0">
                  <a:pos x="547" y="270"/>
                </a:cxn>
                <a:cxn ang="0">
                  <a:pos x="608" y="223"/>
                </a:cxn>
                <a:cxn ang="0">
                  <a:pos x="669" y="237"/>
                </a:cxn>
                <a:cxn ang="0">
                  <a:pos x="731" y="288"/>
                </a:cxn>
                <a:cxn ang="0">
                  <a:pos x="792" y="295"/>
                </a:cxn>
                <a:cxn ang="0">
                  <a:pos x="853" y="245"/>
                </a:cxn>
                <a:cxn ang="0">
                  <a:pos x="914" y="216"/>
                </a:cxn>
                <a:cxn ang="0">
                  <a:pos x="975" y="259"/>
                </a:cxn>
                <a:cxn ang="0">
                  <a:pos x="1037" y="306"/>
                </a:cxn>
                <a:cxn ang="0">
                  <a:pos x="1098" y="277"/>
                </a:cxn>
                <a:cxn ang="0">
                  <a:pos x="1159" y="216"/>
                </a:cxn>
                <a:cxn ang="0">
                  <a:pos x="1220" y="223"/>
                </a:cxn>
                <a:cxn ang="0">
                  <a:pos x="1274" y="284"/>
                </a:cxn>
                <a:cxn ang="0">
                  <a:pos x="1335" y="313"/>
                </a:cxn>
                <a:cxn ang="0">
                  <a:pos x="1393" y="263"/>
                </a:cxn>
                <a:cxn ang="0">
                  <a:pos x="1443" y="205"/>
                </a:cxn>
                <a:cxn ang="0">
                  <a:pos x="1505" y="223"/>
                </a:cxn>
                <a:cxn ang="0">
                  <a:pos x="1551" y="284"/>
                </a:cxn>
                <a:cxn ang="0">
                  <a:pos x="1609" y="327"/>
                </a:cxn>
                <a:cxn ang="0">
                  <a:pos x="1663" y="277"/>
                </a:cxn>
                <a:cxn ang="0">
                  <a:pos x="1703" y="216"/>
                </a:cxn>
                <a:cxn ang="0">
                  <a:pos x="1760" y="191"/>
                </a:cxn>
                <a:cxn ang="0">
                  <a:pos x="1807" y="248"/>
                </a:cxn>
                <a:cxn ang="0">
                  <a:pos x="1839" y="309"/>
                </a:cxn>
                <a:cxn ang="0">
                  <a:pos x="1897" y="342"/>
                </a:cxn>
                <a:cxn ang="0">
                  <a:pos x="1940" y="281"/>
                </a:cxn>
                <a:cxn ang="0">
                  <a:pos x="1969" y="219"/>
                </a:cxn>
                <a:cxn ang="0">
                  <a:pos x="2016" y="162"/>
                </a:cxn>
                <a:cxn ang="0">
                  <a:pos x="2066" y="205"/>
                </a:cxn>
                <a:cxn ang="0">
                  <a:pos x="2095" y="266"/>
                </a:cxn>
                <a:cxn ang="0">
                  <a:pos x="2120" y="327"/>
                </a:cxn>
                <a:cxn ang="0">
                  <a:pos x="2167" y="378"/>
                </a:cxn>
                <a:cxn ang="0">
                  <a:pos x="2207" y="320"/>
                </a:cxn>
                <a:cxn ang="0">
                  <a:pos x="2232" y="255"/>
                </a:cxn>
                <a:cxn ang="0">
                  <a:pos x="2253" y="187"/>
                </a:cxn>
                <a:cxn ang="0">
                  <a:pos x="2286" y="126"/>
                </a:cxn>
                <a:cxn ang="0">
                  <a:pos x="2336" y="155"/>
                </a:cxn>
                <a:cxn ang="0">
                  <a:pos x="2361" y="227"/>
                </a:cxn>
                <a:cxn ang="0">
                  <a:pos x="2383" y="309"/>
                </a:cxn>
                <a:cxn ang="0">
                  <a:pos x="2408" y="389"/>
                </a:cxn>
                <a:cxn ang="0">
                  <a:pos x="2444" y="446"/>
                </a:cxn>
                <a:cxn ang="0">
                  <a:pos x="2480" y="381"/>
                </a:cxn>
                <a:cxn ang="0">
                  <a:pos x="2502" y="288"/>
                </a:cxn>
                <a:cxn ang="0">
                  <a:pos x="2527" y="173"/>
                </a:cxn>
                <a:cxn ang="0">
                  <a:pos x="2552" y="68"/>
                </a:cxn>
                <a:cxn ang="0">
                  <a:pos x="2581" y="0"/>
                </a:cxn>
                <a:cxn ang="0">
                  <a:pos x="2613" y="65"/>
                </a:cxn>
                <a:cxn ang="0">
                  <a:pos x="2639" y="191"/>
                </a:cxn>
                <a:cxn ang="0">
                  <a:pos x="2664" y="363"/>
                </a:cxn>
                <a:cxn ang="0">
                  <a:pos x="2685" y="540"/>
                </a:cxn>
                <a:cxn ang="0">
                  <a:pos x="2711" y="666"/>
                </a:cxn>
                <a:cxn ang="0">
                  <a:pos x="2743" y="666"/>
                </a:cxn>
              </a:cxnLst>
              <a:rect l="0" t="0" r="r" b="b"/>
              <a:pathLst>
                <a:path w="2750" h="698">
                  <a:moveTo>
                    <a:pt x="0" y="259"/>
                  </a:moveTo>
                  <a:lnTo>
                    <a:pt x="3" y="255"/>
                  </a:lnTo>
                  <a:lnTo>
                    <a:pt x="7" y="255"/>
                  </a:lnTo>
                  <a:lnTo>
                    <a:pt x="11" y="252"/>
                  </a:lnTo>
                  <a:lnTo>
                    <a:pt x="14" y="248"/>
                  </a:lnTo>
                  <a:lnTo>
                    <a:pt x="18" y="248"/>
                  </a:lnTo>
                  <a:lnTo>
                    <a:pt x="21" y="245"/>
                  </a:lnTo>
                  <a:lnTo>
                    <a:pt x="25" y="241"/>
                  </a:lnTo>
                  <a:lnTo>
                    <a:pt x="29" y="241"/>
                  </a:lnTo>
                  <a:lnTo>
                    <a:pt x="32" y="237"/>
                  </a:lnTo>
                  <a:lnTo>
                    <a:pt x="36" y="237"/>
                  </a:lnTo>
                  <a:lnTo>
                    <a:pt x="39" y="234"/>
                  </a:lnTo>
                  <a:lnTo>
                    <a:pt x="43" y="234"/>
                  </a:lnTo>
                  <a:lnTo>
                    <a:pt x="47" y="234"/>
                  </a:lnTo>
                  <a:lnTo>
                    <a:pt x="50" y="230"/>
                  </a:lnTo>
                  <a:lnTo>
                    <a:pt x="54" y="230"/>
                  </a:lnTo>
                  <a:lnTo>
                    <a:pt x="57" y="230"/>
                  </a:lnTo>
                  <a:lnTo>
                    <a:pt x="61" y="230"/>
                  </a:lnTo>
                  <a:lnTo>
                    <a:pt x="65" y="230"/>
                  </a:lnTo>
                  <a:lnTo>
                    <a:pt x="68" y="230"/>
                  </a:lnTo>
                  <a:lnTo>
                    <a:pt x="72" y="230"/>
                  </a:lnTo>
                  <a:lnTo>
                    <a:pt x="75" y="230"/>
                  </a:lnTo>
                  <a:lnTo>
                    <a:pt x="79" y="230"/>
                  </a:lnTo>
                  <a:lnTo>
                    <a:pt x="83" y="230"/>
                  </a:lnTo>
                  <a:lnTo>
                    <a:pt x="86" y="230"/>
                  </a:lnTo>
                  <a:lnTo>
                    <a:pt x="90" y="230"/>
                  </a:lnTo>
                  <a:lnTo>
                    <a:pt x="93" y="234"/>
                  </a:lnTo>
                  <a:lnTo>
                    <a:pt x="97" y="234"/>
                  </a:lnTo>
                  <a:lnTo>
                    <a:pt x="101" y="237"/>
                  </a:lnTo>
                  <a:lnTo>
                    <a:pt x="104" y="237"/>
                  </a:lnTo>
                  <a:lnTo>
                    <a:pt x="108" y="241"/>
                  </a:lnTo>
                  <a:lnTo>
                    <a:pt x="111" y="241"/>
                  </a:lnTo>
                  <a:lnTo>
                    <a:pt x="115" y="245"/>
                  </a:lnTo>
                  <a:lnTo>
                    <a:pt x="119" y="245"/>
                  </a:lnTo>
                  <a:lnTo>
                    <a:pt x="122" y="248"/>
                  </a:lnTo>
                  <a:lnTo>
                    <a:pt x="126" y="252"/>
                  </a:lnTo>
                  <a:lnTo>
                    <a:pt x="129" y="255"/>
                  </a:lnTo>
                  <a:lnTo>
                    <a:pt x="133" y="255"/>
                  </a:lnTo>
                  <a:lnTo>
                    <a:pt x="137" y="259"/>
                  </a:lnTo>
                  <a:lnTo>
                    <a:pt x="140" y="263"/>
                  </a:lnTo>
                  <a:lnTo>
                    <a:pt x="144" y="263"/>
                  </a:lnTo>
                  <a:lnTo>
                    <a:pt x="147" y="266"/>
                  </a:lnTo>
                  <a:lnTo>
                    <a:pt x="151" y="270"/>
                  </a:lnTo>
                  <a:lnTo>
                    <a:pt x="155" y="273"/>
                  </a:lnTo>
                  <a:lnTo>
                    <a:pt x="158" y="273"/>
                  </a:lnTo>
                  <a:lnTo>
                    <a:pt x="162" y="277"/>
                  </a:lnTo>
                  <a:lnTo>
                    <a:pt x="165" y="281"/>
                  </a:lnTo>
                  <a:lnTo>
                    <a:pt x="169" y="281"/>
                  </a:lnTo>
                  <a:lnTo>
                    <a:pt x="173" y="284"/>
                  </a:lnTo>
                  <a:lnTo>
                    <a:pt x="176" y="284"/>
                  </a:lnTo>
                  <a:lnTo>
                    <a:pt x="180" y="288"/>
                  </a:lnTo>
                  <a:lnTo>
                    <a:pt x="183" y="288"/>
                  </a:lnTo>
                  <a:lnTo>
                    <a:pt x="187" y="288"/>
                  </a:lnTo>
                  <a:lnTo>
                    <a:pt x="191" y="291"/>
                  </a:lnTo>
                  <a:lnTo>
                    <a:pt x="194" y="291"/>
                  </a:lnTo>
                  <a:lnTo>
                    <a:pt x="198" y="291"/>
                  </a:lnTo>
                  <a:lnTo>
                    <a:pt x="201" y="291"/>
                  </a:lnTo>
                  <a:lnTo>
                    <a:pt x="205" y="291"/>
                  </a:lnTo>
                  <a:lnTo>
                    <a:pt x="209" y="291"/>
                  </a:lnTo>
                  <a:lnTo>
                    <a:pt x="212" y="291"/>
                  </a:lnTo>
                  <a:lnTo>
                    <a:pt x="216" y="291"/>
                  </a:lnTo>
                  <a:lnTo>
                    <a:pt x="219" y="291"/>
                  </a:lnTo>
                  <a:lnTo>
                    <a:pt x="223" y="291"/>
                  </a:lnTo>
                  <a:lnTo>
                    <a:pt x="227" y="291"/>
                  </a:lnTo>
                  <a:lnTo>
                    <a:pt x="230" y="288"/>
                  </a:lnTo>
                  <a:lnTo>
                    <a:pt x="234" y="288"/>
                  </a:lnTo>
                  <a:lnTo>
                    <a:pt x="237" y="288"/>
                  </a:lnTo>
                  <a:lnTo>
                    <a:pt x="241" y="284"/>
                  </a:lnTo>
                  <a:lnTo>
                    <a:pt x="245" y="284"/>
                  </a:lnTo>
                  <a:lnTo>
                    <a:pt x="248" y="281"/>
                  </a:lnTo>
                  <a:lnTo>
                    <a:pt x="252" y="277"/>
                  </a:lnTo>
                  <a:lnTo>
                    <a:pt x="255" y="277"/>
                  </a:lnTo>
                  <a:lnTo>
                    <a:pt x="259" y="273"/>
                  </a:lnTo>
                  <a:lnTo>
                    <a:pt x="263" y="270"/>
                  </a:lnTo>
                  <a:lnTo>
                    <a:pt x="266" y="270"/>
                  </a:lnTo>
                  <a:lnTo>
                    <a:pt x="270" y="266"/>
                  </a:lnTo>
                  <a:lnTo>
                    <a:pt x="273" y="263"/>
                  </a:lnTo>
                  <a:lnTo>
                    <a:pt x="277" y="259"/>
                  </a:lnTo>
                  <a:lnTo>
                    <a:pt x="281" y="259"/>
                  </a:lnTo>
                  <a:lnTo>
                    <a:pt x="284" y="255"/>
                  </a:lnTo>
                  <a:lnTo>
                    <a:pt x="288" y="252"/>
                  </a:lnTo>
                  <a:lnTo>
                    <a:pt x="291" y="248"/>
                  </a:lnTo>
                  <a:lnTo>
                    <a:pt x="295" y="245"/>
                  </a:lnTo>
                  <a:lnTo>
                    <a:pt x="299" y="245"/>
                  </a:lnTo>
                  <a:lnTo>
                    <a:pt x="302" y="241"/>
                  </a:lnTo>
                  <a:lnTo>
                    <a:pt x="306" y="241"/>
                  </a:lnTo>
                  <a:lnTo>
                    <a:pt x="309" y="237"/>
                  </a:lnTo>
                  <a:lnTo>
                    <a:pt x="313" y="237"/>
                  </a:lnTo>
                  <a:lnTo>
                    <a:pt x="317" y="234"/>
                  </a:lnTo>
                  <a:lnTo>
                    <a:pt x="320" y="230"/>
                  </a:lnTo>
                  <a:lnTo>
                    <a:pt x="324" y="230"/>
                  </a:lnTo>
                  <a:lnTo>
                    <a:pt x="327" y="230"/>
                  </a:lnTo>
                  <a:lnTo>
                    <a:pt x="331" y="227"/>
                  </a:lnTo>
                  <a:lnTo>
                    <a:pt x="335" y="227"/>
                  </a:lnTo>
                  <a:lnTo>
                    <a:pt x="338" y="227"/>
                  </a:lnTo>
                  <a:lnTo>
                    <a:pt x="342" y="227"/>
                  </a:lnTo>
                  <a:lnTo>
                    <a:pt x="345" y="227"/>
                  </a:lnTo>
                  <a:lnTo>
                    <a:pt x="349" y="227"/>
                  </a:lnTo>
                  <a:lnTo>
                    <a:pt x="353" y="227"/>
                  </a:lnTo>
                  <a:lnTo>
                    <a:pt x="356" y="227"/>
                  </a:lnTo>
                  <a:lnTo>
                    <a:pt x="360" y="227"/>
                  </a:lnTo>
                  <a:lnTo>
                    <a:pt x="363" y="227"/>
                  </a:lnTo>
                  <a:lnTo>
                    <a:pt x="367" y="227"/>
                  </a:lnTo>
                  <a:lnTo>
                    <a:pt x="371" y="230"/>
                  </a:lnTo>
                  <a:lnTo>
                    <a:pt x="374" y="230"/>
                  </a:lnTo>
                  <a:lnTo>
                    <a:pt x="378" y="234"/>
                  </a:lnTo>
                  <a:lnTo>
                    <a:pt x="381" y="234"/>
                  </a:lnTo>
                  <a:lnTo>
                    <a:pt x="385" y="237"/>
                  </a:lnTo>
                  <a:lnTo>
                    <a:pt x="389" y="237"/>
                  </a:lnTo>
                  <a:lnTo>
                    <a:pt x="392" y="241"/>
                  </a:lnTo>
                  <a:lnTo>
                    <a:pt x="396" y="245"/>
                  </a:lnTo>
                  <a:lnTo>
                    <a:pt x="399" y="245"/>
                  </a:lnTo>
                  <a:lnTo>
                    <a:pt x="403" y="248"/>
                  </a:lnTo>
                  <a:lnTo>
                    <a:pt x="407" y="252"/>
                  </a:lnTo>
                  <a:lnTo>
                    <a:pt x="410" y="255"/>
                  </a:lnTo>
                  <a:lnTo>
                    <a:pt x="414" y="259"/>
                  </a:lnTo>
                  <a:lnTo>
                    <a:pt x="417" y="259"/>
                  </a:lnTo>
                  <a:lnTo>
                    <a:pt x="421" y="263"/>
                  </a:lnTo>
                  <a:lnTo>
                    <a:pt x="425" y="266"/>
                  </a:lnTo>
                  <a:lnTo>
                    <a:pt x="428" y="270"/>
                  </a:lnTo>
                  <a:lnTo>
                    <a:pt x="432" y="273"/>
                  </a:lnTo>
                  <a:lnTo>
                    <a:pt x="435" y="273"/>
                  </a:lnTo>
                  <a:lnTo>
                    <a:pt x="439" y="277"/>
                  </a:lnTo>
                  <a:lnTo>
                    <a:pt x="443" y="281"/>
                  </a:lnTo>
                  <a:lnTo>
                    <a:pt x="446" y="281"/>
                  </a:lnTo>
                  <a:lnTo>
                    <a:pt x="450" y="284"/>
                  </a:lnTo>
                  <a:lnTo>
                    <a:pt x="453" y="288"/>
                  </a:lnTo>
                  <a:lnTo>
                    <a:pt x="457" y="288"/>
                  </a:lnTo>
                  <a:lnTo>
                    <a:pt x="461" y="291"/>
                  </a:lnTo>
                  <a:lnTo>
                    <a:pt x="464" y="291"/>
                  </a:lnTo>
                  <a:lnTo>
                    <a:pt x="468" y="295"/>
                  </a:lnTo>
                  <a:lnTo>
                    <a:pt x="471" y="295"/>
                  </a:lnTo>
                  <a:lnTo>
                    <a:pt x="475" y="295"/>
                  </a:lnTo>
                  <a:lnTo>
                    <a:pt x="479" y="295"/>
                  </a:lnTo>
                  <a:lnTo>
                    <a:pt x="482" y="295"/>
                  </a:lnTo>
                  <a:lnTo>
                    <a:pt x="486" y="295"/>
                  </a:lnTo>
                  <a:lnTo>
                    <a:pt x="489" y="295"/>
                  </a:lnTo>
                  <a:lnTo>
                    <a:pt x="493" y="295"/>
                  </a:lnTo>
                  <a:lnTo>
                    <a:pt x="497" y="295"/>
                  </a:lnTo>
                  <a:lnTo>
                    <a:pt x="500" y="295"/>
                  </a:lnTo>
                  <a:lnTo>
                    <a:pt x="504" y="295"/>
                  </a:lnTo>
                  <a:lnTo>
                    <a:pt x="507" y="291"/>
                  </a:lnTo>
                  <a:lnTo>
                    <a:pt x="511" y="291"/>
                  </a:lnTo>
                  <a:lnTo>
                    <a:pt x="515" y="291"/>
                  </a:lnTo>
                  <a:lnTo>
                    <a:pt x="518" y="288"/>
                  </a:lnTo>
                  <a:lnTo>
                    <a:pt x="522" y="288"/>
                  </a:lnTo>
                  <a:lnTo>
                    <a:pt x="525" y="284"/>
                  </a:lnTo>
                  <a:lnTo>
                    <a:pt x="529" y="281"/>
                  </a:lnTo>
                  <a:lnTo>
                    <a:pt x="533" y="281"/>
                  </a:lnTo>
                  <a:lnTo>
                    <a:pt x="536" y="277"/>
                  </a:lnTo>
                  <a:lnTo>
                    <a:pt x="540" y="273"/>
                  </a:lnTo>
                  <a:lnTo>
                    <a:pt x="543" y="270"/>
                  </a:lnTo>
                  <a:lnTo>
                    <a:pt x="547" y="270"/>
                  </a:lnTo>
                  <a:lnTo>
                    <a:pt x="551" y="266"/>
                  </a:lnTo>
                  <a:lnTo>
                    <a:pt x="554" y="263"/>
                  </a:lnTo>
                  <a:lnTo>
                    <a:pt x="558" y="259"/>
                  </a:lnTo>
                  <a:lnTo>
                    <a:pt x="561" y="255"/>
                  </a:lnTo>
                  <a:lnTo>
                    <a:pt x="565" y="252"/>
                  </a:lnTo>
                  <a:lnTo>
                    <a:pt x="569" y="248"/>
                  </a:lnTo>
                  <a:lnTo>
                    <a:pt x="572" y="248"/>
                  </a:lnTo>
                  <a:lnTo>
                    <a:pt x="576" y="245"/>
                  </a:lnTo>
                  <a:lnTo>
                    <a:pt x="579" y="241"/>
                  </a:lnTo>
                  <a:lnTo>
                    <a:pt x="583" y="237"/>
                  </a:lnTo>
                  <a:lnTo>
                    <a:pt x="587" y="234"/>
                  </a:lnTo>
                  <a:lnTo>
                    <a:pt x="590" y="234"/>
                  </a:lnTo>
                  <a:lnTo>
                    <a:pt x="594" y="230"/>
                  </a:lnTo>
                  <a:lnTo>
                    <a:pt x="597" y="230"/>
                  </a:lnTo>
                  <a:lnTo>
                    <a:pt x="601" y="227"/>
                  </a:lnTo>
                  <a:lnTo>
                    <a:pt x="605" y="227"/>
                  </a:lnTo>
                  <a:lnTo>
                    <a:pt x="608" y="223"/>
                  </a:lnTo>
                  <a:lnTo>
                    <a:pt x="612" y="223"/>
                  </a:lnTo>
                  <a:lnTo>
                    <a:pt x="615" y="223"/>
                  </a:lnTo>
                  <a:lnTo>
                    <a:pt x="619" y="223"/>
                  </a:lnTo>
                  <a:lnTo>
                    <a:pt x="623" y="219"/>
                  </a:lnTo>
                  <a:lnTo>
                    <a:pt x="626" y="219"/>
                  </a:lnTo>
                  <a:lnTo>
                    <a:pt x="630" y="219"/>
                  </a:lnTo>
                  <a:lnTo>
                    <a:pt x="633" y="223"/>
                  </a:lnTo>
                  <a:lnTo>
                    <a:pt x="637" y="223"/>
                  </a:lnTo>
                  <a:lnTo>
                    <a:pt x="641" y="223"/>
                  </a:lnTo>
                  <a:lnTo>
                    <a:pt x="644" y="223"/>
                  </a:lnTo>
                  <a:lnTo>
                    <a:pt x="648" y="227"/>
                  </a:lnTo>
                  <a:lnTo>
                    <a:pt x="651" y="227"/>
                  </a:lnTo>
                  <a:lnTo>
                    <a:pt x="655" y="230"/>
                  </a:lnTo>
                  <a:lnTo>
                    <a:pt x="659" y="230"/>
                  </a:lnTo>
                  <a:lnTo>
                    <a:pt x="662" y="234"/>
                  </a:lnTo>
                  <a:lnTo>
                    <a:pt x="666" y="234"/>
                  </a:lnTo>
                  <a:lnTo>
                    <a:pt x="669" y="237"/>
                  </a:lnTo>
                  <a:lnTo>
                    <a:pt x="673" y="241"/>
                  </a:lnTo>
                  <a:lnTo>
                    <a:pt x="677" y="245"/>
                  </a:lnTo>
                  <a:lnTo>
                    <a:pt x="680" y="245"/>
                  </a:lnTo>
                  <a:lnTo>
                    <a:pt x="684" y="248"/>
                  </a:lnTo>
                  <a:lnTo>
                    <a:pt x="687" y="252"/>
                  </a:lnTo>
                  <a:lnTo>
                    <a:pt x="691" y="255"/>
                  </a:lnTo>
                  <a:lnTo>
                    <a:pt x="695" y="259"/>
                  </a:lnTo>
                  <a:lnTo>
                    <a:pt x="698" y="263"/>
                  </a:lnTo>
                  <a:lnTo>
                    <a:pt x="702" y="266"/>
                  </a:lnTo>
                  <a:lnTo>
                    <a:pt x="705" y="270"/>
                  </a:lnTo>
                  <a:lnTo>
                    <a:pt x="709" y="273"/>
                  </a:lnTo>
                  <a:lnTo>
                    <a:pt x="713" y="273"/>
                  </a:lnTo>
                  <a:lnTo>
                    <a:pt x="716" y="277"/>
                  </a:lnTo>
                  <a:lnTo>
                    <a:pt x="720" y="281"/>
                  </a:lnTo>
                  <a:lnTo>
                    <a:pt x="723" y="284"/>
                  </a:lnTo>
                  <a:lnTo>
                    <a:pt x="727" y="288"/>
                  </a:lnTo>
                  <a:lnTo>
                    <a:pt x="731" y="288"/>
                  </a:lnTo>
                  <a:lnTo>
                    <a:pt x="734" y="291"/>
                  </a:lnTo>
                  <a:lnTo>
                    <a:pt x="738" y="291"/>
                  </a:lnTo>
                  <a:lnTo>
                    <a:pt x="741" y="295"/>
                  </a:lnTo>
                  <a:lnTo>
                    <a:pt x="745" y="295"/>
                  </a:lnTo>
                  <a:lnTo>
                    <a:pt x="749" y="299"/>
                  </a:lnTo>
                  <a:lnTo>
                    <a:pt x="752" y="299"/>
                  </a:lnTo>
                  <a:lnTo>
                    <a:pt x="756" y="299"/>
                  </a:lnTo>
                  <a:lnTo>
                    <a:pt x="759" y="302"/>
                  </a:lnTo>
                  <a:lnTo>
                    <a:pt x="763" y="302"/>
                  </a:lnTo>
                  <a:lnTo>
                    <a:pt x="767" y="302"/>
                  </a:lnTo>
                  <a:lnTo>
                    <a:pt x="770" y="302"/>
                  </a:lnTo>
                  <a:lnTo>
                    <a:pt x="774" y="302"/>
                  </a:lnTo>
                  <a:lnTo>
                    <a:pt x="777" y="299"/>
                  </a:lnTo>
                  <a:lnTo>
                    <a:pt x="781" y="299"/>
                  </a:lnTo>
                  <a:lnTo>
                    <a:pt x="785" y="299"/>
                  </a:lnTo>
                  <a:lnTo>
                    <a:pt x="788" y="295"/>
                  </a:lnTo>
                  <a:lnTo>
                    <a:pt x="792" y="295"/>
                  </a:lnTo>
                  <a:lnTo>
                    <a:pt x="795" y="291"/>
                  </a:lnTo>
                  <a:lnTo>
                    <a:pt x="799" y="291"/>
                  </a:lnTo>
                  <a:lnTo>
                    <a:pt x="803" y="288"/>
                  </a:lnTo>
                  <a:lnTo>
                    <a:pt x="806" y="284"/>
                  </a:lnTo>
                  <a:lnTo>
                    <a:pt x="810" y="284"/>
                  </a:lnTo>
                  <a:lnTo>
                    <a:pt x="813" y="281"/>
                  </a:lnTo>
                  <a:lnTo>
                    <a:pt x="817" y="277"/>
                  </a:lnTo>
                  <a:lnTo>
                    <a:pt x="821" y="273"/>
                  </a:lnTo>
                  <a:lnTo>
                    <a:pt x="824" y="270"/>
                  </a:lnTo>
                  <a:lnTo>
                    <a:pt x="828" y="266"/>
                  </a:lnTo>
                  <a:lnTo>
                    <a:pt x="831" y="263"/>
                  </a:lnTo>
                  <a:lnTo>
                    <a:pt x="835" y="259"/>
                  </a:lnTo>
                  <a:lnTo>
                    <a:pt x="839" y="255"/>
                  </a:lnTo>
                  <a:lnTo>
                    <a:pt x="842" y="252"/>
                  </a:lnTo>
                  <a:lnTo>
                    <a:pt x="846" y="248"/>
                  </a:lnTo>
                  <a:lnTo>
                    <a:pt x="849" y="248"/>
                  </a:lnTo>
                  <a:lnTo>
                    <a:pt x="853" y="245"/>
                  </a:lnTo>
                  <a:lnTo>
                    <a:pt x="857" y="241"/>
                  </a:lnTo>
                  <a:lnTo>
                    <a:pt x="860" y="237"/>
                  </a:lnTo>
                  <a:lnTo>
                    <a:pt x="864" y="234"/>
                  </a:lnTo>
                  <a:lnTo>
                    <a:pt x="867" y="230"/>
                  </a:lnTo>
                  <a:lnTo>
                    <a:pt x="871" y="227"/>
                  </a:lnTo>
                  <a:lnTo>
                    <a:pt x="875" y="227"/>
                  </a:lnTo>
                  <a:lnTo>
                    <a:pt x="878" y="223"/>
                  </a:lnTo>
                  <a:lnTo>
                    <a:pt x="882" y="223"/>
                  </a:lnTo>
                  <a:lnTo>
                    <a:pt x="885" y="219"/>
                  </a:lnTo>
                  <a:lnTo>
                    <a:pt x="889" y="219"/>
                  </a:lnTo>
                  <a:lnTo>
                    <a:pt x="893" y="216"/>
                  </a:lnTo>
                  <a:lnTo>
                    <a:pt x="896" y="216"/>
                  </a:lnTo>
                  <a:lnTo>
                    <a:pt x="900" y="216"/>
                  </a:lnTo>
                  <a:lnTo>
                    <a:pt x="903" y="216"/>
                  </a:lnTo>
                  <a:lnTo>
                    <a:pt x="907" y="216"/>
                  </a:lnTo>
                  <a:lnTo>
                    <a:pt x="911" y="216"/>
                  </a:lnTo>
                  <a:lnTo>
                    <a:pt x="914" y="216"/>
                  </a:lnTo>
                  <a:lnTo>
                    <a:pt x="918" y="216"/>
                  </a:lnTo>
                  <a:lnTo>
                    <a:pt x="921" y="219"/>
                  </a:lnTo>
                  <a:lnTo>
                    <a:pt x="925" y="219"/>
                  </a:lnTo>
                  <a:lnTo>
                    <a:pt x="929" y="223"/>
                  </a:lnTo>
                  <a:lnTo>
                    <a:pt x="932" y="223"/>
                  </a:lnTo>
                  <a:lnTo>
                    <a:pt x="936" y="227"/>
                  </a:lnTo>
                  <a:lnTo>
                    <a:pt x="939" y="227"/>
                  </a:lnTo>
                  <a:lnTo>
                    <a:pt x="943" y="230"/>
                  </a:lnTo>
                  <a:lnTo>
                    <a:pt x="947" y="234"/>
                  </a:lnTo>
                  <a:lnTo>
                    <a:pt x="950" y="237"/>
                  </a:lnTo>
                  <a:lnTo>
                    <a:pt x="954" y="241"/>
                  </a:lnTo>
                  <a:lnTo>
                    <a:pt x="957" y="245"/>
                  </a:lnTo>
                  <a:lnTo>
                    <a:pt x="961" y="245"/>
                  </a:lnTo>
                  <a:lnTo>
                    <a:pt x="965" y="248"/>
                  </a:lnTo>
                  <a:lnTo>
                    <a:pt x="968" y="252"/>
                  </a:lnTo>
                  <a:lnTo>
                    <a:pt x="972" y="255"/>
                  </a:lnTo>
                  <a:lnTo>
                    <a:pt x="975" y="259"/>
                  </a:lnTo>
                  <a:lnTo>
                    <a:pt x="979" y="263"/>
                  </a:lnTo>
                  <a:lnTo>
                    <a:pt x="983" y="266"/>
                  </a:lnTo>
                  <a:lnTo>
                    <a:pt x="986" y="270"/>
                  </a:lnTo>
                  <a:lnTo>
                    <a:pt x="990" y="273"/>
                  </a:lnTo>
                  <a:lnTo>
                    <a:pt x="993" y="277"/>
                  </a:lnTo>
                  <a:lnTo>
                    <a:pt x="997" y="281"/>
                  </a:lnTo>
                  <a:lnTo>
                    <a:pt x="1001" y="284"/>
                  </a:lnTo>
                  <a:lnTo>
                    <a:pt x="1004" y="288"/>
                  </a:lnTo>
                  <a:lnTo>
                    <a:pt x="1008" y="291"/>
                  </a:lnTo>
                  <a:lnTo>
                    <a:pt x="1011" y="295"/>
                  </a:lnTo>
                  <a:lnTo>
                    <a:pt x="1015" y="299"/>
                  </a:lnTo>
                  <a:lnTo>
                    <a:pt x="1019" y="299"/>
                  </a:lnTo>
                  <a:lnTo>
                    <a:pt x="1022" y="302"/>
                  </a:lnTo>
                  <a:lnTo>
                    <a:pt x="1026" y="302"/>
                  </a:lnTo>
                  <a:lnTo>
                    <a:pt x="1029" y="306"/>
                  </a:lnTo>
                  <a:lnTo>
                    <a:pt x="1033" y="306"/>
                  </a:lnTo>
                  <a:lnTo>
                    <a:pt x="1037" y="306"/>
                  </a:lnTo>
                  <a:lnTo>
                    <a:pt x="1040" y="306"/>
                  </a:lnTo>
                  <a:lnTo>
                    <a:pt x="1044" y="306"/>
                  </a:lnTo>
                  <a:lnTo>
                    <a:pt x="1047" y="309"/>
                  </a:lnTo>
                  <a:lnTo>
                    <a:pt x="1051" y="306"/>
                  </a:lnTo>
                  <a:lnTo>
                    <a:pt x="1055" y="306"/>
                  </a:lnTo>
                  <a:lnTo>
                    <a:pt x="1058" y="306"/>
                  </a:lnTo>
                  <a:lnTo>
                    <a:pt x="1062" y="306"/>
                  </a:lnTo>
                  <a:lnTo>
                    <a:pt x="1065" y="302"/>
                  </a:lnTo>
                  <a:lnTo>
                    <a:pt x="1069" y="302"/>
                  </a:lnTo>
                  <a:lnTo>
                    <a:pt x="1073" y="299"/>
                  </a:lnTo>
                  <a:lnTo>
                    <a:pt x="1076" y="295"/>
                  </a:lnTo>
                  <a:lnTo>
                    <a:pt x="1080" y="291"/>
                  </a:lnTo>
                  <a:lnTo>
                    <a:pt x="1083" y="291"/>
                  </a:lnTo>
                  <a:lnTo>
                    <a:pt x="1087" y="288"/>
                  </a:lnTo>
                  <a:lnTo>
                    <a:pt x="1091" y="284"/>
                  </a:lnTo>
                  <a:lnTo>
                    <a:pt x="1094" y="281"/>
                  </a:lnTo>
                  <a:lnTo>
                    <a:pt x="1098" y="277"/>
                  </a:lnTo>
                  <a:lnTo>
                    <a:pt x="1101" y="273"/>
                  </a:lnTo>
                  <a:lnTo>
                    <a:pt x="1105" y="270"/>
                  </a:lnTo>
                  <a:lnTo>
                    <a:pt x="1109" y="266"/>
                  </a:lnTo>
                  <a:lnTo>
                    <a:pt x="1112" y="263"/>
                  </a:lnTo>
                  <a:lnTo>
                    <a:pt x="1116" y="259"/>
                  </a:lnTo>
                  <a:lnTo>
                    <a:pt x="1119" y="255"/>
                  </a:lnTo>
                  <a:lnTo>
                    <a:pt x="1123" y="252"/>
                  </a:lnTo>
                  <a:lnTo>
                    <a:pt x="1127" y="248"/>
                  </a:lnTo>
                  <a:lnTo>
                    <a:pt x="1130" y="245"/>
                  </a:lnTo>
                  <a:lnTo>
                    <a:pt x="1134" y="241"/>
                  </a:lnTo>
                  <a:lnTo>
                    <a:pt x="1137" y="237"/>
                  </a:lnTo>
                  <a:lnTo>
                    <a:pt x="1141" y="234"/>
                  </a:lnTo>
                  <a:lnTo>
                    <a:pt x="1145" y="230"/>
                  </a:lnTo>
                  <a:lnTo>
                    <a:pt x="1148" y="227"/>
                  </a:lnTo>
                  <a:lnTo>
                    <a:pt x="1152" y="223"/>
                  </a:lnTo>
                  <a:lnTo>
                    <a:pt x="1155" y="219"/>
                  </a:lnTo>
                  <a:lnTo>
                    <a:pt x="1159" y="216"/>
                  </a:lnTo>
                  <a:lnTo>
                    <a:pt x="1163" y="216"/>
                  </a:lnTo>
                  <a:lnTo>
                    <a:pt x="1166" y="212"/>
                  </a:lnTo>
                  <a:lnTo>
                    <a:pt x="1170" y="212"/>
                  </a:lnTo>
                  <a:lnTo>
                    <a:pt x="1173" y="209"/>
                  </a:lnTo>
                  <a:lnTo>
                    <a:pt x="1177" y="209"/>
                  </a:lnTo>
                  <a:lnTo>
                    <a:pt x="1181" y="209"/>
                  </a:lnTo>
                  <a:lnTo>
                    <a:pt x="1184" y="209"/>
                  </a:lnTo>
                  <a:lnTo>
                    <a:pt x="1188" y="209"/>
                  </a:lnTo>
                  <a:lnTo>
                    <a:pt x="1191" y="209"/>
                  </a:lnTo>
                  <a:lnTo>
                    <a:pt x="1195" y="209"/>
                  </a:lnTo>
                  <a:lnTo>
                    <a:pt x="1199" y="212"/>
                  </a:lnTo>
                  <a:lnTo>
                    <a:pt x="1202" y="212"/>
                  </a:lnTo>
                  <a:lnTo>
                    <a:pt x="1206" y="216"/>
                  </a:lnTo>
                  <a:lnTo>
                    <a:pt x="1209" y="216"/>
                  </a:lnTo>
                  <a:lnTo>
                    <a:pt x="1213" y="219"/>
                  </a:lnTo>
                  <a:lnTo>
                    <a:pt x="1217" y="223"/>
                  </a:lnTo>
                  <a:lnTo>
                    <a:pt x="1220" y="223"/>
                  </a:lnTo>
                  <a:lnTo>
                    <a:pt x="1224" y="227"/>
                  </a:lnTo>
                  <a:lnTo>
                    <a:pt x="1227" y="230"/>
                  </a:lnTo>
                  <a:lnTo>
                    <a:pt x="1231" y="234"/>
                  </a:lnTo>
                  <a:lnTo>
                    <a:pt x="1235" y="237"/>
                  </a:lnTo>
                  <a:lnTo>
                    <a:pt x="1238" y="241"/>
                  </a:lnTo>
                  <a:lnTo>
                    <a:pt x="1242" y="245"/>
                  </a:lnTo>
                  <a:lnTo>
                    <a:pt x="1245" y="248"/>
                  </a:lnTo>
                  <a:lnTo>
                    <a:pt x="1249" y="252"/>
                  </a:lnTo>
                  <a:lnTo>
                    <a:pt x="1253" y="255"/>
                  </a:lnTo>
                  <a:lnTo>
                    <a:pt x="1253" y="259"/>
                  </a:lnTo>
                  <a:lnTo>
                    <a:pt x="1256" y="263"/>
                  </a:lnTo>
                  <a:lnTo>
                    <a:pt x="1260" y="266"/>
                  </a:lnTo>
                  <a:lnTo>
                    <a:pt x="1263" y="270"/>
                  </a:lnTo>
                  <a:lnTo>
                    <a:pt x="1267" y="273"/>
                  </a:lnTo>
                  <a:lnTo>
                    <a:pt x="1271" y="277"/>
                  </a:lnTo>
                  <a:lnTo>
                    <a:pt x="1274" y="281"/>
                  </a:lnTo>
                  <a:lnTo>
                    <a:pt x="1274" y="284"/>
                  </a:lnTo>
                  <a:lnTo>
                    <a:pt x="1278" y="288"/>
                  </a:lnTo>
                  <a:lnTo>
                    <a:pt x="1281" y="291"/>
                  </a:lnTo>
                  <a:lnTo>
                    <a:pt x="1285" y="295"/>
                  </a:lnTo>
                  <a:lnTo>
                    <a:pt x="1289" y="299"/>
                  </a:lnTo>
                  <a:lnTo>
                    <a:pt x="1292" y="302"/>
                  </a:lnTo>
                  <a:lnTo>
                    <a:pt x="1296" y="306"/>
                  </a:lnTo>
                  <a:lnTo>
                    <a:pt x="1299" y="306"/>
                  </a:lnTo>
                  <a:lnTo>
                    <a:pt x="1303" y="309"/>
                  </a:lnTo>
                  <a:lnTo>
                    <a:pt x="1307" y="313"/>
                  </a:lnTo>
                  <a:lnTo>
                    <a:pt x="1310" y="313"/>
                  </a:lnTo>
                  <a:lnTo>
                    <a:pt x="1314" y="313"/>
                  </a:lnTo>
                  <a:lnTo>
                    <a:pt x="1317" y="317"/>
                  </a:lnTo>
                  <a:lnTo>
                    <a:pt x="1321" y="317"/>
                  </a:lnTo>
                  <a:lnTo>
                    <a:pt x="1325" y="317"/>
                  </a:lnTo>
                  <a:lnTo>
                    <a:pt x="1328" y="317"/>
                  </a:lnTo>
                  <a:lnTo>
                    <a:pt x="1332" y="317"/>
                  </a:lnTo>
                  <a:lnTo>
                    <a:pt x="1335" y="313"/>
                  </a:lnTo>
                  <a:lnTo>
                    <a:pt x="1339" y="313"/>
                  </a:lnTo>
                  <a:lnTo>
                    <a:pt x="1343" y="309"/>
                  </a:lnTo>
                  <a:lnTo>
                    <a:pt x="1346" y="309"/>
                  </a:lnTo>
                  <a:lnTo>
                    <a:pt x="1350" y="306"/>
                  </a:lnTo>
                  <a:lnTo>
                    <a:pt x="1353" y="302"/>
                  </a:lnTo>
                  <a:lnTo>
                    <a:pt x="1357" y="302"/>
                  </a:lnTo>
                  <a:lnTo>
                    <a:pt x="1361" y="299"/>
                  </a:lnTo>
                  <a:lnTo>
                    <a:pt x="1364" y="295"/>
                  </a:lnTo>
                  <a:lnTo>
                    <a:pt x="1368" y="291"/>
                  </a:lnTo>
                  <a:lnTo>
                    <a:pt x="1371" y="288"/>
                  </a:lnTo>
                  <a:lnTo>
                    <a:pt x="1375" y="284"/>
                  </a:lnTo>
                  <a:lnTo>
                    <a:pt x="1379" y="281"/>
                  </a:lnTo>
                  <a:lnTo>
                    <a:pt x="1382" y="277"/>
                  </a:lnTo>
                  <a:lnTo>
                    <a:pt x="1382" y="273"/>
                  </a:lnTo>
                  <a:lnTo>
                    <a:pt x="1386" y="270"/>
                  </a:lnTo>
                  <a:lnTo>
                    <a:pt x="1389" y="266"/>
                  </a:lnTo>
                  <a:lnTo>
                    <a:pt x="1393" y="263"/>
                  </a:lnTo>
                  <a:lnTo>
                    <a:pt x="1397" y="259"/>
                  </a:lnTo>
                  <a:lnTo>
                    <a:pt x="1397" y="255"/>
                  </a:lnTo>
                  <a:lnTo>
                    <a:pt x="1400" y="252"/>
                  </a:lnTo>
                  <a:lnTo>
                    <a:pt x="1404" y="248"/>
                  </a:lnTo>
                  <a:lnTo>
                    <a:pt x="1407" y="245"/>
                  </a:lnTo>
                  <a:lnTo>
                    <a:pt x="1407" y="241"/>
                  </a:lnTo>
                  <a:lnTo>
                    <a:pt x="1411" y="237"/>
                  </a:lnTo>
                  <a:lnTo>
                    <a:pt x="1415" y="234"/>
                  </a:lnTo>
                  <a:lnTo>
                    <a:pt x="1418" y="230"/>
                  </a:lnTo>
                  <a:lnTo>
                    <a:pt x="1422" y="227"/>
                  </a:lnTo>
                  <a:lnTo>
                    <a:pt x="1425" y="223"/>
                  </a:lnTo>
                  <a:lnTo>
                    <a:pt x="1425" y="219"/>
                  </a:lnTo>
                  <a:lnTo>
                    <a:pt x="1429" y="216"/>
                  </a:lnTo>
                  <a:lnTo>
                    <a:pt x="1433" y="212"/>
                  </a:lnTo>
                  <a:lnTo>
                    <a:pt x="1436" y="209"/>
                  </a:lnTo>
                  <a:lnTo>
                    <a:pt x="1440" y="209"/>
                  </a:lnTo>
                  <a:lnTo>
                    <a:pt x="1443" y="205"/>
                  </a:lnTo>
                  <a:lnTo>
                    <a:pt x="1447" y="201"/>
                  </a:lnTo>
                  <a:lnTo>
                    <a:pt x="1451" y="201"/>
                  </a:lnTo>
                  <a:lnTo>
                    <a:pt x="1454" y="201"/>
                  </a:lnTo>
                  <a:lnTo>
                    <a:pt x="1458" y="198"/>
                  </a:lnTo>
                  <a:lnTo>
                    <a:pt x="1461" y="198"/>
                  </a:lnTo>
                  <a:lnTo>
                    <a:pt x="1465" y="198"/>
                  </a:lnTo>
                  <a:lnTo>
                    <a:pt x="1469" y="198"/>
                  </a:lnTo>
                  <a:lnTo>
                    <a:pt x="1472" y="201"/>
                  </a:lnTo>
                  <a:lnTo>
                    <a:pt x="1476" y="201"/>
                  </a:lnTo>
                  <a:lnTo>
                    <a:pt x="1479" y="201"/>
                  </a:lnTo>
                  <a:lnTo>
                    <a:pt x="1483" y="205"/>
                  </a:lnTo>
                  <a:lnTo>
                    <a:pt x="1487" y="205"/>
                  </a:lnTo>
                  <a:lnTo>
                    <a:pt x="1490" y="209"/>
                  </a:lnTo>
                  <a:lnTo>
                    <a:pt x="1494" y="212"/>
                  </a:lnTo>
                  <a:lnTo>
                    <a:pt x="1497" y="216"/>
                  </a:lnTo>
                  <a:lnTo>
                    <a:pt x="1501" y="219"/>
                  </a:lnTo>
                  <a:lnTo>
                    <a:pt x="1505" y="223"/>
                  </a:lnTo>
                  <a:lnTo>
                    <a:pt x="1508" y="227"/>
                  </a:lnTo>
                  <a:lnTo>
                    <a:pt x="1512" y="230"/>
                  </a:lnTo>
                  <a:lnTo>
                    <a:pt x="1515" y="234"/>
                  </a:lnTo>
                  <a:lnTo>
                    <a:pt x="1519" y="237"/>
                  </a:lnTo>
                  <a:lnTo>
                    <a:pt x="1519" y="241"/>
                  </a:lnTo>
                  <a:lnTo>
                    <a:pt x="1523" y="245"/>
                  </a:lnTo>
                  <a:lnTo>
                    <a:pt x="1526" y="248"/>
                  </a:lnTo>
                  <a:lnTo>
                    <a:pt x="1526" y="252"/>
                  </a:lnTo>
                  <a:lnTo>
                    <a:pt x="1530" y="255"/>
                  </a:lnTo>
                  <a:lnTo>
                    <a:pt x="1533" y="259"/>
                  </a:lnTo>
                  <a:lnTo>
                    <a:pt x="1537" y="263"/>
                  </a:lnTo>
                  <a:lnTo>
                    <a:pt x="1537" y="266"/>
                  </a:lnTo>
                  <a:lnTo>
                    <a:pt x="1541" y="270"/>
                  </a:lnTo>
                  <a:lnTo>
                    <a:pt x="1544" y="273"/>
                  </a:lnTo>
                  <a:lnTo>
                    <a:pt x="1544" y="277"/>
                  </a:lnTo>
                  <a:lnTo>
                    <a:pt x="1548" y="281"/>
                  </a:lnTo>
                  <a:lnTo>
                    <a:pt x="1551" y="284"/>
                  </a:lnTo>
                  <a:lnTo>
                    <a:pt x="1555" y="288"/>
                  </a:lnTo>
                  <a:lnTo>
                    <a:pt x="1555" y="291"/>
                  </a:lnTo>
                  <a:lnTo>
                    <a:pt x="1559" y="295"/>
                  </a:lnTo>
                  <a:lnTo>
                    <a:pt x="1562" y="299"/>
                  </a:lnTo>
                  <a:lnTo>
                    <a:pt x="1566" y="302"/>
                  </a:lnTo>
                  <a:lnTo>
                    <a:pt x="1569" y="306"/>
                  </a:lnTo>
                  <a:lnTo>
                    <a:pt x="1573" y="309"/>
                  </a:lnTo>
                  <a:lnTo>
                    <a:pt x="1577" y="313"/>
                  </a:lnTo>
                  <a:lnTo>
                    <a:pt x="1580" y="317"/>
                  </a:lnTo>
                  <a:lnTo>
                    <a:pt x="1584" y="320"/>
                  </a:lnTo>
                  <a:lnTo>
                    <a:pt x="1587" y="324"/>
                  </a:lnTo>
                  <a:lnTo>
                    <a:pt x="1591" y="324"/>
                  </a:lnTo>
                  <a:lnTo>
                    <a:pt x="1595" y="327"/>
                  </a:lnTo>
                  <a:lnTo>
                    <a:pt x="1598" y="327"/>
                  </a:lnTo>
                  <a:lnTo>
                    <a:pt x="1602" y="327"/>
                  </a:lnTo>
                  <a:lnTo>
                    <a:pt x="1605" y="327"/>
                  </a:lnTo>
                  <a:lnTo>
                    <a:pt x="1609" y="327"/>
                  </a:lnTo>
                  <a:lnTo>
                    <a:pt x="1613" y="327"/>
                  </a:lnTo>
                  <a:lnTo>
                    <a:pt x="1616" y="324"/>
                  </a:lnTo>
                  <a:lnTo>
                    <a:pt x="1620" y="324"/>
                  </a:lnTo>
                  <a:lnTo>
                    <a:pt x="1623" y="320"/>
                  </a:lnTo>
                  <a:lnTo>
                    <a:pt x="1627" y="317"/>
                  </a:lnTo>
                  <a:lnTo>
                    <a:pt x="1631" y="313"/>
                  </a:lnTo>
                  <a:lnTo>
                    <a:pt x="1634" y="313"/>
                  </a:lnTo>
                  <a:lnTo>
                    <a:pt x="1638" y="309"/>
                  </a:lnTo>
                  <a:lnTo>
                    <a:pt x="1641" y="306"/>
                  </a:lnTo>
                  <a:lnTo>
                    <a:pt x="1645" y="302"/>
                  </a:lnTo>
                  <a:lnTo>
                    <a:pt x="1649" y="299"/>
                  </a:lnTo>
                  <a:lnTo>
                    <a:pt x="1649" y="295"/>
                  </a:lnTo>
                  <a:lnTo>
                    <a:pt x="1652" y="291"/>
                  </a:lnTo>
                  <a:lnTo>
                    <a:pt x="1656" y="288"/>
                  </a:lnTo>
                  <a:lnTo>
                    <a:pt x="1656" y="284"/>
                  </a:lnTo>
                  <a:lnTo>
                    <a:pt x="1659" y="281"/>
                  </a:lnTo>
                  <a:lnTo>
                    <a:pt x="1663" y="277"/>
                  </a:lnTo>
                  <a:lnTo>
                    <a:pt x="1663" y="273"/>
                  </a:lnTo>
                  <a:lnTo>
                    <a:pt x="1667" y="270"/>
                  </a:lnTo>
                  <a:lnTo>
                    <a:pt x="1667" y="266"/>
                  </a:lnTo>
                  <a:lnTo>
                    <a:pt x="1670" y="263"/>
                  </a:lnTo>
                  <a:lnTo>
                    <a:pt x="1674" y="259"/>
                  </a:lnTo>
                  <a:lnTo>
                    <a:pt x="1674" y="255"/>
                  </a:lnTo>
                  <a:lnTo>
                    <a:pt x="1677" y="252"/>
                  </a:lnTo>
                  <a:lnTo>
                    <a:pt x="1681" y="248"/>
                  </a:lnTo>
                  <a:lnTo>
                    <a:pt x="1681" y="245"/>
                  </a:lnTo>
                  <a:lnTo>
                    <a:pt x="1685" y="241"/>
                  </a:lnTo>
                  <a:lnTo>
                    <a:pt x="1685" y="237"/>
                  </a:lnTo>
                  <a:lnTo>
                    <a:pt x="1688" y="234"/>
                  </a:lnTo>
                  <a:lnTo>
                    <a:pt x="1692" y="230"/>
                  </a:lnTo>
                  <a:lnTo>
                    <a:pt x="1695" y="227"/>
                  </a:lnTo>
                  <a:lnTo>
                    <a:pt x="1695" y="223"/>
                  </a:lnTo>
                  <a:lnTo>
                    <a:pt x="1699" y="219"/>
                  </a:lnTo>
                  <a:lnTo>
                    <a:pt x="1703" y="216"/>
                  </a:lnTo>
                  <a:lnTo>
                    <a:pt x="1706" y="212"/>
                  </a:lnTo>
                  <a:lnTo>
                    <a:pt x="1706" y="209"/>
                  </a:lnTo>
                  <a:lnTo>
                    <a:pt x="1710" y="205"/>
                  </a:lnTo>
                  <a:lnTo>
                    <a:pt x="1713" y="201"/>
                  </a:lnTo>
                  <a:lnTo>
                    <a:pt x="1717" y="198"/>
                  </a:lnTo>
                  <a:lnTo>
                    <a:pt x="1721" y="194"/>
                  </a:lnTo>
                  <a:lnTo>
                    <a:pt x="1724" y="191"/>
                  </a:lnTo>
                  <a:lnTo>
                    <a:pt x="1728" y="187"/>
                  </a:lnTo>
                  <a:lnTo>
                    <a:pt x="1731" y="187"/>
                  </a:lnTo>
                  <a:lnTo>
                    <a:pt x="1735" y="183"/>
                  </a:lnTo>
                  <a:lnTo>
                    <a:pt x="1739" y="183"/>
                  </a:lnTo>
                  <a:lnTo>
                    <a:pt x="1742" y="183"/>
                  </a:lnTo>
                  <a:lnTo>
                    <a:pt x="1746" y="183"/>
                  </a:lnTo>
                  <a:lnTo>
                    <a:pt x="1749" y="183"/>
                  </a:lnTo>
                  <a:lnTo>
                    <a:pt x="1753" y="187"/>
                  </a:lnTo>
                  <a:lnTo>
                    <a:pt x="1757" y="187"/>
                  </a:lnTo>
                  <a:lnTo>
                    <a:pt x="1760" y="191"/>
                  </a:lnTo>
                  <a:lnTo>
                    <a:pt x="1764" y="191"/>
                  </a:lnTo>
                  <a:lnTo>
                    <a:pt x="1767" y="194"/>
                  </a:lnTo>
                  <a:lnTo>
                    <a:pt x="1771" y="198"/>
                  </a:lnTo>
                  <a:lnTo>
                    <a:pt x="1775" y="201"/>
                  </a:lnTo>
                  <a:lnTo>
                    <a:pt x="1778" y="205"/>
                  </a:lnTo>
                  <a:lnTo>
                    <a:pt x="1782" y="209"/>
                  </a:lnTo>
                  <a:lnTo>
                    <a:pt x="1785" y="212"/>
                  </a:lnTo>
                  <a:lnTo>
                    <a:pt x="1785" y="216"/>
                  </a:lnTo>
                  <a:lnTo>
                    <a:pt x="1789" y="219"/>
                  </a:lnTo>
                  <a:lnTo>
                    <a:pt x="1793" y="223"/>
                  </a:lnTo>
                  <a:lnTo>
                    <a:pt x="1793" y="227"/>
                  </a:lnTo>
                  <a:lnTo>
                    <a:pt x="1796" y="230"/>
                  </a:lnTo>
                  <a:lnTo>
                    <a:pt x="1796" y="234"/>
                  </a:lnTo>
                  <a:lnTo>
                    <a:pt x="1800" y="237"/>
                  </a:lnTo>
                  <a:lnTo>
                    <a:pt x="1803" y="241"/>
                  </a:lnTo>
                  <a:lnTo>
                    <a:pt x="1803" y="245"/>
                  </a:lnTo>
                  <a:lnTo>
                    <a:pt x="1807" y="248"/>
                  </a:lnTo>
                  <a:lnTo>
                    <a:pt x="1807" y="252"/>
                  </a:lnTo>
                  <a:lnTo>
                    <a:pt x="1811" y="255"/>
                  </a:lnTo>
                  <a:lnTo>
                    <a:pt x="1811" y="259"/>
                  </a:lnTo>
                  <a:lnTo>
                    <a:pt x="1814" y="263"/>
                  </a:lnTo>
                  <a:lnTo>
                    <a:pt x="1818" y="266"/>
                  </a:lnTo>
                  <a:lnTo>
                    <a:pt x="1818" y="270"/>
                  </a:lnTo>
                  <a:lnTo>
                    <a:pt x="1821" y="273"/>
                  </a:lnTo>
                  <a:lnTo>
                    <a:pt x="1821" y="277"/>
                  </a:lnTo>
                  <a:lnTo>
                    <a:pt x="1821" y="281"/>
                  </a:lnTo>
                  <a:lnTo>
                    <a:pt x="1825" y="284"/>
                  </a:lnTo>
                  <a:lnTo>
                    <a:pt x="1829" y="288"/>
                  </a:lnTo>
                  <a:lnTo>
                    <a:pt x="1829" y="291"/>
                  </a:lnTo>
                  <a:lnTo>
                    <a:pt x="1832" y="295"/>
                  </a:lnTo>
                  <a:lnTo>
                    <a:pt x="1836" y="299"/>
                  </a:lnTo>
                  <a:lnTo>
                    <a:pt x="1836" y="302"/>
                  </a:lnTo>
                  <a:lnTo>
                    <a:pt x="1839" y="306"/>
                  </a:lnTo>
                  <a:lnTo>
                    <a:pt x="1839" y="309"/>
                  </a:lnTo>
                  <a:lnTo>
                    <a:pt x="1843" y="313"/>
                  </a:lnTo>
                  <a:lnTo>
                    <a:pt x="1847" y="317"/>
                  </a:lnTo>
                  <a:lnTo>
                    <a:pt x="1847" y="320"/>
                  </a:lnTo>
                  <a:lnTo>
                    <a:pt x="1850" y="324"/>
                  </a:lnTo>
                  <a:lnTo>
                    <a:pt x="1854" y="327"/>
                  </a:lnTo>
                  <a:lnTo>
                    <a:pt x="1857" y="331"/>
                  </a:lnTo>
                  <a:lnTo>
                    <a:pt x="1861" y="335"/>
                  </a:lnTo>
                  <a:lnTo>
                    <a:pt x="1865" y="338"/>
                  </a:lnTo>
                  <a:lnTo>
                    <a:pt x="1868" y="342"/>
                  </a:lnTo>
                  <a:lnTo>
                    <a:pt x="1872" y="342"/>
                  </a:lnTo>
                  <a:lnTo>
                    <a:pt x="1875" y="345"/>
                  </a:lnTo>
                  <a:lnTo>
                    <a:pt x="1879" y="345"/>
                  </a:lnTo>
                  <a:lnTo>
                    <a:pt x="1883" y="345"/>
                  </a:lnTo>
                  <a:lnTo>
                    <a:pt x="1886" y="345"/>
                  </a:lnTo>
                  <a:lnTo>
                    <a:pt x="1890" y="345"/>
                  </a:lnTo>
                  <a:lnTo>
                    <a:pt x="1893" y="342"/>
                  </a:lnTo>
                  <a:lnTo>
                    <a:pt x="1897" y="342"/>
                  </a:lnTo>
                  <a:lnTo>
                    <a:pt x="1901" y="338"/>
                  </a:lnTo>
                  <a:lnTo>
                    <a:pt x="1904" y="335"/>
                  </a:lnTo>
                  <a:lnTo>
                    <a:pt x="1908" y="331"/>
                  </a:lnTo>
                  <a:lnTo>
                    <a:pt x="1911" y="327"/>
                  </a:lnTo>
                  <a:lnTo>
                    <a:pt x="1915" y="324"/>
                  </a:lnTo>
                  <a:lnTo>
                    <a:pt x="1919" y="320"/>
                  </a:lnTo>
                  <a:lnTo>
                    <a:pt x="1922" y="317"/>
                  </a:lnTo>
                  <a:lnTo>
                    <a:pt x="1922" y="313"/>
                  </a:lnTo>
                  <a:lnTo>
                    <a:pt x="1926" y="309"/>
                  </a:lnTo>
                  <a:lnTo>
                    <a:pt x="1926" y="306"/>
                  </a:lnTo>
                  <a:lnTo>
                    <a:pt x="1929" y="302"/>
                  </a:lnTo>
                  <a:lnTo>
                    <a:pt x="1933" y="299"/>
                  </a:lnTo>
                  <a:lnTo>
                    <a:pt x="1933" y="295"/>
                  </a:lnTo>
                  <a:lnTo>
                    <a:pt x="1937" y="291"/>
                  </a:lnTo>
                  <a:lnTo>
                    <a:pt x="1937" y="288"/>
                  </a:lnTo>
                  <a:lnTo>
                    <a:pt x="1940" y="284"/>
                  </a:lnTo>
                  <a:lnTo>
                    <a:pt x="1940" y="281"/>
                  </a:lnTo>
                  <a:lnTo>
                    <a:pt x="1944" y="277"/>
                  </a:lnTo>
                  <a:lnTo>
                    <a:pt x="1944" y="273"/>
                  </a:lnTo>
                  <a:lnTo>
                    <a:pt x="1947" y="270"/>
                  </a:lnTo>
                  <a:lnTo>
                    <a:pt x="1947" y="266"/>
                  </a:lnTo>
                  <a:lnTo>
                    <a:pt x="1951" y="263"/>
                  </a:lnTo>
                  <a:lnTo>
                    <a:pt x="1951" y="259"/>
                  </a:lnTo>
                  <a:lnTo>
                    <a:pt x="1955" y="255"/>
                  </a:lnTo>
                  <a:lnTo>
                    <a:pt x="1955" y="252"/>
                  </a:lnTo>
                  <a:lnTo>
                    <a:pt x="1958" y="248"/>
                  </a:lnTo>
                  <a:lnTo>
                    <a:pt x="1958" y="245"/>
                  </a:lnTo>
                  <a:lnTo>
                    <a:pt x="1962" y="241"/>
                  </a:lnTo>
                  <a:lnTo>
                    <a:pt x="1962" y="237"/>
                  </a:lnTo>
                  <a:lnTo>
                    <a:pt x="1965" y="234"/>
                  </a:lnTo>
                  <a:lnTo>
                    <a:pt x="1965" y="230"/>
                  </a:lnTo>
                  <a:lnTo>
                    <a:pt x="1969" y="227"/>
                  </a:lnTo>
                  <a:lnTo>
                    <a:pt x="1969" y="223"/>
                  </a:lnTo>
                  <a:lnTo>
                    <a:pt x="1969" y="219"/>
                  </a:lnTo>
                  <a:lnTo>
                    <a:pt x="1973" y="216"/>
                  </a:lnTo>
                  <a:lnTo>
                    <a:pt x="1976" y="212"/>
                  </a:lnTo>
                  <a:lnTo>
                    <a:pt x="1976" y="209"/>
                  </a:lnTo>
                  <a:lnTo>
                    <a:pt x="1980" y="205"/>
                  </a:lnTo>
                  <a:lnTo>
                    <a:pt x="1980" y="201"/>
                  </a:lnTo>
                  <a:lnTo>
                    <a:pt x="1983" y="198"/>
                  </a:lnTo>
                  <a:lnTo>
                    <a:pt x="1987" y="194"/>
                  </a:lnTo>
                  <a:lnTo>
                    <a:pt x="1987" y="191"/>
                  </a:lnTo>
                  <a:lnTo>
                    <a:pt x="1991" y="187"/>
                  </a:lnTo>
                  <a:lnTo>
                    <a:pt x="1994" y="183"/>
                  </a:lnTo>
                  <a:lnTo>
                    <a:pt x="1994" y="180"/>
                  </a:lnTo>
                  <a:lnTo>
                    <a:pt x="1998" y="176"/>
                  </a:lnTo>
                  <a:lnTo>
                    <a:pt x="2001" y="173"/>
                  </a:lnTo>
                  <a:lnTo>
                    <a:pt x="2005" y="169"/>
                  </a:lnTo>
                  <a:lnTo>
                    <a:pt x="2009" y="165"/>
                  </a:lnTo>
                  <a:lnTo>
                    <a:pt x="2012" y="162"/>
                  </a:lnTo>
                  <a:lnTo>
                    <a:pt x="2016" y="162"/>
                  </a:lnTo>
                  <a:lnTo>
                    <a:pt x="2019" y="162"/>
                  </a:lnTo>
                  <a:lnTo>
                    <a:pt x="2023" y="162"/>
                  </a:lnTo>
                  <a:lnTo>
                    <a:pt x="2027" y="162"/>
                  </a:lnTo>
                  <a:lnTo>
                    <a:pt x="2030" y="162"/>
                  </a:lnTo>
                  <a:lnTo>
                    <a:pt x="2034" y="165"/>
                  </a:lnTo>
                  <a:lnTo>
                    <a:pt x="2037" y="165"/>
                  </a:lnTo>
                  <a:lnTo>
                    <a:pt x="2041" y="169"/>
                  </a:lnTo>
                  <a:lnTo>
                    <a:pt x="2045" y="173"/>
                  </a:lnTo>
                  <a:lnTo>
                    <a:pt x="2048" y="176"/>
                  </a:lnTo>
                  <a:lnTo>
                    <a:pt x="2052" y="180"/>
                  </a:lnTo>
                  <a:lnTo>
                    <a:pt x="2055" y="183"/>
                  </a:lnTo>
                  <a:lnTo>
                    <a:pt x="2055" y="187"/>
                  </a:lnTo>
                  <a:lnTo>
                    <a:pt x="2059" y="191"/>
                  </a:lnTo>
                  <a:lnTo>
                    <a:pt x="2059" y="194"/>
                  </a:lnTo>
                  <a:lnTo>
                    <a:pt x="2063" y="198"/>
                  </a:lnTo>
                  <a:lnTo>
                    <a:pt x="2063" y="201"/>
                  </a:lnTo>
                  <a:lnTo>
                    <a:pt x="2066" y="205"/>
                  </a:lnTo>
                  <a:lnTo>
                    <a:pt x="2070" y="209"/>
                  </a:lnTo>
                  <a:lnTo>
                    <a:pt x="2070" y="212"/>
                  </a:lnTo>
                  <a:lnTo>
                    <a:pt x="2070" y="216"/>
                  </a:lnTo>
                  <a:lnTo>
                    <a:pt x="2073" y="219"/>
                  </a:lnTo>
                  <a:lnTo>
                    <a:pt x="2077" y="223"/>
                  </a:lnTo>
                  <a:lnTo>
                    <a:pt x="2077" y="227"/>
                  </a:lnTo>
                  <a:lnTo>
                    <a:pt x="2077" y="230"/>
                  </a:lnTo>
                  <a:lnTo>
                    <a:pt x="2081" y="234"/>
                  </a:lnTo>
                  <a:lnTo>
                    <a:pt x="2081" y="237"/>
                  </a:lnTo>
                  <a:lnTo>
                    <a:pt x="2081" y="241"/>
                  </a:lnTo>
                  <a:lnTo>
                    <a:pt x="2084" y="245"/>
                  </a:lnTo>
                  <a:lnTo>
                    <a:pt x="2088" y="248"/>
                  </a:lnTo>
                  <a:lnTo>
                    <a:pt x="2088" y="252"/>
                  </a:lnTo>
                  <a:lnTo>
                    <a:pt x="2088" y="255"/>
                  </a:lnTo>
                  <a:lnTo>
                    <a:pt x="2091" y="259"/>
                  </a:lnTo>
                  <a:lnTo>
                    <a:pt x="2091" y="263"/>
                  </a:lnTo>
                  <a:lnTo>
                    <a:pt x="2095" y="266"/>
                  </a:lnTo>
                  <a:lnTo>
                    <a:pt x="2095" y="270"/>
                  </a:lnTo>
                  <a:lnTo>
                    <a:pt x="2095" y="273"/>
                  </a:lnTo>
                  <a:lnTo>
                    <a:pt x="2099" y="277"/>
                  </a:lnTo>
                  <a:lnTo>
                    <a:pt x="2099" y="281"/>
                  </a:lnTo>
                  <a:lnTo>
                    <a:pt x="2099" y="284"/>
                  </a:lnTo>
                  <a:lnTo>
                    <a:pt x="2102" y="288"/>
                  </a:lnTo>
                  <a:lnTo>
                    <a:pt x="2102" y="291"/>
                  </a:lnTo>
                  <a:lnTo>
                    <a:pt x="2106" y="295"/>
                  </a:lnTo>
                  <a:lnTo>
                    <a:pt x="2106" y="299"/>
                  </a:lnTo>
                  <a:lnTo>
                    <a:pt x="2109" y="302"/>
                  </a:lnTo>
                  <a:lnTo>
                    <a:pt x="2109" y="306"/>
                  </a:lnTo>
                  <a:lnTo>
                    <a:pt x="2113" y="309"/>
                  </a:lnTo>
                  <a:lnTo>
                    <a:pt x="2113" y="313"/>
                  </a:lnTo>
                  <a:lnTo>
                    <a:pt x="2113" y="317"/>
                  </a:lnTo>
                  <a:lnTo>
                    <a:pt x="2117" y="320"/>
                  </a:lnTo>
                  <a:lnTo>
                    <a:pt x="2120" y="324"/>
                  </a:lnTo>
                  <a:lnTo>
                    <a:pt x="2120" y="327"/>
                  </a:lnTo>
                  <a:lnTo>
                    <a:pt x="2120" y="331"/>
                  </a:lnTo>
                  <a:lnTo>
                    <a:pt x="2124" y="335"/>
                  </a:lnTo>
                  <a:lnTo>
                    <a:pt x="2124" y="338"/>
                  </a:lnTo>
                  <a:lnTo>
                    <a:pt x="2127" y="342"/>
                  </a:lnTo>
                  <a:lnTo>
                    <a:pt x="2131" y="345"/>
                  </a:lnTo>
                  <a:lnTo>
                    <a:pt x="2131" y="349"/>
                  </a:lnTo>
                  <a:lnTo>
                    <a:pt x="2135" y="353"/>
                  </a:lnTo>
                  <a:lnTo>
                    <a:pt x="2138" y="356"/>
                  </a:lnTo>
                  <a:lnTo>
                    <a:pt x="2138" y="360"/>
                  </a:lnTo>
                  <a:lnTo>
                    <a:pt x="2142" y="363"/>
                  </a:lnTo>
                  <a:lnTo>
                    <a:pt x="2145" y="367"/>
                  </a:lnTo>
                  <a:lnTo>
                    <a:pt x="2149" y="371"/>
                  </a:lnTo>
                  <a:lnTo>
                    <a:pt x="2153" y="374"/>
                  </a:lnTo>
                  <a:lnTo>
                    <a:pt x="2156" y="378"/>
                  </a:lnTo>
                  <a:lnTo>
                    <a:pt x="2160" y="378"/>
                  </a:lnTo>
                  <a:lnTo>
                    <a:pt x="2163" y="378"/>
                  </a:lnTo>
                  <a:lnTo>
                    <a:pt x="2167" y="378"/>
                  </a:lnTo>
                  <a:lnTo>
                    <a:pt x="2171" y="374"/>
                  </a:lnTo>
                  <a:lnTo>
                    <a:pt x="2174" y="371"/>
                  </a:lnTo>
                  <a:lnTo>
                    <a:pt x="2178" y="371"/>
                  </a:lnTo>
                  <a:lnTo>
                    <a:pt x="2181" y="367"/>
                  </a:lnTo>
                  <a:lnTo>
                    <a:pt x="2185" y="363"/>
                  </a:lnTo>
                  <a:lnTo>
                    <a:pt x="2189" y="360"/>
                  </a:lnTo>
                  <a:lnTo>
                    <a:pt x="2189" y="356"/>
                  </a:lnTo>
                  <a:lnTo>
                    <a:pt x="2192" y="353"/>
                  </a:lnTo>
                  <a:lnTo>
                    <a:pt x="2192" y="349"/>
                  </a:lnTo>
                  <a:lnTo>
                    <a:pt x="2196" y="345"/>
                  </a:lnTo>
                  <a:lnTo>
                    <a:pt x="2199" y="342"/>
                  </a:lnTo>
                  <a:lnTo>
                    <a:pt x="2199" y="338"/>
                  </a:lnTo>
                  <a:lnTo>
                    <a:pt x="2199" y="335"/>
                  </a:lnTo>
                  <a:lnTo>
                    <a:pt x="2203" y="331"/>
                  </a:lnTo>
                  <a:lnTo>
                    <a:pt x="2207" y="327"/>
                  </a:lnTo>
                  <a:lnTo>
                    <a:pt x="2207" y="324"/>
                  </a:lnTo>
                  <a:lnTo>
                    <a:pt x="2207" y="320"/>
                  </a:lnTo>
                  <a:lnTo>
                    <a:pt x="2210" y="317"/>
                  </a:lnTo>
                  <a:lnTo>
                    <a:pt x="2210" y="313"/>
                  </a:lnTo>
                  <a:lnTo>
                    <a:pt x="2210" y="309"/>
                  </a:lnTo>
                  <a:lnTo>
                    <a:pt x="2214" y="306"/>
                  </a:lnTo>
                  <a:lnTo>
                    <a:pt x="2214" y="302"/>
                  </a:lnTo>
                  <a:lnTo>
                    <a:pt x="2217" y="299"/>
                  </a:lnTo>
                  <a:lnTo>
                    <a:pt x="2217" y="295"/>
                  </a:lnTo>
                  <a:lnTo>
                    <a:pt x="2217" y="291"/>
                  </a:lnTo>
                  <a:lnTo>
                    <a:pt x="2221" y="288"/>
                  </a:lnTo>
                  <a:lnTo>
                    <a:pt x="2221" y="284"/>
                  </a:lnTo>
                  <a:lnTo>
                    <a:pt x="2225" y="281"/>
                  </a:lnTo>
                  <a:lnTo>
                    <a:pt x="2225" y="277"/>
                  </a:lnTo>
                  <a:lnTo>
                    <a:pt x="2225" y="273"/>
                  </a:lnTo>
                  <a:lnTo>
                    <a:pt x="2228" y="266"/>
                  </a:lnTo>
                  <a:lnTo>
                    <a:pt x="2228" y="263"/>
                  </a:lnTo>
                  <a:lnTo>
                    <a:pt x="2232" y="259"/>
                  </a:lnTo>
                  <a:lnTo>
                    <a:pt x="2232" y="255"/>
                  </a:lnTo>
                  <a:lnTo>
                    <a:pt x="2232" y="252"/>
                  </a:lnTo>
                  <a:lnTo>
                    <a:pt x="2235" y="248"/>
                  </a:lnTo>
                  <a:lnTo>
                    <a:pt x="2235" y="245"/>
                  </a:lnTo>
                  <a:lnTo>
                    <a:pt x="2235" y="241"/>
                  </a:lnTo>
                  <a:lnTo>
                    <a:pt x="2239" y="234"/>
                  </a:lnTo>
                  <a:lnTo>
                    <a:pt x="2239" y="230"/>
                  </a:lnTo>
                  <a:lnTo>
                    <a:pt x="2243" y="227"/>
                  </a:lnTo>
                  <a:lnTo>
                    <a:pt x="2243" y="223"/>
                  </a:lnTo>
                  <a:lnTo>
                    <a:pt x="2243" y="219"/>
                  </a:lnTo>
                  <a:lnTo>
                    <a:pt x="2246" y="216"/>
                  </a:lnTo>
                  <a:lnTo>
                    <a:pt x="2246" y="212"/>
                  </a:lnTo>
                  <a:lnTo>
                    <a:pt x="2250" y="209"/>
                  </a:lnTo>
                  <a:lnTo>
                    <a:pt x="2250" y="205"/>
                  </a:lnTo>
                  <a:lnTo>
                    <a:pt x="2250" y="201"/>
                  </a:lnTo>
                  <a:lnTo>
                    <a:pt x="2253" y="194"/>
                  </a:lnTo>
                  <a:lnTo>
                    <a:pt x="2253" y="191"/>
                  </a:lnTo>
                  <a:lnTo>
                    <a:pt x="2253" y="187"/>
                  </a:lnTo>
                  <a:lnTo>
                    <a:pt x="2257" y="183"/>
                  </a:lnTo>
                  <a:lnTo>
                    <a:pt x="2257" y="180"/>
                  </a:lnTo>
                  <a:lnTo>
                    <a:pt x="2261" y="176"/>
                  </a:lnTo>
                  <a:lnTo>
                    <a:pt x="2261" y="173"/>
                  </a:lnTo>
                  <a:lnTo>
                    <a:pt x="2264" y="169"/>
                  </a:lnTo>
                  <a:lnTo>
                    <a:pt x="2264" y="165"/>
                  </a:lnTo>
                  <a:lnTo>
                    <a:pt x="2268" y="162"/>
                  </a:lnTo>
                  <a:lnTo>
                    <a:pt x="2268" y="158"/>
                  </a:lnTo>
                  <a:lnTo>
                    <a:pt x="2268" y="155"/>
                  </a:lnTo>
                  <a:lnTo>
                    <a:pt x="2271" y="151"/>
                  </a:lnTo>
                  <a:lnTo>
                    <a:pt x="2275" y="147"/>
                  </a:lnTo>
                  <a:lnTo>
                    <a:pt x="2275" y="144"/>
                  </a:lnTo>
                  <a:lnTo>
                    <a:pt x="2279" y="140"/>
                  </a:lnTo>
                  <a:lnTo>
                    <a:pt x="2279" y="137"/>
                  </a:lnTo>
                  <a:lnTo>
                    <a:pt x="2282" y="133"/>
                  </a:lnTo>
                  <a:lnTo>
                    <a:pt x="2286" y="129"/>
                  </a:lnTo>
                  <a:lnTo>
                    <a:pt x="2286" y="126"/>
                  </a:lnTo>
                  <a:lnTo>
                    <a:pt x="2289" y="122"/>
                  </a:lnTo>
                  <a:lnTo>
                    <a:pt x="2293" y="119"/>
                  </a:lnTo>
                  <a:lnTo>
                    <a:pt x="2297" y="119"/>
                  </a:lnTo>
                  <a:lnTo>
                    <a:pt x="2300" y="115"/>
                  </a:lnTo>
                  <a:lnTo>
                    <a:pt x="2304" y="115"/>
                  </a:lnTo>
                  <a:lnTo>
                    <a:pt x="2307" y="119"/>
                  </a:lnTo>
                  <a:lnTo>
                    <a:pt x="2311" y="119"/>
                  </a:lnTo>
                  <a:lnTo>
                    <a:pt x="2315" y="122"/>
                  </a:lnTo>
                  <a:lnTo>
                    <a:pt x="2318" y="126"/>
                  </a:lnTo>
                  <a:lnTo>
                    <a:pt x="2322" y="129"/>
                  </a:lnTo>
                  <a:lnTo>
                    <a:pt x="2325" y="133"/>
                  </a:lnTo>
                  <a:lnTo>
                    <a:pt x="2325" y="137"/>
                  </a:lnTo>
                  <a:lnTo>
                    <a:pt x="2329" y="140"/>
                  </a:lnTo>
                  <a:lnTo>
                    <a:pt x="2329" y="144"/>
                  </a:lnTo>
                  <a:lnTo>
                    <a:pt x="2333" y="147"/>
                  </a:lnTo>
                  <a:lnTo>
                    <a:pt x="2336" y="151"/>
                  </a:lnTo>
                  <a:lnTo>
                    <a:pt x="2336" y="155"/>
                  </a:lnTo>
                  <a:lnTo>
                    <a:pt x="2336" y="158"/>
                  </a:lnTo>
                  <a:lnTo>
                    <a:pt x="2340" y="162"/>
                  </a:lnTo>
                  <a:lnTo>
                    <a:pt x="2340" y="165"/>
                  </a:lnTo>
                  <a:lnTo>
                    <a:pt x="2340" y="169"/>
                  </a:lnTo>
                  <a:lnTo>
                    <a:pt x="2343" y="173"/>
                  </a:lnTo>
                  <a:lnTo>
                    <a:pt x="2343" y="176"/>
                  </a:lnTo>
                  <a:lnTo>
                    <a:pt x="2347" y="180"/>
                  </a:lnTo>
                  <a:lnTo>
                    <a:pt x="2347" y="187"/>
                  </a:lnTo>
                  <a:lnTo>
                    <a:pt x="2347" y="191"/>
                  </a:lnTo>
                  <a:lnTo>
                    <a:pt x="2351" y="194"/>
                  </a:lnTo>
                  <a:lnTo>
                    <a:pt x="2351" y="198"/>
                  </a:lnTo>
                  <a:lnTo>
                    <a:pt x="2354" y="201"/>
                  </a:lnTo>
                  <a:lnTo>
                    <a:pt x="2354" y="209"/>
                  </a:lnTo>
                  <a:lnTo>
                    <a:pt x="2354" y="212"/>
                  </a:lnTo>
                  <a:lnTo>
                    <a:pt x="2358" y="216"/>
                  </a:lnTo>
                  <a:lnTo>
                    <a:pt x="2358" y="219"/>
                  </a:lnTo>
                  <a:lnTo>
                    <a:pt x="2361" y="227"/>
                  </a:lnTo>
                  <a:lnTo>
                    <a:pt x="2361" y="230"/>
                  </a:lnTo>
                  <a:lnTo>
                    <a:pt x="2361" y="234"/>
                  </a:lnTo>
                  <a:lnTo>
                    <a:pt x="2365" y="241"/>
                  </a:lnTo>
                  <a:lnTo>
                    <a:pt x="2365" y="245"/>
                  </a:lnTo>
                  <a:lnTo>
                    <a:pt x="2365" y="248"/>
                  </a:lnTo>
                  <a:lnTo>
                    <a:pt x="2369" y="255"/>
                  </a:lnTo>
                  <a:lnTo>
                    <a:pt x="2369" y="259"/>
                  </a:lnTo>
                  <a:lnTo>
                    <a:pt x="2372" y="266"/>
                  </a:lnTo>
                  <a:lnTo>
                    <a:pt x="2372" y="270"/>
                  </a:lnTo>
                  <a:lnTo>
                    <a:pt x="2372" y="273"/>
                  </a:lnTo>
                  <a:lnTo>
                    <a:pt x="2376" y="281"/>
                  </a:lnTo>
                  <a:lnTo>
                    <a:pt x="2376" y="284"/>
                  </a:lnTo>
                  <a:lnTo>
                    <a:pt x="2379" y="291"/>
                  </a:lnTo>
                  <a:lnTo>
                    <a:pt x="2379" y="295"/>
                  </a:lnTo>
                  <a:lnTo>
                    <a:pt x="2379" y="302"/>
                  </a:lnTo>
                  <a:lnTo>
                    <a:pt x="2383" y="306"/>
                  </a:lnTo>
                  <a:lnTo>
                    <a:pt x="2383" y="309"/>
                  </a:lnTo>
                  <a:lnTo>
                    <a:pt x="2383" y="317"/>
                  </a:lnTo>
                  <a:lnTo>
                    <a:pt x="2387" y="320"/>
                  </a:lnTo>
                  <a:lnTo>
                    <a:pt x="2387" y="327"/>
                  </a:lnTo>
                  <a:lnTo>
                    <a:pt x="2390" y="331"/>
                  </a:lnTo>
                  <a:lnTo>
                    <a:pt x="2390" y="335"/>
                  </a:lnTo>
                  <a:lnTo>
                    <a:pt x="2390" y="342"/>
                  </a:lnTo>
                  <a:lnTo>
                    <a:pt x="2394" y="345"/>
                  </a:lnTo>
                  <a:lnTo>
                    <a:pt x="2394" y="349"/>
                  </a:lnTo>
                  <a:lnTo>
                    <a:pt x="2397" y="356"/>
                  </a:lnTo>
                  <a:lnTo>
                    <a:pt x="2397" y="360"/>
                  </a:lnTo>
                  <a:lnTo>
                    <a:pt x="2397" y="363"/>
                  </a:lnTo>
                  <a:lnTo>
                    <a:pt x="2401" y="367"/>
                  </a:lnTo>
                  <a:lnTo>
                    <a:pt x="2401" y="374"/>
                  </a:lnTo>
                  <a:lnTo>
                    <a:pt x="2405" y="378"/>
                  </a:lnTo>
                  <a:lnTo>
                    <a:pt x="2405" y="381"/>
                  </a:lnTo>
                  <a:lnTo>
                    <a:pt x="2405" y="385"/>
                  </a:lnTo>
                  <a:lnTo>
                    <a:pt x="2408" y="389"/>
                  </a:lnTo>
                  <a:lnTo>
                    <a:pt x="2408" y="392"/>
                  </a:lnTo>
                  <a:lnTo>
                    <a:pt x="2408" y="396"/>
                  </a:lnTo>
                  <a:lnTo>
                    <a:pt x="2412" y="399"/>
                  </a:lnTo>
                  <a:lnTo>
                    <a:pt x="2412" y="403"/>
                  </a:lnTo>
                  <a:lnTo>
                    <a:pt x="2415" y="407"/>
                  </a:lnTo>
                  <a:lnTo>
                    <a:pt x="2415" y="410"/>
                  </a:lnTo>
                  <a:lnTo>
                    <a:pt x="2415" y="414"/>
                  </a:lnTo>
                  <a:lnTo>
                    <a:pt x="2419" y="417"/>
                  </a:lnTo>
                  <a:lnTo>
                    <a:pt x="2423" y="421"/>
                  </a:lnTo>
                  <a:lnTo>
                    <a:pt x="2423" y="425"/>
                  </a:lnTo>
                  <a:lnTo>
                    <a:pt x="2426" y="428"/>
                  </a:lnTo>
                  <a:lnTo>
                    <a:pt x="2426" y="432"/>
                  </a:lnTo>
                  <a:lnTo>
                    <a:pt x="2430" y="435"/>
                  </a:lnTo>
                  <a:lnTo>
                    <a:pt x="2433" y="439"/>
                  </a:lnTo>
                  <a:lnTo>
                    <a:pt x="2437" y="443"/>
                  </a:lnTo>
                  <a:lnTo>
                    <a:pt x="2441" y="446"/>
                  </a:lnTo>
                  <a:lnTo>
                    <a:pt x="2444" y="446"/>
                  </a:lnTo>
                  <a:lnTo>
                    <a:pt x="2448" y="443"/>
                  </a:lnTo>
                  <a:lnTo>
                    <a:pt x="2451" y="439"/>
                  </a:lnTo>
                  <a:lnTo>
                    <a:pt x="2455" y="435"/>
                  </a:lnTo>
                  <a:lnTo>
                    <a:pt x="2459" y="432"/>
                  </a:lnTo>
                  <a:lnTo>
                    <a:pt x="2462" y="428"/>
                  </a:lnTo>
                  <a:lnTo>
                    <a:pt x="2466" y="425"/>
                  </a:lnTo>
                  <a:lnTo>
                    <a:pt x="2466" y="421"/>
                  </a:lnTo>
                  <a:lnTo>
                    <a:pt x="2466" y="417"/>
                  </a:lnTo>
                  <a:lnTo>
                    <a:pt x="2469" y="414"/>
                  </a:lnTo>
                  <a:lnTo>
                    <a:pt x="2469" y="410"/>
                  </a:lnTo>
                  <a:lnTo>
                    <a:pt x="2469" y="407"/>
                  </a:lnTo>
                  <a:lnTo>
                    <a:pt x="2473" y="403"/>
                  </a:lnTo>
                  <a:lnTo>
                    <a:pt x="2473" y="399"/>
                  </a:lnTo>
                  <a:lnTo>
                    <a:pt x="2477" y="396"/>
                  </a:lnTo>
                  <a:lnTo>
                    <a:pt x="2477" y="392"/>
                  </a:lnTo>
                  <a:lnTo>
                    <a:pt x="2477" y="389"/>
                  </a:lnTo>
                  <a:lnTo>
                    <a:pt x="2480" y="381"/>
                  </a:lnTo>
                  <a:lnTo>
                    <a:pt x="2480" y="378"/>
                  </a:lnTo>
                  <a:lnTo>
                    <a:pt x="2484" y="374"/>
                  </a:lnTo>
                  <a:lnTo>
                    <a:pt x="2484" y="367"/>
                  </a:lnTo>
                  <a:lnTo>
                    <a:pt x="2484" y="363"/>
                  </a:lnTo>
                  <a:lnTo>
                    <a:pt x="2487" y="360"/>
                  </a:lnTo>
                  <a:lnTo>
                    <a:pt x="2487" y="353"/>
                  </a:lnTo>
                  <a:lnTo>
                    <a:pt x="2491" y="349"/>
                  </a:lnTo>
                  <a:lnTo>
                    <a:pt x="2491" y="342"/>
                  </a:lnTo>
                  <a:lnTo>
                    <a:pt x="2491" y="335"/>
                  </a:lnTo>
                  <a:lnTo>
                    <a:pt x="2495" y="331"/>
                  </a:lnTo>
                  <a:lnTo>
                    <a:pt x="2495" y="324"/>
                  </a:lnTo>
                  <a:lnTo>
                    <a:pt x="2495" y="317"/>
                  </a:lnTo>
                  <a:lnTo>
                    <a:pt x="2498" y="313"/>
                  </a:lnTo>
                  <a:lnTo>
                    <a:pt x="2498" y="306"/>
                  </a:lnTo>
                  <a:lnTo>
                    <a:pt x="2502" y="299"/>
                  </a:lnTo>
                  <a:lnTo>
                    <a:pt x="2502" y="291"/>
                  </a:lnTo>
                  <a:lnTo>
                    <a:pt x="2502" y="288"/>
                  </a:lnTo>
                  <a:lnTo>
                    <a:pt x="2505" y="281"/>
                  </a:lnTo>
                  <a:lnTo>
                    <a:pt x="2505" y="273"/>
                  </a:lnTo>
                  <a:lnTo>
                    <a:pt x="2509" y="266"/>
                  </a:lnTo>
                  <a:lnTo>
                    <a:pt x="2509" y="259"/>
                  </a:lnTo>
                  <a:lnTo>
                    <a:pt x="2509" y="252"/>
                  </a:lnTo>
                  <a:lnTo>
                    <a:pt x="2513" y="245"/>
                  </a:lnTo>
                  <a:lnTo>
                    <a:pt x="2513" y="241"/>
                  </a:lnTo>
                  <a:lnTo>
                    <a:pt x="2513" y="234"/>
                  </a:lnTo>
                  <a:lnTo>
                    <a:pt x="2516" y="227"/>
                  </a:lnTo>
                  <a:lnTo>
                    <a:pt x="2516" y="219"/>
                  </a:lnTo>
                  <a:lnTo>
                    <a:pt x="2520" y="212"/>
                  </a:lnTo>
                  <a:lnTo>
                    <a:pt x="2520" y="205"/>
                  </a:lnTo>
                  <a:lnTo>
                    <a:pt x="2520" y="198"/>
                  </a:lnTo>
                  <a:lnTo>
                    <a:pt x="2523" y="191"/>
                  </a:lnTo>
                  <a:lnTo>
                    <a:pt x="2523" y="183"/>
                  </a:lnTo>
                  <a:lnTo>
                    <a:pt x="2527" y="176"/>
                  </a:lnTo>
                  <a:lnTo>
                    <a:pt x="2527" y="173"/>
                  </a:lnTo>
                  <a:lnTo>
                    <a:pt x="2527" y="165"/>
                  </a:lnTo>
                  <a:lnTo>
                    <a:pt x="2531" y="158"/>
                  </a:lnTo>
                  <a:lnTo>
                    <a:pt x="2531" y="151"/>
                  </a:lnTo>
                  <a:lnTo>
                    <a:pt x="2534" y="144"/>
                  </a:lnTo>
                  <a:lnTo>
                    <a:pt x="2534" y="137"/>
                  </a:lnTo>
                  <a:lnTo>
                    <a:pt x="2534" y="129"/>
                  </a:lnTo>
                  <a:lnTo>
                    <a:pt x="2538" y="126"/>
                  </a:lnTo>
                  <a:lnTo>
                    <a:pt x="2538" y="119"/>
                  </a:lnTo>
                  <a:lnTo>
                    <a:pt x="2538" y="111"/>
                  </a:lnTo>
                  <a:lnTo>
                    <a:pt x="2541" y="108"/>
                  </a:lnTo>
                  <a:lnTo>
                    <a:pt x="2541" y="101"/>
                  </a:lnTo>
                  <a:lnTo>
                    <a:pt x="2545" y="93"/>
                  </a:lnTo>
                  <a:lnTo>
                    <a:pt x="2545" y="90"/>
                  </a:lnTo>
                  <a:lnTo>
                    <a:pt x="2545" y="83"/>
                  </a:lnTo>
                  <a:lnTo>
                    <a:pt x="2549" y="79"/>
                  </a:lnTo>
                  <a:lnTo>
                    <a:pt x="2549" y="72"/>
                  </a:lnTo>
                  <a:lnTo>
                    <a:pt x="2552" y="68"/>
                  </a:lnTo>
                  <a:lnTo>
                    <a:pt x="2552" y="61"/>
                  </a:lnTo>
                  <a:lnTo>
                    <a:pt x="2552" y="57"/>
                  </a:lnTo>
                  <a:lnTo>
                    <a:pt x="2556" y="54"/>
                  </a:lnTo>
                  <a:lnTo>
                    <a:pt x="2556" y="47"/>
                  </a:lnTo>
                  <a:lnTo>
                    <a:pt x="2556" y="43"/>
                  </a:lnTo>
                  <a:lnTo>
                    <a:pt x="2559" y="39"/>
                  </a:lnTo>
                  <a:lnTo>
                    <a:pt x="2559" y="36"/>
                  </a:lnTo>
                  <a:lnTo>
                    <a:pt x="2563" y="32"/>
                  </a:lnTo>
                  <a:lnTo>
                    <a:pt x="2563" y="29"/>
                  </a:lnTo>
                  <a:lnTo>
                    <a:pt x="2563" y="25"/>
                  </a:lnTo>
                  <a:lnTo>
                    <a:pt x="2567" y="21"/>
                  </a:lnTo>
                  <a:lnTo>
                    <a:pt x="2567" y="18"/>
                  </a:lnTo>
                  <a:lnTo>
                    <a:pt x="2570" y="14"/>
                  </a:lnTo>
                  <a:lnTo>
                    <a:pt x="2570" y="11"/>
                  </a:lnTo>
                  <a:lnTo>
                    <a:pt x="2574" y="7"/>
                  </a:lnTo>
                  <a:lnTo>
                    <a:pt x="2577" y="3"/>
                  </a:lnTo>
                  <a:lnTo>
                    <a:pt x="2581" y="0"/>
                  </a:lnTo>
                  <a:lnTo>
                    <a:pt x="2585" y="0"/>
                  </a:lnTo>
                  <a:lnTo>
                    <a:pt x="2588" y="3"/>
                  </a:lnTo>
                  <a:lnTo>
                    <a:pt x="2592" y="3"/>
                  </a:lnTo>
                  <a:lnTo>
                    <a:pt x="2595" y="7"/>
                  </a:lnTo>
                  <a:lnTo>
                    <a:pt x="2595" y="11"/>
                  </a:lnTo>
                  <a:lnTo>
                    <a:pt x="2599" y="14"/>
                  </a:lnTo>
                  <a:lnTo>
                    <a:pt x="2599" y="18"/>
                  </a:lnTo>
                  <a:lnTo>
                    <a:pt x="2603" y="21"/>
                  </a:lnTo>
                  <a:lnTo>
                    <a:pt x="2603" y="25"/>
                  </a:lnTo>
                  <a:lnTo>
                    <a:pt x="2606" y="29"/>
                  </a:lnTo>
                  <a:lnTo>
                    <a:pt x="2606" y="32"/>
                  </a:lnTo>
                  <a:lnTo>
                    <a:pt x="2606" y="39"/>
                  </a:lnTo>
                  <a:lnTo>
                    <a:pt x="2610" y="43"/>
                  </a:lnTo>
                  <a:lnTo>
                    <a:pt x="2610" y="47"/>
                  </a:lnTo>
                  <a:lnTo>
                    <a:pt x="2613" y="54"/>
                  </a:lnTo>
                  <a:lnTo>
                    <a:pt x="2613" y="57"/>
                  </a:lnTo>
                  <a:lnTo>
                    <a:pt x="2613" y="65"/>
                  </a:lnTo>
                  <a:lnTo>
                    <a:pt x="2617" y="68"/>
                  </a:lnTo>
                  <a:lnTo>
                    <a:pt x="2617" y="75"/>
                  </a:lnTo>
                  <a:lnTo>
                    <a:pt x="2621" y="83"/>
                  </a:lnTo>
                  <a:lnTo>
                    <a:pt x="2621" y="86"/>
                  </a:lnTo>
                  <a:lnTo>
                    <a:pt x="2621" y="93"/>
                  </a:lnTo>
                  <a:lnTo>
                    <a:pt x="2624" y="101"/>
                  </a:lnTo>
                  <a:lnTo>
                    <a:pt x="2624" y="108"/>
                  </a:lnTo>
                  <a:lnTo>
                    <a:pt x="2624" y="115"/>
                  </a:lnTo>
                  <a:lnTo>
                    <a:pt x="2628" y="122"/>
                  </a:lnTo>
                  <a:lnTo>
                    <a:pt x="2628" y="133"/>
                  </a:lnTo>
                  <a:lnTo>
                    <a:pt x="2631" y="140"/>
                  </a:lnTo>
                  <a:lnTo>
                    <a:pt x="2631" y="147"/>
                  </a:lnTo>
                  <a:lnTo>
                    <a:pt x="2631" y="158"/>
                  </a:lnTo>
                  <a:lnTo>
                    <a:pt x="2635" y="165"/>
                  </a:lnTo>
                  <a:lnTo>
                    <a:pt x="2635" y="173"/>
                  </a:lnTo>
                  <a:lnTo>
                    <a:pt x="2639" y="183"/>
                  </a:lnTo>
                  <a:lnTo>
                    <a:pt x="2639" y="191"/>
                  </a:lnTo>
                  <a:lnTo>
                    <a:pt x="2639" y="201"/>
                  </a:lnTo>
                  <a:lnTo>
                    <a:pt x="2642" y="212"/>
                  </a:lnTo>
                  <a:lnTo>
                    <a:pt x="2642" y="219"/>
                  </a:lnTo>
                  <a:lnTo>
                    <a:pt x="2642" y="230"/>
                  </a:lnTo>
                  <a:lnTo>
                    <a:pt x="2646" y="241"/>
                  </a:lnTo>
                  <a:lnTo>
                    <a:pt x="2646" y="248"/>
                  </a:lnTo>
                  <a:lnTo>
                    <a:pt x="2649" y="259"/>
                  </a:lnTo>
                  <a:lnTo>
                    <a:pt x="2649" y="270"/>
                  </a:lnTo>
                  <a:lnTo>
                    <a:pt x="2649" y="281"/>
                  </a:lnTo>
                  <a:lnTo>
                    <a:pt x="2653" y="291"/>
                  </a:lnTo>
                  <a:lnTo>
                    <a:pt x="2653" y="302"/>
                  </a:lnTo>
                  <a:lnTo>
                    <a:pt x="2657" y="313"/>
                  </a:lnTo>
                  <a:lnTo>
                    <a:pt x="2657" y="324"/>
                  </a:lnTo>
                  <a:lnTo>
                    <a:pt x="2657" y="331"/>
                  </a:lnTo>
                  <a:lnTo>
                    <a:pt x="2660" y="342"/>
                  </a:lnTo>
                  <a:lnTo>
                    <a:pt x="2660" y="353"/>
                  </a:lnTo>
                  <a:lnTo>
                    <a:pt x="2664" y="363"/>
                  </a:lnTo>
                  <a:lnTo>
                    <a:pt x="2664" y="374"/>
                  </a:lnTo>
                  <a:lnTo>
                    <a:pt x="2664" y="385"/>
                  </a:lnTo>
                  <a:lnTo>
                    <a:pt x="2667" y="396"/>
                  </a:lnTo>
                  <a:lnTo>
                    <a:pt x="2667" y="407"/>
                  </a:lnTo>
                  <a:lnTo>
                    <a:pt x="2667" y="417"/>
                  </a:lnTo>
                  <a:lnTo>
                    <a:pt x="2671" y="428"/>
                  </a:lnTo>
                  <a:lnTo>
                    <a:pt x="2671" y="439"/>
                  </a:lnTo>
                  <a:lnTo>
                    <a:pt x="2675" y="450"/>
                  </a:lnTo>
                  <a:lnTo>
                    <a:pt x="2675" y="461"/>
                  </a:lnTo>
                  <a:lnTo>
                    <a:pt x="2675" y="471"/>
                  </a:lnTo>
                  <a:lnTo>
                    <a:pt x="2678" y="479"/>
                  </a:lnTo>
                  <a:lnTo>
                    <a:pt x="2678" y="489"/>
                  </a:lnTo>
                  <a:lnTo>
                    <a:pt x="2682" y="500"/>
                  </a:lnTo>
                  <a:lnTo>
                    <a:pt x="2682" y="511"/>
                  </a:lnTo>
                  <a:lnTo>
                    <a:pt x="2682" y="522"/>
                  </a:lnTo>
                  <a:lnTo>
                    <a:pt x="2685" y="529"/>
                  </a:lnTo>
                  <a:lnTo>
                    <a:pt x="2685" y="540"/>
                  </a:lnTo>
                  <a:lnTo>
                    <a:pt x="2685" y="547"/>
                  </a:lnTo>
                  <a:lnTo>
                    <a:pt x="2689" y="558"/>
                  </a:lnTo>
                  <a:lnTo>
                    <a:pt x="2689" y="565"/>
                  </a:lnTo>
                  <a:lnTo>
                    <a:pt x="2693" y="576"/>
                  </a:lnTo>
                  <a:lnTo>
                    <a:pt x="2693" y="583"/>
                  </a:lnTo>
                  <a:lnTo>
                    <a:pt x="2693" y="590"/>
                  </a:lnTo>
                  <a:lnTo>
                    <a:pt x="2696" y="601"/>
                  </a:lnTo>
                  <a:lnTo>
                    <a:pt x="2696" y="608"/>
                  </a:lnTo>
                  <a:lnTo>
                    <a:pt x="2700" y="615"/>
                  </a:lnTo>
                  <a:lnTo>
                    <a:pt x="2700" y="623"/>
                  </a:lnTo>
                  <a:lnTo>
                    <a:pt x="2700" y="630"/>
                  </a:lnTo>
                  <a:lnTo>
                    <a:pt x="2703" y="637"/>
                  </a:lnTo>
                  <a:lnTo>
                    <a:pt x="2703" y="644"/>
                  </a:lnTo>
                  <a:lnTo>
                    <a:pt x="2707" y="648"/>
                  </a:lnTo>
                  <a:lnTo>
                    <a:pt x="2707" y="655"/>
                  </a:lnTo>
                  <a:lnTo>
                    <a:pt x="2707" y="659"/>
                  </a:lnTo>
                  <a:lnTo>
                    <a:pt x="2711" y="666"/>
                  </a:lnTo>
                  <a:lnTo>
                    <a:pt x="2711" y="669"/>
                  </a:lnTo>
                  <a:lnTo>
                    <a:pt x="2711" y="673"/>
                  </a:lnTo>
                  <a:lnTo>
                    <a:pt x="2714" y="680"/>
                  </a:lnTo>
                  <a:lnTo>
                    <a:pt x="2714" y="684"/>
                  </a:lnTo>
                  <a:lnTo>
                    <a:pt x="2718" y="687"/>
                  </a:lnTo>
                  <a:lnTo>
                    <a:pt x="2718" y="691"/>
                  </a:lnTo>
                  <a:lnTo>
                    <a:pt x="2721" y="695"/>
                  </a:lnTo>
                  <a:lnTo>
                    <a:pt x="2725" y="698"/>
                  </a:lnTo>
                  <a:lnTo>
                    <a:pt x="2729" y="698"/>
                  </a:lnTo>
                  <a:lnTo>
                    <a:pt x="2732" y="695"/>
                  </a:lnTo>
                  <a:lnTo>
                    <a:pt x="2736" y="691"/>
                  </a:lnTo>
                  <a:lnTo>
                    <a:pt x="2736" y="687"/>
                  </a:lnTo>
                  <a:lnTo>
                    <a:pt x="2739" y="684"/>
                  </a:lnTo>
                  <a:lnTo>
                    <a:pt x="2739" y="680"/>
                  </a:lnTo>
                  <a:lnTo>
                    <a:pt x="2743" y="677"/>
                  </a:lnTo>
                  <a:lnTo>
                    <a:pt x="2743" y="673"/>
                  </a:lnTo>
                  <a:lnTo>
                    <a:pt x="2743" y="666"/>
                  </a:lnTo>
                  <a:lnTo>
                    <a:pt x="2747" y="662"/>
                  </a:lnTo>
                  <a:lnTo>
                    <a:pt x="2747" y="655"/>
                  </a:lnTo>
                  <a:lnTo>
                    <a:pt x="2750" y="648"/>
                  </a:lnTo>
                  <a:lnTo>
                    <a:pt x="2750" y="64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7" name="Freeform 125"/>
            <p:cNvSpPr>
              <a:spLocks/>
            </p:cNvSpPr>
            <p:nvPr/>
          </p:nvSpPr>
          <p:spPr bwMode="auto">
            <a:xfrm>
              <a:off x="3499" y="1048"/>
              <a:ext cx="177" cy="2405"/>
            </a:xfrm>
            <a:custGeom>
              <a:avLst/>
              <a:gdLst/>
              <a:ahLst/>
              <a:cxnLst>
                <a:cxn ang="0">
                  <a:pos x="0" y="2397"/>
                </a:cxn>
                <a:cxn ang="0">
                  <a:pos x="4" y="2379"/>
                </a:cxn>
                <a:cxn ang="0">
                  <a:pos x="7" y="2361"/>
                </a:cxn>
                <a:cxn ang="0">
                  <a:pos x="11" y="2340"/>
                </a:cxn>
                <a:cxn ang="0">
                  <a:pos x="11" y="2315"/>
                </a:cxn>
                <a:cxn ang="0">
                  <a:pos x="15" y="2293"/>
                </a:cxn>
                <a:cxn ang="0">
                  <a:pos x="18" y="2264"/>
                </a:cxn>
                <a:cxn ang="0">
                  <a:pos x="22" y="2235"/>
                </a:cxn>
                <a:cxn ang="0">
                  <a:pos x="25" y="2203"/>
                </a:cxn>
                <a:cxn ang="0">
                  <a:pos x="25" y="2171"/>
                </a:cxn>
                <a:cxn ang="0">
                  <a:pos x="29" y="2138"/>
                </a:cxn>
                <a:cxn ang="0">
                  <a:pos x="33" y="2102"/>
                </a:cxn>
                <a:cxn ang="0">
                  <a:pos x="36" y="2063"/>
                </a:cxn>
                <a:cxn ang="0">
                  <a:pos x="36" y="2023"/>
                </a:cxn>
                <a:cxn ang="0">
                  <a:pos x="40" y="1983"/>
                </a:cxn>
                <a:cxn ang="0">
                  <a:pos x="43" y="1940"/>
                </a:cxn>
                <a:cxn ang="0">
                  <a:pos x="47" y="1897"/>
                </a:cxn>
                <a:cxn ang="0">
                  <a:pos x="47" y="1850"/>
                </a:cxn>
                <a:cxn ang="0">
                  <a:pos x="51" y="1803"/>
                </a:cxn>
                <a:cxn ang="0">
                  <a:pos x="54" y="1753"/>
                </a:cxn>
                <a:cxn ang="0">
                  <a:pos x="58" y="1706"/>
                </a:cxn>
                <a:cxn ang="0">
                  <a:pos x="61" y="1656"/>
                </a:cxn>
                <a:cxn ang="0">
                  <a:pos x="61" y="1602"/>
                </a:cxn>
                <a:cxn ang="0">
                  <a:pos x="65" y="1551"/>
                </a:cxn>
                <a:cxn ang="0">
                  <a:pos x="69" y="1497"/>
                </a:cxn>
                <a:cxn ang="0">
                  <a:pos x="72" y="1443"/>
                </a:cxn>
                <a:cxn ang="0">
                  <a:pos x="72" y="1389"/>
                </a:cxn>
                <a:cxn ang="0">
                  <a:pos x="76" y="1335"/>
                </a:cxn>
                <a:cxn ang="0">
                  <a:pos x="79" y="1281"/>
                </a:cxn>
                <a:cxn ang="0">
                  <a:pos x="83" y="1224"/>
                </a:cxn>
                <a:cxn ang="0">
                  <a:pos x="87" y="1170"/>
                </a:cxn>
                <a:cxn ang="0">
                  <a:pos x="87" y="1112"/>
                </a:cxn>
                <a:cxn ang="0">
                  <a:pos x="90" y="1058"/>
                </a:cxn>
                <a:cxn ang="0">
                  <a:pos x="94" y="1004"/>
                </a:cxn>
                <a:cxn ang="0">
                  <a:pos x="97" y="950"/>
                </a:cxn>
                <a:cxn ang="0">
                  <a:pos x="97" y="896"/>
                </a:cxn>
                <a:cxn ang="0">
                  <a:pos x="101" y="842"/>
                </a:cxn>
                <a:cxn ang="0">
                  <a:pos x="105" y="788"/>
                </a:cxn>
                <a:cxn ang="0">
                  <a:pos x="108" y="738"/>
                </a:cxn>
                <a:cxn ang="0">
                  <a:pos x="112" y="684"/>
                </a:cxn>
                <a:cxn ang="0">
                  <a:pos x="112" y="637"/>
                </a:cxn>
                <a:cxn ang="0">
                  <a:pos x="115" y="587"/>
                </a:cxn>
                <a:cxn ang="0">
                  <a:pos x="119" y="540"/>
                </a:cxn>
                <a:cxn ang="0">
                  <a:pos x="123" y="493"/>
                </a:cxn>
                <a:cxn ang="0">
                  <a:pos x="123" y="450"/>
                </a:cxn>
                <a:cxn ang="0">
                  <a:pos x="126" y="407"/>
                </a:cxn>
                <a:cxn ang="0">
                  <a:pos x="130" y="364"/>
                </a:cxn>
                <a:cxn ang="0">
                  <a:pos x="133" y="324"/>
                </a:cxn>
                <a:cxn ang="0">
                  <a:pos x="133" y="288"/>
                </a:cxn>
                <a:cxn ang="0">
                  <a:pos x="137" y="252"/>
                </a:cxn>
                <a:cxn ang="0">
                  <a:pos x="141" y="220"/>
                </a:cxn>
                <a:cxn ang="0">
                  <a:pos x="144" y="187"/>
                </a:cxn>
                <a:cxn ang="0">
                  <a:pos x="148" y="158"/>
                </a:cxn>
                <a:cxn ang="0">
                  <a:pos x="148" y="133"/>
                </a:cxn>
                <a:cxn ang="0">
                  <a:pos x="151" y="108"/>
                </a:cxn>
                <a:cxn ang="0">
                  <a:pos x="155" y="86"/>
                </a:cxn>
                <a:cxn ang="0">
                  <a:pos x="159" y="65"/>
                </a:cxn>
                <a:cxn ang="0">
                  <a:pos x="159" y="50"/>
                </a:cxn>
                <a:cxn ang="0">
                  <a:pos x="162" y="36"/>
                </a:cxn>
                <a:cxn ang="0">
                  <a:pos x="166" y="22"/>
                </a:cxn>
                <a:cxn ang="0">
                  <a:pos x="169" y="14"/>
                </a:cxn>
                <a:cxn ang="0">
                  <a:pos x="173" y="7"/>
                </a:cxn>
                <a:cxn ang="0">
                  <a:pos x="177" y="0"/>
                </a:cxn>
              </a:cxnLst>
              <a:rect l="0" t="0" r="r" b="b"/>
              <a:pathLst>
                <a:path w="177" h="2405">
                  <a:moveTo>
                    <a:pt x="0" y="2405"/>
                  </a:moveTo>
                  <a:lnTo>
                    <a:pt x="0" y="2397"/>
                  </a:lnTo>
                  <a:lnTo>
                    <a:pt x="4" y="2387"/>
                  </a:lnTo>
                  <a:lnTo>
                    <a:pt x="4" y="2379"/>
                  </a:lnTo>
                  <a:lnTo>
                    <a:pt x="4" y="2369"/>
                  </a:lnTo>
                  <a:lnTo>
                    <a:pt x="7" y="2361"/>
                  </a:lnTo>
                  <a:lnTo>
                    <a:pt x="7" y="2351"/>
                  </a:lnTo>
                  <a:lnTo>
                    <a:pt x="11" y="2340"/>
                  </a:lnTo>
                  <a:lnTo>
                    <a:pt x="11" y="2329"/>
                  </a:lnTo>
                  <a:lnTo>
                    <a:pt x="11" y="2315"/>
                  </a:lnTo>
                  <a:lnTo>
                    <a:pt x="15" y="2304"/>
                  </a:lnTo>
                  <a:lnTo>
                    <a:pt x="15" y="2293"/>
                  </a:lnTo>
                  <a:lnTo>
                    <a:pt x="18" y="2279"/>
                  </a:lnTo>
                  <a:lnTo>
                    <a:pt x="18" y="2264"/>
                  </a:lnTo>
                  <a:lnTo>
                    <a:pt x="18" y="2250"/>
                  </a:lnTo>
                  <a:lnTo>
                    <a:pt x="22" y="2235"/>
                  </a:lnTo>
                  <a:lnTo>
                    <a:pt x="22" y="2221"/>
                  </a:lnTo>
                  <a:lnTo>
                    <a:pt x="25" y="2203"/>
                  </a:lnTo>
                  <a:lnTo>
                    <a:pt x="25" y="2189"/>
                  </a:lnTo>
                  <a:lnTo>
                    <a:pt x="25" y="2171"/>
                  </a:lnTo>
                  <a:lnTo>
                    <a:pt x="29" y="2156"/>
                  </a:lnTo>
                  <a:lnTo>
                    <a:pt x="29" y="2138"/>
                  </a:lnTo>
                  <a:lnTo>
                    <a:pt x="29" y="2120"/>
                  </a:lnTo>
                  <a:lnTo>
                    <a:pt x="33" y="2102"/>
                  </a:lnTo>
                  <a:lnTo>
                    <a:pt x="33" y="2084"/>
                  </a:lnTo>
                  <a:lnTo>
                    <a:pt x="36" y="2063"/>
                  </a:lnTo>
                  <a:lnTo>
                    <a:pt x="36" y="2045"/>
                  </a:lnTo>
                  <a:lnTo>
                    <a:pt x="36" y="2023"/>
                  </a:lnTo>
                  <a:lnTo>
                    <a:pt x="40" y="2005"/>
                  </a:lnTo>
                  <a:lnTo>
                    <a:pt x="40" y="1983"/>
                  </a:lnTo>
                  <a:lnTo>
                    <a:pt x="43" y="1962"/>
                  </a:lnTo>
                  <a:lnTo>
                    <a:pt x="43" y="1940"/>
                  </a:lnTo>
                  <a:lnTo>
                    <a:pt x="43" y="1919"/>
                  </a:lnTo>
                  <a:lnTo>
                    <a:pt x="47" y="1897"/>
                  </a:lnTo>
                  <a:lnTo>
                    <a:pt x="47" y="1872"/>
                  </a:lnTo>
                  <a:lnTo>
                    <a:pt x="47" y="1850"/>
                  </a:lnTo>
                  <a:lnTo>
                    <a:pt x="51" y="1825"/>
                  </a:lnTo>
                  <a:lnTo>
                    <a:pt x="51" y="1803"/>
                  </a:lnTo>
                  <a:lnTo>
                    <a:pt x="54" y="1778"/>
                  </a:lnTo>
                  <a:lnTo>
                    <a:pt x="54" y="1753"/>
                  </a:lnTo>
                  <a:lnTo>
                    <a:pt x="54" y="1731"/>
                  </a:lnTo>
                  <a:lnTo>
                    <a:pt x="58" y="1706"/>
                  </a:lnTo>
                  <a:lnTo>
                    <a:pt x="58" y="1681"/>
                  </a:lnTo>
                  <a:lnTo>
                    <a:pt x="61" y="1656"/>
                  </a:lnTo>
                  <a:lnTo>
                    <a:pt x="61" y="1631"/>
                  </a:lnTo>
                  <a:lnTo>
                    <a:pt x="61" y="1602"/>
                  </a:lnTo>
                  <a:lnTo>
                    <a:pt x="65" y="1577"/>
                  </a:lnTo>
                  <a:lnTo>
                    <a:pt x="65" y="1551"/>
                  </a:lnTo>
                  <a:lnTo>
                    <a:pt x="69" y="1523"/>
                  </a:lnTo>
                  <a:lnTo>
                    <a:pt x="69" y="1497"/>
                  </a:lnTo>
                  <a:lnTo>
                    <a:pt x="69" y="1472"/>
                  </a:lnTo>
                  <a:lnTo>
                    <a:pt x="72" y="1443"/>
                  </a:lnTo>
                  <a:lnTo>
                    <a:pt x="72" y="1418"/>
                  </a:lnTo>
                  <a:lnTo>
                    <a:pt x="72" y="1389"/>
                  </a:lnTo>
                  <a:lnTo>
                    <a:pt x="76" y="1361"/>
                  </a:lnTo>
                  <a:lnTo>
                    <a:pt x="76" y="1335"/>
                  </a:lnTo>
                  <a:lnTo>
                    <a:pt x="79" y="1307"/>
                  </a:lnTo>
                  <a:lnTo>
                    <a:pt x="79" y="1281"/>
                  </a:lnTo>
                  <a:lnTo>
                    <a:pt x="79" y="1253"/>
                  </a:lnTo>
                  <a:lnTo>
                    <a:pt x="83" y="1224"/>
                  </a:lnTo>
                  <a:lnTo>
                    <a:pt x="83" y="1195"/>
                  </a:lnTo>
                  <a:lnTo>
                    <a:pt x="87" y="1170"/>
                  </a:lnTo>
                  <a:lnTo>
                    <a:pt x="87" y="1141"/>
                  </a:lnTo>
                  <a:lnTo>
                    <a:pt x="87" y="1112"/>
                  </a:lnTo>
                  <a:lnTo>
                    <a:pt x="90" y="1087"/>
                  </a:lnTo>
                  <a:lnTo>
                    <a:pt x="90" y="1058"/>
                  </a:lnTo>
                  <a:lnTo>
                    <a:pt x="90" y="1029"/>
                  </a:lnTo>
                  <a:lnTo>
                    <a:pt x="94" y="1004"/>
                  </a:lnTo>
                  <a:lnTo>
                    <a:pt x="94" y="975"/>
                  </a:lnTo>
                  <a:lnTo>
                    <a:pt x="97" y="950"/>
                  </a:lnTo>
                  <a:lnTo>
                    <a:pt x="97" y="921"/>
                  </a:lnTo>
                  <a:lnTo>
                    <a:pt x="97" y="896"/>
                  </a:lnTo>
                  <a:lnTo>
                    <a:pt x="101" y="867"/>
                  </a:lnTo>
                  <a:lnTo>
                    <a:pt x="101" y="842"/>
                  </a:lnTo>
                  <a:lnTo>
                    <a:pt x="105" y="813"/>
                  </a:lnTo>
                  <a:lnTo>
                    <a:pt x="105" y="788"/>
                  </a:lnTo>
                  <a:lnTo>
                    <a:pt x="105" y="763"/>
                  </a:lnTo>
                  <a:lnTo>
                    <a:pt x="108" y="738"/>
                  </a:lnTo>
                  <a:lnTo>
                    <a:pt x="108" y="709"/>
                  </a:lnTo>
                  <a:lnTo>
                    <a:pt x="112" y="684"/>
                  </a:lnTo>
                  <a:lnTo>
                    <a:pt x="112" y="659"/>
                  </a:lnTo>
                  <a:lnTo>
                    <a:pt x="112" y="637"/>
                  </a:lnTo>
                  <a:lnTo>
                    <a:pt x="115" y="612"/>
                  </a:lnTo>
                  <a:lnTo>
                    <a:pt x="115" y="587"/>
                  </a:lnTo>
                  <a:lnTo>
                    <a:pt x="115" y="562"/>
                  </a:lnTo>
                  <a:lnTo>
                    <a:pt x="119" y="540"/>
                  </a:lnTo>
                  <a:lnTo>
                    <a:pt x="119" y="515"/>
                  </a:lnTo>
                  <a:lnTo>
                    <a:pt x="123" y="493"/>
                  </a:lnTo>
                  <a:lnTo>
                    <a:pt x="123" y="472"/>
                  </a:lnTo>
                  <a:lnTo>
                    <a:pt x="123" y="450"/>
                  </a:lnTo>
                  <a:lnTo>
                    <a:pt x="126" y="428"/>
                  </a:lnTo>
                  <a:lnTo>
                    <a:pt x="126" y="407"/>
                  </a:lnTo>
                  <a:lnTo>
                    <a:pt x="130" y="385"/>
                  </a:lnTo>
                  <a:lnTo>
                    <a:pt x="130" y="364"/>
                  </a:lnTo>
                  <a:lnTo>
                    <a:pt x="130" y="346"/>
                  </a:lnTo>
                  <a:lnTo>
                    <a:pt x="133" y="324"/>
                  </a:lnTo>
                  <a:lnTo>
                    <a:pt x="133" y="306"/>
                  </a:lnTo>
                  <a:lnTo>
                    <a:pt x="133" y="288"/>
                  </a:lnTo>
                  <a:lnTo>
                    <a:pt x="137" y="270"/>
                  </a:lnTo>
                  <a:lnTo>
                    <a:pt x="137" y="252"/>
                  </a:lnTo>
                  <a:lnTo>
                    <a:pt x="141" y="234"/>
                  </a:lnTo>
                  <a:lnTo>
                    <a:pt x="141" y="220"/>
                  </a:lnTo>
                  <a:lnTo>
                    <a:pt x="141" y="202"/>
                  </a:lnTo>
                  <a:lnTo>
                    <a:pt x="144" y="187"/>
                  </a:lnTo>
                  <a:lnTo>
                    <a:pt x="144" y="173"/>
                  </a:lnTo>
                  <a:lnTo>
                    <a:pt x="148" y="158"/>
                  </a:lnTo>
                  <a:lnTo>
                    <a:pt x="148" y="144"/>
                  </a:lnTo>
                  <a:lnTo>
                    <a:pt x="148" y="133"/>
                  </a:lnTo>
                  <a:lnTo>
                    <a:pt x="151" y="119"/>
                  </a:lnTo>
                  <a:lnTo>
                    <a:pt x="151" y="108"/>
                  </a:lnTo>
                  <a:lnTo>
                    <a:pt x="155" y="97"/>
                  </a:lnTo>
                  <a:lnTo>
                    <a:pt x="155" y="86"/>
                  </a:lnTo>
                  <a:lnTo>
                    <a:pt x="155" y="76"/>
                  </a:lnTo>
                  <a:lnTo>
                    <a:pt x="159" y="65"/>
                  </a:lnTo>
                  <a:lnTo>
                    <a:pt x="159" y="58"/>
                  </a:lnTo>
                  <a:lnTo>
                    <a:pt x="159" y="50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6" y="29"/>
                  </a:lnTo>
                  <a:lnTo>
                    <a:pt x="166" y="22"/>
                  </a:lnTo>
                  <a:lnTo>
                    <a:pt x="166" y="18"/>
                  </a:lnTo>
                  <a:lnTo>
                    <a:pt x="169" y="14"/>
                  </a:lnTo>
                  <a:lnTo>
                    <a:pt x="169" y="11"/>
                  </a:lnTo>
                  <a:lnTo>
                    <a:pt x="173" y="7"/>
                  </a:lnTo>
                  <a:lnTo>
                    <a:pt x="173" y="4"/>
                  </a:lnTo>
                  <a:lnTo>
                    <a:pt x="17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8" name="Freeform 126"/>
            <p:cNvSpPr>
              <a:spLocks/>
            </p:cNvSpPr>
            <p:nvPr/>
          </p:nvSpPr>
          <p:spPr bwMode="auto">
            <a:xfrm>
              <a:off x="3676" y="1048"/>
              <a:ext cx="1533" cy="2462"/>
            </a:xfrm>
            <a:custGeom>
              <a:avLst/>
              <a:gdLst/>
              <a:ahLst/>
              <a:cxnLst>
                <a:cxn ang="0">
                  <a:pos x="18" y="58"/>
                </a:cxn>
                <a:cxn ang="0">
                  <a:pos x="36" y="202"/>
                </a:cxn>
                <a:cxn ang="0">
                  <a:pos x="50" y="428"/>
                </a:cxn>
                <a:cxn ang="0">
                  <a:pos x="68" y="709"/>
                </a:cxn>
                <a:cxn ang="0">
                  <a:pos x="86" y="1029"/>
                </a:cxn>
                <a:cxn ang="0">
                  <a:pos x="100" y="1361"/>
                </a:cxn>
                <a:cxn ang="0">
                  <a:pos x="118" y="1681"/>
                </a:cxn>
                <a:cxn ang="0">
                  <a:pos x="136" y="1962"/>
                </a:cxn>
                <a:cxn ang="0">
                  <a:pos x="151" y="2189"/>
                </a:cxn>
                <a:cxn ang="0">
                  <a:pos x="169" y="2351"/>
                </a:cxn>
                <a:cxn ang="0">
                  <a:pos x="187" y="2441"/>
                </a:cxn>
                <a:cxn ang="0">
                  <a:pos x="212" y="2444"/>
                </a:cxn>
                <a:cxn ang="0">
                  <a:pos x="230" y="2372"/>
                </a:cxn>
                <a:cxn ang="0">
                  <a:pos x="248" y="2264"/>
                </a:cxn>
                <a:cxn ang="0">
                  <a:pos x="262" y="2138"/>
                </a:cxn>
                <a:cxn ang="0">
                  <a:pos x="280" y="2012"/>
                </a:cxn>
                <a:cxn ang="0">
                  <a:pos x="298" y="1904"/>
                </a:cxn>
                <a:cxn ang="0">
                  <a:pos x="313" y="1821"/>
                </a:cxn>
                <a:cxn ang="0">
                  <a:pos x="334" y="1771"/>
                </a:cxn>
                <a:cxn ang="0">
                  <a:pos x="367" y="1796"/>
                </a:cxn>
                <a:cxn ang="0">
                  <a:pos x="381" y="1854"/>
                </a:cxn>
                <a:cxn ang="0">
                  <a:pos x="399" y="1929"/>
                </a:cxn>
                <a:cxn ang="0">
                  <a:pos x="414" y="2009"/>
                </a:cxn>
                <a:cxn ang="0">
                  <a:pos x="432" y="2088"/>
                </a:cxn>
                <a:cxn ang="0">
                  <a:pos x="450" y="2153"/>
                </a:cxn>
                <a:cxn ang="0">
                  <a:pos x="468" y="2196"/>
                </a:cxn>
                <a:cxn ang="0">
                  <a:pos x="507" y="2185"/>
                </a:cxn>
                <a:cxn ang="0">
                  <a:pos x="525" y="2142"/>
                </a:cxn>
                <a:cxn ang="0">
                  <a:pos x="540" y="2084"/>
                </a:cxn>
                <a:cxn ang="0">
                  <a:pos x="558" y="2023"/>
                </a:cxn>
                <a:cxn ang="0">
                  <a:pos x="576" y="1965"/>
                </a:cxn>
                <a:cxn ang="0">
                  <a:pos x="590" y="1919"/>
                </a:cxn>
                <a:cxn ang="0">
                  <a:pos x="622" y="1879"/>
                </a:cxn>
                <a:cxn ang="0">
                  <a:pos x="655" y="1915"/>
                </a:cxn>
                <a:cxn ang="0">
                  <a:pos x="673" y="1958"/>
                </a:cxn>
                <a:cxn ang="0">
                  <a:pos x="691" y="2009"/>
                </a:cxn>
                <a:cxn ang="0">
                  <a:pos x="709" y="2055"/>
                </a:cxn>
                <a:cxn ang="0">
                  <a:pos x="727" y="2099"/>
                </a:cxn>
                <a:cxn ang="0">
                  <a:pos x="756" y="2138"/>
                </a:cxn>
                <a:cxn ang="0">
                  <a:pos x="795" y="2113"/>
                </a:cxn>
                <a:cxn ang="0">
                  <a:pos x="817" y="2070"/>
                </a:cxn>
                <a:cxn ang="0">
                  <a:pos x="835" y="2027"/>
                </a:cxn>
                <a:cxn ang="0">
                  <a:pos x="853" y="1983"/>
                </a:cxn>
                <a:cxn ang="0">
                  <a:pos x="878" y="1940"/>
                </a:cxn>
                <a:cxn ang="0">
                  <a:pos x="921" y="1933"/>
                </a:cxn>
                <a:cxn ang="0">
                  <a:pos x="954" y="1976"/>
                </a:cxn>
                <a:cxn ang="0">
                  <a:pos x="975" y="2019"/>
                </a:cxn>
                <a:cxn ang="0">
                  <a:pos x="997" y="2063"/>
                </a:cxn>
                <a:cxn ang="0">
                  <a:pos x="1029" y="2106"/>
                </a:cxn>
                <a:cxn ang="0">
                  <a:pos x="1072" y="2091"/>
                </a:cxn>
                <a:cxn ang="0">
                  <a:pos x="1101" y="2048"/>
                </a:cxn>
                <a:cxn ang="0">
                  <a:pos x="1126" y="2005"/>
                </a:cxn>
                <a:cxn ang="0">
                  <a:pos x="1155" y="1962"/>
                </a:cxn>
                <a:cxn ang="0">
                  <a:pos x="1198" y="1955"/>
                </a:cxn>
                <a:cxn ang="0">
                  <a:pos x="1238" y="1994"/>
                </a:cxn>
                <a:cxn ang="0">
                  <a:pos x="1263" y="2037"/>
                </a:cxn>
                <a:cxn ang="0">
                  <a:pos x="1296" y="2081"/>
                </a:cxn>
                <a:cxn ang="0">
                  <a:pos x="1339" y="2088"/>
                </a:cxn>
                <a:cxn ang="0">
                  <a:pos x="1378" y="2048"/>
                </a:cxn>
                <a:cxn ang="0">
                  <a:pos x="1407" y="2005"/>
                </a:cxn>
                <a:cxn ang="0">
                  <a:pos x="1447" y="1965"/>
                </a:cxn>
                <a:cxn ang="0">
                  <a:pos x="1490" y="1976"/>
                </a:cxn>
                <a:cxn ang="0">
                  <a:pos x="1526" y="2016"/>
                </a:cxn>
              </a:cxnLst>
              <a:rect l="0" t="0" r="r" b="b"/>
              <a:pathLst>
                <a:path w="1533" h="2462">
                  <a:moveTo>
                    <a:pt x="0" y="0"/>
                  </a:moveTo>
                  <a:lnTo>
                    <a:pt x="3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4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21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32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9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7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4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5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82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3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100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8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1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8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6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9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6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51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4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9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2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7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12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30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7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5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3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80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1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8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6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9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6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4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7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4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7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0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5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8" y="1875"/>
                  </a:lnTo>
                  <a:lnTo>
                    <a:pt x="388" y="1883"/>
                  </a:lnTo>
                  <a:lnTo>
                    <a:pt x="392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403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10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4" y="2052"/>
                  </a:lnTo>
                  <a:lnTo>
                    <a:pt x="424" y="2055"/>
                  </a:lnTo>
                  <a:lnTo>
                    <a:pt x="428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5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2" y="2127"/>
                  </a:lnTo>
                  <a:lnTo>
                    <a:pt x="442" y="2131"/>
                  </a:lnTo>
                  <a:lnTo>
                    <a:pt x="446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3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0" y="2181"/>
                  </a:lnTo>
                  <a:lnTo>
                    <a:pt x="460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8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4" y="2171"/>
                  </a:lnTo>
                  <a:lnTo>
                    <a:pt x="514" y="2167"/>
                  </a:lnTo>
                  <a:lnTo>
                    <a:pt x="514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22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5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32" y="2120"/>
                  </a:lnTo>
                  <a:lnTo>
                    <a:pt x="532" y="2113"/>
                  </a:lnTo>
                  <a:lnTo>
                    <a:pt x="532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40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3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0" y="2055"/>
                  </a:lnTo>
                  <a:lnTo>
                    <a:pt x="550" y="2048"/>
                  </a:lnTo>
                  <a:lnTo>
                    <a:pt x="550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5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8" y="1991"/>
                  </a:lnTo>
                  <a:lnTo>
                    <a:pt x="568" y="1983"/>
                  </a:lnTo>
                  <a:lnTo>
                    <a:pt x="568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83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6" y="1933"/>
                  </a:lnTo>
                  <a:lnTo>
                    <a:pt x="586" y="1929"/>
                  </a:lnTo>
                  <a:lnTo>
                    <a:pt x="586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601" y="1904"/>
                  </a:lnTo>
                  <a:lnTo>
                    <a:pt x="601" y="1901"/>
                  </a:lnTo>
                  <a:lnTo>
                    <a:pt x="604" y="1897"/>
                  </a:lnTo>
                  <a:lnTo>
                    <a:pt x="608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3"/>
                  </a:lnTo>
                  <a:lnTo>
                    <a:pt x="637" y="1886"/>
                  </a:lnTo>
                  <a:lnTo>
                    <a:pt x="640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8" y="1919"/>
                  </a:lnTo>
                  <a:lnTo>
                    <a:pt x="658" y="1922"/>
                  </a:lnTo>
                  <a:lnTo>
                    <a:pt x="662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9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6" y="1965"/>
                  </a:lnTo>
                  <a:lnTo>
                    <a:pt x="676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7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4" y="2012"/>
                  </a:lnTo>
                  <a:lnTo>
                    <a:pt x="694" y="2016"/>
                  </a:lnTo>
                  <a:lnTo>
                    <a:pt x="694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5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2" y="2063"/>
                  </a:lnTo>
                  <a:lnTo>
                    <a:pt x="712" y="2066"/>
                  </a:lnTo>
                  <a:lnTo>
                    <a:pt x="712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3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30" y="2106"/>
                  </a:lnTo>
                  <a:lnTo>
                    <a:pt x="730" y="2109"/>
                  </a:lnTo>
                  <a:lnTo>
                    <a:pt x="734" y="2113"/>
                  </a:lnTo>
                  <a:lnTo>
                    <a:pt x="738" y="2117"/>
                  </a:lnTo>
                  <a:lnTo>
                    <a:pt x="738" y="2120"/>
                  </a:lnTo>
                  <a:lnTo>
                    <a:pt x="741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2" y="2102"/>
                  </a:lnTo>
                  <a:lnTo>
                    <a:pt x="806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7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0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8" y="2019"/>
                  </a:lnTo>
                  <a:lnTo>
                    <a:pt x="838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9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6" y="1980"/>
                  </a:lnTo>
                  <a:lnTo>
                    <a:pt x="856" y="1976"/>
                  </a:lnTo>
                  <a:lnTo>
                    <a:pt x="860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7" y="1962"/>
                  </a:lnTo>
                  <a:lnTo>
                    <a:pt x="867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4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9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6" y="1962"/>
                  </a:lnTo>
                  <a:lnTo>
                    <a:pt x="946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4" y="1976"/>
                  </a:lnTo>
                  <a:lnTo>
                    <a:pt x="954" y="1980"/>
                  </a:lnTo>
                  <a:lnTo>
                    <a:pt x="957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4" y="1998"/>
                  </a:lnTo>
                  <a:lnTo>
                    <a:pt x="964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9" y="2027"/>
                  </a:lnTo>
                  <a:lnTo>
                    <a:pt x="979" y="2030"/>
                  </a:lnTo>
                  <a:lnTo>
                    <a:pt x="982" y="2034"/>
                  </a:lnTo>
                  <a:lnTo>
                    <a:pt x="982" y="2037"/>
                  </a:lnTo>
                  <a:lnTo>
                    <a:pt x="982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7" y="2063"/>
                  </a:lnTo>
                  <a:lnTo>
                    <a:pt x="997" y="2066"/>
                  </a:lnTo>
                  <a:lnTo>
                    <a:pt x="1000" y="2070"/>
                  </a:lnTo>
                  <a:lnTo>
                    <a:pt x="1000" y="2073"/>
                  </a:lnTo>
                  <a:lnTo>
                    <a:pt x="1004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8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4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2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3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0" y="2070"/>
                  </a:lnTo>
                  <a:lnTo>
                    <a:pt x="1090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101" y="2052"/>
                  </a:lnTo>
                  <a:lnTo>
                    <a:pt x="1101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8" y="2037"/>
                  </a:lnTo>
                  <a:lnTo>
                    <a:pt x="1108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6" y="2005"/>
                  </a:lnTo>
                  <a:lnTo>
                    <a:pt x="1126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4" y="1976"/>
                  </a:lnTo>
                  <a:lnTo>
                    <a:pt x="1148" y="1973"/>
                  </a:lnTo>
                  <a:lnTo>
                    <a:pt x="1152" y="1969"/>
                  </a:lnTo>
                  <a:lnTo>
                    <a:pt x="1155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5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6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7" y="1980"/>
                  </a:lnTo>
                  <a:lnTo>
                    <a:pt x="1231" y="1983"/>
                  </a:lnTo>
                  <a:lnTo>
                    <a:pt x="1231" y="1987"/>
                  </a:lnTo>
                  <a:lnTo>
                    <a:pt x="1234" y="1991"/>
                  </a:lnTo>
                  <a:lnTo>
                    <a:pt x="1238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2" y="2019"/>
                  </a:lnTo>
                  <a:lnTo>
                    <a:pt x="1256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0" y="2048"/>
                  </a:lnTo>
                  <a:lnTo>
                    <a:pt x="1274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4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91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2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3" y="2077"/>
                  </a:lnTo>
                  <a:lnTo>
                    <a:pt x="1357" y="2073"/>
                  </a:lnTo>
                  <a:lnTo>
                    <a:pt x="1360" y="2070"/>
                  </a:lnTo>
                  <a:lnTo>
                    <a:pt x="1364" y="2066"/>
                  </a:lnTo>
                  <a:lnTo>
                    <a:pt x="1368" y="2063"/>
                  </a:lnTo>
                  <a:lnTo>
                    <a:pt x="1371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8" y="2048"/>
                  </a:lnTo>
                  <a:lnTo>
                    <a:pt x="1378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6" y="2023"/>
                  </a:lnTo>
                  <a:lnTo>
                    <a:pt x="1396" y="2019"/>
                  </a:lnTo>
                  <a:lnTo>
                    <a:pt x="1400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4" y="1998"/>
                  </a:lnTo>
                  <a:lnTo>
                    <a:pt x="1414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2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9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2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69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76"/>
                  </a:lnTo>
                  <a:lnTo>
                    <a:pt x="1497" y="1980"/>
                  </a:lnTo>
                  <a:lnTo>
                    <a:pt x="1501" y="1983"/>
                  </a:lnTo>
                  <a:lnTo>
                    <a:pt x="1504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5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2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599" name="Freeform 127"/>
            <p:cNvSpPr>
              <a:spLocks/>
            </p:cNvSpPr>
            <p:nvPr/>
          </p:nvSpPr>
          <p:spPr bwMode="auto">
            <a:xfrm>
              <a:off x="749" y="2812"/>
              <a:ext cx="2826" cy="547"/>
            </a:xfrm>
            <a:custGeom>
              <a:avLst/>
              <a:gdLst/>
              <a:ahLst/>
              <a:cxnLst>
                <a:cxn ang="0">
                  <a:pos x="57" y="288"/>
                </a:cxn>
                <a:cxn ang="0">
                  <a:pos x="119" y="273"/>
                </a:cxn>
                <a:cxn ang="0">
                  <a:pos x="180" y="234"/>
                </a:cxn>
                <a:cxn ang="0">
                  <a:pos x="241" y="237"/>
                </a:cxn>
                <a:cxn ang="0">
                  <a:pos x="302" y="277"/>
                </a:cxn>
                <a:cxn ang="0">
                  <a:pos x="363" y="291"/>
                </a:cxn>
                <a:cxn ang="0">
                  <a:pos x="425" y="252"/>
                </a:cxn>
                <a:cxn ang="0">
                  <a:pos x="486" y="227"/>
                </a:cxn>
                <a:cxn ang="0">
                  <a:pos x="547" y="252"/>
                </a:cxn>
                <a:cxn ang="0">
                  <a:pos x="608" y="295"/>
                </a:cxn>
                <a:cxn ang="0">
                  <a:pos x="669" y="281"/>
                </a:cxn>
                <a:cxn ang="0">
                  <a:pos x="731" y="234"/>
                </a:cxn>
                <a:cxn ang="0">
                  <a:pos x="792" y="227"/>
                </a:cxn>
                <a:cxn ang="0">
                  <a:pos x="853" y="277"/>
                </a:cxn>
                <a:cxn ang="0">
                  <a:pos x="914" y="302"/>
                </a:cxn>
                <a:cxn ang="0">
                  <a:pos x="975" y="259"/>
                </a:cxn>
                <a:cxn ang="0">
                  <a:pos x="1037" y="216"/>
                </a:cxn>
                <a:cxn ang="0">
                  <a:pos x="1098" y="245"/>
                </a:cxn>
                <a:cxn ang="0">
                  <a:pos x="1159" y="299"/>
                </a:cxn>
                <a:cxn ang="0">
                  <a:pos x="1220" y="291"/>
                </a:cxn>
                <a:cxn ang="0">
                  <a:pos x="1278" y="234"/>
                </a:cxn>
                <a:cxn ang="0">
                  <a:pos x="1339" y="212"/>
                </a:cxn>
                <a:cxn ang="0">
                  <a:pos x="1397" y="263"/>
                </a:cxn>
                <a:cxn ang="0">
                  <a:pos x="1454" y="313"/>
                </a:cxn>
                <a:cxn ang="0">
                  <a:pos x="1515" y="284"/>
                </a:cxn>
                <a:cxn ang="0">
                  <a:pos x="1562" y="223"/>
                </a:cxn>
                <a:cxn ang="0">
                  <a:pos x="1623" y="205"/>
                </a:cxn>
                <a:cxn ang="0">
                  <a:pos x="1674" y="263"/>
                </a:cxn>
                <a:cxn ang="0">
                  <a:pos x="1724" y="324"/>
                </a:cxn>
                <a:cxn ang="0">
                  <a:pos x="1785" y="299"/>
                </a:cxn>
                <a:cxn ang="0">
                  <a:pos x="1825" y="237"/>
                </a:cxn>
                <a:cxn ang="0">
                  <a:pos x="1879" y="183"/>
                </a:cxn>
                <a:cxn ang="0">
                  <a:pos x="1933" y="230"/>
                </a:cxn>
                <a:cxn ang="0">
                  <a:pos x="1969" y="291"/>
                </a:cxn>
                <a:cxn ang="0">
                  <a:pos x="2019" y="345"/>
                </a:cxn>
                <a:cxn ang="0">
                  <a:pos x="2070" y="299"/>
                </a:cxn>
                <a:cxn ang="0">
                  <a:pos x="2102" y="237"/>
                </a:cxn>
                <a:cxn ang="0">
                  <a:pos x="2138" y="176"/>
                </a:cxn>
                <a:cxn ang="0">
                  <a:pos x="2196" y="187"/>
                </a:cxn>
                <a:cxn ang="0">
                  <a:pos x="2225" y="248"/>
                </a:cxn>
                <a:cxn ang="0">
                  <a:pos x="2250" y="309"/>
                </a:cxn>
                <a:cxn ang="0">
                  <a:pos x="2289" y="371"/>
                </a:cxn>
                <a:cxn ang="0">
                  <a:pos x="2340" y="335"/>
                </a:cxn>
                <a:cxn ang="0">
                  <a:pos x="2365" y="273"/>
                </a:cxn>
                <a:cxn ang="0">
                  <a:pos x="2390" y="205"/>
                </a:cxn>
                <a:cxn ang="0">
                  <a:pos x="2415" y="140"/>
                </a:cxn>
                <a:cxn ang="0">
                  <a:pos x="2469" y="140"/>
                </a:cxn>
                <a:cxn ang="0">
                  <a:pos x="2495" y="209"/>
                </a:cxn>
                <a:cxn ang="0">
                  <a:pos x="2516" y="291"/>
                </a:cxn>
                <a:cxn ang="0">
                  <a:pos x="2541" y="374"/>
                </a:cxn>
                <a:cxn ang="0">
                  <a:pos x="2570" y="435"/>
                </a:cxn>
                <a:cxn ang="0">
                  <a:pos x="2613" y="399"/>
                </a:cxn>
                <a:cxn ang="0">
                  <a:pos x="2639" y="313"/>
                </a:cxn>
                <a:cxn ang="0">
                  <a:pos x="2660" y="198"/>
                </a:cxn>
                <a:cxn ang="0">
                  <a:pos x="2685" y="90"/>
                </a:cxn>
                <a:cxn ang="0">
                  <a:pos x="2711" y="14"/>
                </a:cxn>
                <a:cxn ang="0">
                  <a:pos x="2750" y="47"/>
                </a:cxn>
                <a:cxn ang="0">
                  <a:pos x="2775" y="165"/>
                </a:cxn>
                <a:cxn ang="0">
                  <a:pos x="2797" y="331"/>
                </a:cxn>
                <a:cxn ang="0">
                  <a:pos x="2822" y="511"/>
                </a:cxn>
              </a:cxnLst>
              <a:rect l="0" t="0" r="r" b="b"/>
              <a:pathLst>
                <a:path w="2826" h="547">
                  <a:moveTo>
                    <a:pt x="0" y="259"/>
                  </a:moveTo>
                  <a:lnTo>
                    <a:pt x="3" y="263"/>
                  </a:lnTo>
                  <a:lnTo>
                    <a:pt x="7" y="266"/>
                  </a:lnTo>
                  <a:lnTo>
                    <a:pt x="11" y="270"/>
                  </a:lnTo>
                  <a:lnTo>
                    <a:pt x="14" y="270"/>
                  </a:lnTo>
                  <a:lnTo>
                    <a:pt x="18" y="273"/>
                  </a:lnTo>
                  <a:lnTo>
                    <a:pt x="21" y="273"/>
                  </a:lnTo>
                  <a:lnTo>
                    <a:pt x="25" y="277"/>
                  </a:lnTo>
                  <a:lnTo>
                    <a:pt x="29" y="277"/>
                  </a:lnTo>
                  <a:lnTo>
                    <a:pt x="32" y="281"/>
                  </a:lnTo>
                  <a:lnTo>
                    <a:pt x="36" y="281"/>
                  </a:lnTo>
                  <a:lnTo>
                    <a:pt x="39" y="284"/>
                  </a:lnTo>
                  <a:lnTo>
                    <a:pt x="43" y="284"/>
                  </a:lnTo>
                  <a:lnTo>
                    <a:pt x="47" y="284"/>
                  </a:lnTo>
                  <a:lnTo>
                    <a:pt x="50" y="288"/>
                  </a:lnTo>
                  <a:lnTo>
                    <a:pt x="54" y="288"/>
                  </a:lnTo>
                  <a:lnTo>
                    <a:pt x="57" y="288"/>
                  </a:lnTo>
                  <a:lnTo>
                    <a:pt x="61" y="288"/>
                  </a:lnTo>
                  <a:lnTo>
                    <a:pt x="65" y="291"/>
                  </a:lnTo>
                  <a:lnTo>
                    <a:pt x="68" y="291"/>
                  </a:lnTo>
                  <a:lnTo>
                    <a:pt x="72" y="291"/>
                  </a:lnTo>
                  <a:lnTo>
                    <a:pt x="75" y="288"/>
                  </a:lnTo>
                  <a:lnTo>
                    <a:pt x="79" y="288"/>
                  </a:lnTo>
                  <a:lnTo>
                    <a:pt x="83" y="288"/>
                  </a:lnTo>
                  <a:lnTo>
                    <a:pt x="86" y="288"/>
                  </a:lnTo>
                  <a:lnTo>
                    <a:pt x="90" y="288"/>
                  </a:lnTo>
                  <a:lnTo>
                    <a:pt x="93" y="284"/>
                  </a:lnTo>
                  <a:lnTo>
                    <a:pt x="97" y="284"/>
                  </a:lnTo>
                  <a:lnTo>
                    <a:pt x="101" y="284"/>
                  </a:lnTo>
                  <a:lnTo>
                    <a:pt x="104" y="281"/>
                  </a:lnTo>
                  <a:lnTo>
                    <a:pt x="108" y="281"/>
                  </a:lnTo>
                  <a:lnTo>
                    <a:pt x="111" y="277"/>
                  </a:lnTo>
                  <a:lnTo>
                    <a:pt x="115" y="277"/>
                  </a:lnTo>
                  <a:lnTo>
                    <a:pt x="119" y="273"/>
                  </a:lnTo>
                  <a:lnTo>
                    <a:pt x="122" y="270"/>
                  </a:lnTo>
                  <a:lnTo>
                    <a:pt x="126" y="270"/>
                  </a:lnTo>
                  <a:lnTo>
                    <a:pt x="129" y="266"/>
                  </a:lnTo>
                  <a:lnTo>
                    <a:pt x="133" y="263"/>
                  </a:lnTo>
                  <a:lnTo>
                    <a:pt x="137" y="263"/>
                  </a:lnTo>
                  <a:lnTo>
                    <a:pt x="140" y="259"/>
                  </a:lnTo>
                  <a:lnTo>
                    <a:pt x="144" y="255"/>
                  </a:lnTo>
                  <a:lnTo>
                    <a:pt x="147" y="252"/>
                  </a:lnTo>
                  <a:lnTo>
                    <a:pt x="151" y="252"/>
                  </a:lnTo>
                  <a:lnTo>
                    <a:pt x="155" y="248"/>
                  </a:lnTo>
                  <a:lnTo>
                    <a:pt x="158" y="248"/>
                  </a:lnTo>
                  <a:lnTo>
                    <a:pt x="162" y="245"/>
                  </a:lnTo>
                  <a:lnTo>
                    <a:pt x="165" y="241"/>
                  </a:lnTo>
                  <a:lnTo>
                    <a:pt x="169" y="241"/>
                  </a:lnTo>
                  <a:lnTo>
                    <a:pt x="173" y="237"/>
                  </a:lnTo>
                  <a:lnTo>
                    <a:pt x="176" y="237"/>
                  </a:lnTo>
                  <a:lnTo>
                    <a:pt x="180" y="234"/>
                  </a:lnTo>
                  <a:lnTo>
                    <a:pt x="183" y="234"/>
                  </a:lnTo>
                  <a:lnTo>
                    <a:pt x="187" y="234"/>
                  </a:lnTo>
                  <a:lnTo>
                    <a:pt x="191" y="230"/>
                  </a:lnTo>
                  <a:lnTo>
                    <a:pt x="194" y="230"/>
                  </a:lnTo>
                  <a:lnTo>
                    <a:pt x="198" y="230"/>
                  </a:lnTo>
                  <a:lnTo>
                    <a:pt x="201" y="230"/>
                  </a:lnTo>
                  <a:lnTo>
                    <a:pt x="205" y="230"/>
                  </a:lnTo>
                  <a:lnTo>
                    <a:pt x="209" y="230"/>
                  </a:lnTo>
                  <a:lnTo>
                    <a:pt x="212" y="230"/>
                  </a:lnTo>
                  <a:lnTo>
                    <a:pt x="216" y="230"/>
                  </a:lnTo>
                  <a:lnTo>
                    <a:pt x="219" y="230"/>
                  </a:lnTo>
                  <a:lnTo>
                    <a:pt x="223" y="230"/>
                  </a:lnTo>
                  <a:lnTo>
                    <a:pt x="227" y="230"/>
                  </a:lnTo>
                  <a:lnTo>
                    <a:pt x="230" y="234"/>
                  </a:lnTo>
                  <a:lnTo>
                    <a:pt x="234" y="234"/>
                  </a:lnTo>
                  <a:lnTo>
                    <a:pt x="237" y="234"/>
                  </a:lnTo>
                  <a:lnTo>
                    <a:pt x="241" y="237"/>
                  </a:lnTo>
                  <a:lnTo>
                    <a:pt x="245" y="237"/>
                  </a:lnTo>
                  <a:lnTo>
                    <a:pt x="248" y="241"/>
                  </a:lnTo>
                  <a:lnTo>
                    <a:pt x="252" y="245"/>
                  </a:lnTo>
                  <a:lnTo>
                    <a:pt x="255" y="245"/>
                  </a:lnTo>
                  <a:lnTo>
                    <a:pt x="259" y="248"/>
                  </a:lnTo>
                  <a:lnTo>
                    <a:pt x="263" y="248"/>
                  </a:lnTo>
                  <a:lnTo>
                    <a:pt x="266" y="252"/>
                  </a:lnTo>
                  <a:lnTo>
                    <a:pt x="270" y="255"/>
                  </a:lnTo>
                  <a:lnTo>
                    <a:pt x="273" y="255"/>
                  </a:lnTo>
                  <a:lnTo>
                    <a:pt x="277" y="259"/>
                  </a:lnTo>
                  <a:lnTo>
                    <a:pt x="281" y="263"/>
                  </a:lnTo>
                  <a:lnTo>
                    <a:pt x="284" y="266"/>
                  </a:lnTo>
                  <a:lnTo>
                    <a:pt x="288" y="266"/>
                  </a:lnTo>
                  <a:lnTo>
                    <a:pt x="291" y="270"/>
                  </a:lnTo>
                  <a:lnTo>
                    <a:pt x="295" y="273"/>
                  </a:lnTo>
                  <a:lnTo>
                    <a:pt x="299" y="273"/>
                  </a:lnTo>
                  <a:lnTo>
                    <a:pt x="302" y="277"/>
                  </a:lnTo>
                  <a:lnTo>
                    <a:pt x="306" y="281"/>
                  </a:lnTo>
                  <a:lnTo>
                    <a:pt x="309" y="281"/>
                  </a:lnTo>
                  <a:lnTo>
                    <a:pt x="313" y="284"/>
                  </a:lnTo>
                  <a:lnTo>
                    <a:pt x="317" y="284"/>
                  </a:lnTo>
                  <a:lnTo>
                    <a:pt x="320" y="288"/>
                  </a:lnTo>
                  <a:lnTo>
                    <a:pt x="324" y="288"/>
                  </a:lnTo>
                  <a:lnTo>
                    <a:pt x="327" y="288"/>
                  </a:lnTo>
                  <a:lnTo>
                    <a:pt x="331" y="291"/>
                  </a:lnTo>
                  <a:lnTo>
                    <a:pt x="335" y="291"/>
                  </a:lnTo>
                  <a:lnTo>
                    <a:pt x="338" y="291"/>
                  </a:lnTo>
                  <a:lnTo>
                    <a:pt x="342" y="291"/>
                  </a:lnTo>
                  <a:lnTo>
                    <a:pt x="345" y="291"/>
                  </a:lnTo>
                  <a:lnTo>
                    <a:pt x="349" y="291"/>
                  </a:lnTo>
                  <a:lnTo>
                    <a:pt x="353" y="291"/>
                  </a:lnTo>
                  <a:lnTo>
                    <a:pt x="356" y="291"/>
                  </a:lnTo>
                  <a:lnTo>
                    <a:pt x="360" y="291"/>
                  </a:lnTo>
                  <a:lnTo>
                    <a:pt x="363" y="291"/>
                  </a:lnTo>
                  <a:lnTo>
                    <a:pt x="367" y="291"/>
                  </a:lnTo>
                  <a:lnTo>
                    <a:pt x="371" y="288"/>
                  </a:lnTo>
                  <a:lnTo>
                    <a:pt x="374" y="288"/>
                  </a:lnTo>
                  <a:lnTo>
                    <a:pt x="378" y="284"/>
                  </a:lnTo>
                  <a:lnTo>
                    <a:pt x="381" y="284"/>
                  </a:lnTo>
                  <a:lnTo>
                    <a:pt x="385" y="281"/>
                  </a:lnTo>
                  <a:lnTo>
                    <a:pt x="389" y="281"/>
                  </a:lnTo>
                  <a:lnTo>
                    <a:pt x="392" y="277"/>
                  </a:lnTo>
                  <a:lnTo>
                    <a:pt x="396" y="273"/>
                  </a:lnTo>
                  <a:lnTo>
                    <a:pt x="399" y="273"/>
                  </a:lnTo>
                  <a:lnTo>
                    <a:pt x="403" y="270"/>
                  </a:lnTo>
                  <a:lnTo>
                    <a:pt x="407" y="266"/>
                  </a:lnTo>
                  <a:lnTo>
                    <a:pt x="410" y="266"/>
                  </a:lnTo>
                  <a:lnTo>
                    <a:pt x="414" y="263"/>
                  </a:lnTo>
                  <a:lnTo>
                    <a:pt x="417" y="259"/>
                  </a:lnTo>
                  <a:lnTo>
                    <a:pt x="421" y="255"/>
                  </a:lnTo>
                  <a:lnTo>
                    <a:pt x="425" y="252"/>
                  </a:lnTo>
                  <a:lnTo>
                    <a:pt x="428" y="252"/>
                  </a:lnTo>
                  <a:lnTo>
                    <a:pt x="432" y="248"/>
                  </a:lnTo>
                  <a:lnTo>
                    <a:pt x="435" y="245"/>
                  </a:lnTo>
                  <a:lnTo>
                    <a:pt x="439" y="245"/>
                  </a:lnTo>
                  <a:lnTo>
                    <a:pt x="443" y="241"/>
                  </a:lnTo>
                  <a:lnTo>
                    <a:pt x="446" y="237"/>
                  </a:lnTo>
                  <a:lnTo>
                    <a:pt x="450" y="237"/>
                  </a:lnTo>
                  <a:lnTo>
                    <a:pt x="453" y="234"/>
                  </a:lnTo>
                  <a:lnTo>
                    <a:pt x="457" y="234"/>
                  </a:lnTo>
                  <a:lnTo>
                    <a:pt x="461" y="230"/>
                  </a:lnTo>
                  <a:lnTo>
                    <a:pt x="464" y="230"/>
                  </a:lnTo>
                  <a:lnTo>
                    <a:pt x="468" y="227"/>
                  </a:lnTo>
                  <a:lnTo>
                    <a:pt x="471" y="227"/>
                  </a:lnTo>
                  <a:lnTo>
                    <a:pt x="475" y="227"/>
                  </a:lnTo>
                  <a:lnTo>
                    <a:pt x="479" y="227"/>
                  </a:lnTo>
                  <a:lnTo>
                    <a:pt x="482" y="227"/>
                  </a:lnTo>
                  <a:lnTo>
                    <a:pt x="486" y="227"/>
                  </a:lnTo>
                  <a:lnTo>
                    <a:pt x="489" y="227"/>
                  </a:lnTo>
                  <a:lnTo>
                    <a:pt x="493" y="227"/>
                  </a:lnTo>
                  <a:lnTo>
                    <a:pt x="497" y="227"/>
                  </a:lnTo>
                  <a:lnTo>
                    <a:pt x="500" y="227"/>
                  </a:lnTo>
                  <a:lnTo>
                    <a:pt x="504" y="227"/>
                  </a:lnTo>
                  <a:lnTo>
                    <a:pt x="507" y="230"/>
                  </a:lnTo>
                  <a:lnTo>
                    <a:pt x="511" y="230"/>
                  </a:lnTo>
                  <a:lnTo>
                    <a:pt x="515" y="230"/>
                  </a:lnTo>
                  <a:lnTo>
                    <a:pt x="518" y="234"/>
                  </a:lnTo>
                  <a:lnTo>
                    <a:pt x="522" y="234"/>
                  </a:lnTo>
                  <a:lnTo>
                    <a:pt x="525" y="237"/>
                  </a:lnTo>
                  <a:lnTo>
                    <a:pt x="529" y="237"/>
                  </a:lnTo>
                  <a:lnTo>
                    <a:pt x="533" y="241"/>
                  </a:lnTo>
                  <a:lnTo>
                    <a:pt x="536" y="245"/>
                  </a:lnTo>
                  <a:lnTo>
                    <a:pt x="540" y="248"/>
                  </a:lnTo>
                  <a:lnTo>
                    <a:pt x="543" y="248"/>
                  </a:lnTo>
                  <a:lnTo>
                    <a:pt x="547" y="252"/>
                  </a:lnTo>
                  <a:lnTo>
                    <a:pt x="551" y="255"/>
                  </a:lnTo>
                  <a:lnTo>
                    <a:pt x="554" y="259"/>
                  </a:lnTo>
                  <a:lnTo>
                    <a:pt x="558" y="263"/>
                  </a:lnTo>
                  <a:lnTo>
                    <a:pt x="561" y="263"/>
                  </a:lnTo>
                  <a:lnTo>
                    <a:pt x="565" y="266"/>
                  </a:lnTo>
                  <a:lnTo>
                    <a:pt x="569" y="270"/>
                  </a:lnTo>
                  <a:lnTo>
                    <a:pt x="572" y="273"/>
                  </a:lnTo>
                  <a:lnTo>
                    <a:pt x="576" y="277"/>
                  </a:lnTo>
                  <a:lnTo>
                    <a:pt x="579" y="277"/>
                  </a:lnTo>
                  <a:lnTo>
                    <a:pt x="583" y="281"/>
                  </a:lnTo>
                  <a:lnTo>
                    <a:pt x="587" y="284"/>
                  </a:lnTo>
                  <a:lnTo>
                    <a:pt x="590" y="284"/>
                  </a:lnTo>
                  <a:lnTo>
                    <a:pt x="594" y="288"/>
                  </a:lnTo>
                  <a:lnTo>
                    <a:pt x="597" y="288"/>
                  </a:lnTo>
                  <a:lnTo>
                    <a:pt x="601" y="291"/>
                  </a:lnTo>
                  <a:lnTo>
                    <a:pt x="605" y="291"/>
                  </a:lnTo>
                  <a:lnTo>
                    <a:pt x="608" y="295"/>
                  </a:lnTo>
                  <a:lnTo>
                    <a:pt x="612" y="295"/>
                  </a:lnTo>
                  <a:lnTo>
                    <a:pt x="615" y="295"/>
                  </a:lnTo>
                  <a:lnTo>
                    <a:pt x="619" y="295"/>
                  </a:lnTo>
                  <a:lnTo>
                    <a:pt x="623" y="295"/>
                  </a:lnTo>
                  <a:lnTo>
                    <a:pt x="626" y="295"/>
                  </a:lnTo>
                  <a:lnTo>
                    <a:pt x="630" y="295"/>
                  </a:lnTo>
                  <a:lnTo>
                    <a:pt x="633" y="295"/>
                  </a:lnTo>
                  <a:lnTo>
                    <a:pt x="637" y="295"/>
                  </a:lnTo>
                  <a:lnTo>
                    <a:pt x="641" y="295"/>
                  </a:lnTo>
                  <a:lnTo>
                    <a:pt x="644" y="295"/>
                  </a:lnTo>
                  <a:lnTo>
                    <a:pt x="648" y="291"/>
                  </a:lnTo>
                  <a:lnTo>
                    <a:pt x="651" y="291"/>
                  </a:lnTo>
                  <a:lnTo>
                    <a:pt x="655" y="288"/>
                  </a:lnTo>
                  <a:lnTo>
                    <a:pt x="659" y="288"/>
                  </a:lnTo>
                  <a:lnTo>
                    <a:pt x="662" y="284"/>
                  </a:lnTo>
                  <a:lnTo>
                    <a:pt x="666" y="284"/>
                  </a:lnTo>
                  <a:lnTo>
                    <a:pt x="669" y="281"/>
                  </a:lnTo>
                  <a:lnTo>
                    <a:pt x="673" y="277"/>
                  </a:lnTo>
                  <a:lnTo>
                    <a:pt x="677" y="277"/>
                  </a:lnTo>
                  <a:lnTo>
                    <a:pt x="680" y="273"/>
                  </a:lnTo>
                  <a:lnTo>
                    <a:pt x="684" y="270"/>
                  </a:lnTo>
                  <a:lnTo>
                    <a:pt x="687" y="266"/>
                  </a:lnTo>
                  <a:lnTo>
                    <a:pt x="691" y="263"/>
                  </a:lnTo>
                  <a:lnTo>
                    <a:pt x="695" y="263"/>
                  </a:lnTo>
                  <a:lnTo>
                    <a:pt x="698" y="259"/>
                  </a:lnTo>
                  <a:lnTo>
                    <a:pt x="702" y="255"/>
                  </a:lnTo>
                  <a:lnTo>
                    <a:pt x="705" y="252"/>
                  </a:lnTo>
                  <a:lnTo>
                    <a:pt x="709" y="248"/>
                  </a:lnTo>
                  <a:lnTo>
                    <a:pt x="713" y="245"/>
                  </a:lnTo>
                  <a:lnTo>
                    <a:pt x="716" y="241"/>
                  </a:lnTo>
                  <a:lnTo>
                    <a:pt x="720" y="241"/>
                  </a:lnTo>
                  <a:lnTo>
                    <a:pt x="723" y="237"/>
                  </a:lnTo>
                  <a:lnTo>
                    <a:pt x="727" y="234"/>
                  </a:lnTo>
                  <a:lnTo>
                    <a:pt x="731" y="234"/>
                  </a:lnTo>
                  <a:lnTo>
                    <a:pt x="734" y="230"/>
                  </a:lnTo>
                  <a:lnTo>
                    <a:pt x="738" y="230"/>
                  </a:lnTo>
                  <a:lnTo>
                    <a:pt x="741" y="227"/>
                  </a:lnTo>
                  <a:lnTo>
                    <a:pt x="745" y="227"/>
                  </a:lnTo>
                  <a:lnTo>
                    <a:pt x="749" y="223"/>
                  </a:lnTo>
                  <a:lnTo>
                    <a:pt x="752" y="223"/>
                  </a:lnTo>
                  <a:lnTo>
                    <a:pt x="756" y="223"/>
                  </a:lnTo>
                  <a:lnTo>
                    <a:pt x="759" y="223"/>
                  </a:lnTo>
                  <a:lnTo>
                    <a:pt x="763" y="219"/>
                  </a:lnTo>
                  <a:lnTo>
                    <a:pt x="767" y="219"/>
                  </a:lnTo>
                  <a:lnTo>
                    <a:pt x="770" y="219"/>
                  </a:lnTo>
                  <a:lnTo>
                    <a:pt x="774" y="223"/>
                  </a:lnTo>
                  <a:lnTo>
                    <a:pt x="777" y="223"/>
                  </a:lnTo>
                  <a:lnTo>
                    <a:pt x="781" y="223"/>
                  </a:lnTo>
                  <a:lnTo>
                    <a:pt x="785" y="223"/>
                  </a:lnTo>
                  <a:lnTo>
                    <a:pt x="788" y="227"/>
                  </a:lnTo>
                  <a:lnTo>
                    <a:pt x="792" y="227"/>
                  </a:lnTo>
                  <a:lnTo>
                    <a:pt x="795" y="230"/>
                  </a:lnTo>
                  <a:lnTo>
                    <a:pt x="799" y="230"/>
                  </a:lnTo>
                  <a:lnTo>
                    <a:pt x="803" y="234"/>
                  </a:lnTo>
                  <a:lnTo>
                    <a:pt x="806" y="234"/>
                  </a:lnTo>
                  <a:lnTo>
                    <a:pt x="810" y="237"/>
                  </a:lnTo>
                  <a:lnTo>
                    <a:pt x="813" y="241"/>
                  </a:lnTo>
                  <a:lnTo>
                    <a:pt x="817" y="245"/>
                  </a:lnTo>
                  <a:lnTo>
                    <a:pt x="821" y="248"/>
                  </a:lnTo>
                  <a:lnTo>
                    <a:pt x="824" y="248"/>
                  </a:lnTo>
                  <a:lnTo>
                    <a:pt x="828" y="252"/>
                  </a:lnTo>
                  <a:lnTo>
                    <a:pt x="831" y="255"/>
                  </a:lnTo>
                  <a:lnTo>
                    <a:pt x="835" y="259"/>
                  </a:lnTo>
                  <a:lnTo>
                    <a:pt x="839" y="263"/>
                  </a:lnTo>
                  <a:lnTo>
                    <a:pt x="842" y="266"/>
                  </a:lnTo>
                  <a:lnTo>
                    <a:pt x="846" y="270"/>
                  </a:lnTo>
                  <a:lnTo>
                    <a:pt x="849" y="273"/>
                  </a:lnTo>
                  <a:lnTo>
                    <a:pt x="853" y="277"/>
                  </a:lnTo>
                  <a:lnTo>
                    <a:pt x="857" y="277"/>
                  </a:lnTo>
                  <a:lnTo>
                    <a:pt x="860" y="281"/>
                  </a:lnTo>
                  <a:lnTo>
                    <a:pt x="864" y="284"/>
                  </a:lnTo>
                  <a:lnTo>
                    <a:pt x="867" y="288"/>
                  </a:lnTo>
                  <a:lnTo>
                    <a:pt x="871" y="291"/>
                  </a:lnTo>
                  <a:lnTo>
                    <a:pt x="875" y="291"/>
                  </a:lnTo>
                  <a:lnTo>
                    <a:pt x="878" y="295"/>
                  </a:lnTo>
                  <a:lnTo>
                    <a:pt x="882" y="295"/>
                  </a:lnTo>
                  <a:lnTo>
                    <a:pt x="885" y="299"/>
                  </a:lnTo>
                  <a:lnTo>
                    <a:pt x="889" y="299"/>
                  </a:lnTo>
                  <a:lnTo>
                    <a:pt x="893" y="299"/>
                  </a:lnTo>
                  <a:lnTo>
                    <a:pt x="896" y="302"/>
                  </a:lnTo>
                  <a:lnTo>
                    <a:pt x="900" y="302"/>
                  </a:lnTo>
                  <a:lnTo>
                    <a:pt x="903" y="302"/>
                  </a:lnTo>
                  <a:lnTo>
                    <a:pt x="907" y="302"/>
                  </a:lnTo>
                  <a:lnTo>
                    <a:pt x="911" y="302"/>
                  </a:lnTo>
                  <a:lnTo>
                    <a:pt x="914" y="302"/>
                  </a:lnTo>
                  <a:lnTo>
                    <a:pt x="918" y="299"/>
                  </a:lnTo>
                  <a:lnTo>
                    <a:pt x="921" y="299"/>
                  </a:lnTo>
                  <a:lnTo>
                    <a:pt x="925" y="299"/>
                  </a:lnTo>
                  <a:lnTo>
                    <a:pt x="929" y="295"/>
                  </a:lnTo>
                  <a:lnTo>
                    <a:pt x="932" y="295"/>
                  </a:lnTo>
                  <a:lnTo>
                    <a:pt x="936" y="291"/>
                  </a:lnTo>
                  <a:lnTo>
                    <a:pt x="939" y="291"/>
                  </a:lnTo>
                  <a:lnTo>
                    <a:pt x="943" y="288"/>
                  </a:lnTo>
                  <a:lnTo>
                    <a:pt x="947" y="284"/>
                  </a:lnTo>
                  <a:lnTo>
                    <a:pt x="950" y="281"/>
                  </a:lnTo>
                  <a:lnTo>
                    <a:pt x="954" y="281"/>
                  </a:lnTo>
                  <a:lnTo>
                    <a:pt x="957" y="277"/>
                  </a:lnTo>
                  <a:lnTo>
                    <a:pt x="961" y="273"/>
                  </a:lnTo>
                  <a:lnTo>
                    <a:pt x="965" y="270"/>
                  </a:lnTo>
                  <a:lnTo>
                    <a:pt x="968" y="266"/>
                  </a:lnTo>
                  <a:lnTo>
                    <a:pt x="972" y="263"/>
                  </a:lnTo>
                  <a:lnTo>
                    <a:pt x="975" y="259"/>
                  </a:lnTo>
                  <a:lnTo>
                    <a:pt x="979" y="255"/>
                  </a:lnTo>
                  <a:lnTo>
                    <a:pt x="983" y="252"/>
                  </a:lnTo>
                  <a:lnTo>
                    <a:pt x="986" y="248"/>
                  </a:lnTo>
                  <a:lnTo>
                    <a:pt x="990" y="245"/>
                  </a:lnTo>
                  <a:lnTo>
                    <a:pt x="993" y="241"/>
                  </a:lnTo>
                  <a:lnTo>
                    <a:pt x="997" y="237"/>
                  </a:lnTo>
                  <a:lnTo>
                    <a:pt x="1001" y="234"/>
                  </a:lnTo>
                  <a:lnTo>
                    <a:pt x="1004" y="234"/>
                  </a:lnTo>
                  <a:lnTo>
                    <a:pt x="1008" y="230"/>
                  </a:lnTo>
                  <a:lnTo>
                    <a:pt x="1011" y="227"/>
                  </a:lnTo>
                  <a:lnTo>
                    <a:pt x="1015" y="227"/>
                  </a:lnTo>
                  <a:lnTo>
                    <a:pt x="1019" y="223"/>
                  </a:lnTo>
                  <a:lnTo>
                    <a:pt x="1022" y="223"/>
                  </a:lnTo>
                  <a:lnTo>
                    <a:pt x="1026" y="219"/>
                  </a:lnTo>
                  <a:lnTo>
                    <a:pt x="1029" y="219"/>
                  </a:lnTo>
                  <a:lnTo>
                    <a:pt x="1033" y="216"/>
                  </a:lnTo>
                  <a:lnTo>
                    <a:pt x="1037" y="216"/>
                  </a:lnTo>
                  <a:lnTo>
                    <a:pt x="1040" y="216"/>
                  </a:lnTo>
                  <a:lnTo>
                    <a:pt x="1044" y="216"/>
                  </a:lnTo>
                  <a:lnTo>
                    <a:pt x="1047" y="216"/>
                  </a:lnTo>
                  <a:lnTo>
                    <a:pt x="1051" y="216"/>
                  </a:lnTo>
                  <a:lnTo>
                    <a:pt x="1055" y="216"/>
                  </a:lnTo>
                  <a:lnTo>
                    <a:pt x="1058" y="216"/>
                  </a:lnTo>
                  <a:lnTo>
                    <a:pt x="1062" y="219"/>
                  </a:lnTo>
                  <a:lnTo>
                    <a:pt x="1065" y="219"/>
                  </a:lnTo>
                  <a:lnTo>
                    <a:pt x="1069" y="223"/>
                  </a:lnTo>
                  <a:lnTo>
                    <a:pt x="1073" y="223"/>
                  </a:lnTo>
                  <a:lnTo>
                    <a:pt x="1076" y="227"/>
                  </a:lnTo>
                  <a:lnTo>
                    <a:pt x="1080" y="230"/>
                  </a:lnTo>
                  <a:lnTo>
                    <a:pt x="1083" y="230"/>
                  </a:lnTo>
                  <a:lnTo>
                    <a:pt x="1087" y="234"/>
                  </a:lnTo>
                  <a:lnTo>
                    <a:pt x="1091" y="237"/>
                  </a:lnTo>
                  <a:lnTo>
                    <a:pt x="1094" y="241"/>
                  </a:lnTo>
                  <a:lnTo>
                    <a:pt x="1098" y="245"/>
                  </a:lnTo>
                  <a:lnTo>
                    <a:pt x="1101" y="248"/>
                  </a:lnTo>
                  <a:lnTo>
                    <a:pt x="1105" y="252"/>
                  </a:lnTo>
                  <a:lnTo>
                    <a:pt x="1109" y="255"/>
                  </a:lnTo>
                  <a:lnTo>
                    <a:pt x="1112" y="259"/>
                  </a:lnTo>
                  <a:lnTo>
                    <a:pt x="1116" y="263"/>
                  </a:lnTo>
                  <a:lnTo>
                    <a:pt x="1119" y="266"/>
                  </a:lnTo>
                  <a:lnTo>
                    <a:pt x="1123" y="270"/>
                  </a:lnTo>
                  <a:lnTo>
                    <a:pt x="1127" y="273"/>
                  </a:lnTo>
                  <a:lnTo>
                    <a:pt x="1130" y="277"/>
                  </a:lnTo>
                  <a:lnTo>
                    <a:pt x="1134" y="281"/>
                  </a:lnTo>
                  <a:lnTo>
                    <a:pt x="1137" y="284"/>
                  </a:lnTo>
                  <a:lnTo>
                    <a:pt x="1141" y="288"/>
                  </a:lnTo>
                  <a:lnTo>
                    <a:pt x="1145" y="291"/>
                  </a:lnTo>
                  <a:lnTo>
                    <a:pt x="1148" y="291"/>
                  </a:lnTo>
                  <a:lnTo>
                    <a:pt x="1152" y="295"/>
                  </a:lnTo>
                  <a:lnTo>
                    <a:pt x="1155" y="299"/>
                  </a:lnTo>
                  <a:lnTo>
                    <a:pt x="1159" y="299"/>
                  </a:lnTo>
                  <a:lnTo>
                    <a:pt x="1163" y="302"/>
                  </a:lnTo>
                  <a:lnTo>
                    <a:pt x="1166" y="302"/>
                  </a:lnTo>
                  <a:lnTo>
                    <a:pt x="1170" y="306"/>
                  </a:lnTo>
                  <a:lnTo>
                    <a:pt x="1173" y="306"/>
                  </a:lnTo>
                  <a:lnTo>
                    <a:pt x="1177" y="306"/>
                  </a:lnTo>
                  <a:lnTo>
                    <a:pt x="1181" y="306"/>
                  </a:lnTo>
                  <a:lnTo>
                    <a:pt x="1184" y="309"/>
                  </a:lnTo>
                  <a:lnTo>
                    <a:pt x="1188" y="306"/>
                  </a:lnTo>
                  <a:lnTo>
                    <a:pt x="1191" y="306"/>
                  </a:lnTo>
                  <a:lnTo>
                    <a:pt x="1195" y="306"/>
                  </a:lnTo>
                  <a:lnTo>
                    <a:pt x="1199" y="306"/>
                  </a:lnTo>
                  <a:lnTo>
                    <a:pt x="1202" y="306"/>
                  </a:lnTo>
                  <a:lnTo>
                    <a:pt x="1206" y="302"/>
                  </a:lnTo>
                  <a:lnTo>
                    <a:pt x="1209" y="299"/>
                  </a:lnTo>
                  <a:lnTo>
                    <a:pt x="1213" y="299"/>
                  </a:lnTo>
                  <a:lnTo>
                    <a:pt x="1217" y="295"/>
                  </a:lnTo>
                  <a:lnTo>
                    <a:pt x="1220" y="291"/>
                  </a:lnTo>
                  <a:lnTo>
                    <a:pt x="1224" y="291"/>
                  </a:lnTo>
                  <a:lnTo>
                    <a:pt x="1227" y="288"/>
                  </a:lnTo>
                  <a:lnTo>
                    <a:pt x="1231" y="284"/>
                  </a:lnTo>
                  <a:lnTo>
                    <a:pt x="1235" y="281"/>
                  </a:lnTo>
                  <a:lnTo>
                    <a:pt x="1238" y="277"/>
                  </a:lnTo>
                  <a:lnTo>
                    <a:pt x="1242" y="273"/>
                  </a:lnTo>
                  <a:lnTo>
                    <a:pt x="1245" y="270"/>
                  </a:lnTo>
                  <a:lnTo>
                    <a:pt x="1249" y="266"/>
                  </a:lnTo>
                  <a:lnTo>
                    <a:pt x="1253" y="263"/>
                  </a:lnTo>
                  <a:lnTo>
                    <a:pt x="1256" y="259"/>
                  </a:lnTo>
                  <a:lnTo>
                    <a:pt x="1260" y="255"/>
                  </a:lnTo>
                  <a:lnTo>
                    <a:pt x="1263" y="252"/>
                  </a:lnTo>
                  <a:lnTo>
                    <a:pt x="1267" y="248"/>
                  </a:lnTo>
                  <a:lnTo>
                    <a:pt x="1271" y="245"/>
                  </a:lnTo>
                  <a:lnTo>
                    <a:pt x="1274" y="241"/>
                  </a:lnTo>
                  <a:lnTo>
                    <a:pt x="1278" y="237"/>
                  </a:lnTo>
                  <a:lnTo>
                    <a:pt x="1278" y="234"/>
                  </a:lnTo>
                  <a:lnTo>
                    <a:pt x="1281" y="230"/>
                  </a:lnTo>
                  <a:lnTo>
                    <a:pt x="1285" y="227"/>
                  </a:lnTo>
                  <a:lnTo>
                    <a:pt x="1289" y="223"/>
                  </a:lnTo>
                  <a:lnTo>
                    <a:pt x="1292" y="219"/>
                  </a:lnTo>
                  <a:lnTo>
                    <a:pt x="1296" y="219"/>
                  </a:lnTo>
                  <a:lnTo>
                    <a:pt x="1299" y="216"/>
                  </a:lnTo>
                  <a:lnTo>
                    <a:pt x="1303" y="212"/>
                  </a:lnTo>
                  <a:lnTo>
                    <a:pt x="1307" y="212"/>
                  </a:lnTo>
                  <a:lnTo>
                    <a:pt x="1310" y="212"/>
                  </a:lnTo>
                  <a:lnTo>
                    <a:pt x="1314" y="209"/>
                  </a:lnTo>
                  <a:lnTo>
                    <a:pt x="1317" y="209"/>
                  </a:lnTo>
                  <a:lnTo>
                    <a:pt x="1321" y="209"/>
                  </a:lnTo>
                  <a:lnTo>
                    <a:pt x="1325" y="209"/>
                  </a:lnTo>
                  <a:lnTo>
                    <a:pt x="1328" y="209"/>
                  </a:lnTo>
                  <a:lnTo>
                    <a:pt x="1332" y="209"/>
                  </a:lnTo>
                  <a:lnTo>
                    <a:pt x="1335" y="209"/>
                  </a:lnTo>
                  <a:lnTo>
                    <a:pt x="1339" y="212"/>
                  </a:lnTo>
                  <a:lnTo>
                    <a:pt x="1343" y="212"/>
                  </a:lnTo>
                  <a:lnTo>
                    <a:pt x="1346" y="216"/>
                  </a:lnTo>
                  <a:lnTo>
                    <a:pt x="1350" y="216"/>
                  </a:lnTo>
                  <a:lnTo>
                    <a:pt x="1353" y="219"/>
                  </a:lnTo>
                  <a:lnTo>
                    <a:pt x="1357" y="223"/>
                  </a:lnTo>
                  <a:lnTo>
                    <a:pt x="1361" y="227"/>
                  </a:lnTo>
                  <a:lnTo>
                    <a:pt x="1364" y="230"/>
                  </a:lnTo>
                  <a:lnTo>
                    <a:pt x="1368" y="230"/>
                  </a:lnTo>
                  <a:lnTo>
                    <a:pt x="1371" y="234"/>
                  </a:lnTo>
                  <a:lnTo>
                    <a:pt x="1375" y="237"/>
                  </a:lnTo>
                  <a:lnTo>
                    <a:pt x="1379" y="241"/>
                  </a:lnTo>
                  <a:lnTo>
                    <a:pt x="1382" y="245"/>
                  </a:lnTo>
                  <a:lnTo>
                    <a:pt x="1386" y="248"/>
                  </a:lnTo>
                  <a:lnTo>
                    <a:pt x="1389" y="252"/>
                  </a:lnTo>
                  <a:lnTo>
                    <a:pt x="1389" y="255"/>
                  </a:lnTo>
                  <a:lnTo>
                    <a:pt x="1393" y="259"/>
                  </a:lnTo>
                  <a:lnTo>
                    <a:pt x="1397" y="263"/>
                  </a:lnTo>
                  <a:lnTo>
                    <a:pt x="1400" y="266"/>
                  </a:lnTo>
                  <a:lnTo>
                    <a:pt x="1404" y="270"/>
                  </a:lnTo>
                  <a:lnTo>
                    <a:pt x="1407" y="273"/>
                  </a:lnTo>
                  <a:lnTo>
                    <a:pt x="1407" y="277"/>
                  </a:lnTo>
                  <a:lnTo>
                    <a:pt x="1411" y="281"/>
                  </a:lnTo>
                  <a:lnTo>
                    <a:pt x="1415" y="284"/>
                  </a:lnTo>
                  <a:lnTo>
                    <a:pt x="1418" y="288"/>
                  </a:lnTo>
                  <a:lnTo>
                    <a:pt x="1422" y="291"/>
                  </a:lnTo>
                  <a:lnTo>
                    <a:pt x="1425" y="295"/>
                  </a:lnTo>
                  <a:lnTo>
                    <a:pt x="1429" y="299"/>
                  </a:lnTo>
                  <a:lnTo>
                    <a:pt x="1433" y="302"/>
                  </a:lnTo>
                  <a:lnTo>
                    <a:pt x="1436" y="306"/>
                  </a:lnTo>
                  <a:lnTo>
                    <a:pt x="1440" y="309"/>
                  </a:lnTo>
                  <a:lnTo>
                    <a:pt x="1443" y="309"/>
                  </a:lnTo>
                  <a:lnTo>
                    <a:pt x="1447" y="313"/>
                  </a:lnTo>
                  <a:lnTo>
                    <a:pt x="1451" y="313"/>
                  </a:lnTo>
                  <a:lnTo>
                    <a:pt x="1454" y="313"/>
                  </a:lnTo>
                  <a:lnTo>
                    <a:pt x="1458" y="317"/>
                  </a:lnTo>
                  <a:lnTo>
                    <a:pt x="1461" y="317"/>
                  </a:lnTo>
                  <a:lnTo>
                    <a:pt x="1465" y="317"/>
                  </a:lnTo>
                  <a:lnTo>
                    <a:pt x="1469" y="317"/>
                  </a:lnTo>
                  <a:lnTo>
                    <a:pt x="1472" y="317"/>
                  </a:lnTo>
                  <a:lnTo>
                    <a:pt x="1476" y="313"/>
                  </a:lnTo>
                  <a:lnTo>
                    <a:pt x="1479" y="313"/>
                  </a:lnTo>
                  <a:lnTo>
                    <a:pt x="1483" y="309"/>
                  </a:lnTo>
                  <a:lnTo>
                    <a:pt x="1487" y="309"/>
                  </a:lnTo>
                  <a:lnTo>
                    <a:pt x="1490" y="306"/>
                  </a:lnTo>
                  <a:lnTo>
                    <a:pt x="1494" y="302"/>
                  </a:lnTo>
                  <a:lnTo>
                    <a:pt x="1497" y="299"/>
                  </a:lnTo>
                  <a:lnTo>
                    <a:pt x="1501" y="295"/>
                  </a:lnTo>
                  <a:lnTo>
                    <a:pt x="1505" y="295"/>
                  </a:lnTo>
                  <a:lnTo>
                    <a:pt x="1508" y="291"/>
                  </a:lnTo>
                  <a:lnTo>
                    <a:pt x="1512" y="288"/>
                  </a:lnTo>
                  <a:lnTo>
                    <a:pt x="1515" y="284"/>
                  </a:lnTo>
                  <a:lnTo>
                    <a:pt x="1519" y="281"/>
                  </a:lnTo>
                  <a:lnTo>
                    <a:pt x="1519" y="277"/>
                  </a:lnTo>
                  <a:lnTo>
                    <a:pt x="1523" y="273"/>
                  </a:lnTo>
                  <a:lnTo>
                    <a:pt x="1526" y="270"/>
                  </a:lnTo>
                  <a:lnTo>
                    <a:pt x="1530" y="266"/>
                  </a:lnTo>
                  <a:lnTo>
                    <a:pt x="1533" y="263"/>
                  </a:lnTo>
                  <a:lnTo>
                    <a:pt x="1533" y="259"/>
                  </a:lnTo>
                  <a:lnTo>
                    <a:pt x="1537" y="255"/>
                  </a:lnTo>
                  <a:lnTo>
                    <a:pt x="1541" y="252"/>
                  </a:lnTo>
                  <a:lnTo>
                    <a:pt x="1544" y="248"/>
                  </a:lnTo>
                  <a:lnTo>
                    <a:pt x="1544" y="245"/>
                  </a:lnTo>
                  <a:lnTo>
                    <a:pt x="1548" y="241"/>
                  </a:lnTo>
                  <a:lnTo>
                    <a:pt x="1551" y="237"/>
                  </a:lnTo>
                  <a:lnTo>
                    <a:pt x="1555" y="234"/>
                  </a:lnTo>
                  <a:lnTo>
                    <a:pt x="1555" y="230"/>
                  </a:lnTo>
                  <a:lnTo>
                    <a:pt x="1559" y="227"/>
                  </a:lnTo>
                  <a:lnTo>
                    <a:pt x="1562" y="223"/>
                  </a:lnTo>
                  <a:lnTo>
                    <a:pt x="1566" y="219"/>
                  </a:lnTo>
                  <a:lnTo>
                    <a:pt x="1569" y="216"/>
                  </a:lnTo>
                  <a:lnTo>
                    <a:pt x="1573" y="212"/>
                  </a:lnTo>
                  <a:lnTo>
                    <a:pt x="1577" y="209"/>
                  </a:lnTo>
                  <a:lnTo>
                    <a:pt x="1580" y="205"/>
                  </a:lnTo>
                  <a:lnTo>
                    <a:pt x="1584" y="205"/>
                  </a:lnTo>
                  <a:lnTo>
                    <a:pt x="1587" y="201"/>
                  </a:lnTo>
                  <a:lnTo>
                    <a:pt x="1591" y="201"/>
                  </a:lnTo>
                  <a:lnTo>
                    <a:pt x="1595" y="201"/>
                  </a:lnTo>
                  <a:lnTo>
                    <a:pt x="1598" y="198"/>
                  </a:lnTo>
                  <a:lnTo>
                    <a:pt x="1602" y="198"/>
                  </a:lnTo>
                  <a:lnTo>
                    <a:pt x="1605" y="198"/>
                  </a:lnTo>
                  <a:lnTo>
                    <a:pt x="1609" y="198"/>
                  </a:lnTo>
                  <a:lnTo>
                    <a:pt x="1613" y="201"/>
                  </a:lnTo>
                  <a:lnTo>
                    <a:pt x="1616" y="201"/>
                  </a:lnTo>
                  <a:lnTo>
                    <a:pt x="1620" y="201"/>
                  </a:lnTo>
                  <a:lnTo>
                    <a:pt x="1623" y="205"/>
                  </a:lnTo>
                  <a:lnTo>
                    <a:pt x="1627" y="209"/>
                  </a:lnTo>
                  <a:lnTo>
                    <a:pt x="1631" y="212"/>
                  </a:lnTo>
                  <a:lnTo>
                    <a:pt x="1634" y="212"/>
                  </a:lnTo>
                  <a:lnTo>
                    <a:pt x="1638" y="216"/>
                  </a:lnTo>
                  <a:lnTo>
                    <a:pt x="1641" y="219"/>
                  </a:lnTo>
                  <a:lnTo>
                    <a:pt x="1645" y="223"/>
                  </a:lnTo>
                  <a:lnTo>
                    <a:pt x="1649" y="227"/>
                  </a:lnTo>
                  <a:lnTo>
                    <a:pt x="1652" y="230"/>
                  </a:lnTo>
                  <a:lnTo>
                    <a:pt x="1656" y="234"/>
                  </a:lnTo>
                  <a:lnTo>
                    <a:pt x="1656" y="237"/>
                  </a:lnTo>
                  <a:lnTo>
                    <a:pt x="1659" y="241"/>
                  </a:lnTo>
                  <a:lnTo>
                    <a:pt x="1663" y="245"/>
                  </a:lnTo>
                  <a:lnTo>
                    <a:pt x="1667" y="248"/>
                  </a:lnTo>
                  <a:lnTo>
                    <a:pt x="1667" y="252"/>
                  </a:lnTo>
                  <a:lnTo>
                    <a:pt x="1670" y="255"/>
                  </a:lnTo>
                  <a:lnTo>
                    <a:pt x="1674" y="259"/>
                  </a:lnTo>
                  <a:lnTo>
                    <a:pt x="1674" y="263"/>
                  </a:lnTo>
                  <a:lnTo>
                    <a:pt x="1677" y="266"/>
                  </a:lnTo>
                  <a:lnTo>
                    <a:pt x="1681" y="270"/>
                  </a:lnTo>
                  <a:lnTo>
                    <a:pt x="1681" y="273"/>
                  </a:lnTo>
                  <a:lnTo>
                    <a:pt x="1685" y="277"/>
                  </a:lnTo>
                  <a:lnTo>
                    <a:pt x="1688" y="281"/>
                  </a:lnTo>
                  <a:lnTo>
                    <a:pt x="1692" y="284"/>
                  </a:lnTo>
                  <a:lnTo>
                    <a:pt x="1692" y="288"/>
                  </a:lnTo>
                  <a:lnTo>
                    <a:pt x="1695" y="291"/>
                  </a:lnTo>
                  <a:lnTo>
                    <a:pt x="1699" y="295"/>
                  </a:lnTo>
                  <a:lnTo>
                    <a:pt x="1703" y="299"/>
                  </a:lnTo>
                  <a:lnTo>
                    <a:pt x="1706" y="302"/>
                  </a:lnTo>
                  <a:lnTo>
                    <a:pt x="1706" y="306"/>
                  </a:lnTo>
                  <a:lnTo>
                    <a:pt x="1710" y="309"/>
                  </a:lnTo>
                  <a:lnTo>
                    <a:pt x="1713" y="313"/>
                  </a:lnTo>
                  <a:lnTo>
                    <a:pt x="1717" y="317"/>
                  </a:lnTo>
                  <a:lnTo>
                    <a:pt x="1721" y="320"/>
                  </a:lnTo>
                  <a:lnTo>
                    <a:pt x="1724" y="324"/>
                  </a:lnTo>
                  <a:lnTo>
                    <a:pt x="1728" y="324"/>
                  </a:lnTo>
                  <a:lnTo>
                    <a:pt x="1731" y="324"/>
                  </a:lnTo>
                  <a:lnTo>
                    <a:pt x="1735" y="327"/>
                  </a:lnTo>
                  <a:lnTo>
                    <a:pt x="1739" y="327"/>
                  </a:lnTo>
                  <a:lnTo>
                    <a:pt x="1742" y="327"/>
                  </a:lnTo>
                  <a:lnTo>
                    <a:pt x="1746" y="327"/>
                  </a:lnTo>
                  <a:lnTo>
                    <a:pt x="1749" y="327"/>
                  </a:lnTo>
                  <a:lnTo>
                    <a:pt x="1753" y="327"/>
                  </a:lnTo>
                  <a:lnTo>
                    <a:pt x="1757" y="324"/>
                  </a:lnTo>
                  <a:lnTo>
                    <a:pt x="1760" y="324"/>
                  </a:lnTo>
                  <a:lnTo>
                    <a:pt x="1764" y="320"/>
                  </a:lnTo>
                  <a:lnTo>
                    <a:pt x="1767" y="317"/>
                  </a:lnTo>
                  <a:lnTo>
                    <a:pt x="1771" y="313"/>
                  </a:lnTo>
                  <a:lnTo>
                    <a:pt x="1775" y="309"/>
                  </a:lnTo>
                  <a:lnTo>
                    <a:pt x="1778" y="306"/>
                  </a:lnTo>
                  <a:lnTo>
                    <a:pt x="1782" y="302"/>
                  </a:lnTo>
                  <a:lnTo>
                    <a:pt x="1785" y="299"/>
                  </a:lnTo>
                  <a:lnTo>
                    <a:pt x="1789" y="295"/>
                  </a:lnTo>
                  <a:lnTo>
                    <a:pt x="1793" y="291"/>
                  </a:lnTo>
                  <a:lnTo>
                    <a:pt x="1793" y="288"/>
                  </a:lnTo>
                  <a:lnTo>
                    <a:pt x="1796" y="284"/>
                  </a:lnTo>
                  <a:lnTo>
                    <a:pt x="1800" y="281"/>
                  </a:lnTo>
                  <a:lnTo>
                    <a:pt x="1803" y="277"/>
                  </a:lnTo>
                  <a:lnTo>
                    <a:pt x="1803" y="273"/>
                  </a:lnTo>
                  <a:lnTo>
                    <a:pt x="1807" y="270"/>
                  </a:lnTo>
                  <a:lnTo>
                    <a:pt x="1807" y="266"/>
                  </a:lnTo>
                  <a:lnTo>
                    <a:pt x="1811" y="263"/>
                  </a:lnTo>
                  <a:lnTo>
                    <a:pt x="1814" y="259"/>
                  </a:lnTo>
                  <a:lnTo>
                    <a:pt x="1814" y="255"/>
                  </a:lnTo>
                  <a:lnTo>
                    <a:pt x="1818" y="252"/>
                  </a:lnTo>
                  <a:lnTo>
                    <a:pt x="1821" y="248"/>
                  </a:lnTo>
                  <a:lnTo>
                    <a:pt x="1821" y="245"/>
                  </a:lnTo>
                  <a:lnTo>
                    <a:pt x="1825" y="241"/>
                  </a:lnTo>
                  <a:lnTo>
                    <a:pt x="1825" y="237"/>
                  </a:lnTo>
                  <a:lnTo>
                    <a:pt x="1829" y="234"/>
                  </a:lnTo>
                  <a:lnTo>
                    <a:pt x="1832" y="230"/>
                  </a:lnTo>
                  <a:lnTo>
                    <a:pt x="1836" y="227"/>
                  </a:lnTo>
                  <a:lnTo>
                    <a:pt x="1836" y="223"/>
                  </a:lnTo>
                  <a:lnTo>
                    <a:pt x="1839" y="219"/>
                  </a:lnTo>
                  <a:lnTo>
                    <a:pt x="1839" y="216"/>
                  </a:lnTo>
                  <a:lnTo>
                    <a:pt x="1843" y="212"/>
                  </a:lnTo>
                  <a:lnTo>
                    <a:pt x="1847" y="209"/>
                  </a:lnTo>
                  <a:lnTo>
                    <a:pt x="1850" y="205"/>
                  </a:lnTo>
                  <a:lnTo>
                    <a:pt x="1854" y="201"/>
                  </a:lnTo>
                  <a:lnTo>
                    <a:pt x="1857" y="198"/>
                  </a:lnTo>
                  <a:lnTo>
                    <a:pt x="1861" y="194"/>
                  </a:lnTo>
                  <a:lnTo>
                    <a:pt x="1865" y="191"/>
                  </a:lnTo>
                  <a:lnTo>
                    <a:pt x="1868" y="187"/>
                  </a:lnTo>
                  <a:lnTo>
                    <a:pt x="1872" y="187"/>
                  </a:lnTo>
                  <a:lnTo>
                    <a:pt x="1875" y="183"/>
                  </a:lnTo>
                  <a:lnTo>
                    <a:pt x="1879" y="183"/>
                  </a:lnTo>
                  <a:lnTo>
                    <a:pt x="1883" y="183"/>
                  </a:lnTo>
                  <a:lnTo>
                    <a:pt x="1886" y="183"/>
                  </a:lnTo>
                  <a:lnTo>
                    <a:pt x="1890" y="187"/>
                  </a:lnTo>
                  <a:lnTo>
                    <a:pt x="1893" y="187"/>
                  </a:lnTo>
                  <a:lnTo>
                    <a:pt x="1897" y="187"/>
                  </a:lnTo>
                  <a:lnTo>
                    <a:pt x="1901" y="191"/>
                  </a:lnTo>
                  <a:lnTo>
                    <a:pt x="1904" y="194"/>
                  </a:lnTo>
                  <a:lnTo>
                    <a:pt x="1908" y="198"/>
                  </a:lnTo>
                  <a:lnTo>
                    <a:pt x="1911" y="201"/>
                  </a:lnTo>
                  <a:lnTo>
                    <a:pt x="1915" y="205"/>
                  </a:lnTo>
                  <a:lnTo>
                    <a:pt x="1919" y="209"/>
                  </a:lnTo>
                  <a:lnTo>
                    <a:pt x="1922" y="212"/>
                  </a:lnTo>
                  <a:lnTo>
                    <a:pt x="1926" y="216"/>
                  </a:lnTo>
                  <a:lnTo>
                    <a:pt x="1926" y="219"/>
                  </a:lnTo>
                  <a:lnTo>
                    <a:pt x="1929" y="223"/>
                  </a:lnTo>
                  <a:lnTo>
                    <a:pt x="1933" y="227"/>
                  </a:lnTo>
                  <a:lnTo>
                    <a:pt x="1933" y="230"/>
                  </a:lnTo>
                  <a:lnTo>
                    <a:pt x="1937" y="234"/>
                  </a:lnTo>
                  <a:lnTo>
                    <a:pt x="1940" y="237"/>
                  </a:lnTo>
                  <a:lnTo>
                    <a:pt x="1940" y="241"/>
                  </a:lnTo>
                  <a:lnTo>
                    <a:pt x="1944" y="245"/>
                  </a:lnTo>
                  <a:lnTo>
                    <a:pt x="1947" y="248"/>
                  </a:lnTo>
                  <a:lnTo>
                    <a:pt x="1947" y="252"/>
                  </a:lnTo>
                  <a:lnTo>
                    <a:pt x="1947" y="255"/>
                  </a:lnTo>
                  <a:lnTo>
                    <a:pt x="1951" y="259"/>
                  </a:lnTo>
                  <a:lnTo>
                    <a:pt x="1951" y="263"/>
                  </a:lnTo>
                  <a:lnTo>
                    <a:pt x="1955" y="266"/>
                  </a:lnTo>
                  <a:lnTo>
                    <a:pt x="1958" y="270"/>
                  </a:lnTo>
                  <a:lnTo>
                    <a:pt x="1958" y="273"/>
                  </a:lnTo>
                  <a:lnTo>
                    <a:pt x="1962" y="277"/>
                  </a:lnTo>
                  <a:lnTo>
                    <a:pt x="1962" y="281"/>
                  </a:lnTo>
                  <a:lnTo>
                    <a:pt x="1965" y="284"/>
                  </a:lnTo>
                  <a:lnTo>
                    <a:pt x="1965" y="288"/>
                  </a:lnTo>
                  <a:lnTo>
                    <a:pt x="1969" y="291"/>
                  </a:lnTo>
                  <a:lnTo>
                    <a:pt x="1969" y="295"/>
                  </a:lnTo>
                  <a:lnTo>
                    <a:pt x="1973" y="299"/>
                  </a:lnTo>
                  <a:lnTo>
                    <a:pt x="1976" y="302"/>
                  </a:lnTo>
                  <a:lnTo>
                    <a:pt x="1976" y="306"/>
                  </a:lnTo>
                  <a:lnTo>
                    <a:pt x="1980" y="309"/>
                  </a:lnTo>
                  <a:lnTo>
                    <a:pt x="1983" y="313"/>
                  </a:lnTo>
                  <a:lnTo>
                    <a:pt x="1983" y="317"/>
                  </a:lnTo>
                  <a:lnTo>
                    <a:pt x="1987" y="320"/>
                  </a:lnTo>
                  <a:lnTo>
                    <a:pt x="1991" y="324"/>
                  </a:lnTo>
                  <a:lnTo>
                    <a:pt x="1994" y="327"/>
                  </a:lnTo>
                  <a:lnTo>
                    <a:pt x="1998" y="331"/>
                  </a:lnTo>
                  <a:lnTo>
                    <a:pt x="2001" y="335"/>
                  </a:lnTo>
                  <a:lnTo>
                    <a:pt x="2005" y="338"/>
                  </a:lnTo>
                  <a:lnTo>
                    <a:pt x="2009" y="342"/>
                  </a:lnTo>
                  <a:lnTo>
                    <a:pt x="2012" y="345"/>
                  </a:lnTo>
                  <a:lnTo>
                    <a:pt x="2016" y="345"/>
                  </a:lnTo>
                  <a:lnTo>
                    <a:pt x="2019" y="345"/>
                  </a:lnTo>
                  <a:lnTo>
                    <a:pt x="2023" y="345"/>
                  </a:lnTo>
                  <a:lnTo>
                    <a:pt x="2027" y="345"/>
                  </a:lnTo>
                  <a:lnTo>
                    <a:pt x="2030" y="345"/>
                  </a:lnTo>
                  <a:lnTo>
                    <a:pt x="2034" y="342"/>
                  </a:lnTo>
                  <a:lnTo>
                    <a:pt x="2037" y="342"/>
                  </a:lnTo>
                  <a:lnTo>
                    <a:pt x="2041" y="338"/>
                  </a:lnTo>
                  <a:lnTo>
                    <a:pt x="2045" y="335"/>
                  </a:lnTo>
                  <a:lnTo>
                    <a:pt x="2048" y="331"/>
                  </a:lnTo>
                  <a:lnTo>
                    <a:pt x="2052" y="327"/>
                  </a:lnTo>
                  <a:lnTo>
                    <a:pt x="2055" y="324"/>
                  </a:lnTo>
                  <a:lnTo>
                    <a:pt x="2059" y="320"/>
                  </a:lnTo>
                  <a:lnTo>
                    <a:pt x="2059" y="317"/>
                  </a:lnTo>
                  <a:lnTo>
                    <a:pt x="2063" y="313"/>
                  </a:lnTo>
                  <a:lnTo>
                    <a:pt x="2066" y="309"/>
                  </a:lnTo>
                  <a:lnTo>
                    <a:pt x="2066" y="306"/>
                  </a:lnTo>
                  <a:lnTo>
                    <a:pt x="2070" y="302"/>
                  </a:lnTo>
                  <a:lnTo>
                    <a:pt x="2070" y="299"/>
                  </a:lnTo>
                  <a:lnTo>
                    <a:pt x="2073" y="295"/>
                  </a:lnTo>
                  <a:lnTo>
                    <a:pt x="2077" y="291"/>
                  </a:lnTo>
                  <a:lnTo>
                    <a:pt x="2077" y="288"/>
                  </a:lnTo>
                  <a:lnTo>
                    <a:pt x="2081" y="284"/>
                  </a:lnTo>
                  <a:lnTo>
                    <a:pt x="2081" y="281"/>
                  </a:lnTo>
                  <a:lnTo>
                    <a:pt x="2081" y="277"/>
                  </a:lnTo>
                  <a:lnTo>
                    <a:pt x="2084" y="273"/>
                  </a:lnTo>
                  <a:lnTo>
                    <a:pt x="2088" y="270"/>
                  </a:lnTo>
                  <a:lnTo>
                    <a:pt x="2088" y="266"/>
                  </a:lnTo>
                  <a:lnTo>
                    <a:pt x="2088" y="263"/>
                  </a:lnTo>
                  <a:lnTo>
                    <a:pt x="2091" y="259"/>
                  </a:lnTo>
                  <a:lnTo>
                    <a:pt x="2095" y="255"/>
                  </a:lnTo>
                  <a:lnTo>
                    <a:pt x="2095" y="252"/>
                  </a:lnTo>
                  <a:lnTo>
                    <a:pt x="2095" y="248"/>
                  </a:lnTo>
                  <a:lnTo>
                    <a:pt x="2099" y="245"/>
                  </a:lnTo>
                  <a:lnTo>
                    <a:pt x="2099" y="241"/>
                  </a:lnTo>
                  <a:lnTo>
                    <a:pt x="2102" y="237"/>
                  </a:lnTo>
                  <a:lnTo>
                    <a:pt x="2102" y="234"/>
                  </a:lnTo>
                  <a:lnTo>
                    <a:pt x="2106" y="230"/>
                  </a:lnTo>
                  <a:lnTo>
                    <a:pt x="2106" y="227"/>
                  </a:lnTo>
                  <a:lnTo>
                    <a:pt x="2109" y="223"/>
                  </a:lnTo>
                  <a:lnTo>
                    <a:pt x="2109" y="219"/>
                  </a:lnTo>
                  <a:lnTo>
                    <a:pt x="2113" y="216"/>
                  </a:lnTo>
                  <a:lnTo>
                    <a:pt x="2113" y="212"/>
                  </a:lnTo>
                  <a:lnTo>
                    <a:pt x="2117" y="209"/>
                  </a:lnTo>
                  <a:lnTo>
                    <a:pt x="2120" y="205"/>
                  </a:lnTo>
                  <a:lnTo>
                    <a:pt x="2120" y="201"/>
                  </a:lnTo>
                  <a:lnTo>
                    <a:pt x="2124" y="198"/>
                  </a:lnTo>
                  <a:lnTo>
                    <a:pt x="2124" y="194"/>
                  </a:lnTo>
                  <a:lnTo>
                    <a:pt x="2127" y="191"/>
                  </a:lnTo>
                  <a:lnTo>
                    <a:pt x="2131" y="187"/>
                  </a:lnTo>
                  <a:lnTo>
                    <a:pt x="2131" y="183"/>
                  </a:lnTo>
                  <a:lnTo>
                    <a:pt x="2135" y="180"/>
                  </a:lnTo>
                  <a:lnTo>
                    <a:pt x="2138" y="176"/>
                  </a:lnTo>
                  <a:lnTo>
                    <a:pt x="2142" y="173"/>
                  </a:lnTo>
                  <a:lnTo>
                    <a:pt x="2145" y="169"/>
                  </a:lnTo>
                  <a:lnTo>
                    <a:pt x="2149" y="165"/>
                  </a:lnTo>
                  <a:lnTo>
                    <a:pt x="2153" y="162"/>
                  </a:lnTo>
                  <a:lnTo>
                    <a:pt x="2156" y="162"/>
                  </a:lnTo>
                  <a:lnTo>
                    <a:pt x="2160" y="162"/>
                  </a:lnTo>
                  <a:lnTo>
                    <a:pt x="2163" y="162"/>
                  </a:lnTo>
                  <a:lnTo>
                    <a:pt x="2167" y="162"/>
                  </a:lnTo>
                  <a:lnTo>
                    <a:pt x="2171" y="162"/>
                  </a:lnTo>
                  <a:lnTo>
                    <a:pt x="2174" y="165"/>
                  </a:lnTo>
                  <a:lnTo>
                    <a:pt x="2178" y="165"/>
                  </a:lnTo>
                  <a:lnTo>
                    <a:pt x="2181" y="169"/>
                  </a:lnTo>
                  <a:lnTo>
                    <a:pt x="2185" y="173"/>
                  </a:lnTo>
                  <a:lnTo>
                    <a:pt x="2189" y="176"/>
                  </a:lnTo>
                  <a:lnTo>
                    <a:pt x="2192" y="180"/>
                  </a:lnTo>
                  <a:lnTo>
                    <a:pt x="2192" y="183"/>
                  </a:lnTo>
                  <a:lnTo>
                    <a:pt x="2196" y="187"/>
                  </a:lnTo>
                  <a:lnTo>
                    <a:pt x="2199" y="191"/>
                  </a:lnTo>
                  <a:lnTo>
                    <a:pt x="2199" y="194"/>
                  </a:lnTo>
                  <a:lnTo>
                    <a:pt x="2203" y="198"/>
                  </a:lnTo>
                  <a:lnTo>
                    <a:pt x="2203" y="201"/>
                  </a:lnTo>
                  <a:lnTo>
                    <a:pt x="2207" y="205"/>
                  </a:lnTo>
                  <a:lnTo>
                    <a:pt x="2207" y="209"/>
                  </a:lnTo>
                  <a:lnTo>
                    <a:pt x="2210" y="212"/>
                  </a:lnTo>
                  <a:lnTo>
                    <a:pt x="2210" y="216"/>
                  </a:lnTo>
                  <a:lnTo>
                    <a:pt x="2214" y="219"/>
                  </a:lnTo>
                  <a:lnTo>
                    <a:pt x="2214" y="223"/>
                  </a:lnTo>
                  <a:lnTo>
                    <a:pt x="2217" y="227"/>
                  </a:lnTo>
                  <a:lnTo>
                    <a:pt x="2217" y="230"/>
                  </a:lnTo>
                  <a:lnTo>
                    <a:pt x="2217" y="234"/>
                  </a:lnTo>
                  <a:lnTo>
                    <a:pt x="2221" y="237"/>
                  </a:lnTo>
                  <a:lnTo>
                    <a:pt x="2221" y="241"/>
                  </a:lnTo>
                  <a:lnTo>
                    <a:pt x="2225" y="245"/>
                  </a:lnTo>
                  <a:lnTo>
                    <a:pt x="2225" y="248"/>
                  </a:lnTo>
                  <a:lnTo>
                    <a:pt x="2228" y="252"/>
                  </a:lnTo>
                  <a:lnTo>
                    <a:pt x="2228" y="255"/>
                  </a:lnTo>
                  <a:lnTo>
                    <a:pt x="2232" y="259"/>
                  </a:lnTo>
                  <a:lnTo>
                    <a:pt x="2232" y="263"/>
                  </a:lnTo>
                  <a:lnTo>
                    <a:pt x="2232" y="266"/>
                  </a:lnTo>
                  <a:lnTo>
                    <a:pt x="2235" y="270"/>
                  </a:lnTo>
                  <a:lnTo>
                    <a:pt x="2235" y="273"/>
                  </a:lnTo>
                  <a:lnTo>
                    <a:pt x="2235" y="277"/>
                  </a:lnTo>
                  <a:lnTo>
                    <a:pt x="2239" y="281"/>
                  </a:lnTo>
                  <a:lnTo>
                    <a:pt x="2239" y="284"/>
                  </a:lnTo>
                  <a:lnTo>
                    <a:pt x="2243" y="288"/>
                  </a:lnTo>
                  <a:lnTo>
                    <a:pt x="2243" y="291"/>
                  </a:lnTo>
                  <a:lnTo>
                    <a:pt x="2243" y="295"/>
                  </a:lnTo>
                  <a:lnTo>
                    <a:pt x="2246" y="299"/>
                  </a:lnTo>
                  <a:lnTo>
                    <a:pt x="2250" y="302"/>
                  </a:lnTo>
                  <a:lnTo>
                    <a:pt x="2250" y="306"/>
                  </a:lnTo>
                  <a:lnTo>
                    <a:pt x="2250" y="309"/>
                  </a:lnTo>
                  <a:lnTo>
                    <a:pt x="2253" y="313"/>
                  </a:lnTo>
                  <a:lnTo>
                    <a:pt x="2253" y="317"/>
                  </a:lnTo>
                  <a:lnTo>
                    <a:pt x="2253" y="320"/>
                  </a:lnTo>
                  <a:lnTo>
                    <a:pt x="2257" y="324"/>
                  </a:lnTo>
                  <a:lnTo>
                    <a:pt x="2261" y="327"/>
                  </a:lnTo>
                  <a:lnTo>
                    <a:pt x="2261" y="331"/>
                  </a:lnTo>
                  <a:lnTo>
                    <a:pt x="2261" y="335"/>
                  </a:lnTo>
                  <a:lnTo>
                    <a:pt x="2264" y="338"/>
                  </a:lnTo>
                  <a:lnTo>
                    <a:pt x="2268" y="342"/>
                  </a:lnTo>
                  <a:lnTo>
                    <a:pt x="2268" y="345"/>
                  </a:lnTo>
                  <a:lnTo>
                    <a:pt x="2271" y="349"/>
                  </a:lnTo>
                  <a:lnTo>
                    <a:pt x="2275" y="353"/>
                  </a:lnTo>
                  <a:lnTo>
                    <a:pt x="2275" y="356"/>
                  </a:lnTo>
                  <a:lnTo>
                    <a:pt x="2279" y="360"/>
                  </a:lnTo>
                  <a:lnTo>
                    <a:pt x="2282" y="363"/>
                  </a:lnTo>
                  <a:lnTo>
                    <a:pt x="2286" y="367"/>
                  </a:lnTo>
                  <a:lnTo>
                    <a:pt x="2289" y="371"/>
                  </a:lnTo>
                  <a:lnTo>
                    <a:pt x="2293" y="374"/>
                  </a:lnTo>
                  <a:lnTo>
                    <a:pt x="2297" y="378"/>
                  </a:lnTo>
                  <a:lnTo>
                    <a:pt x="2300" y="378"/>
                  </a:lnTo>
                  <a:lnTo>
                    <a:pt x="2304" y="378"/>
                  </a:lnTo>
                  <a:lnTo>
                    <a:pt x="2307" y="378"/>
                  </a:lnTo>
                  <a:lnTo>
                    <a:pt x="2311" y="374"/>
                  </a:lnTo>
                  <a:lnTo>
                    <a:pt x="2315" y="371"/>
                  </a:lnTo>
                  <a:lnTo>
                    <a:pt x="2318" y="367"/>
                  </a:lnTo>
                  <a:lnTo>
                    <a:pt x="2322" y="363"/>
                  </a:lnTo>
                  <a:lnTo>
                    <a:pt x="2325" y="360"/>
                  </a:lnTo>
                  <a:lnTo>
                    <a:pt x="2329" y="356"/>
                  </a:lnTo>
                  <a:lnTo>
                    <a:pt x="2333" y="353"/>
                  </a:lnTo>
                  <a:lnTo>
                    <a:pt x="2333" y="349"/>
                  </a:lnTo>
                  <a:lnTo>
                    <a:pt x="2336" y="345"/>
                  </a:lnTo>
                  <a:lnTo>
                    <a:pt x="2336" y="342"/>
                  </a:lnTo>
                  <a:lnTo>
                    <a:pt x="2340" y="338"/>
                  </a:lnTo>
                  <a:lnTo>
                    <a:pt x="2340" y="335"/>
                  </a:lnTo>
                  <a:lnTo>
                    <a:pt x="2343" y="331"/>
                  </a:lnTo>
                  <a:lnTo>
                    <a:pt x="2343" y="327"/>
                  </a:lnTo>
                  <a:lnTo>
                    <a:pt x="2347" y="324"/>
                  </a:lnTo>
                  <a:lnTo>
                    <a:pt x="2347" y="320"/>
                  </a:lnTo>
                  <a:lnTo>
                    <a:pt x="2347" y="317"/>
                  </a:lnTo>
                  <a:lnTo>
                    <a:pt x="2351" y="313"/>
                  </a:lnTo>
                  <a:lnTo>
                    <a:pt x="2351" y="309"/>
                  </a:lnTo>
                  <a:lnTo>
                    <a:pt x="2354" y="306"/>
                  </a:lnTo>
                  <a:lnTo>
                    <a:pt x="2354" y="302"/>
                  </a:lnTo>
                  <a:lnTo>
                    <a:pt x="2354" y="299"/>
                  </a:lnTo>
                  <a:lnTo>
                    <a:pt x="2358" y="295"/>
                  </a:lnTo>
                  <a:lnTo>
                    <a:pt x="2358" y="291"/>
                  </a:lnTo>
                  <a:lnTo>
                    <a:pt x="2361" y="288"/>
                  </a:lnTo>
                  <a:lnTo>
                    <a:pt x="2361" y="284"/>
                  </a:lnTo>
                  <a:lnTo>
                    <a:pt x="2361" y="281"/>
                  </a:lnTo>
                  <a:lnTo>
                    <a:pt x="2365" y="277"/>
                  </a:lnTo>
                  <a:lnTo>
                    <a:pt x="2365" y="273"/>
                  </a:lnTo>
                  <a:lnTo>
                    <a:pt x="2365" y="266"/>
                  </a:lnTo>
                  <a:lnTo>
                    <a:pt x="2369" y="263"/>
                  </a:lnTo>
                  <a:lnTo>
                    <a:pt x="2369" y="259"/>
                  </a:lnTo>
                  <a:lnTo>
                    <a:pt x="2372" y="255"/>
                  </a:lnTo>
                  <a:lnTo>
                    <a:pt x="2372" y="252"/>
                  </a:lnTo>
                  <a:lnTo>
                    <a:pt x="2372" y="248"/>
                  </a:lnTo>
                  <a:lnTo>
                    <a:pt x="2376" y="245"/>
                  </a:lnTo>
                  <a:lnTo>
                    <a:pt x="2376" y="241"/>
                  </a:lnTo>
                  <a:lnTo>
                    <a:pt x="2379" y="234"/>
                  </a:lnTo>
                  <a:lnTo>
                    <a:pt x="2379" y="230"/>
                  </a:lnTo>
                  <a:lnTo>
                    <a:pt x="2379" y="227"/>
                  </a:lnTo>
                  <a:lnTo>
                    <a:pt x="2383" y="223"/>
                  </a:lnTo>
                  <a:lnTo>
                    <a:pt x="2383" y="219"/>
                  </a:lnTo>
                  <a:lnTo>
                    <a:pt x="2383" y="216"/>
                  </a:lnTo>
                  <a:lnTo>
                    <a:pt x="2387" y="212"/>
                  </a:lnTo>
                  <a:lnTo>
                    <a:pt x="2387" y="209"/>
                  </a:lnTo>
                  <a:lnTo>
                    <a:pt x="2390" y="205"/>
                  </a:lnTo>
                  <a:lnTo>
                    <a:pt x="2390" y="201"/>
                  </a:lnTo>
                  <a:lnTo>
                    <a:pt x="2390" y="194"/>
                  </a:lnTo>
                  <a:lnTo>
                    <a:pt x="2394" y="191"/>
                  </a:lnTo>
                  <a:lnTo>
                    <a:pt x="2394" y="187"/>
                  </a:lnTo>
                  <a:lnTo>
                    <a:pt x="2397" y="183"/>
                  </a:lnTo>
                  <a:lnTo>
                    <a:pt x="2397" y="180"/>
                  </a:lnTo>
                  <a:lnTo>
                    <a:pt x="2397" y="176"/>
                  </a:lnTo>
                  <a:lnTo>
                    <a:pt x="2401" y="173"/>
                  </a:lnTo>
                  <a:lnTo>
                    <a:pt x="2405" y="169"/>
                  </a:lnTo>
                  <a:lnTo>
                    <a:pt x="2405" y="165"/>
                  </a:lnTo>
                  <a:lnTo>
                    <a:pt x="2405" y="162"/>
                  </a:lnTo>
                  <a:lnTo>
                    <a:pt x="2408" y="158"/>
                  </a:lnTo>
                  <a:lnTo>
                    <a:pt x="2408" y="155"/>
                  </a:lnTo>
                  <a:lnTo>
                    <a:pt x="2408" y="151"/>
                  </a:lnTo>
                  <a:lnTo>
                    <a:pt x="2412" y="147"/>
                  </a:lnTo>
                  <a:lnTo>
                    <a:pt x="2415" y="144"/>
                  </a:lnTo>
                  <a:lnTo>
                    <a:pt x="2415" y="140"/>
                  </a:lnTo>
                  <a:lnTo>
                    <a:pt x="2419" y="137"/>
                  </a:lnTo>
                  <a:lnTo>
                    <a:pt x="2423" y="133"/>
                  </a:lnTo>
                  <a:lnTo>
                    <a:pt x="2423" y="129"/>
                  </a:lnTo>
                  <a:lnTo>
                    <a:pt x="2426" y="126"/>
                  </a:lnTo>
                  <a:lnTo>
                    <a:pt x="2430" y="122"/>
                  </a:lnTo>
                  <a:lnTo>
                    <a:pt x="2433" y="119"/>
                  </a:lnTo>
                  <a:lnTo>
                    <a:pt x="2437" y="119"/>
                  </a:lnTo>
                  <a:lnTo>
                    <a:pt x="2441" y="115"/>
                  </a:lnTo>
                  <a:lnTo>
                    <a:pt x="2444" y="115"/>
                  </a:lnTo>
                  <a:lnTo>
                    <a:pt x="2448" y="119"/>
                  </a:lnTo>
                  <a:lnTo>
                    <a:pt x="2451" y="122"/>
                  </a:lnTo>
                  <a:lnTo>
                    <a:pt x="2455" y="122"/>
                  </a:lnTo>
                  <a:lnTo>
                    <a:pt x="2459" y="126"/>
                  </a:lnTo>
                  <a:lnTo>
                    <a:pt x="2462" y="129"/>
                  </a:lnTo>
                  <a:lnTo>
                    <a:pt x="2466" y="133"/>
                  </a:lnTo>
                  <a:lnTo>
                    <a:pt x="2466" y="137"/>
                  </a:lnTo>
                  <a:lnTo>
                    <a:pt x="2469" y="140"/>
                  </a:lnTo>
                  <a:lnTo>
                    <a:pt x="2469" y="144"/>
                  </a:lnTo>
                  <a:lnTo>
                    <a:pt x="2469" y="147"/>
                  </a:lnTo>
                  <a:lnTo>
                    <a:pt x="2473" y="151"/>
                  </a:lnTo>
                  <a:lnTo>
                    <a:pt x="2477" y="155"/>
                  </a:lnTo>
                  <a:lnTo>
                    <a:pt x="2477" y="158"/>
                  </a:lnTo>
                  <a:lnTo>
                    <a:pt x="2477" y="162"/>
                  </a:lnTo>
                  <a:lnTo>
                    <a:pt x="2480" y="165"/>
                  </a:lnTo>
                  <a:lnTo>
                    <a:pt x="2480" y="169"/>
                  </a:lnTo>
                  <a:lnTo>
                    <a:pt x="2484" y="173"/>
                  </a:lnTo>
                  <a:lnTo>
                    <a:pt x="2484" y="176"/>
                  </a:lnTo>
                  <a:lnTo>
                    <a:pt x="2484" y="180"/>
                  </a:lnTo>
                  <a:lnTo>
                    <a:pt x="2487" y="187"/>
                  </a:lnTo>
                  <a:lnTo>
                    <a:pt x="2487" y="191"/>
                  </a:lnTo>
                  <a:lnTo>
                    <a:pt x="2491" y="194"/>
                  </a:lnTo>
                  <a:lnTo>
                    <a:pt x="2491" y="198"/>
                  </a:lnTo>
                  <a:lnTo>
                    <a:pt x="2491" y="201"/>
                  </a:lnTo>
                  <a:lnTo>
                    <a:pt x="2495" y="209"/>
                  </a:lnTo>
                  <a:lnTo>
                    <a:pt x="2495" y="212"/>
                  </a:lnTo>
                  <a:lnTo>
                    <a:pt x="2495" y="216"/>
                  </a:lnTo>
                  <a:lnTo>
                    <a:pt x="2498" y="219"/>
                  </a:lnTo>
                  <a:lnTo>
                    <a:pt x="2498" y="227"/>
                  </a:lnTo>
                  <a:lnTo>
                    <a:pt x="2502" y="230"/>
                  </a:lnTo>
                  <a:lnTo>
                    <a:pt x="2502" y="234"/>
                  </a:lnTo>
                  <a:lnTo>
                    <a:pt x="2502" y="241"/>
                  </a:lnTo>
                  <a:lnTo>
                    <a:pt x="2505" y="245"/>
                  </a:lnTo>
                  <a:lnTo>
                    <a:pt x="2505" y="248"/>
                  </a:lnTo>
                  <a:lnTo>
                    <a:pt x="2509" y="255"/>
                  </a:lnTo>
                  <a:lnTo>
                    <a:pt x="2509" y="259"/>
                  </a:lnTo>
                  <a:lnTo>
                    <a:pt x="2509" y="266"/>
                  </a:lnTo>
                  <a:lnTo>
                    <a:pt x="2513" y="270"/>
                  </a:lnTo>
                  <a:lnTo>
                    <a:pt x="2513" y="273"/>
                  </a:lnTo>
                  <a:lnTo>
                    <a:pt x="2513" y="281"/>
                  </a:lnTo>
                  <a:lnTo>
                    <a:pt x="2516" y="284"/>
                  </a:lnTo>
                  <a:lnTo>
                    <a:pt x="2516" y="291"/>
                  </a:lnTo>
                  <a:lnTo>
                    <a:pt x="2520" y="295"/>
                  </a:lnTo>
                  <a:lnTo>
                    <a:pt x="2520" y="302"/>
                  </a:lnTo>
                  <a:lnTo>
                    <a:pt x="2520" y="306"/>
                  </a:lnTo>
                  <a:lnTo>
                    <a:pt x="2523" y="309"/>
                  </a:lnTo>
                  <a:lnTo>
                    <a:pt x="2523" y="317"/>
                  </a:lnTo>
                  <a:lnTo>
                    <a:pt x="2527" y="320"/>
                  </a:lnTo>
                  <a:lnTo>
                    <a:pt x="2527" y="327"/>
                  </a:lnTo>
                  <a:lnTo>
                    <a:pt x="2527" y="331"/>
                  </a:lnTo>
                  <a:lnTo>
                    <a:pt x="2531" y="335"/>
                  </a:lnTo>
                  <a:lnTo>
                    <a:pt x="2531" y="342"/>
                  </a:lnTo>
                  <a:lnTo>
                    <a:pt x="2534" y="345"/>
                  </a:lnTo>
                  <a:lnTo>
                    <a:pt x="2534" y="349"/>
                  </a:lnTo>
                  <a:lnTo>
                    <a:pt x="2534" y="356"/>
                  </a:lnTo>
                  <a:lnTo>
                    <a:pt x="2538" y="360"/>
                  </a:lnTo>
                  <a:lnTo>
                    <a:pt x="2538" y="363"/>
                  </a:lnTo>
                  <a:lnTo>
                    <a:pt x="2538" y="367"/>
                  </a:lnTo>
                  <a:lnTo>
                    <a:pt x="2541" y="374"/>
                  </a:lnTo>
                  <a:lnTo>
                    <a:pt x="2541" y="378"/>
                  </a:lnTo>
                  <a:lnTo>
                    <a:pt x="2545" y="381"/>
                  </a:lnTo>
                  <a:lnTo>
                    <a:pt x="2545" y="385"/>
                  </a:lnTo>
                  <a:lnTo>
                    <a:pt x="2545" y="389"/>
                  </a:lnTo>
                  <a:lnTo>
                    <a:pt x="2549" y="392"/>
                  </a:lnTo>
                  <a:lnTo>
                    <a:pt x="2549" y="396"/>
                  </a:lnTo>
                  <a:lnTo>
                    <a:pt x="2552" y="399"/>
                  </a:lnTo>
                  <a:lnTo>
                    <a:pt x="2552" y="403"/>
                  </a:lnTo>
                  <a:lnTo>
                    <a:pt x="2552" y="407"/>
                  </a:lnTo>
                  <a:lnTo>
                    <a:pt x="2556" y="410"/>
                  </a:lnTo>
                  <a:lnTo>
                    <a:pt x="2556" y="414"/>
                  </a:lnTo>
                  <a:lnTo>
                    <a:pt x="2556" y="417"/>
                  </a:lnTo>
                  <a:lnTo>
                    <a:pt x="2559" y="421"/>
                  </a:lnTo>
                  <a:lnTo>
                    <a:pt x="2563" y="425"/>
                  </a:lnTo>
                  <a:lnTo>
                    <a:pt x="2563" y="428"/>
                  </a:lnTo>
                  <a:lnTo>
                    <a:pt x="2567" y="432"/>
                  </a:lnTo>
                  <a:lnTo>
                    <a:pt x="2570" y="435"/>
                  </a:lnTo>
                  <a:lnTo>
                    <a:pt x="2574" y="439"/>
                  </a:lnTo>
                  <a:lnTo>
                    <a:pt x="2577" y="443"/>
                  </a:lnTo>
                  <a:lnTo>
                    <a:pt x="2581" y="446"/>
                  </a:lnTo>
                  <a:lnTo>
                    <a:pt x="2585" y="443"/>
                  </a:lnTo>
                  <a:lnTo>
                    <a:pt x="2588" y="443"/>
                  </a:lnTo>
                  <a:lnTo>
                    <a:pt x="2592" y="439"/>
                  </a:lnTo>
                  <a:lnTo>
                    <a:pt x="2595" y="435"/>
                  </a:lnTo>
                  <a:lnTo>
                    <a:pt x="2599" y="432"/>
                  </a:lnTo>
                  <a:lnTo>
                    <a:pt x="2599" y="428"/>
                  </a:lnTo>
                  <a:lnTo>
                    <a:pt x="2603" y="425"/>
                  </a:lnTo>
                  <a:lnTo>
                    <a:pt x="2606" y="421"/>
                  </a:lnTo>
                  <a:lnTo>
                    <a:pt x="2606" y="417"/>
                  </a:lnTo>
                  <a:lnTo>
                    <a:pt x="2606" y="414"/>
                  </a:lnTo>
                  <a:lnTo>
                    <a:pt x="2610" y="410"/>
                  </a:lnTo>
                  <a:lnTo>
                    <a:pt x="2610" y="407"/>
                  </a:lnTo>
                  <a:lnTo>
                    <a:pt x="2613" y="403"/>
                  </a:lnTo>
                  <a:lnTo>
                    <a:pt x="2613" y="399"/>
                  </a:lnTo>
                  <a:lnTo>
                    <a:pt x="2613" y="396"/>
                  </a:lnTo>
                  <a:lnTo>
                    <a:pt x="2617" y="392"/>
                  </a:lnTo>
                  <a:lnTo>
                    <a:pt x="2617" y="389"/>
                  </a:lnTo>
                  <a:lnTo>
                    <a:pt x="2621" y="381"/>
                  </a:lnTo>
                  <a:lnTo>
                    <a:pt x="2621" y="378"/>
                  </a:lnTo>
                  <a:lnTo>
                    <a:pt x="2621" y="374"/>
                  </a:lnTo>
                  <a:lnTo>
                    <a:pt x="2624" y="367"/>
                  </a:lnTo>
                  <a:lnTo>
                    <a:pt x="2624" y="363"/>
                  </a:lnTo>
                  <a:lnTo>
                    <a:pt x="2624" y="360"/>
                  </a:lnTo>
                  <a:lnTo>
                    <a:pt x="2628" y="353"/>
                  </a:lnTo>
                  <a:lnTo>
                    <a:pt x="2628" y="349"/>
                  </a:lnTo>
                  <a:lnTo>
                    <a:pt x="2631" y="342"/>
                  </a:lnTo>
                  <a:lnTo>
                    <a:pt x="2631" y="335"/>
                  </a:lnTo>
                  <a:lnTo>
                    <a:pt x="2631" y="331"/>
                  </a:lnTo>
                  <a:lnTo>
                    <a:pt x="2635" y="324"/>
                  </a:lnTo>
                  <a:lnTo>
                    <a:pt x="2635" y="317"/>
                  </a:lnTo>
                  <a:lnTo>
                    <a:pt x="2639" y="313"/>
                  </a:lnTo>
                  <a:lnTo>
                    <a:pt x="2639" y="306"/>
                  </a:lnTo>
                  <a:lnTo>
                    <a:pt x="2639" y="299"/>
                  </a:lnTo>
                  <a:lnTo>
                    <a:pt x="2642" y="291"/>
                  </a:lnTo>
                  <a:lnTo>
                    <a:pt x="2642" y="288"/>
                  </a:lnTo>
                  <a:lnTo>
                    <a:pt x="2642" y="281"/>
                  </a:lnTo>
                  <a:lnTo>
                    <a:pt x="2646" y="273"/>
                  </a:lnTo>
                  <a:lnTo>
                    <a:pt x="2646" y="266"/>
                  </a:lnTo>
                  <a:lnTo>
                    <a:pt x="2649" y="259"/>
                  </a:lnTo>
                  <a:lnTo>
                    <a:pt x="2649" y="252"/>
                  </a:lnTo>
                  <a:lnTo>
                    <a:pt x="2649" y="245"/>
                  </a:lnTo>
                  <a:lnTo>
                    <a:pt x="2653" y="241"/>
                  </a:lnTo>
                  <a:lnTo>
                    <a:pt x="2653" y="234"/>
                  </a:lnTo>
                  <a:lnTo>
                    <a:pt x="2657" y="227"/>
                  </a:lnTo>
                  <a:lnTo>
                    <a:pt x="2657" y="219"/>
                  </a:lnTo>
                  <a:lnTo>
                    <a:pt x="2657" y="212"/>
                  </a:lnTo>
                  <a:lnTo>
                    <a:pt x="2660" y="205"/>
                  </a:lnTo>
                  <a:lnTo>
                    <a:pt x="2660" y="198"/>
                  </a:lnTo>
                  <a:lnTo>
                    <a:pt x="2664" y="191"/>
                  </a:lnTo>
                  <a:lnTo>
                    <a:pt x="2664" y="183"/>
                  </a:lnTo>
                  <a:lnTo>
                    <a:pt x="2664" y="176"/>
                  </a:lnTo>
                  <a:lnTo>
                    <a:pt x="2667" y="173"/>
                  </a:lnTo>
                  <a:lnTo>
                    <a:pt x="2667" y="165"/>
                  </a:lnTo>
                  <a:lnTo>
                    <a:pt x="2667" y="158"/>
                  </a:lnTo>
                  <a:lnTo>
                    <a:pt x="2671" y="151"/>
                  </a:lnTo>
                  <a:lnTo>
                    <a:pt x="2671" y="144"/>
                  </a:lnTo>
                  <a:lnTo>
                    <a:pt x="2675" y="137"/>
                  </a:lnTo>
                  <a:lnTo>
                    <a:pt x="2675" y="129"/>
                  </a:lnTo>
                  <a:lnTo>
                    <a:pt x="2675" y="126"/>
                  </a:lnTo>
                  <a:lnTo>
                    <a:pt x="2678" y="119"/>
                  </a:lnTo>
                  <a:lnTo>
                    <a:pt x="2678" y="111"/>
                  </a:lnTo>
                  <a:lnTo>
                    <a:pt x="2682" y="108"/>
                  </a:lnTo>
                  <a:lnTo>
                    <a:pt x="2682" y="101"/>
                  </a:lnTo>
                  <a:lnTo>
                    <a:pt x="2682" y="93"/>
                  </a:lnTo>
                  <a:lnTo>
                    <a:pt x="2685" y="90"/>
                  </a:lnTo>
                  <a:lnTo>
                    <a:pt x="2685" y="83"/>
                  </a:lnTo>
                  <a:lnTo>
                    <a:pt x="2685" y="79"/>
                  </a:lnTo>
                  <a:lnTo>
                    <a:pt x="2689" y="72"/>
                  </a:lnTo>
                  <a:lnTo>
                    <a:pt x="2689" y="68"/>
                  </a:lnTo>
                  <a:lnTo>
                    <a:pt x="2693" y="61"/>
                  </a:lnTo>
                  <a:lnTo>
                    <a:pt x="2693" y="57"/>
                  </a:lnTo>
                  <a:lnTo>
                    <a:pt x="2693" y="54"/>
                  </a:lnTo>
                  <a:lnTo>
                    <a:pt x="2696" y="47"/>
                  </a:lnTo>
                  <a:lnTo>
                    <a:pt x="2696" y="43"/>
                  </a:lnTo>
                  <a:lnTo>
                    <a:pt x="2700" y="39"/>
                  </a:lnTo>
                  <a:lnTo>
                    <a:pt x="2700" y="36"/>
                  </a:lnTo>
                  <a:lnTo>
                    <a:pt x="2700" y="32"/>
                  </a:lnTo>
                  <a:lnTo>
                    <a:pt x="2703" y="29"/>
                  </a:lnTo>
                  <a:lnTo>
                    <a:pt x="2703" y="25"/>
                  </a:lnTo>
                  <a:lnTo>
                    <a:pt x="2707" y="21"/>
                  </a:lnTo>
                  <a:lnTo>
                    <a:pt x="2707" y="18"/>
                  </a:lnTo>
                  <a:lnTo>
                    <a:pt x="2711" y="14"/>
                  </a:lnTo>
                  <a:lnTo>
                    <a:pt x="2711" y="11"/>
                  </a:lnTo>
                  <a:lnTo>
                    <a:pt x="2714" y="7"/>
                  </a:lnTo>
                  <a:lnTo>
                    <a:pt x="2718" y="3"/>
                  </a:lnTo>
                  <a:lnTo>
                    <a:pt x="2721" y="0"/>
                  </a:lnTo>
                  <a:lnTo>
                    <a:pt x="2725" y="0"/>
                  </a:lnTo>
                  <a:lnTo>
                    <a:pt x="2729" y="3"/>
                  </a:lnTo>
                  <a:lnTo>
                    <a:pt x="2732" y="7"/>
                  </a:lnTo>
                  <a:lnTo>
                    <a:pt x="2736" y="11"/>
                  </a:lnTo>
                  <a:lnTo>
                    <a:pt x="2739" y="14"/>
                  </a:lnTo>
                  <a:lnTo>
                    <a:pt x="2739" y="18"/>
                  </a:lnTo>
                  <a:lnTo>
                    <a:pt x="2743" y="21"/>
                  </a:lnTo>
                  <a:lnTo>
                    <a:pt x="2743" y="25"/>
                  </a:lnTo>
                  <a:lnTo>
                    <a:pt x="2743" y="29"/>
                  </a:lnTo>
                  <a:lnTo>
                    <a:pt x="2747" y="32"/>
                  </a:lnTo>
                  <a:lnTo>
                    <a:pt x="2747" y="39"/>
                  </a:lnTo>
                  <a:lnTo>
                    <a:pt x="2750" y="43"/>
                  </a:lnTo>
                  <a:lnTo>
                    <a:pt x="2750" y="47"/>
                  </a:lnTo>
                  <a:lnTo>
                    <a:pt x="2750" y="54"/>
                  </a:lnTo>
                  <a:lnTo>
                    <a:pt x="2754" y="57"/>
                  </a:lnTo>
                  <a:lnTo>
                    <a:pt x="2754" y="65"/>
                  </a:lnTo>
                  <a:lnTo>
                    <a:pt x="2754" y="68"/>
                  </a:lnTo>
                  <a:lnTo>
                    <a:pt x="2757" y="75"/>
                  </a:lnTo>
                  <a:lnTo>
                    <a:pt x="2757" y="83"/>
                  </a:lnTo>
                  <a:lnTo>
                    <a:pt x="2761" y="86"/>
                  </a:lnTo>
                  <a:lnTo>
                    <a:pt x="2761" y="93"/>
                  </a:lnTo>
                  <a:lnTo>
                    <a:pt x="2761" y="101"/>
                  </a:lnTo>
                  <a:lnTo>
                    <a:pt x="2765" y="108"/>
                  </a:lnTo>
                  <a:lnTo>
                    <a:pt x="2765" y="115"/>
                  </a:lnTo>
                  <a:lnTo>
                    <a:pt x="2768" y="122"/>
                  </a:lnTo>
                  <a:lnTo>
                    <a:pt x="2768" y="133"/>
                  </a:lnTo>
                  <a:lnTo>
                    <a:pt x="2768" y="140"/>
                  </a:lnTo>
                  <a:lnTo>
                    <a:pt x="2772" y="147"/>
                  </a:lnTo>
                  <a:lnTo>
                    <a:pt x="2772" y="158"/>
                  </a:lnTo>
                  <a:lnTo>
                    <a:pt x="2775" y="165"/>
                  </a:lnTo>
                  <a:lnTo>
                    <a:pt x="2775" y="173"/>
                  </a:lnTo>
                  <a:lnTo>
                    <a:pt x="2775" y="183"/>
                  </a:lnTo>
                  <a:lnTo>
                    <a:pt x="2779" y="191"/>
                  </a:lnTo>
                  <a:lnTo>
                    <a:pt x="2779" y="201"/>
                  </a:lnTo>
                  <a:lnTo>
                    <a:pt x="2779" y="212"/>
                  </a:lnTo>
                  <a:lnTo>
                    <a:pt x="2783" y="219"/>
                  </a:lnTo>
                  <a:lnTo>
                    <a:pt x="2783" y="230"/>
                  </a:lnTo>
                  <a:lnTo>
                    <a:pt x="2786" y="241"/>
                  </a:lnTo>
                  <a:lnTo>
                    <a:pt x="2786" y="248"/>
                  </a:lnTo>
                  <a:lnTo>
                    <a:pt x="2786" y="259"/>
                  </a:lnTo>
                  <a:lnTo>
                    <a:pt x="2790" y="270"/>
                  </a:lnTo>
                  <a:lnTo>
                    <a:pt x="2790" y="281"/>
                  </a:lnTo>
                  <a:lnTo>
                    <a:pt x="2793" y="291"/>
                  </a:lnTo>
                  <a:lnTo>
                    <a:pt x="2793" y="302"/>
                  </a:lnTo>
                  <a:lnTo>
                    <a:pt x="2793" y="313"/>
                  </a:lnTo>
                  <a:lnTo>
                    <a:pt x="2797" y="324"/>
                  </a:lnTo>
                  <a:lnTo>
                    <a:pt x="2797" y="331"/>
                  </a:lnTo>
                  <a:lnTo>
                    <a:pt x="2797" y="342"/>
                  </a:lnTo>
                  <a:lnTo>
                    <a:pt x="2801" y="353"/>
                  </a:lnTo>
                  <a:lnTo>
                    <a:pt x="2801" y="363"/>
                  </a:lnTo>
                  <a:lnTo>
                    <a:pt x="2804" y="374"/>
                  </a:lnTo>
                  <a:lnTo>
                    <a:pt x="2804" y="385"/>
                  </a:lnTo>
                  <a:lnTo>
                    <a:pt x="2804" y="396"/>
                  </a:lnTo>
                  <a:lnTo>
                    <a:pt x="2808" y="407"/>
                  </a:lnTo>
                  <a:lnTo>
                    <a:pt x="2808" y="417"/>
                  </a:lnTo>
                  <a:lnTo>
                    <a:pt x="2811" y="428"/>
                  </a:lnTo>
                  <a:lnTo>
                    <a:pt x="2811" y="439"/>
                  </a:lnTo>
                  <a:lnTo>
                    <a:pt x="2811" y="450"/>
                  </a:lnTo>
                  <a:lnTo>
                    <a:pt x="2815" y="461"/>
                  </a:lnTo>
                  <a:lnTo>
                    <a:pt x="2815" y="471"/>
                  </a:lnTo>
                  <a:lnTo>
                    <a:pt x="2819" y="479"/>
                  </a:lnTo>
                  <a:lnTo>
                    <a:pt x="2819" y="489"/>
                  </a:lnTo>
                  <a:lnTo>
                    <a:pt x="2819" y="500"/>
                  </a:lnTo>
                  <a:lnTo>
                    <a:pt x="2822" y="511"/>
                  </a:lnTo>
                  <a:lnTo>
                    <a:pt x="2822" y="522"/>
                  </a:lnTo>
                  <a:lnTo>
                    <a:pt x="2822" y="529"/>
                  </a:lnTo>
                  <a:lnTo>
                    <a:pt x="2826" y="540"/>
                  </a:lnTo>
                  <a:lnTo>
                    <a:pt x="2826" y="547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0" name="Freeform 128"/>
            <p:cNvSpPr>
              <a:spLocks/>
            </p:cNvSpPr>
            <p:nvPr/>
          </p:nvSpPr>
          <p:spPr bwMode="auto">
            <a:xfrm>
              <a:off x="3575" y="1048"/>
              <a:ext cx="237" cy="2462"/>
            </a:xfrm>
            <a:custGeom>
              <a:avLst/>
              <a:gdLst/>
              <a:ahLst/>
              <a:cxnLst>
                <a:cxn ang="0">
                  <a:pos x="3" y="2329"/>
                </a:cxn>
                <a:cxn ang="0">
                  <a:pos x="7" y="2354"/>
                </a:cxn>
                <a:cxn ang="0">
                  <a:pos x="11" y="2379"/>
                </a:cxn>
                <a:cxn ang="0">
                  <a:pos x="14" y="2401"/>
                </a:cxn>
                <a:cxn ang="0">
                  <a:pos x="21" y="2419"/>
                </a:cxn>
                <a:cxn ang="0">
                  <a:pos x="25" y="2433"/>
                </a:cxn>
                <a:cxn ang="0">
                  <a:pos x="29" y="2448"/>
                </a:cxn>
                <a:cxn ang="0">
                  <a:pos x="36" y="2459"/>
                </a:cxn>
                <a:cxn ang="0">
                  <a:pos x="47" y="2459"/>
                </a:cxn>
                <a:cxn ang="0">
                  <a:pos x="54" y="2448"/>
                </a:cxn>
                <a:cxn ang="0">
                  <a:pos x="57" y="2437"/>
                </a:cxn>
                <a:cxn ang="0">
                  <a:pos x="61" y="2419"/>
                </a:cxn>
                <a:cxn ang="0">
                  <a:pos x="65" y="2397"/>
                </a:cxn>
                <a:cxn ang="0">
                  <a:pos x="68" y="2369"/>
                </a:cxn>
                <a:cxn ang="0">
                  <a:pos x="72" y="2340"/>
                </a:cxn>
                <a:cxn ang="0">
                  <a:pos x="79" y="2304"/>
                </a:cxn>
                <a:cxn ang="0">
                  <a:pos x="83" y="2264"/>
                </a:cxn>
                <a:cxn ang="0">
                  <a:pos x="86" y="2221"/>
                </a:cxn>
                <a:cxn ang="0">
                  <a:pos x="90" y="2171"/>
                </a:cxn>
                <a:cxn ang="0">
                  <a:pos x="93" y="2120"/>
                </a:cxn>
                <a:cxn ang="0">
                  <a:pos x="97" y="2063"/>
                </a:cxn>
                <a:cxn ang="0">
                  <a:pos x="101" y="2005"/>
                </a:cxn>
                <a:cxn ang="0">
                  <a:pos x="108" y="1940"/>
                </a:cxn>
                <a:cxn ang="0">
                  <a:pos x="111" y="1872"/>
                </a:cxn>
                <a:cxn ang="0">
                  <a:pos x="115" y="1803"/>
                </a:cxn>
                <a:cxn ang="0">
                  <a:pos x="119" y="1731"/>
                </a:cxn>
                <a:cxn ang="0">
                  <a:pos x="122" y="1656"/>
                </a:cxn>
                <a:cxn ang="0">
                  <a:pos x="126" y="1577"/>
                </a:cxn>
                <a:cxn ang="0">
                  <a:pos x="133" y="1497"/>
                </a:cxn>
                <a:cxn ang="0">
                  <a:pos x="137" y="1418"/>
                </a:cxn>
                <a:cxn ang="0">
                  <a:pos x="140" y="1335"/>
                </a:cxn>
                <a:cxn ang="0">
                  <a:pos x="144" y="1253"/>
                </a:cxn>
                <a:cxn ang="0">
                  <a:pos x="147" y="1170"/>
                </a:cxn>
                <a:cxn ang="0">
                  <a:pos x="151" y="1087"/>
                </a:cxn>
                <a:cxn ang="0">
                  <a:pos x="158" y="1004"/>
                </a:cxn>
                <a:cxn ang="0">
                  <a:pos x="162" y="921"/>
                </a:cxn>
                <a:cxn ang="0">
                  <a:pos x="165" y="842"/>
                </a:cxn>
                <a:cxn ang="0">
                  <a:pos x="169" y="763"/>
                </a:cxn>
                <a:cxn ang="0">
                  <a:pos x="173" y="684"/>
                </a:cxn>
                <a:cxn ang="0">
                  <a:pos x="176" y="612"/>
                </a:cxn>
                <a:cxn ang="0">
                  <a:pos x="183" y="540"/>
                </a:cxn>
                <a:cxn ang="0">
                  <a:pos x="187" y="472"/>
                </a:cxn>
                <a:cxn ang="0">
                  <a:pos x="191" y="407"/>
                </a:cxn>
                <a:cxn ang="0">
                  <a:pos x="194" y="346"/>
                </a:cxn>
                <a:cxn ang="0">
                  <a:pos x="198" y="288"/>
                </a:cxn>
                <a:cxn ang="0">
                  <a:pos x="201" y="234"/>
                </a:cxn>
                <a:cxn ang="0">
                  <a:pos x="209" y="187"/>
                </a:cxn>
                <a:cxn ang="0">
                  <a:pos x="212" y="144"/>
                </a:cxn>
                <a:cxn ang="0">
                  <a:pos x="216" y="108"/>
                </a:cxn>
                <a:cxn ang="0">
                  <a:pos x="219" y="76"/>
                </a:cxn>
                <a:cxn ang="0">
                  <a:pos x="223" y="50"/>
                </a:cxn>
                <a:cxn ang="0">
                  <a:pos x="227" y="29"/>
                </a:cxn>
                <a:cxn ang="0">
                  <a:pos x="230" y="14"/>
                </a:cxn>
                <a:cxn ang="0">
                  <a:pos x="237" y="4"/>
                </a:cxn>
              </a:cxnLst>
              <a:rect l="0" t="0" r="r" b="b"/>
              <a:pathLst>
                <a:path w="237" h="2462">
                  <a:moveTo>
                    <a:pt x="0" y="2311"/>
                  </a:moveTo>
                  <a:lnTo>
                    <a:pt x="3" y="2322"/>
                  </a:lnTo>
                  <a:lnTo>
                    <a:pt x="3" y="2329"/>
                  </a:lnTo>
                  <a:lnTo>
                    <a:pt x="3" y="2340"/>
                  </a:lnTo>
                  <a:lnTo>
                    <a:pt x="7" y="2347"/>
                  </a:lnTo>
                  <a:lnTo>
                    <a:pt x="7" y="2354"/>
                  </a:lnTo>
                  <a:lnTo>
                    <a:pt x="11" y="2365"/>
                  </a:lnTo>
                  <a:lnTo>
                    <a:pt x="11" y="2372"/>
                  </a:lnTo>
                  <a:lnTo>
                    <a:pt x="11" y="2379"/>
                  </a:lnTo>
                  <a:lnTo>
                    <a:pt x="14" y="2387"/>
                  </a:lnTo>
                  <a:lnTo>
                    <a:pt x="14" y="2394"/>
                  </a:lnTo>
                  <a:lnTo>
                    <a:pt x="14" y="2401"/>
                  </a:lnTo>
                  <a:lnTo>
                    <a:pt x="18" y="2408"/>
                  </a:lnTo>
                  <a:lnTo>
                    <a:pt x="18" y="2412"/>
                  </a:lnTo>
                  <a:lnTo>
                    <a:pt x="21" y="2419"/>
                  </a:lnTo>
                  <a:lnTo>
                    <a:pt x="21" y="2423"/>
                  </a:lnTo>
                  <a:lnTo>
                    <a:pt x="21" y="2430"/>
                  </a:lnTo>
                  <a:lnTo>
                    <a:pt x="25" y="2433"/>
                  </a:lnTo>
                  <a:lnTo>
                    <a:pt x="25" y="2437"/>
                  </a:lnTo>
                  <a:lnTo>
                    <a:pt x="29" y="2444"/>
                  </a:lnTo>
                  <a:lnTo>
                    <a:pt x="29" y="2448"/>
                  </a:lnTo>
                  <a:lnTo>
                    <a:pt x="32" y="2451"/>
                  </a:lnTo>
                  <a:lnTo>
                    <a:pt x="32" y="2455"/>
                  </a:lnTo>
                  <a:lnTo>
                    <a:pt x="36" y="2459"/>
                  </a:lnTo>
                  <a:lnTo>
                    <a:pt x="39" y="2462"/>
                  </a:lnTo>
                  <a:lnTo>
                    <a:pt x="43" y="2462"/>
                  </a:lnTo>
                  <a:lnTo>
                    <a:pt x="47" y="2459"/>
                  </a:lnTo>
                  <a:lnTo>
                    <a:pt x="50" y="2455"/>
                  </a:lnTo>
                  <a:lnTo>
                    <a:pt x="50" y="2451"/>
                  </a:lnTo>
                  <a:lnTo>
                    <a:pt x="54" y="2448"/>
                  </a:lnTo>
                  <a:lnTo>
                    <a:pt x="54" y="2444"/>
                  </a:lnTo>
                  <a:lnTo>
                    <a:pt x="54" y="2441"/>
                  </a:lnTo>
                  <a:lnTo>
                    <a:pt x="57" y="2437"/>
                  </a:lnTo>
                  <a:lnTo>
                    <a:pt x="57" y="2430"/>
                  </a:lnTo>
                  <a:lnTo>
                    <a:pt x="57" y="2426"/>
                  </a:lnTo>
                  <a:lnTo>
                    <a:pt x="61" y="2419"/>
                  </a:lnTo>
                  <a:lnTo>
                    <a:pt x="61" y="2412"/>
                  </a:lnTo>
                  <a:lnTo>
                    <a:pt x="65" y="2405"/>
                  </a:lnTo>
                  <a:lnTo>
                    <a:pt x="65" y="2397"/>
                  </a:lnTo>
                  <a:lnTo>
                    <a:pt x="65" y="2387"/>
                  </a:lnTo>
                  <a:lnTo>
                    <a:pt x="68" y="2379"/>
                  </a:lnTo>
                  <a:lnTo>
                    <a:pt x="68" y="2369"/>
                  </a:lnTo>
                  <a:lnTo>
                    <a:pt x="72" y="2361"/>
                  </a:lnTo>
                  <a:lnTo>
                    <a:pt x="72" y="2351"/>
                  </a:lnTo>
                  <a:lnTo>
                    <a:pt x="72" y="2340"/>
                  </a:lnTo>
                  <a:lnTo>
                    <a:pt x="75" y="2329"/>
                  </a:lnTo>
                  <a:lnTo>
                    <a:pt x="75" y="2315"/>
                  </a:lnTo>
                  <a:lnTo>
                    <a:pt x="79" y="2304"/>
                  </a:lnTo>
                  <a:lnTo>
                    <a:pt x="79" y="2293"/>
                  </a:lnTo>
                  <a:lnTo>
                    <a:pt x="79" y="2279"/>
                  </a:lnTo>
                  <a:lnTo>
                    <a:pt x="83" y="2264"/>
                  </a:lnTo>
                  <a:lnTo>
                    <a:pt x="83" y="2250"/>
                  </a:lnTo>
                  <a:lnTo>
                    <a:pt x="83" y="2235"/>
                  </a:lnTo>
                  <a:lnTo>
                    <a:pt x="86" y="2221"/>
                  </a:lnTo>
                  <a:lnTo>
                    <a:pt x="86" y="2203"/>
                  </a:lnTo>
                  <a:lnTo>
                    <a:pt x="90" y="2189"/>
                  </a:lnTo>
                  <a:lnTo>
                    <a:pt x="90" y="2171"/>
                  </a:lnTo>
                  <a:lnTo>
                    <a:pt x="90" y="2156"/>
                  </a:lnTo>
                  <a:lnTo>
                    <a:pt x="93" y="2138"/>
                  </a:lnTo>
                  <a:lnTo>
                    <a:pt x="93" y="2120"/>
                  </a:lnTo>
                  <a:lnTo>
                    <a:pt x="97" y="2102"/>
                  </a:lnTo>
                  <a:lnTo>
                    <a:pt x="97" y="2084"/>
                  </a:lnTo>
                  <a:lnTo>
                    <a:pt x="97" y="2063"/>
                  </a:lnTo>
                  <a:lnTo>
                    <a:pt x="101" y="2045"/>
                  </a:lnTo>
                  <a:lnTo>
                    <a:pt x="101" y="2023"/>
                  </a:lnTo>
                  <a:lnTo>
                    <a:pt x="101" y="2005"/>
                  </a:lnTo>
                  <a:lnTo>
                    <a:pt x="104" y="1983"/>
                  </a:lnTo>
                  <a:lnTo>
                    <a:pt x="104" y="1962"/>
                  </a:lnTo>
                  <a:lnTo>
                    <a:pt x="108" y="1940"/>
                  </a:lnTo>
                  <a:lnTo>
                    <a:pt x="108" y="1919"/>
                  </a:lnTo>
                  <a:lnTo>
                    <a:pt x="108" y="1897"/>
                  </a:lnTo>
                  <a:lnTo>
                    <a:pt x="111" y="1872"/>
                  </a:lnTo>
                  <a:lnTo>
                    <a:pt x="111" y="1850"/>
                  </a:lnTo>
                  <a:lnTo>
                    <a:pt x="115" y="1825"/>
                  </a:lnTo>
                  <a:lnTo>
                    <a:pt x="115" y="1803"/>
                  </a:lnTo>
                  <a:lnTo>
                    <a:pt x="115" y="1778"/>
                  </a:lnTo>
                  <a:lnTo>
                    <a:pt x="119" y="1753"/>
                  </a:lnTo>
                  <a:lnTo>
                    <a:pt x="119" y="1731"/>
                  </a:lnTo>
                  <a:lnTo>
                    <a:pt x="122" y="1706"/>
                  </a:lnTo>
                  <a:lnTo>
                    <a:pt x="122" y="1681"/>
                  </a:lnTo>
                  <a:lnTo>
                    <a:pt x="122" y="1656"/>
                  </a:lnTo>
                  <a:lnTo>
                    <a:pt x="126" y="1631"/>
                  </a:lnTo>
                  <a:lnTo>
                    <a:pt x="126" y="1602"/>
                  </a:lnTo>
                  <a:lnTo>
                    <a:pt x="126" y="1577"/>
                  </a:lnTo>
                  <a:lnTo>
                    <a:pt x="129" y="1551"/>
                  </a:lnTo>
                  <a:lnTo>
                    <a:pt x="129" y="1523"/>
                  </a:lnTo>
                  <a:lnTo>
                    <a:pt x="133" y="1497"/>
                  </a:lnTo>
                  <a:lnTo>
                    <a:pt x="133" y="1472"/>
                  </a:lnTo>
                  <a:lnTo>
                    <a:pt x="133" y="1443"/>
                  </a:lnTo>
                  <a:lnTo>
                    <a:pt x="137" y="1418"/>
                  </a:lnTo>
                  <a:lnTo>
                    <a:pt x="137" y="1389"/>
                  </a:lnTo>
                  <a:lnTo>
                    <a:pt x="140" y="1361"/>
                  </a:lnTo>
                  <a:lnTo>
                    <a:pt x="140" y="1335"/>
                  </a:lnTo>
                  <a:lnTo>
                    <a:pt x="140" y="1307"/>
                  </a:lnTo>
                  <a:lnTo>
                    <a:pt x="144" y="1281"/>
                  </a:lnTo>
                  <a:lnTo>
                    <a:pt x="144" y="1253"/>
                  </a:lnTo>
                  <a:lnTo>
                    <a:pt x="144" y="1224"/>
                  </a:lnTo>
                  <a:lnTo>
                    <a:pt x="147" y="1195"/>
                  </a:lnTo>
                  <a:lnTo>
                    <a:pt x="147" y="1170"/>
                  </a:lnTo>
                  <a:lnTo>
                    <a:pt x="151" y="1141"/>
                  </a:lnTo>
                  <a:lnTo>
                    <a:pt x="151" y="1112"/>
                  </a:lnTo>
                  <a:lnTo>
                    <a:pt x="151" y="1087"/>
                  </a:lnTo>
                  <a:lnTo>
                    <a:pt x="155" y="1058"/>
                  </a:lnTo>
                  <a:lnTo>
                    <a:pt x="155" y="1029"/>
                  </a:lnTo>
                  <a:lnTo>
                    <a:pt x="158" y="1004"/>
                  </a:lnTo>
                  <a:lnTo>
                    <a:pt x="158" y="975"/>
                  </a:lnTo>
                  <a:lnTo>
                    <a:pt x="158" y="950"/>
                  </a:lnTo>
                  <a:lnTo>
                    <a:pt x="162" y="921"/>
                  </a:lnTo>
                  <a:lnTo>
                    <a:pt x="162" y="896"/>
                  </a:lnTo>
                  <a:lnTo>
                    <a:pt x="165" y="867"/>
                  </a:lnTo>
                  <a:lnTo>
                    <a:pt x="165" y="842"/>
                  </a:lnTo>
                  <a:lnTo>
                    <a:pt x="165" y="813"/>
                  </a:lnTo>
                  <a:lnTo>
                    <a:pt x="169" y="788"/>
                  </a:lnTo>
                  <a:lnTo>
                    <a:pt x="169" y="763"/>
                  </a:lnTo>
                  <a:lnTo>
                    <a:pt x="169" y="738"/>
                  </a:lnTo>
                  <a:lnTo>
                    <a:pt x="173" y="709"/>
                  </a:lnTo>
                  <a:lnTo>
                    <a:pt x="173" y="684"/>
                  </a:lnTo>
                  <a:lnTo>
                    <a:pt x="176" y="659"/>
                  </a:lnTo>
                  <a:lnTo>
                    <a:pt x="176" y="637"/>
                  </a:lnTo>
                  <a:lnTo>
                    <a:pt x="176" y="612"/>
                  </a:lnTo>
                  <a:lnTo>
                    <a:pt x="180" y="587"/>
                  </a:lnTo>
                  <a:lnTo>
                    <a:pt x="180" y="562"/>
                  </a:lnTo>
                  <a:lnTo>
                    <a:pt x="183" y="540"/>
                  </a:lnTo>
                  <a:lnTo>
                    <a:pt x="183" y="515"/>
                  </a:lnTo>
                  <a:lnTo>
                    <a:pt x="183" y="493"/>
                  </a:lnTo>
                  <a:lnTo>
                    <a:pt x="187" y="472"/>
                  </a:lnTo>
                  <a:lnTo>
                    <a:pt x="187" y="450"/>
                  </a:lnTo>
                  <a:lnTo>
                    <a:pt x="187" y="428"/>
                  </a:lnTo>
                  <a:lnTo>
                    <a:pt x="191" y="407"/>
                  </a:lnTo>
                  <a:lnTo>
                    <a:pt x="191" y="385"/>
                  </a:lnTo>
                  <a:lnTo>
                    <a:pt x="194" y="364"/>
                  </a:lnTo>
                  <a:lnTo>
                    <a:pt x="194" y="346"/>
                  </a:lnTo>
                  <a:lnTo>
                    <a:pt x="194" y="324"/>
                  </a:lnTo>
                  <a:lnTo>
                    <a:pt x="198" y="306"/>
                  </a:lnTo>
                  <a:lnTo>
                    <a:pt x="198" y="288"/>
                  </a:lnTo>
                  <a:lnTo>
                    <a:pt x="201" y="270"/>
                  </a:lnTo>
                  <a:lnTo>
                    <a:pt x="201" y="252"/>
                  </a:lnTo>
                  <a:lnTo>
                    <a:pt x="201" y="234"/>
                  </a:lnTo>
                  <a:lnTo>
                    <a:pt x="205" y="220"/>
                  </a:lnTo>
                  <a:lnTo>
                    <a:pt x="205" y="202"/>
                  </a:lnTo>
                  <a:lnTo>
                    <a:pt x="209" y="187"/>
                  </a:lnTo>
                  <a:lnTo>
                    <a:pt x="209" y="173"/>
                  </a:lnTo>
                  <a:lnTo>
                    <a:pt x="209" y="158"/>
                  </a:lnTo>
                  <a:lnTo>
                    <a:pt x="212" y="144"/>
                  </a:lnTo>
                  <a:lnTo>
                    <a:pt x="212" y="133"/>
                  </a:lnTo>
                  <a:lnTo>
                    <a:pt x="212" y="119"/>
                  </a:lnTo>
                  <a:lnTo>
                    <a:pt x="216" y="108"/>
                  </a:lnTo>
                  <a:lnTo>
                    <a:pt x="216" y="97"/>
                  </a:lnTo>
                  <a:lnTo>
                    <a:pt x="219" y="86"/>
                  </a:lnTo>
                  <a:lnTo>
                    <a:pt x="219" y="76"/>
                  </a:lnTo>
                  <a:lnTo>
                    <a:pt x="219" y="65"/>
                  </a:lnTo>
                  <a:lnTo>
                    <a:pt x="223" y="58"/>
                  </a:lnTo>
                  <a:lnTo>
                    <a:pt x="223" y="50"/>
                  </a:lnTo>
                  <a:lnTo>
                    <a:pt x="227" y="40"/>
                  </a:lnTo>
                  <a:lnTo>
                    <a:pt x="227" y="36"/>
                  </a:lnTo>
                  <a:lnTo>
                    <a:pt x="227" y="29"/>
                  </a:lnTo>
                  <a:lnTo>
                    <a:pt x="230" y="22"/>
                  </a:lnTo>
                  <a:lnTo>
                    <a:pt x="230" y="18"/>
                  </a:lnTo>
                  <a:lnTo>
                    <a:pt x="230" y="14"/>
                  </a:lnTo>
                  <a:lnTo>
                    <a:pt x="234" y="11"/>
                  </a:lnTo>
                  <a:lnTo>
                    <a:pt x="234" y="7"/>
                  </a:lnTo>
                  <a:lnTo>
                    <a:pt x="237" y="4"/>
                  </a:lnTo>
                  <a:lnTo>
                    <a:pt x="237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1" name="Freeform 129"/>
            <p:cNvSpPr>
              <a:spLocks/>
            </p:cNvSpPr>
            <p:nvPr/>
          </p:nvSpPr>
          <p:spPr bwMode="auto">
            <a:xfrm>
              <a:off x="3816" y="1048"/>
              <a:ext cx="1393" cy="2462"/>
            </a:xfrm>
            <a:custGeom>
              <a:avLst/>
              <a:gdLst/>
              <a:ahLst/>
              <a:cxnLst>
                <a:cxn ang="0">
                  <a:pos x="18" y="58"/>
                </a:cxn>
                <a:cxn ang="0">
                  <a:pos x="32" y="202"/>
                </a:cxn>
                <a:cxn ang="0">
                  <a:pos x="50" y="428"/>
                </a:cxn>
                <a:cxn ang="0">
                  <a:pos x="68" y="709"/>
                </a:cxn>
                <a:cxn ang="0">
                  <a:pos x="83" y="1029"/>
                </a:cxn>
                <a:cxn ang="0">
                  <a:pos x="101" y="1361"/>
                </a:cxn>
                <a:cxn ang="0">
                  <a:pos x="119" y="1681"/>
                </a:cxn>
                <a:cxn ang="0">
                  <a:pos x="133" y="1962"/>
                </a:cxn>
                <a:cxn ang="0">
                  <a:pos x="151" y="2189"/>
                </a:cxn>
                <a:cxn ang="0">
                  <a:pos x="169" y="2351"/>
                </a:cxn>
                <a:cxn ang="0">
                  <a:pos x="184" y="2441"/>
                </a:cxn>
                <a:cxn ang="0">
                  <a:pos x="212" y="2444"/>
                </a:cxn>
                <a:cxn ang="0">
                  <a:pos x="230" y="2372"/>
                </a:cxn>
                <a:cxn ang="0">
                  <a:pos x="245" y="2264"/>
                </a:cxn>
                <a:cxn ang="0">
                  <a:pos x="263" y="2138"/>
                </a:cxn>
                <a:cxn ang="0">
                  <a:pos x="281" y="2012"/>
                </a:cxn>
                <a:cxn ang="0">
                  <a:pos x="295" y="1904"/>
                </a:cxn>
                <a:cxn ang="0">
                  <a:pos x="313" y="1821"/>
                </a:cxn>
                <a:cxn ang="0">
                  <a:pos x="331" y="1771"/>
                </a:cxn>
                <a:cxn ang="0">
                  <a:pos x="364" y="1793"/>
                </a:cxn>
                <a:cxn ang="0">
                  <a:pos x="382" y="1847"/>
                </a:cxn>
                <a:cxn ang="0">
                  <a:pos x="396" y="1922"/>
                </a:cxn>
                <a:cxn ang="0">
                  <a:pos x="414" y="2005"/>
                </a:cxn>
                <a:cxn ang="0">
                  <a:pos x="428" y="2081"/>
                </a:cxn>
                <a:cxn ang="0">
                  <a:pos x="446" y="2145"/>
                </a:cxn>
                <a:cxn ang="0">
                  <a:pos x="464" y="2192"/>
                </a:cxn>
                <a:cxn ang="0">
                  <a:pos x="504" y="2192"/>
                </a:cxn>
                <a:cxn ang="0">
                  <a:pos x="522" y="2149"/>
                </a:cxn>
                <a:cxn ang="0">
                  <a:pos x="536" y="2095"/>
                </a:cxn>
                <a:cxn ang="0">
                  <a:pos x="554" y="2034"/>
                </a:cxn>
                <a:cxn ang="0">
                  <a:pos x="572" y="1976"/>
                </a:cxn>
                <a:cxn ang="0">
                  <a:pos x="587" y="1926"/>
                </a:cxn>
                <a:cxn ang="0">
                  <a:pos x="616" y="1883"/>
                </a:cxn>
                <a:cxn ang="0">
                  <a:pos x="652" y="1908"/>
                </a:cxn>
                <a:cxn ang="0">
                  <a:pos x="670" y="1951"/>
                </a:cxn>
                <a:cxn ang="0">
                  <a:pos x="688" y="1998"/>
                </a:cxn>
                <a:cxn ang="0">
                  <a:pos x="706" y="2048"/>
                </a:cxn>
                <a:cxn ang="0">
                  <a:pos x="720" y="2091"/>
                </a:cxn>
                <a:cxn ang="0">
                  <a:pos x="749" y="2135"/>
                </a:cxn>
                <a:cxn ang="0">
                  <a:pos x="792" y="2120"/>
                </a:cxn>
                <a:cxn ang="0">
                  <a:pos x="814" y="2077"/>
                </a:cxn>
                <a:cxn ang="0">
                  <a:pos x="832" y="2034"/>
                </a:cxn>
                <a:cxn ang="0">
                  <a:pos x="850" y="1991"/>
                </a:cxn>
                <a:cxn ang="0">
                  <a:pos x="875" y="1947"/>
                </a:cxn>
                <a:cxn ang="0">
                  <a:pos x="914" y="1929"/>
                </a:cxn>
                <a:cxn ang="0">
                  <a:pos x="947" y="1969"/>
                </a:cxn>
                <a:cxn ang="0">
                  <a:pos x="968" y="2012"/>
                </a:cxn>
                <a:cxn ang="0">
                  <a:pos x="990" y="2055"/>
                </a:cxn>
                <a:cxn ang="0">
                  <a:pos x="1022" y="2099"/>
                </a:cxn>
                <a:cxn ang="0">
                  <a:pos x="1066" y="2099"/>
                </a:cxn>
                <a:cxn ang="0">
                  <a:pos x="1098" y="2055"/>
                </a:cxn>
                <a:cxn ang="0">
                  <a:pos x="1120" y="2012"/>
                </a:cxn>
                <a:cxn ang="0">
                  <a:pos x="1148" y="1969"/>
                </a:cxn>
                <a:cxn ang="0">
                  <a:pos x="1192" y="1951"/>
                </a:cxn>
                <a:cxn ang="0">
                  <a:pos x="1231" y="1987"/>
                </a:cxn>
                <a:cxn ang="0">
                  <a:pos x="1256" y="2030"/>
                </a:cxn>
                <a:cxn ang="0">
                  <a:pos x="1289" y="2073"/>
                </a:cxn>
                <a:cxn ang="0">
                  <a:pos x="1332" y="2088"/>
                </a:cxn>
                <a:cxn ang="0">
                  <a:pos x="1375" y="2052"/>
                </a:cxn>
              </a:cxnLst>
              <a:rect l="0" t="0" r="r" b="b"/>
              <a:pathLst>
                <a:path w="1393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3" y="2023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2" name="Freeform 130"/>
            <p:cNvSpPr>
              <a:spLocks/>
            </p:cNvSpPr>
            <p:nvPr/>
          </p:nvSpPr>
          <p:spPr bwMode="auto">
            <a:xfrm>
              <a:off x="749" y="2812"/>
              <a:ext cx="2912" cy="446"/>
            </a:xfrm>
            <a:custGeom>
              <a:avLst/>
              <a:gdLst/>
              <a:ahLst/>
              <a:cxnLst>
                <a:cxn ang="0">
                  <a:pos x="57" y="234"/>
                </a:cxn>
                <a:cxn ang="0">
                  <a:pos x="119" y="248"/>
                </a:cxn>
                <a:cxn ang="0">
                  <a:pos x="180" y="284"/>
                </a:cxn>
                <a:cxn ang="0">
                  <a:pos x="241" y="281"/>
                </a:cxn>
                <a:cxn ang="0">
                  <a:pos x="302" y="245"/>
                </a:cxn>
                <a:cxn ang="0">
                  <a:pos x="363" y="230"/>
                </a:cxn>
                <a:cxn ang="0">
                  <a:pos x="425" y="266"/>
                </a:cxn>
                <a:cxn ang="0">
                  <a:pos x="486" y="291"/>
                </a:cxn>
                <a:cxn ang="0">
                  <a:pos x="547" y="266"/>
                </a:cxn>
                <a:cxn ang="0">
                  <a:pos x="608" y="227"/>
                </a:cxn>
                <a:cxn ang="0">
                  <a:pos x="669" y="241"/>
                </a:cxn>
                <a:cxn ang="0">
                  <a:pos x="731" y="284"/>
                </a:cxn>
                <a:cxn ang="0">
                  <a:pos x="792" y="291"/>
                </a:cxn>
                <a:cxn ang="0">
                  <a:pos x="853" y="245"/>
                </a:cxn>
                <a:cxn ang="0">
                  <a:pos x="914" y="223"/>
                </a:cxn>
                <a:cxn ang="0">
                  <a:pos x="975" y="263"/>
                </a:cxn>
                <a:cxn ang="0">
                  <a:pos x="1037" y="302"/>
                </a:cxn>
                <a:cxn ang="0">
                  <a:pos x="1098" y="273"/>
                </a:cxn>
                <a:cxn ang="0">
                  <a:pos x="1159" y="223"/>
                </a:cxn>
                <a:cxn ang="0">
                  <a:pos x="1220" y="230"/>
                </a:cxn>
                <a:cxn ang="0">
                  <a:pos x="1281" y="288"/>
                </a:cxn>
                <a:cxn ang="0">
                  <a:pos x="1343" y="302"/>
                </a:cxn>
                <a:cxn ang="0">
                  <a:pos x="1404" y="252"/>
                </a:cxn>
                <a:cxn ang="0">
                  <a:pos x="1461" y="209"/>
                </a:cxn>
                <a:cxn ang="0">
                  <a:pos x="1523" y="248"/>
                </a:cxn>
                <a:cxn ang="0">
                  <a:pos x="1580" y="309"/>
                </a:cxn>
                <a:cxn ang="0">
                  <a:pos x="1641" y="295"/>
                </a:cxn>
                <a:cxn ang="0">
                  <a:pos x="1692" y="234"/>
                </a:cxn>
                <a:cxn ang="0">
                  <a:pos x="1753" y="201"/>
                </a:cxn>
                <a:cxn ang="0">
                  <a:pos x="1811" y="255"/>
                </a:cxn>
                <a:cxn ang="0">
                  <a:pos x="1857" y="317"/>
                </a:cxn>
                <a:cxn ang="0">
                  <a:pos x="1919" y="306"/>
                </a:cxn>
                <a:cxn ang="0">
                  <a:pos x="1962" y="245"/>
                </a:cxn>
                <a:cxn ang="0">
                  <a:pos x="2009" y="187"/>
                </a:cxn>
                <a:cxn ang="0">
                  <a:pos x="2066" y="219"/>
                </a:cxn>
                <a:cxn ang="0">
                  <a:pos x="2102" y="281"/>
                </a:cxn>
                <a:cxn ang="0">
                  <a:pos x="2149" y="342"/>
                </a:cxn>
                <a:cxn ang="0">
                  <a:pos x="2207" y="309"/>
                </a:cxn>
                <a:cxn ang="0">
                  <a:pos x="2235" y="248"/>
                </a:cxn>
                <a:cxn ang="0">
                  <a:pos x="2268" y="187"/>
                </a:cxn>
                <a:cxn ang="0">
                  <a:pos x="2325" y="176"/>
                </a:cxn>
                <a:cxn ang="0">
                  <a:pos x="2361" y="237"/>
                </a:cxn>
                <a:cxn ang="0">
                  <a:pos x="2387" y="299"/>
                </a:cxn>
                <a:cxn ang="0">
                  <a:pos x="2419" y="360"/>
                </a:cxn>
                <a:cxn ang="0">
                  <a:pos x="2473" y="349"/>
                </a:cxn>
                <a:cxn ang="0">
                  <a:pos x="2498" y="288"/>
                </a:cxn>
                <a:cxn ang="0">
                  <a:pos x="2523" y="219"/>
                </a:cxn>
                <a:cxn ang="0">
                  <a:pos x="2549" y="155"/>
                </a:cxn>
                <a:cxn ang="0">
                  <a:pos x="2599" y="129"/>
                </a:cxn>
                <a:cxn ang="0">
                  <a:pos x="2628" y="194"/>
                </a:cxn>
                <a:cxn ang="0">
                  <a:pos x="2653" y="273"/>
                </a:cxn>
                <a:cxn ang="0">
                  <a:pos x="2675" y="360"/>
                </a:cxn>
                <a:cxn ang="0">
                  <a:pos x="2700" y="425"/>
                </a:cxn>
                <a:cxn ang="0">
                  <a:pos x="2747" y="414"/>
                </a:cxn>
                <a:cxn ang="0">
                  <a:pos x="2772" y="335"/>
                </a:cxn>
                <a:cxn ang="0">
                  <a:pos x="2793" y="227"/>
                </a:cxn>
                <a:cxn ang="0">
                  <a:pos x="2819" y="111"/>
                </a:cxn>
                <a:cxn ang="0">
                  <a:pos x="2840" y="29"/>
                </a:cxn>
                <a:cxn ang="0">
                  <a:pos x="2883" y="29"/>
                </a:cxn>
                <a:cxn ang="0">
                  <a:pos x="2909" y="133"/>
                </a:cxn>
              </a:cxnLst>
              <a:rect l="0" t="0" r="r" b="b"/>
              <a:pathLst>
                <a:path w="2912" h="446">
                  <a:moveTo>
                    <a:pt x="0" y="259"/>
                  </a:moveTo>
                  <a:lnTo>
                    <a:pt x="3" y="259"/>
                  </a:lnTo>
                  <a:lnTo>
                    <a:pt x="7" y="255"/>
                  </a:lnTo>
                  <a:lnTo>
                    <a:pt x="11" y="252"/>
                  </a:lnTo>
                  <a:lnTo>
                    <a:pt x="14" y="252"/>
                  </a:lnTo>
                  <a:lnTo>
                    <a:pt x="18" y="248"/>
                  </a:lnTo>
                  <a:lnTo>
                    <a:pt x="21" y="245"/>
                  </a:lnTo>
                  <a:lnTo>
                    <a:pt x="25" y="245"/>
                  </a:lnTo>
                  <a:lnTo>
                    <a:pt x="29" y="241"/>
                  </a:lnTo>
                  <a:lnTo>
                    <a:pt x="32" y="241"/>
                  </a:lnTo>
                  <a:lnTo>
                    <a:pt x="36" y="237"/>
                  </a:lnTo>
                  <a:lnTo>
                    <a:pt x="39" y="237"/>
                  </a:lnTo>
                  <a:lnTo>
                    <a:pt x="43" y="237"/>
                  </a:lnTo>
                  <a:lnTo>
                    <a:pt x="47" y="234"/>
                  </a:lnTo>
                  <a:lnTo>
                    <a:pt x="50" y="234"/>
                  </a:lnTo>
                  <a:lnTo>
                    <a:pt x="54" y="234"/>
                  </a:lnTo>
                  <a:lnTo>
                    <a:pt x="57" y="234"/>
                  </a:lnTo>
                  <a:lnTo>
                    <a:pt x="61" y="230"/>
                  </a:lnTo>
                  <a:lnTo>
                    <a:pt x="65" y="230"/>
                  </a:lnTo>
                  <a:lnTo>
                    <a:pt x="68" y="230"/>
                  </a:lnTo>
                  <a:lnTo>
                    <a:pt x="72" y="230"/>
                  </a:lnTo>
                  <a:lnTo>
                    <a:pt x="75" y="230"/>
                  </a:lnTo>
                  <a:lnTo>
                    <a:pt x="79" y="234"/>
                  </a:lnTo>
                  <a:lnTo>
                    <a:pt x="83" y="234"/>
                  </a:lnTo>
                  <a:lnTo>
                    <a:pt x="86" y="234"/>
                  </a:lnTo>
                  <a:lnTo>
                    <a:pt x="90" y="234"/>
                  </a:lnTo>
                  <a:lnTo>
                    <a:pt x="93" y="234"/>
                  </a:lnTo>
                  <a:lnTo>
                    <a:pt x="97" y="237"/>
                  </a:lnTo>
                  <a:lnTo>
                    <a:pt x="101" y="237"/>
                  </a:lnTo>
                  <a:lnTo>
                    <a:pt x="104" y="241"/>
                  </a:lnTo>
                  <a:lnTo>
                    <a:pt x="108" y="241"/>
                  </a:lnTo>
                  <a:lnTo>
                    <a:pt x="111" y="245"/>
                  </a:lnTo>
                  <a:lnTo>
                    <a:pt x="115" y="245"/>
                  </a:lnTo>
                  <a:lnTo>
                    <a:pt x="119" y="248"/>
                  </a:lnTo>
                  <a:lnTo>
                    <a:pt x="122" y="252"/>
                  </a:lnTo>
                  <a:lnTo>
                    <a:pt x="126" y="252"/>
                  </a:lnTo>
                  <a:lnTo>
                    <a:pt x="129" y="255"/>
                  </a:lnTo>
                  <a:lnTo>
                    <a:pt x="133" y="255"/>
                  </a:lnTo>
                  <a:lnTo>
                    <a:pt x="137" y="259"/>
                  </a:lnTo>
                  <a:lnTo>
                    <a:pt x="140" y="263"/>
                  </a:lnTo>
                  <a:lnTo>
                    <a:pt x="144" y="263"/>
                  </a:lnTo>
                  <a:lnTo>
                    <a:pt x="147" y="266"/>
                  </a:lnTo>
                  <a:lnTo>
                    <a:pt x="151" y="270"/>
                  </a:lnTo>
                  <a:lnTo>
                    <a:pt x="155" y="270"/>
                  </a:lnTo>
                  <a:lnTo>
                    <a:pt x="158" y="273"/>
                  </a:lnTo>
                  <a:lnTo>
                    <a:pt x="162" y="273"/>
                  </a:lnTo>
                  <a:lnTo>
                    <a:pt x="165" y="277"/>
                  </a:lnTo>
                  <a:lnTo>
                    <a:pt x="169" y="277"/>
                  </a:lnTo>
                  <a:lnTo>
                    <a:pt x="173" y="281"/>
                  </a:lnTo>
                  <a:lnTo>
                    <a:pt x="176" y="281"/>
                  </a:lnTo>
                  <a:lnTo>
                    <a:pt x="180" y="284"/>
                  </a:lnTo>
                  <a:lnTo>
                    <a:pt x="183" y="284"/>
                  </a:lnTo>
                  <a:lnTo>
                    <a:pt x="187" y="288"/>
                  </a:lnTo>
                  <a:lnTo>
                    <a:pt x="191" y="288"/>
                  </a:lnTo>
                  <a:lnTo>
                    <a:pt x="194" y="288"/>
                  </a:lnTo>
                  <a:lnTo>
                    <a:pt x="198" y="288"/>
                  </a:lnTo>
                  <a:lnTo>
                    <a:pt x="201" y="288"/>
                  </a:lnTo>
                  <a:lnTo>
                    <a:pt x="205" y="291"/>
                  </a:lnTo>
                  <a:lnTo>
                    <a:pt x="209" y="291"/>
                  </a:lnTo>
                  <a:lnTo>
                    <a:pt x="212" y="291"/>
                  </a:lnTo>
                  <a:lnTo>
                    <a:pt x="216" y="288"/>
                  </a:lnTo>
                  <a:lnTo>
                    <a:pt x="219" y="288"/>
                  </a:lnTo>
                  <a:lnTo>
                    <a:pt x="223" y="288"/>
                  </a:lnTo>
                  <a:lnTo>
                    <a:pt x="227" y="288"/>
                  </a:lnTo>
                  <a:lnTo>
                    <a:pt x="230" y="288"/>
                  </a:lnTo>
                  <a:lnTo>
                    <a:pt x="234" y="284"/>
                  </a:lnTo>
                  <a:lnTo>
                    <a:pt x="237" y="284"/>
                  </a:lnTo>
                  <a:lnTo>
                    <a:pt x="241" y="281"/>
                  </a:lnTo>
                  <a:lnTo>
                    <a:pt x="245" y="281"/>
                  </a:lnTo>
                  <a:lnTo>
                    <a:pt x="248" y="277"/>
                  </a:lnTo>
                  <a:lnTo>
                    <a:pt x="252" y="277"/>
                  </a:lnTo>
                  <a:lnTo>
                    <a:pt x="255" y="273"/>
                  </a:lnTo>
                  <a:lnTo>
                    <a:pt x="259" y="273"/>
                  </a:lnTo>
                  <a:lnTo>
                    <a:pt x="263" y="270"/>
                  </a:lnTo>
                  <a:lnTo>
                    <a:pt x="266" y="266"/>
                  </a:lnTo>
                  <a:lnTo>
                    <a:pt x="270" y="266"/>
                  </a:lnTo>
                  <a:lnTo>
                    <a:pt x="273" y="263"/>
                  </a:lnTo>
                  <a:lnTo>
                    <a:pt x="277" y="259"/>
                  </a:lnTo>
                  <a:lnTo>
                    <a:pt x="281" y="259"/>
                  </a:lnTo>
                  <a:lnTo>
                    <a:pt x="284" y="255"/>
                  </a:lnTo>
                  <a:lnTo>
                    <a:pt x="288" y="252"/>
                  </a:lnTo>
                  <a:lnTo>
                    <a:pt x="291" y="252"/>
                  </a:lnTo>
                  <a:lnTo>
                    <a:pt x="295" y="248"/>
                  </a:lnTo>
                  <a:lnTo>
                    <a:pt x="299" y="245"/>
                  </a:lnTo>
                  <a:lnTo>
                    <a:pt x="302" y="245"/>
                  </a:lnTo>
                  <a:lnTo>
                    <a:pt x="306" y="241"/>
                  </a:lnTo>
                  <a:lnTo>
                    <a:pt x="309" y="241"/>
                  </a:lnTo>
                  <a:lnTo>
                    <a:pt x="313" y="237"/>
                  </a:lnTo>
                  <a:lnTo>
                    <a:pt x="317" y="237"/>
                  </a:lnTo>
                  <a:lnTo>
                    <a:pt x="320" y="234"/>
                  </a:lnTo>
                  <a:lnTo>
                    <a:pt x="324" y="234"/>
                  </a:lnTo>
                  <a:lnTo>
                    <a:pt x="327" y="230"/>
                  </a:lnTo>
                  <a:lnTo>
                    <a:pt x="331" y="230"/>
                  </a:lnTo>
                  <a:lnTo>
                    <a:pt x="335" y="230"/>
                  </a:lnTo>
                  <a:lnTo>
                    <a:pt x="338" y="230"/>
                  </a:lnTo>
                  <a:lnTo>
                    <a:pt x="342" y="230"/>
                  </a:lnTo>
                  <a:lnTo>
                    <a:pt x="345" y="230"/>
                  </a:lnTo>
                  <a:lnTo>
                    <a:pt x="349" y="230"/>
                  </a:lnTo>
                  <a:lnTo>
                    <a:pt x="353" y="230"/>
                  </a:lnTo>
                  <a:lnTo>
                    <a:pt x="356" y="230"/>
                  </a:lnTo>
                  <a:lnTo>
                    <a:pt x="360" y="230"/>
                  </a:lnTo>
                  <a:lnTo>
                    <a:pt x="363" y="230"/>
                  </a:lnTo>
                  <a:lnTo>
                    <a:pt x="367" y="230"/>
                  </a:lnTo>
                  <a:lnTo>
                    <a:pt x="371" y="234"/>
                  </a:lnTo>
                  <a:lnTo>
                    <a:pt x="374" y="234"/>
                  </a:lnTo>
                  <a:lnTo>
                    <a:pt x="378" y="234"/>
                  </a:lnTo>
                  <a:lnTo>
                    <a:pt x="381" y="237"/>
                  </a:lnTo>
                  <a:lnTo>
                    <a:pt x="385" y="237"/>
                  </a:lnTo>
                  <a:lnTo>
                    <a:pt x="389" y="241"/>
                  </a:lnTo>
                  <a:lnTo>
                    <a:pt x="392" y="245"/>
                  </a:lnTo>
                  <a:lnTo>
                    <a:pt x="396" y="245"/>
                  </a:lnTo>
                  <a:lnTo>
                    <a:pt x="399" y="248"/>
                  </a:lnTo>
                  <a:lnTo>
                    <a:pt x="403" y="252"/>
                  </a:lnTo>
                  <a:lnTo>
                    <a:pt x="407" y="252"/>
                  </a:lnTo>
                  <a:lnTo>
                    <a:pt x="410" y="255"/>
                  </a:lnTo>
                  <a:lnTo>
                    <a:pt x="414" y="259"/>
                  </a:lnTo>
                  <a:lnTo>
                    <a:pt x="417" y="259"/>
                  </a:lnTo>
                  <a:lnTo>
                    <a:pt x="421" y="263"/>
                  </a:lnTo>
                  <a:lnTo>
                    <a:pt x="425" y="266"/>
                  </a:lnTo>
                  <a:lnTo>
                    <a:pt x="428" y="266"/>
                  </a:lnTo>
                  <a:lnTo>
                    <a:pt x="432" y="270"/>
                  </a:lnTo>
                  <a:lnTo>
                    <a:pt x="435" y="273"/>
                  </a:lnTo>
                  <a:lnTo>
                    <a:pt x="439" y="277"/>
                  </a:lnTo>
                  <a:lnTo>
                    <a:pt x="443" y="277"/>
                  </a:lnTo>
                  <a:lnTo>
                    <a:pt x="446" y="281"/>
                  </a:lnTo>
                  <a:lnTo>
                    <a:pt x="450" y="281"/>
                  </a:lnTo>
                  <a:lnTo>
                    <a:pt x="453" y="284"/>
                  </a:lnTo>
                  <a:lnTo>
                    <a:pt x="457" y="284"/>
                  </a:lnTo>
                  <a:lnTo>
                    <a:pt x="461" y="288"/>
                  </a:lnTo>
                  <a:lnTo>
                    <a:pt x="464" y="288"/>
                  </a:lnTo>
                  <a:lnTo>
                    <a:pt x="468" y="291"/>
                  </a:lnTo>
                  <a:lnTo>
                    <a:pt x="471" y="291"/>
                  </a:lnTo>
                  <a:lnTo>
                    <a:pt x="475" y="291"/>
                  </a:lnTo>
                  <a:lnTo>
                    <a:pt x="479" y="291"/>
                  </a:lnTo>
                  <a:lnTo>
                    <a:pt x="482" y="291"/>
                  </a:lnTo>
                  <a:lnTo>
                    <a:pt x="486" y="291"/>
                  </a:lnTo>
                  <a:lnTo>
                    <a:pt x="489" y="291"/>
                  </a:lnTo>
                  <a:lnTo>
                    <a:pt x="493" y="291"/>
                  </a:lnTo>
                  <a:lnTo>
                    <a:pt x="497" y="291"/>
                  </a:lnTo>
                  <a:lnTo>
                    <a:pt x="500" y="291"/>
                  </a:lnTo>
                  <a:lnTo>
                    <a:pt x="504" y="291"/>
                  </a:lnTo>
                  <a:lnTo>
                    <a:pt x="507" y="288"/>
                  </a:lnTo>
                  <a:lnTo>
                    <a:pt x="511" y="288"/>
                  </a:lnTo>
                  <a:lnTo>
                    <a:pt x="515" y="288"/>
                  </a:lnTo>
                  <a:lnTo>
                    <a:pt x="518" y="284"/>
                  </a:lnTo>
                  <a:lnTo>
                    <a:pt x="522" y="284"/>
                  </a:lnTo>
                  <a:lnTo>
                    <a:pt x="525" y="281"/>
                  </a:lnTo>
                  <a:lnTo>
                    <a:pt x="529" y="281"/>
                  </a:lnTo>
                  <a:lnTo>
                    <a:pt x="533" y="277"/>
                  </a:lnTo>
                  <a:lnTo>
                    <a:pt x="536" y="273"/>
                  </a:lnTo>
                  <a:lnTo>
                    <a:pt x="540" y="273"/>
                  </a:lnTo>
                  <a:lnTo>
                    <a:pt x="543" y="270"/>
                  </a:lnTo>
                  <a:lnTo>
                    <a:pt x="547" y="266"/>
                  </a:lnTo>
                  <a:lnTo>
                    <a:pt x="551" y="263"/>
                  </a:lnTo>
                  <a:lnTo>
                    <a:pt x="554" y="263"/>
                  </a:lnTo>
                  <a:lnTo>
                    <a:pt x="558" y="259"/>
                  </a:lnTo>
                  <a:lnTo>
                    <a:pt x="561" y="255"/>
                  </a:lnTo>
                  <a:lnTo>
                    <a:pt x="565" y="252"/>
                  </a:lnTo>
                  <a:lnTo>
                    <a:pt x="569" y="252"/>
                  </a:lnTo>
                  <a:lnTo>
                    <a:pt x="572" y="248"/>
                  </a:lnTo>
                  <a:lnTo>
                    <a:pt x="576" y="245"/>
                  </a:lnTo>
                  <a:lnTo>
                    <a:pt x="579" y="241"/>
                  </a:lnTo>
                  <a:lnTo>
                    <a:pt x="583" y="241"/>
                  </a:lnTo>
                  <a:lnTo>
                    <a:pt x="587" y="237"/>
                  </a:lnTo>
                  <a:lnTo>
                    <a:pt x="590" y="237"/>
                  </a:lnTo>
                  <a:lnTo>
                    <a:pt x="594" y="234"/>
                  </a:lnTo>
                  <a:lnTo>
                    <a:pt x="597" y="234"/>
                  </a:lnTo>
                  <a:lnTo>
                    <a:pt x="601" y="230"/>
                  </a:lnTo>
                  <a:lnTo>
                    <a:pt x="605" y="230"/>
                  </a:lnTo>
                  <a:lnTo>
                    <a:pt x="608" y="227"/>
                  </a:lnTo>
                  <a:lnTo>
                    <a:pt x="612" y="227"/>
                  </a:lnTo>
                  <a:lnTo>
                    <a:pt x="615" y="227"/>
                  </a:lnTo>
                  <a:lnTo>
                    <a:pt x="619" y="227"/>
                  </a:lnTo>
                  <a:lnTo>
                    <a:pt x="623" y="227"/>
                  </a:lnTo>
                  <a:lnTo>
                    <a:pt x="626" y="227"/>
                  </a:lnTo>
                  <a:lnTo>
                    <a:pt x="630" y="227"/>
                  </a:lnTo>
                  <a:lnTo>
                    <a:pt x="633" y="227"/>
                  </a:lnTo>
                  <a:lnTo>
                    <a:pt x="637" y="227"/>
                  </a:lnTo>
                  <a:lnTo>
                    <a:pt x="641" y="227"/>
                  </a:lnTo>
                  <a:lnTo>
                    <a:pt x="644" y="227"/>
                  </a:lnTo>
                  <a:lnTo>
                    <a:pt x="648" y="230"/>
                  </a:lnTo>
                  <a:lnTo>
                    <a:pt x="651" y="230"/>
                  </a:lnTo>
                  <a:lnTo>
                    <a:pt x="655" y="234"/>
                  </a:lnTo>
                  <a:lnTo>
                    <a:pt x="659" y="234"/>
                  </a:lnTo>
                  <a:lnTo>
                    <a:pt x="662" y="237"/>
                  </a:lnTo>
                  <a:lnTo>
                    <a:pt x="666" y="237"/>
                  </a:lnTo>
                  <a:lnTo>
                    <a:pt x="669" y="241"/>
                  </a:lnTo>
                  <a:lnTo>
                    <a:pt x="673" y="245"/>
                  </a:lnTo>
                  <a:lnTo>
                    <a:pt x="677" y="245"/>
                  </a:lnTo>
                  <a:lnTo>
                    <a:pt x="680" y="248"/>
                  </a:lnTo>
                  <a:lnTo>
                    <a:pt x="684" y="252"/>
                  </a:lnTo>
                  <a:lnTo>
                    <a:pt x="687" y="252"/>
                  </a:lnTo>
                  <a:lnTo>
                    <a:pt x="691" y="255"/>
                  </a:lnTo>
                  <a:lnTo>
                    <a:pt x="695" y="259"/>
                  </a:lnTo>
                  <a:lnTo>
                    <a:pt x="698" y="263"/>
                  </a:lnTo>
                  <a:lnTo>
                    <a:pt x="702" y="263"/>
                  </a:lnTo>
                  <a:lnTo>
                    <a:pt x="705" y="266"/>
                  </a:lnTo>
                  <a:lnTo>
                    <a:pt x="709" y="270"/>
                  </a:lnTo>
                  <a:lnTo>
                    <a:pt x="713" y="273"/>
                  </a:lnTo>
                  <a:lnTo>
                    <a:pt x="716" y="277"/>
                  </a:lnTo>
                  <a:lnTo>
                    <a:pt x="720" y="277"/>
                  </a:lnTo>
                  <a:lnTo>
                    <a:pt x="723" y="281"/>
                  </a:lnTo>
                  <a:lnTo>
                    <a:pt x="727" y="284"/>
                  </a:lnTo>
                  <a:lnTo>
                    <a:pt x="731" y="284"/>
                  </a:lnTo>
                  <a:lnTo>
                    <a:pt x="734" y="288"/>
                  </a:lnTo>
                  <a:lnTo>
                    <a:pt x="738" y="288"/>
                  </a:lnTo>
                  <a:lnTo>
                    <a:pt x="741" y="291"/>
                  </a:lnTo>
                  <a:lnTo>
                    <a:pt x="745" y="291"/>
                  </a:lnTo>
                  <a:lnTo>
                    <a:pt x="749" y="295"/>
                  </a:lnTo>
                  <a:lnTo>
                    <a:pt x="752" y="295"/>
                  </a:lnTo>
                  <a:lnTo>
                    <a:pt x="756" y="295"/>
                  </a:lnTo>
                  <a:lnTo>
                    <a:pt x="759" y="295"/>
                  </a:lnTo>
                  <a:lnTo>
                    <a:pt x="763" y="295"/>
                  </a:lnTo>
                  <a:lnTo>
                    <a:pt x="767" y="295"/>
                  </a:lnTo>
                  <a:lnTo>
                    <a:pt x="770" y="295"/>
                  </a:lnTo>
                  <a:lnTo>
                    <a:pt x="774" y="295"/>
                  </a:lnTo>
                  <a:lnTo>
                    <a:pt x="777" y="295"/>
                  </a:lnTo>
                  <a:lnTo>
                    <a:pt x="781" y="295"/>
                  </a:lnTo>
                  <a:lnTo>
                    <a:pt x="785" y="295"/>
                  </a:lnTo>
                  <a:lnTo>
                    <a:pt x="788" y="291"/>
                  </a:lnTo>
                  <a:lnTo>
                    <a:pt x="792" y="291"/>
                  </a:lnTo>
                  <a:lnTo>
                    <a:pt x="795" y="288"/>
                  </a:lnTo>
                  <a:lnTo>
                    <a:pt x="799" y="288"/>
                  </a:lnTo>
                  <a:lnTo>
                    <a:pt x="803" y="284"/>
                  </a:lnTo>
                  <a:lnTo>
                    <a:pt x="806" y="284"/>
                  </a:lnTo>
                  <a:lnTo>
                    <a:pt x="810" y="281"/>
                  </a:lnTo>
                  <a:lnTo>
                    <a:pt x="813" y="277"/>
                  </a:lnTo>
                  <a:lnTo>
                    <a:pt x="817" y="273"/>
                  </a:lnTo>
                  <a:lnTo>
                    <a:pt x="821" y="270"/>
                  </a:lnTo>
                  <a:lnTo>
                    <a:pt x="824" y="270"/>
                  </a:lnTo>
                  <a:lnTo>
                    <a:pt x="828" y="266"/>
                  </a:lnTo>
                  <a:lnTo>
                    <a:pt x="831" y="263"/>
                  </a:lnTo>
                  <a:lnTo>
                    <a:pt x="835" y="259"/>
                  </a:lnTo>
                  <a:lnTo>
                    <a:pt x="839" y="255"/>
                  </a:lnTo>
                  <a:lnTo>
                    <a:pt x="842" y="255"/>
                  </a:lnTo>
                  <a:lnTo>
                    <a:pt x="846" y="252"/>
                  </a:lnTo>
                  <a:lnTo>
                    <a:pt x="849" y="248"/>
                  </a:lnTo>
                  <a:lnTo>
                    <a:pt x="853" y="245"/>
                  </a:lnTo>
                  <a:lnTo>
                    <a:pt x="857" y="241"/>
                  </a:lnTo>
                  <a:lnTo>
                    <a:pt x="860" y="241"/>
                  </a:lnTo>
                  <a:lnTo>
                    <a:pt x="864" y="237"/>
                  </a:lnTo>
                  <a:lnTo>
                    <a:pt x="867" y="234"/>
                  </a:lnTo>
                  <a:lnTo>
                    <a:pt x="871" y="230"/>
                  </a:lnTo>
                  <a:lnTo>
                    <a:pt x="875" y="230"/>
                  </a:lnTo>
                  <a:lnTo>
                    <a:pt x="878" y="227"/>
                  </a:lnTo>
                  <a:lnTo>
                    <a:pt x="882" y="227"/>
                  </a:lnTo>
                  <a:lnTo>
                    <a:pt x="885" y="227"/>
                  </a:lnTo>
                  <a:lnTo>
                    <a:pt x="889" y="223"/>
                  </a:lnTo>
                  <a:lnTo>
                    <a:pt x="893" y="223"/>
                  </a:lnTo>
                  <a:lnTo>
                    <a:pt x="896" y="223"/>
                  </a:lnTo>
                  <a:lnTo>
                    <a:pt x="900" y="223"/>
                  </a:lnTo>
                  <a:lnTo>
                    <a:pt x="903" y="219"/>
                  </a:lnTo>
                  <a:lnTo>
                    <a:pt x="907" y="219"/>
                  </a:lnTo>
                  <a:lnTo>
                    <a:pt x="911" y="219"/>
                  </a:lnTo>
                  <a:lnTo>
                    <a:pt x="914" y="223"/>
                  </a:lnTo>
                  <a:lnTo>
                    <a:pt x="918" y="223"/>
                  </a:lnTo>
                  <a:lnTo>
                    <a:pt x="921" y="223"/>
                  </a:lnTo>
                  <a:lnTo>
                    <a:pt x="925" y="227"/>
                  </a:lnTo>
                  <a:lnTo>
                    <a:pt x="929" y="227"/>
                  </a:lnTo>
                  <a:lnTo>
                    <a:pt x="932" y="227"/>
                  </a:lnTo>
                  <a:lnTo>
                    <a:pt x="936" y="230"/>
                  </a:lnTo>
                  <a:lnTo>
                    <a:pt x="939" y="230"/>
                  </a:lnTo>
                  <a:lnTo>
                    <a:pt x="943" y="234"/>
                  </a:lnTo>
                  <a:lnTo>
                    <a:pt x="947" y="237"/>
                  </a:lnTo>
                  <a:lnTo>
                    <a:pt x="950" y="241"/>
                  </a:lnTo>
                  <a:lnTo>
                    <a:pt x="954" y="241"/>
                  </a:lnTo>
                  <a:lnTo>
                    <a:pt x="957" y="245"/>
                  </a:lnTo>
                  <a:lnTo>
                    <a:pt x="961" y="248"/>
                  </a:lnTo>
                  <a:lnTo>
                    <a:pt x="965" y="252"/>
                  </a:lnTo>
                  <a:lnTo>
                    <a:pt x="968" y="255"/>
                  </a:lnTo>
                  <a:lnTo>
                    <a:pt x="972" y="259"/>
                  </a:lnTo>
                  <a:lnTo>
                    <a:pt x="975" y="263"/>
                  </a:lnTo>
                  <a:lnTo>
                    <a:pt x="979" y="263"/>
                  </a:lnTo>
                  <a:lnTo>
                    <a:pt x="983" y="266"/>
                  </a:lnTo>
                  <a:lnTo>
                    <a:pt x="986" y="270"/>
                  </a:lnTo>
                  <a:lnTo>
                    <a:pt x="990" y="273"/>
                  </a:lnTo>
                  <a:lnTo>
                    <a:pt x="993" y="277"/>
                  </a:lnTo>
                  <a:lnTo>
                    <a:pt x="997" y="281"/>
                  </a:lnTo>
                  <a:lnTo>
                    <a:pt x="1001" y="284"/>
                  </a:lnTo>
                  <a:lnTo>
                    <a:pt x="1004" y="284"/>
                  </a:lnTo>
                  <a:lnTo>
                    <a:pt x="1008" y="288"/>
                  </a:lnTo>
                  <a:lnTo>
                    <a:pt x="1011" y="291"/>
                  </a:lnTo>
                  <a:lnTo>
                    <a:pt x="1015" y="291"/>
                  </a:lnTo>
                  <a:lnTo>
                    <a:pt x="1019" y="295"/>
                  </a:lnTo>
                  <a:lnTo>
                    <a:pt x="1022" y="295"/>
                  </a:lnTo>
                  <a:lnTo>
                    <a:pt x="1026" y="299"/>
                  </a:lnTo>
                  <a:lnTo>
                    <a:pt x="1029" y="299"/>
                  </a:lnTo>
                  <a:lnTo>
                    <a:pt x="1033" y="299"/>
                  </a:lnTo>
                  <a:lnTo>
                    <a:pt x="1037" y="302"/>
                  </a:lnTo>
                  <a:lnTo>
                    <a:pt x="1040" y="302"/>
                  </a:lnTo>
                  <a:lnTo>
                    <a:pt x="1044" y="302"/>
                  </a:lnTo>
                  <a:lnTo>
                    <a:pt x="1047" y="302"/>
                  </a:lnTo>
                  <a:lnTo>
                    <a:pt x="1051" y="302"/>
                  </a:lnTo>
                  <a:lnTo>
                    <a:pt x="1055" y="299"/>
                  </a:lnTo>
                  <a:lnTo>
                    <a:pt x="1058" y="299"/>
                  </a:lnTo>
                  <a:lnTo>
                    <a:pt x="1062" y="299"/>
                  </a:lnTo>
                  <a:lnTo>
                    <a:pt x="1065" y="299"/>
                  </a:lnTo>
                  <a:lnTo>
                    <a:pt x="1069" y="295"/>
                  </a:lnTo>
                  <a:lnTo>
                    <a:pt x="1073" y="295"/>
                  </a:lnTo>
                  <a:lnTo>
                    <a:pt x="1076" y="291"/>
                  </a:lnTo>
                  <a:lnTo>
                    <a:pt x="1080" y="288"/>
                  </a:lnTo>
                  <a:lnTo>
                    <a:pt x="1083" y="288"/>
                  </a:lnTo>
                  <a:lnTo>
                    <a:pt x="1087" y="284"/>
                  </a:lnTo>
                  <a:lnTo>
                    <a:pt x="1091" y="281"/>
                  </a:lnTo>
                  <a:lnTo>
                    <a:pt x="1094" y="277"/>
                  </a:lnTo>
                  <a:lnTo>
                    <a:pt x="1098" y="273"/>
                  </a:lnTo>
                  <a:lnTo>
                    <a:pt x="1101" y="273"/>
                  </a:lnTo>
                  <a:lnTo>
                    <a:pt x="1105" y="270"/>
                  </a:lnTo>
                  <a:lnTo>
                    <a:pt x="1109" y="266"/>
                  </a:lnTo>
                  <a:lnTo>
                    <a:pt x="1112" y="263"/>
                  </a:lnTo>
                  <a:lnTo>
                    <a:pt x="1116" y="259"/>
                  </a:lnTo>
                  <a:lnTo>
                    <a:pt x="1119" y="255"/>
                  </a:lnTo>
                  <a:lnTo>
                    <a:pt x="1123" y="252"/>
                  </a:lnTo>
                  <a:lnTo>
                    <a:pt x="1127" y="248"/>
                  </a:lnTo>
                  <a:lnTo>
                    <a:pt x="1130" y="245"/>
                  </a:lnTo>
                  <a:lnTo>
                    <a:pt x="1134" y="241"/>
                  </a:lnTo>
                  <a:lnTo>
                    <a:pt x="1137" y="237"/>
                  </a:lnTo>
                  <a:lnTo>
                    <a:pt x="1141" y="234"/>
                  </a:lnTo>
                  <a:lnTo>
                    <a:pt x="1145" y="234"/>
                  </a:lnTo>
                  <a:lnTo>
                    <a:pt x="1148" y="230"/>
                  </a:lnTo>
                  <a:lnTo>
                    <a:pt x="1152" y="227"/>
                  </a:lnTo>
                  <a:lnTo>
                    <a:pt x="1155" y="223"/>
                  </a:lnTo>
                  <a:lnTo>
                    <a:pt x="1159" y="223"/>
                  </a:lnTo>
                  <a:lnTo>
                    <a:pt x="1163" y="219"/>
                  </a:lnTo>
                  <a:lnTo>
                    <a:pt x="1166" y="219"/>
                  </a:lnTo>
                  <a:lnTo>
                    <a:pt x="1170" y="219"/>
                  </a:lnTo>
                  <a:lnTo>
                    <a:pt x="1173" y="216"/>
                  </a:lnTo>
                  <a:lnTo>
                    <a:pt x="1177" y="216"/>
                  </a:lnTo>
                  <a:lnTo>
                    <a:pt x="1181" y="216"/>
                  </a:lnTo>
                  <a:lnTo>
                    <a:pt x="1184" y="216"/>
                  </a:lnTo>
                  <a:lnTo>
                    <a:pt x="1188" y="216"/>
                  </a:lnTo>
                  <a:lnTo>
                    <a:pt x="1191" y="216"/>
                  </a:lnTo>
                  <a:lnTo>
                    <a:pt x="1195" y="216"/>
                  </a:lnTo>
                  <a:lnTo>
                    <a:pt x="1199" y="219"/>
                  </a:lnTo>
                  <a:lnTo>
                    <a:pt x="1202" y="219"/>
                  </a:lnTo>
                  <a:lnTo>
                    <a:pt x="1206" y="219"/>
                  </a:lnTo>
                  <a:lnTo>
                    <a:pt x="1209" y="223"/>
                  </a:lnTo>
                  <a:lnTo>
                    <a:pt x="1213" y="223"/>
                  </a:lnTo>
                  <a:lnTo>
                    <a:pt x="1217" y="227"/>
                  </a:lnTo>
                  <a:lnTo>
                    <a:pt x="1220" y="230"/>
                  </a:lnTo>
                  <a:lnTo>
                    <a:pt x="1224" y="234"/>
                  </a:lnTo>
                  <a:lnTo>
                    <a:pt x="1227" y="234"/>
                  </a:lnTo>
                  <a:lnTo>
                    <a:pt x="1231" y="237"/>
                  </a:lnTo>
                  <a:lnTo>
                    <a:pt x="1235" y="241"/>
                  </a:lnTo>
                  <a:lnTo>
                    <a:pt x="1238" y="245"/>
                  </a:lnTo>
                  <a:lnTo>
                    <a:pt x="1242" y="248"/>
                  </a:lnTo>
                  <a:lnTo>
                    <a:pt x="1245" y="252"/>
                  </a:lnTo>
                  <a:lnTo>
                    <a:pt x="1249" y="255"/>
                  </a:lnTo>
                  <a:lnTo>
                    <a:pt x="1253" y="259"/>
                  </a:lnTo>
                  <a:lnTo>
                    <a:pt x="1256" y="263"/>
                  </a:lnTo>
                  <a:lnTo>
                    <a:pt x="1260" y="266"/>
                  </a:lnTo>
                  <a:lnTo>
                    <a:pt x="1263" y="270"/>
                  </a:lnTo>
                  <a:lnTo>
                    <a:pt x="1267" y="273"/>
                  </a:lnTo>
                  <a:lnTo>
                    <a:pt x="1271" y="277"/>
                  </a:lnTo>
                  <a:lnTo>
                    <a:pt x="1274" y="281"/>
                  </a:lnTo>
                  <a:lnTo>
                    <a:pt x="1278" y="284"/>
                  </a:lnTo>
                  <a:lnTo>
                    <a:pt x="1281" y="288"/>
                  </a:lnTo>
                  <a:lnTo>
                    <a:pt x="1285" y="291"/>
                  </a:lnTo>
                  <a:lnTo>
                    <a:pt x="1289" y="291"/>
                  </a:lnTo>
                  <a:lnTo>
                    <a:pt x="1292" y="295"/>
                  </a:lnTo>
                  <a:lnTo>
                    <a:pt x="1296" y="299"/>
                  </a:lnTo>
                  <a:lnTo>
                    <a:pt x="1299" y="302"/>
                  </a:lnTo>
                  <a:lnTo>
                    <a:pt x="1303" y="302"/>
                  </a:lnTo>
                  <a:lnTo>
                    <a:pt x="1307" y="302"/>
                  </a:lnTo>
                  <a:lnTo>
                    <a:pt x="1310" y="306"/>
                  </a:lnTo>
                  <a:lnTo>
                    <a:pt x="1314" y="306"/>
                  </a:lnTo>
                  <a:lnTo>
                    <a:pt x="1317" y="306"/>
                  </a:lnTo>
                  <a:lnTo>
                    <a:pt x="1321" y="306"/>
                  </a:lnTo>
                  <a:lnTo>
                    <a:pt x="1325" y="309"/>
                  </a:lnTo>
                  <a:lnTo>
                    <a:pt x="1328" y="306"/>
                  </a:lnTo>
                  <a:lnTo>
                    <a:pt x="1332" y="306"/>
                  </a:lnTo>
                  <a:lnTo>
                    <a:pt x="1335" y="306"/>
                  </a:lnTo>
                  <a:lnTo>
                    <a:pt x="1339" y="306"/>
                  </a:lnTo>
                  <a:lnTo>
                    <a:pt x="1343" y="302"/>
                  </a:lnTo>
                  <a:lnTo>
                    <a:pt x="1346" y="302"/>
                  </a:lnTo>
                  <a:lnTo>
                    <a:pt x="1350" y="299"/>
                  </a:lnTo>
                  <a:lnTo>
                    <a:pt x="1353" y="299"/>
                  </a:lnTo>
                  <a:lnTo>
                    <a:pt x="1357" y="295"/>
                  </a:lnTo>
                  <a:lnTo>
                    <a:pt x="1361" y="291"/>
                  </a:lnTo>
                  <a:lnTo>
                    <a:pt x="1364" y="288"/>
                  </a:lnTo>
                  <a:lnTo>
                    <a:pt x="1368" y="288"/>
                  </a:lnTo>
                  <a:lnTo>
                    <a:pt x="1371" y="284"/>
                  </a:lnTo>
                  <a:lnTo>
                    <a:pt x="1375" y="281"/>
                  </a:lnTo>
                  <a:lnTo>
                    <a:pt x="1379" y="277"/>
                  </a:lnTo>
                  <a:lnTo>
                    <a:pt x="1382" y="273"/>
                  </a:lnTo>
                  <a:lnTo>
                    <a:pt x="1386" y="270"/>
                  </a:lnTo>
                  <a:lnTo>
                    <a:pt x="1389" y="266"/>
                  </a:lnTo>
                  <a:lnTo>
                    <a:pt x="1393" y="263"/>
                  </a:lnTo>
                  <a:lnTo>
                    <a:pt x="1397" y="259"/>
                  </a:lnTo>
                  <a:lnTo>
                    <a:pt x="1400" y="255"/>
                  </a:lnTo>
                  <a:lnTo>
                    <a:pt x="1404" y="252"/>
                  </a:lnTo>
                  <a:lnTo>
                    <a:pt x="1404" y="248"/>
                  </a:lnTo>
                  <a:lnTo>
                    <a:pt x="1407" y="245"/>
                  </a:lnTo>
                  <a:lnTo>
                    <a:pt x="1411" y="241"/>
                  </a:lnTo>
                  <a:lnTo>
                    <a:pt x="1415" y="237"/>
                  </a:lnTo>
                  <a:lnTo>
                    <a:pt x="1418" y="234"/>
                  </a:lnTo>
                  <a:lnTo>
                    <a:pt x="1422" y="230"/>
                  </a:lnTo>
                  <a:lnTo>
                    <a:pt x="1425" y="227"/>
                  </a:lnTo>
                  <a:lnTo>
                    <a:pt x="1429" y="223"/>
                  </a:lnTo>
                  <a:lnTo>
                    <a:pt x="1433" y="219"/>
                  </a:lnTo>
                  <a:lnTo>
                    <a:pt x="1436" y="219"/>
                  </a:lnTo>
                  <a:lnTo>
                    <a:pt x="1440" y="216"/>
                  </a:lnTo>
                  <a:lnTo>
                    <a:pt x="1443" y="212"/>
                  </a:lnTo>
                  <a:lnTo>
                    <a:pt x="1447" y="212"/>
                  </a:lnTo>
                  <a:lnTo>
                    <a:pt x="1451" y="209"/>
                  </a:lnTo>
                  <a:lnTo>
                    <a:pt x="1454" y="209"/>
                  </a:lnTo>
                  <a:lnTo>
                    <a:pt x="1458" y="209"/>
                  </a:lnTo>
                  <a:lnTo>
                    <a:pt x="1461" y="209"/>
                  </a:lnTo>
                  <a:lnTo>
                    <a:pt x="1465" y="209"/>
                  </a:lnTo>
                  <a:lnTo>
                    <a:pt x="1469" y="209"/>
                  </a:lnTo>
                  <a:lnTo>
                    <a:pt x="1472" y="209"/>
                  </a:lnTo>
                  <a:lnTo>
                    <a:pt x="1476" y="212"/>
                  </a:lnTo>
                  <a:lnTo>
                    <a:pt x="1479" y="212"/>
                  </a:lnTo>
                  <a:lnTo>
                    <a:pt x="1483" y="212"/>
                  </a:lnTo>
                  <a:lnTo>
                    <a:pt x="1487" y="216"/>
                  </a:lnTo>
                  <a:lnTo>
                    <a:pt x="1490" y="216"/>
                  </a:lnTo>
                  <a:lnTo>
                    <a:pt x="1494" y="219"/>
                  </a:lnTo>
                  <a:lnTo>
                    <a:pt x="1497" y="223"/>
                  </a:lnTo>
                  <a:lnTo>
                    <a:pt x="1501" y="227"/>
                  </a:lnTo>
                  <a:lnTo>
                    <a:pt x="1505" y="230"/>
                  </a:lnTo>
                  <a:lnTo>
                    <a:pt x="1508" y="234"/>
                  </a:lnTo>
                  <a:lnTo>
                    <a:pt x="1512" y="237"/>
                  </a:lnTo>
                  <a:lnTo>
                    <a:pt x="1515" y="241"/>
                  </a:lnTo>
                  <a:lnTo>
                    <a:pt x="1519" y="245"/>
                  </a:lnTo>
                  <a:lnTo>
                    <a:pt x="1523" y="248"/>
                  </a:lnTo>
                  <a:lnTo>
                    <a:pt x="1526" y="252"/>
                  </a:lnTo>
                  <a:lnTo>
                    <a:pt x="1530" y="255"/>
                  </a:lnTo>
                  <a:lnTo>
                    <a:pt x="1533" y="259"/>
                  </a:lnTo>
                  <a:lnTo>
                    <a:pt x="1537" y="263"/>
                  </a:lnTo>
                  <a:lnTo>
                    <a:pt x="1537" y="266"/>
                  </a:lnTo>
                  <a:lnTo>
                    <a:pt x="1541" y="270"/>
                  </a:lnTo>
                  <a:lnTo>
                    <a:pt x="1544" y="273"/>
                  </a:lnTo>
                  <a:lnTo>
                    <a:pt x="1548" y="277"/>
                  </a:lnTo>
                  <a:lnTo>
                    <a:pt x="1551" y="281"/>
                  </a:lnTo>
                  <a:lnTo>
                    <a:pt x="1555" y="284"/>
                  </a:lnTo>
                  <a:lnTo>
                    <a:pt x="1559" y="288"/>
                  </a:lnTo>
                  <a:lnTo>
                    <a:pt x="1562" y="291"/>
                  </a:lnTo>
                  <a:lnTo>
                    <a:pt x="1566" y="295"/>
                  </a:lnTo>
                  <a:lnTo>
                    <a:pt x="1569" y="299"/>
                  </a:lnTo>
                  <a:lnTo>
                    <a:pt x="1573" y="302"/>
                  </a:lnTo>
                  <a:lnTo>
                    <a:pt x="1577" y="306"/>
                  </a:lnTo>
                  <a:lnTo>
                    <a:pt x="1580" y="309"/>
                  </a:lnTo>
                  <a:lnTo>
                    <a:pt x="1584" y="309"/>
                  </a:lnTo>
                  <a:lnTo>
                    <a:pt x="1587" y="313"/>
                  </a:lnTo>
                  <a:lnTo>
                    <a:pt x="1591" y="313"/>
                  </a:lnTo>
                  <a:lnTo>
                    <a:pt x="1595" y="317"/>
                  </a:lnTo>
                  <a:lnTo>
                    <a:pt x="1598" y="317"/>
                  </a:lnTo>
                  <a:lnTo>
                    <a:pt x="1602" y="317"/>
                  </a:lnTo>
                  <a:lnTo>
                    <a:pt x="1605" y="317"/>
                  </a:lnTo>
                  <a:lnTo>
                    <a:pt x="1609" y="317"/>
                  </a:lnTo>
                  <a:lnTo>
                    <a:pt x="1613" y="313"/>
                  </a:lnTo>
                  <a:lnTo>
                    <a:pt x="1616" y="313"/>
                  </a:lnTo>
                  <a:lnTo>
                    <a:pt x="1620" y="313"/>
                  </a:lnTo>
                  <a:lnTo>
                    <a:pt x="1623" y="309"/>
                  </a:lnTo>
                  <a:lnTo>
                    <a:pt x="1627" y="309"/>
                  </a:lnTo>
                  <a:lnTo>
                    <a:pt x="1631" y="306"/>
                  </a:lnTo>
                  <a:lnTo>
                    <a:pt x="1634" y="302"/>
                  </a:lnTo>
                  <a:lnTo>
                    <a:pt x="1638" y="299"/>
                  </a:lnTo>
                  <a:lnTo>
                    <a:pt x="1641" y="295"/>
                  </a:lnTo>
                  <a:lnTo>
                    <a:pt x="1645" y="291"/>
                  </a:lnTo>
                  <a:lnTo>
                    <a:pt x="1649" y="288"/>
                  </a:lnTo>
                  <a:lnTo>
                    <a:pt x="1652" y="284"/>
                  </a:lnTo>
                  <a:lnTo>
                    <a:pt x="1656" y="281"/>
                  </a:lnTo>
                  <a:lnTo>
                    <a:pt x="1659" y="277"/>
                  </a:lnTo>
                  <a:lnTo>
                    <a:pt x="1663" y="273"/>
                  </a:lnTo>
                  <a:lnTo>
                    <a:pt x="1667" y="270"/>
                  </a:lnTo>
                  <a:lnTo>
                    <a:pt x="1667" y="266"/>
                  </a:lnTo>
                  <a:lnTo>
                    <a:pt x="1670" y="263"/>
                  </a:lnTo>
                  <a:lnTo>
                    <a:pt x="1674" y="259"/>
                  </a:lnTo>
                  <a:lnTo>
                    <a:pt x="1677" y="255"/>
                  </a:lnTo>
                  <a:lnTo>
                    <a:pt x="1681" y="252"/>
                  </a:lnTo>
                  <a:lnTo>
                    <a:pt x="1681" y="248"/>
                  </a:lnTo>
                  <a:lnTo>
                    <a:pt x="1685" y="245"/>
                  </a:lnTo>
                  <a:lnTo>
                    <a:pt x="1688" y="241"/>
                  </a:lnTo>
                  <a:lnTo>
                    <a:pt x="1692" y="237"/>
                  </a:lnTo>
                  <a:lnTo>
                    <a:pt x="1692" y="234"/>
                  </a:lnTo>
                  <a:lnTo>
                    <a:pt x="1695" y="230"/>
                  </a:lnTo>
                  <a:lnTo>
                    <a:pt x="1699" y="227"/>
                  </a:lnTo>
                  <a:lnTo>
                    <a:pt x="1703" y="223"/>
                  </a:lnTo>
                  <a:lnTo>
                    <a:pt x="1706" y="219"/>
                  </a:lnTo>
                  <a:lnTo>
                    <a:pt x="1710" y="216"/>
                  </a:lnTo>
                  <a:lnTo>
                    <a:pt x="1713" y="212"/>
                  </a:lnTo>
                  <a:lnTo>
                    <a:pt x="1717" y="209"/>
                  </a:lnTo>
                  <a:lnTo>
                    <a:pt x="1721" y="205"/>
                  </a:lnTo>
                  <a:lnTo>
                    <a:pt x="1724" y="205"/>
                  </a:lnTo>
                  <a:lnTo>
                    <a:pt x="1728" y="201"/>
                  </a:lnTo>
                  <a:lnTo>
                    <a:pt x="1731" y="201"/>
                  </a:lnTo>
                  <a:lnTo>
                    <a:pt x="1735" y="198"/>
                  </a:lnTo>
                  <a:lnTo>
                    <a:pt x="1739" y="198"/>
                  </a:lnTo>
                  <a:lnTo>
                    <a:pt x="1742" y="198"/>
                  </a:lnTo>
                  <a:lnTo>
                    <a:pt x="1746" y="198"/>
                  </a:lnTo>
                  <a:lnTo>
                    <a:pt x="1749" y="198"/>
                  </a:lnTo>
                  <a:lnTo>
                    <a:pt x="1753" y="201"/>
                  </a:lnTo>
                  <a:lnTo>
                    <a:pt x="1757" y="201"/>
                  </a:lnTo>
                  <a:lnTo>
                    <a:pt x="1760" y="205"/>
                  </a:lnTo>
                  <a:lnTo>
                    <a:pt x="1764" y="205"/>
                  </a:lnTo>
                  <a:lnTo>
                    <a:pt x="1767" y="209"/>
                  </a:lnTo>
                  <a:lnTo>
                    <a:pt x="1771" y="212"/>
                  </a:lnTo>
                  <a:lnTo>
                    <a:pt x="1775" y="216"/>
                  </a:lnTo>
                  <a:lnTo>
                    <a:pt x="1778" y="219"/>
                  </a:lnTo>
                  <a:lnTo>
                    <a:pt x="1782" y="223"/>
                  </a:lnTo>
                  <a:lnTo>
                    <a:pt x="1785" y="227"/>
                  </a:lnTo>
                  <a:lnTo>
                    <a:pt x="1789" y="230"/>
                  </a:lnTo>
                  <a:lnTo>
                    <a:pt x="1793" y="234"/>
                  </a:lnTo>
                  <a:lnTo>
                    <a:pt x="1796" y="237"/>
                  </a:lnTo>
                  <a:lnTo>
                    <a:pt x="1800" y="241"/>
                  </a:lnTo>
                  <a:lnTo>
                    <a:pt x="1803" y="245"/>
                  </a:lnTo>
                  <a:lnTo>
                    <a:pt x="1803" y="248"/>
                  </a:lnTo>
                  <a:lnTo>
                    <a:pt x="1807" y="252"/>
                  </a:lnTo>
                  <a:lnTo>
                    <a:pt x="1811" y="255"/>
                  </a:lnTo>
                  <a:lnTo>
                    <a:pt x="1811" y="259"/>
                  </a:lnTo>
                  <a:lnTo>
                    <a:pt x="1814" y="263"/>
                  </a:lnTo>
                  <a:lnTo>
                    <a:pt x="1818" y="266"/>
                  </a:lnTo>
                  <a:lnTo>
                    <a:pt x="1818" y="270"/>
                  </a:lnTo>
                  <a:lnTo>
                    <a:pt x="1821" y="273"/>
                  </a:lnTo>
                  <a:lnTo>
                    <a:pt x="1825" y="277"/>
                  </a:lnTo>
                  <a:lnTo>
                    <a:pt x="1829" y="281"/>
                  </a:lnTo>
                  <a:lnTo>
                    <a:pt x="1829" y="284"/>
                  </a:lnTo>
                  <a:lnTo>
                    <a:pt x="1832" y="288"/>
                  </a:lnTo>
                  <a:lnTo>
                    <a:pt x="1836" y="291"/>
                  </a:lnTo>
                  <a:lnTo>
                    <a:pt x="1839" y="295"/>
                  </a:lnTo>
                  <a:lnTo>
                    <a:pt x="1839" y="299"/>
                  </a:lnTo>
                  <a:lnTo>
                    <a:pt x="1843" y="302"/>
                  </a:lnTo>
                  <a:lnTo>
                    <a:pt x="1847" y="306"/>
                  </a:lnTo>
                  <a:lnTo>
                    <a:pt x="1850" y="309"/>
                  </a:lnTo>
                  <a:lnTo>
                    <a:pt x="1854" y="313"/>
                  </a:lnTo>
                  <a:lnTo>
                    <a:pt x="1857" y="317"/>
                  </a:lnTo>
                  <a:lnTo>
                    <a:pt x="1861" y="320"/>
                  </a:lnTo>
                  <a:lnTo>
                    <a:pt x="1865" y="324"/>
                  </a:lnTo>
                  <a:lnTo>
                    <a:pt x="1868" y="324"/>
                  </a:lnTo>
                  <a:lnTo>
                    <a:pt x="1872" y="327"/>
                  </a:lnTo>
                  <a:lnTo>
                    <a:pt x="1875" y="327"/>
                  </a:lnTo>
                  <a:lnTo>
                    <a:pt x="1879" y="327"/>
                  </a:lnTo>
                  <a:lnTo>
                    <a:pt x="1883" y="327"/>
                  </a:lnTo>
                  <a:lnTo>
                    <a:pt x="1886" y="327"/>
                  </a:lnTo>
                  <a:lnTo>
                    <a:pt x="1890" y="327"/>
                  </a:lnTo>
                  <a:lnTo>
                    <a:pt x="1893" y="327"/>
                  </a:lnTo>
                  <a:lnTo>
                    <a:pt x="1897" y="324"/>
                  </a:lnTo>
                  <a:lnTo>
                    <a:pt x="1901" y="324"/>
                  </a:lnTo>
                  <a:lnTo>
                    <a:pt x="1904" y="320"/>
                  </a:lnTo>
                  <a:lnTo>
                    <a:pt x="1908" y="317"/>
                  </a:lnTo>
                  <a:lnTo>
                    <a:pt x="1911" y="313"/>
                  </a:lnTo>
                  <a:lnTo>
                    <a:pt x="1915" y="309"/>
                  </a:lnTo>
                  <a:lnTo>
                    <a:pt x="1919" y="306"/>
                  </a:lnTo>
                  <a:lnTo>
                    <a:pt x="1922" y="302"/>
                  </a:lnTo>
                  <a:lnTo>
                    <a:pt x="1926" y="299"/>
                  </a:lnTo>
                  <a:lnTo>
                    <a:pt x="1929" y="295"/>
                  </a:lnTo>
                  <a:lnTo>
                    <a:pt x="1933" y="291"/>
                  </a:lnTo>
                  <a:lnTo>
                    <a:pt x="1933" y="288"/>
                  </a:lnTo>
                  <a:lnTo>
                    <a:pt x="1937" y="284"/>
                  </a:lnTo>
                  <a:lnTo>
                    <a:pt x="1940" y="281"/>
                  </a:lnTo>
                  <a:lnTo>
                    <a:pt x="1940" y="277"/>
                  </a:lnTo>
                  <a:lnTo>
                    <a:pt x="1944" y="273"/>
                  </a:lnTo>
                  <a:lnTo>
                    <a:pt x="1947" y="270"/>
                  </a:lnTo>
                  <a:lnTo>
                    <a:pt x="1947" y="266"/>
                  </a:lnTo>
                  <a:lnTo>
                    <a:pt x="1951" y="263"/>
                  </a:lnTo>
                  <a:lnTo>
                    <a:pt x="1951" y="259"/>
                  </a:lnTo>
                  <a:lnTo>
                    <a:pt x="1955" y="255"/>
                  </a:lnTo>
                  <a:lnTo>
                    <a:pt x="1958" y="252"/>
                  </a:lnTo>
                  <a:lnTo>
                    <a:pt x="1958" y="248"/>
                  </a:lnTo>
                  <a:lnTo>
                    <a:pt x="1962" y="245"/>
                  </a:lnTo>
                  <a:lnTo>
                    <a:pt x="1965" y="241"/>
                  </a:lnTo>
                  <a:lnTo>
                    <a:pt x="1965" y="237"/>
                  </a:lnTo>
                  <a:lnTo>
                    <a:pt x="1969" y="234"/>
                  </a:lnTo>
                  <a:lnTo>
                    <a:pt x="1969" y="230"/>
                  </a:lnTo>
                  <a:lnTo>
                    <a:pt x="1973" y="227"/>
                  </a:lnTo>
                  <a:lnTo>
                    <a:pt x="1976" y="223"/>
                  </a:lnTo>
                  <a:lnTo>
                    <a:pt x="1976" y="219"/>
                  </a:lnTo>
                  <a:lnTo>
                    <a:pt x="1980" y="216"/>
                  </a:lnTo>
                  <a:lnTo>
                    <a:pt x="1983" y="212"/>
                  </a:lnTo>
                  <a:lnTo>
                    <a:pt x="1987" y="209"/>
                  </a:lnTo>
                  <a:lnTo>
                    <a:pt x="1991" y="205"/>
                  </a:lnTo>
                  <a:lnTo>
                    <a:pt x="1994" y="201"/>
                  </a:lnTo>
                  <a:lnTo>
                    <a:pt x="1994" y="198"/>
                  </a:lnTo>
                  <a:lnTo>
                    <a:pt x="1998" y="194"/>
                  </a:lnTo>
                  <a:lnTo>
                    <a:pt x="2001" y="191"/>
                  </a:lnTo>
                  <a:lnTo>
                    <a:pt x="2005" y="191"/>
                  </a:lnTo>
                  <a:lnTo>
                    <a:pt x="2009" y="187"/>
                  </a:lnTo>
                  <a:lnTo>
                    <a:pt x="2012" y="187"/>
                  </a:lnTo>
                  <a:lnTo>
                    <a:pt x="2016" y="183"/>
                  </a:lnTo>
                  <a:lnTo>
                    <a:pt x="2019" y="183"/>
                  </a:lnTo>
                  <a:lnTo>
                    <a:pt x="2023" y="183"/>
                  </a:lnTo>
                  <a:lnTo>
                    <a:pt x="2027" y="183"/>
                  </a:lnTo>
                  <a:lnTo>
                    <a:pt x="2030" y="187"/>
                  </a:lnTo>
                  <a:lnTo>
                    <a:pt x="2034" y="187"/>
                  </a:lnTo>
                  <a:lnTo>
                    <a:pt x="2037" y="191"/>
                  </a:lnTo>
                  <a:lnTo>
                    <a:pt x="2041" y="191"/>
                  </a:lnTo>
                  <a:lnTo>
                    <a:pt x="2045" y="194"/>
                  </a:lnTo>
                  <a:lnTo>
                    <a:pt x="2048" y="198"/>
                  </a:lnTo>
                  <a:lnTo>
                    <a:pt x="2052" y="201"/>
                  </a:lnTo>
                  <a:lnTo>
                    <a:pt x="2055" y="205"/>
                  </a:lnTo>
                  <a:lnTo>
                    <a:pt x="2059" y="209"/>
                  </a:lnTo>
                  <a:lnTo>
                    <a:pt x="2063" y="212"/>
                  </a:lnTo>
                  <a:lnTo>
                    <a:pt x="2063" y="216"/>
                  </a:lnTo>
                  <a:lnTo>
                    <a:pt x="2066" y="219"/>
                  </a:lnTo>
                  <a:lnTo>
                    <a:pt x="2070" y="223"/>
                  </a:lnTo>
                  <a:lnTo>
                    <a:pt x="2070" y="227"/>
                  </a:lnTo>
                  <a:lnTo>
                    <a:pt x="2073" y="230"/>
                  </a:lnTo>
                  <a:lnTo>
                    <a:pt x="2077" y="234"/>
                  </a:lnTo>
                  <a:lnTo>
                    <a:pt x="2077" y="237"/>
                  </a:lnTo>
                  <a:lnTo>
                    <a:pt x="2081" y="241"/>
                  </a:lnTo>
                  <a:lnTo>
                    <a:pt x="2081" y="245"/>
                  </a:lnTo>
                  <a:lnTo>
                    <a:pt x="2084" y="248"/>
                  </a:lnTo>
                  <a:lnTo>
                    <a:pt x="2088" y="252"/>
                  </a:lnTo>
                  <a:lnTo>
                    <a:pt x="2088" y="255"/>
                  </a:lnTo>
                  <a:lnTo>
                    <a:pt x="2091" y="259"/>
                  </a:lnTo>
                  <a:lnTo>
                    <a:pt x="2091" y="263"/>
                  </a:lnTo>
                  <a:lnTo>
                    <a:pt x="2095" y="266"/>
                  </a:lnTo>
                  <a:lnTo>
                    <a:pt x="2095" y="270"/>
                  </a:lnTo>
                  <a:lnTo>
                    <a:pt x="2099" y="273"/>
                  </a:lnTo>
                  <a:lnTo>
                    <a:pt x="2099" y="277"/>
                  </a:lnTo>
                  <a:lnTo>
                    <a:pt x="2102" y="281"/>
                  </a:lnTo>
                  <a:lnTo>
                    <a:pt x="2106" y="284"/>
                  </a:lnTo>
                  <a:lnTo>
                    <a:pt x="2106" y="288"/>
                  </a:lnTo>
                  <a:lnTo>
                    <a:pt x="2109" y="291"/>
                  </a:lnTo>
                  <a:lnTo>
                    <a:pt x="2109" y="295"/>
                  </a:lnTo>
                  <a:lnTo>
                    <a:pt x="2113" y="299"/>
                  </a:lnTo>
                  <a:lnTo>
                    <a:pt x="2113" y="302"/>
                  </a:lnTo>
                  <a:lnTo>
                    <a:pt x="2117" y="306"/>
                  </a:lnTo>
                  <a:lnTo>
                    <a:pt x="2120" y="309"/>
                  </a:lnTo>
                  <a:lnTo>
                    <a:pt x="2124" y="313"/>
                  </a:lnTo>
                  <a:lnTo>
                    <a:pt x="2124" y="317"/>
                  </a:lnTo>
                  <a:lnTo>
                    <a:pt x="2127" y="320"/>
                  </a:lnTo>
                  <a:lnTo>
                    <a:pt x="2131" y="324"/>
                  </a:lnTo>
                  <a:lnTo>
                    <a:pt x="2135" y="327"/>
                  </a:lnTo>
                  <a:lnTo>
                    <a:pt x="2138" y="331"/>
                  </a:lnTo>
                  <a:lnTo>
                    <a:pt x="2142" y="335"/>
                  </a:lnTo>
                  <a:lnTo>
                    <a:pt x="2145" y="338"/>
                  </a:lnTo>
                  <a:lnTo>
                    <a:pt x="2149" y="342"/>
                  </a:lnTo>
                  <a:lnTo>
                    <a:pt x="2153" y="345"/>
                  </a:lnTo>
                  <a:lnTo>
                    <a:pt x="2156" y="345"/>
                  </a:lnTo>
                  <a:lnTo>
                    <a:pt x="2160" y="345"/>
                  </a:lnTo>
                  <a:lnTo>
                    <a:pt x="2163" y="345"/>
                  </a:lnTo>
                  <a:lnTo>
                    <a:pt x="2167" y="345"/>
                  </a:lnTo>
                  <a:lnTo>
                    <a:pt x="2171" y="345"/>
                  </a:lnTo>
                  <a:lnTo>
                    <a:pt x="2174" y="342"/>
                  </a:lnTo>
                  <a:lnTo>
                    <a:pt x="2178" y="342"/>
                  </a:lnTo>
                  <a:lnTo>
                    <a:pt x="2181" y="338"/>
                  </a:lnTo>
                  <a:lnTo>
                    <a:pt x="2185" y="335"/>
                  </a:lnTo>
                  <a:lnTo>
                    <a:pt x="2189" y="331"/>
                  </a:lnTo>
                  <a:lnTo>
                    <a:pt x="2192" y="327"/>
                  </a:lnTo>
                  <a:lnTo>
                    <a:pt x="2196" y="324"/>
                  </a:lnTo>
                  <a:lnTo>
                    <a:pt x="2199" y="320"/>
                  </a:lnTo>
                  <a:lnTo>
                    <a:pt x="2199" y="317"/>
                  </a:lnTo>
                  <a:lnTo>
                    <a:pt x="2203" y="313"/>
                  </a:lnTo>
                  <a:lnTo>
                    <a:pt x="2207" y="309"/>
                  </a:lnTo>
                  <a:lnTo>
                    <a:pt x="2207" y="306"/>
                  </a:lnTo>
                  <a:lnTo>
                    <a:pt x="2210" y="302"/>
                  </a:lnTo>
                  <a:lnTo>
                    <a:pt x="2210" y="299"/>
                  </a:lnTo>
                  <a:lnTo>
                    <a:pt x="2210" y="295"/>
                  </a:lnTo>
                  <a:lnTo>
                    <a:pt x="2214" y="291"/>
                  </a:lnTo>
                  <a:lnTo>
                    <a:pt x="2217" y="288"/>
                  </a:lnTo>
                  <a:lnTo>
                    <a:pt x="2217" y="284"/>
                  </a:lnTo>
                  <a:lnTo>
                    <a:pt x="2221" y="281"/>
                  </a:lnTo>
                  <a:lnTo>
                    <a:pt x="2221" y="277"/>
                  </a:lnTo>
                  <a:lnTo>
                    <a:pt x="2225" y="273"/>
                  </a:lnTo>
                  <a:lnTo>
                    <a:pt x="2225" y="270"/>
                  </a:lnTo>
                  <a:lnTo>
                    <a:pt x="2228" y="266"/>
                  </a:lnTo>
                  <a:lnTo>
                    <a:pt x="2228" y="263"/>
                  </a:lnTo>
                  <a:lnTo>
                    <a:pt x="2232" y="259"/>
                  </a:lnTo>
                  <a:lnTo>
                    <a:pt x="2232" y="255"/>
                  </a:lnTo>
                  <a:lnTo>
                    <a:pt x="2235" y="252"/>
                  </a:lnTo>
                  <a:lnTo>
                    <a:pt x="2235" y="248"/>
                  </a:lnTo>
                  <a:lnTo>
                    <a:pt x="2235" y="245"/>
                  </a:lnTo>
                  <a:lnTo>
                    <a:pt x="2239" y="241"/>
                  </a:lnTo>
                  <a:lnTo>
                    <a:pt x="2243" y="237"/>
                  </a:lnTo>
                  <a:lnTo>
                    <a:pt x="2243" y="234"/>
                  </a:lnTo>
                  <a:lnTo>
                    <a:pt x="2243" y="230"/>
                  </a:lnTo>
                  <a:lnTo>
                    <a:pt x="2246" y="227"/>
                  </a:lnTo>
                  <a:lnTo>
                    <a:pt x="2250" y="223"/>
                  </a:lnTo>
                  <a:lnTo>
                    <a:pt x="2250" y="219"/>
                  </a:lnTo>
                  <a:lnTo>
                    <a:pt x="2253" y="216"/>
                  </a:lnTo>
                  <a:lnTo>
                    <a:pt x="2253" y="212"/>
                  </a:lnTo>
                  <a:lnTo>
                    <a:pt x="2253" y="209"/>
                  </a:lnTo>
                  <a:lnTo>
                    <a:pt x="2257" y="205"/>
                  </a:lnTo>
                  <a:lnTo>
                    <a:pt x="2261" y="201"/>
                  </a:lnTo>
                  <a:lnTo>
                    <a:pt x="2261" y="198"/>
                  </a:lnTo>
                  <a:lnTo>
                    <a:pt x="2264" y="194"/>
                  </a:lnTo>
                  <a:lnTo>
                    <a:pt x="2268" y="191"/>
                  </a:lnTo>
                  <a:lnTo>
                    <a:pt x="2268" y="187"/>
                  </a:lnTo>
                  <a:lnTo>
                    <a:pt x="2271" y="183"/>
                  </a:lnTo>
                  <a:lnTo>
                    <a:pt x="2275" y="180"/>
                  </a:lnTo>
                  <a:lnTo>
                    <a:pt x="2279" y="176"/>
                  </a:lnTo>
                  <a:lnTo>
                    <a:pt x="2279" y="173"/>
                  </a:lnTo>
                  <a:lnTo>
                    <a:pt x="2282" y="169"/>
                  </a:lnTo>
                  <a:lnTo>
                    <a:pt x="2286" y="165"/>
                  </a:lnTo>
                  <a:lnTo>
                    <a:pt x="2289" y="165"/>
                  </a:lnTo>
                  <a:lnTo>
                    <a:pt x="2293" y="162"/>
                  </a:lnTo>
                  <a:lnTo>
                    <a:pt x="2297" y="162"/>
                  </a:lnTo>
                  <a:lnTo>
                    <a:pt x="2300" y="162"/>
                  </a:lnTo>
                  <a:lnTo>
                    <a:pt x="2304" y="162"/>
                  </a:lnTo>
                  <a:lnTo>
                    <a:pt x="2307" y="162"/>
                  </a:lnTo>
                  <a:lnTo>
                    <a:pt x="2311" y="162"/>
                  </a:lnTo>
                  <a:lnTo>
                    <a:pt x="2315" y="165"/>
                  </a:lnTo>
                  <a:lnTo>
                    <a:pt x="2318" y="169"/>
                  </a:lnTo>
                  <a:lnTo>
                    <a:pt x="2322" y="173"/>
                  </a:lnTo>
                  <a:lnTo>
                    <a:pt x="2325" y="176"/>
                  </a:lnTo>
                  <a:lnTo>
                    <a:pt x="2329" y="180"/>
                  </a:lnTo>
                  <a:lnTo>
                    <a:pt x="2333" y="183"/>
                  </a:lnTo>
                  <a:lnTo>
                    <a:pt x="2336" y="187"/>
                  </a:lnTo>
                  <a:lnTo>
                    <a:pt x="2336" y="191"/>
                  </a:lnTo>
                  <a:lnTo>
                    <a:pt x="2340" y="194"/>
                  </a:lnTo>
                  <a:lnTo>
                    <a:pt x="2340" y="198"/>
                  </a:lnTo>
                  <a:lnTo>
                    <a:pt x="2343" y="201"/>
                  </a:lnTo>
                  <a:lnTo>
                    <a:pt x="2347" y="205"/>
                  </a:lnTo>
                  <a:lnTo>
                    <a:pt x="2347" y="209"/>
                  </a:lnTo>
                  <a:lnTo>
                    <a:pt x="2347" y="212"/>
                  </a:lnTo>
                  <a:lnTo>
                    <a:pt x="2351" y="216"/>
                  </a:lnTo>
                  <a:lnTo>
                    <a:pt x="2354" y="219"/>
                  </a:lnTo>
                  <a:lnTo>
                    <a:pt x="2354" y="223"/>
                  </a:lnTo>
                  <a:lnTo>
                    <a:pt x="2354" y="227"/>
                  </a:lnTo>
                  <a:lnTo>
                    <a:pt x="2358" y="230"/>
                  </a:lnTo>
                  <a:lnTo>
                    <a:pt x="2358" y="234"/>
                  </a:lnTo>
                  <a:lnTo>
                    <a:pt x="2361" y="237"/>
                  </a:lnTo>
                  <a:lnTo>
                    <a:pt x="2361" y="241"/>
                  </a:lnTo>
                  <a:lnTo>
                    <a:pt x="2361" y="245"/>
                  </a:lnTo>
                  <a:lnTo>
                    <a:pt x="2365" y="248"/>
                  </a:lnTo>
                  <a:lnTo>
                    <a:pt x="2365" y="252"/>
                  </a:lnTo>
                  <a:lnTo>
                    <a:pt x="2369" y="255"/>
                  </a:lnTo>
                  <a:lnTo>
                    <a:pt x="2369" y="259"/>
                  </a:lnTo>
                  <a:lnTo>
                    <a:pt x="2372" y="263"/>
                  </a:lnTo>
                  <a:lnTo>
                    <a:pt x="2372" y="266"/>
                  </a:lnTo>
                  <a:lnTo>
                    <a:pt x="2372" y="270"/>
                  </a:lnTo>
                  <a:lnTo>
                    <a:pt x="2376" y="273"/>
                  </a:lnTo>
                  <a:lnTo>
                    <a:pt x="2376" y="277"/>
                  </a:lnTo>
                  <a:lnTo>
                    <a:pt x="2379" y="281"/>
                  </a:lnTo>
                  <a:lnTo>
                    <a:pt x="2379" y="284"/>
                  </a:lnTo>
                  <a:lnTo>
                    <a:pt x="2379" y="288"/>
                  </a:lnTo>
                  <a:lnTo>
                    <a:pt x="2383" y="291"/>
                  </a:lnTo>
                  <a:lnTo>
                    <a:pt x="2383" y="295"/>
                  </a:lnTo>
                  <a:lnTo>
                    <a:pt x="2387" y="299"/>
                  </a:lnTo>
                  <a:lnTo>
                    <a:pt x="2387" y="302"/>
                  </a:lnTo>
                  <a:lnTo>
                    <a:pt x="2390" y="306"/>
                  </a:lnTo>
                  <a:lnTo>
                    <a:pt x="2390" y="309"/>
                  </a:lnTo>
                  <a:lnTo>
                    <a:pt x="2390" y="313"/>
                  </a:lnTo>
                  <a:lnTo>
                    <a:pt x="2394" y="317"/>
                  </a:lnTo>
                  <a:lnTo>
                    <a:pt x="2394" y="320"/>
                  </a:lnTo>
                  <a:lnTo>
                    <a:pt x="2397" y="324"/>
                  </a:lnTo>
                  <a:lnTo>
                    <a:pt x="2397" y="327"/>
                  </a:lnTo>
                  <a:lnTo>
                    <a:pt x="2401" y="331"/>
                  </a:lnTo>
                  <a:lnTo>
                    <a:pt x="2401" y="335"/>
                  </a:lnTo>
                  <a:lnTo>
                    <a:pt x="2405" y="338"/>
                  </a:lnTo>
                  <a:lnTo>
                    <a:pt x="2405" y="342"/>
                  </a:lnTo>
                  <a:lnTo>
                    <a:pt x="2408" y="345"/>
                  </a:lnTo>
                  <a:lnTo>
                    <a:pt x="2408" y="349"/>
                  </a:lnTo>
                  <a:lnTo>
                    <a:pt x="2412" y="353"/>
                  </a:lnTo>
                  <a:lnTo>
                    <a:pt x="2415" y="356"/>
                  </a:lnTo>
                  <a:lnTo>
                    <a:pt x="2419" y="360"/>
                  </a:lnTo>
                  <a:lnTo>
                    <a:pt x="2423" y="363"/>
                  </a:lnTo>
                  <a:lnTo>
                    <a:pt x="2423" y="367"/>
                  </a:lnTo>
                  <a:lnTo>
                    <a:pt x="2426" y="371"/>
                  </a:lnTo>
                  <a:lnTo>
                    <a:pt x="2430" y="374"/>
                  </a:lnTo>
                  <a:lnTo>
                    <a:pt x="2433" y="374"/>
                  </a:lnTo>
                  <a:lnTo>
                    <a:pt x="2437" y="378"/>
                  </a:lnTo>
                  <a:lnTo>
                    <a:pt x="2441" y="378"/>
                  </a:lnTo>
                  <a:lnTo>
                    <a:pt x="2444" y="378"/>
                  </a:lnTo>
                  <a:lnTo>
                    <a:pt x="2448" y="374"/>
                  </a:lnTo>
                  <a:lnTo>
                    <a:pt x="2451" y="374"/>
                  </a:lnTo>
                  <a:lnTo>
                    <a:pt x="2455" y="371"/>
                  </a:lnTo>
                  <a:lnTo>
                    <a:pt x="2459" y="367"/>
                  </a:lnTo>
                  <a:lnTo>
                    <a:pt x="2462" y="363"/>
                  </a:lnTo>
                  <a:lnTo>
                    <a:pt x="2466" y="360"/>
                  </a:lnTo>
                  <a:lnTo>
                    <a:pt x="2469" y="356"/>
                  </a:lnTo>
                  <a:lnTo>
                    <a:pt x="2469" y="353"/>
                  </a:lnTo>
                  <a:lnTo>
                    <a:pt x="2473" y="349"/>
                  </a:lnTo>
                  <a:lnTo>
                    <a:pt x="2477" y="345"/>
                  </a:lnTo>
                  <a:lnTo>
                    <a:pt x="2477" y="342"/>
                  </a:lnTo>
                  <a:lnTo>
                    <a:pt x="2477" y="338"/>
                  </a:lnTo>
                  <a:lnTo>
                    <a:pt x="2480" y="335"/>
                  </a:lnTo>
                  <a:lnTo>
                    <a:pt x="2484" y="331"/>
                  </a:lnTo>
                  <a:lnTo>
                    <a:pt x="2484" y="327"/>
                  </a:lnTo>
                  <a:lnTo>
                    <a:pt x="2484" y="324"/>
                  </a:lnTo>
                  <a:lnTo>
                    <a:pt x="2487" y="320"/>
                  </a:lnTo>
                  <a:lnTo>
                    <a:pt x="2487" y="317"/>
                  </a:lnTo>
                  <a:lnTo>
                    <a:pt x="2491" y="313"/>
                  </a:lnTo>
                  <a:lnTo>
                    <a:pt x="2491" y="309"/>
                  </a:lnTo>
                  <a:lnTo>
                    <a:pt x="2491" y="306"/>
                  </a:lnTo>
                  <a:lnTo>
                    <a:pt x="2495" y="302"/>
                  </a:lnTo>
                  <a:lnTo>
                    <a:pt x="2495" y="299"/>
                  </a:lnTo>
                  <a:lnTo>
                    <a:pt x="2495" y="295"/>
                  </a:lnTo>
                  <a:lnTo>
                    <a:pt x="2498" y="291"/>
                  </a:lnTo>
                  <a:lnTo>
                    <a:pt x="2498" y="288"/>
                  </a:lnTo>
                  <a:lnTo>
                    <a:pt x="2502" y="284"/>
                  </a:lnTo>
                  <a:lnTo>
                    <a:pt x="2502" y="281"/>
                  </a:lnTo>
                  <a:lnTo>
                    <a:pt x="2502" y="277"/>
                  </a:lnTo>
                  <a:lnTo>
                    <a:pt x="2505" y="273"/>
                  </a:lnTo>
                  <a:lnTo>
                    <a:pt x="2505" y="266"/>
                  </a:lnTo>
                  <a:lnTo>
                    <a:pt x="2509" y="263"/>
                  </a:lnTo>
                  <a:lnTo>
                    <a:pt x="2509" y="259"/>
                  </a:lnTo>
                  <a:lnTo>
                    <a:pt x="2509" y="255"/>
                  </a:lnTo>
                  <a:lnTo>
                    <a:pt x="2513" y="252"/>
                  </a:lnTo>
                  <a:lnTo>
                    <a:pt x="2513" y="248"/>
                  </a:lnTo>
                  <a:lnTo>
                    <a:pt x="2513" y="245"/>
                  </a:lnTo>
                  <a:lnTo>
                    <a:pt x="2516" y="241"/>
                  </a:lnTo>
                  <a:lnTo>
                    <a:pt x="2516" y="234"/>
                  </a:lnTo>
                  <a:lnTo>
                    <a:pt x="2520" y="230"/>
                  </a:lnTo>
                  <a:lnTo>
                    <a:pt x="2520" y="227"/>
                  </a:lnTo>
                  <a:lnTo>
                    <a:pt x="2520" y="223"/>
                  </a:lnTo>
                  <a:lnTo>
                    <a:pt x="2523" y="219"/>
                  </a:lnTo>
                  <a:lnTo>
                    <a:pt x="2523" y="216"/>
                  </a:lnTo>
                  <a:lnTo>
                    <a:pt x="2527" y="212"/>
                  </a:lnTo>
                  <a:lnTo>
                    <a:pt x="2527" y="209"/>
                  </a:lnTo>
                  <a:lnTo>
                    <a:pt x="2527" y="205"/>
                  </a:lnTo>
                  <a:lnTo>
                    <a:pt x="2531" y="201"/>
                  </a:lnTo>
                  <a:lnTo>
                    <a:pt x="2531" y="194"/>
                  </a:lnTo>
                  <a:lnTo>
                    <a:pt x="2534" y="191"/>
                  </a:lnTo>
                  <a:lnTo>
                    <a:pt x="2534" y="187"/>
                  </a:lnTo>
                  <a:lnTo>
                    <a:pt x="2534" y="183"/>
                  </a:lnTo>
                  <a:lnTo>
                    <a:pt x="2538" y="180"/>
                  </a:lnTo>
                  <a:lnTo>
                    <a:pt x="2538" y="176"/>
                  </a:lnTo>
                  <a:lnTo>
                    <a:pt x="2538" y="173"/>
                  </a:lnTo>
                  <a:lnTo>
                    <a:pt x="2541" y="169"/>
                  </a:lnTo>
                  <a:lnTo>
                    <a:pt x="2545" y="165"/>
                  </a:lnTo>
                  <a:lnTo>
                    <a:pt x="2545" y="162"/>
                  </a:lnTo>
                  <a:lnTo>
                    <a:pt x="2545" y="158"/>
                  </a:lnTo>
                  <a:lnTo>
                    <a:pt x="2549" y="155"/>
                  </a:lnTo>
                  <a:lnTo>
                    <a:pt x="2549" y="151"/>
                  </a:lnTo>
                  <a:lnTo>
                    <a:pt x="2552" y="147"/>
                  </a:lnTo>
                  <a:lnTo>
                    <a:pt x="2552" y="144"/>
                  </a:lnTo>
                  <a:lnTo>
                    <a:pt x="2556" y="140"/>
                  </a:lnTo>
                  <a:lnTo>
                    <a:pt x="2556" y="137"/>
                  </a:lnTo>
                  <a:lnTo>
                    <a:pt x="2559" y="133"/>
                  </a:lnTo>
                  <a:lnTo>
                    <a:pt x="2563" y="129"/>
                  </a:lnTo>
                  <a:lnTo>
                    <a:pt x="2567" y="126"/>
                  </a:lnTo>
                  <a:lnTo>
                    <a:pt x="2570" y="122"/>
                  </a:lnTo>
                  <a:lnTo>
                    <a:pt x="2574" y="119"/>
                  </a:lnTo>
                  <a:lnTo>
                    <a:pt x="2577" y="119"/>
                  </a:lnTo>
                  <a:lnTo>
                    <a:pt x="2581" y="115"/>
                  </a:lnTo>
                  <a:lnTo>
                    <a:pt x="2585" y="119"/>
                  </a:lnTo>
                  <a:lnTo>
                    <a:pt x="2588" y="119"/>
                  </a:lnTo>
                  <a:lnTo>
                    <a:pt x="2592" y="122"/>
                  </a:lnTo>
                  <a:lnTo>
                    <a:pt x="2595" y="126"/>
                  </a:lnTo>
                  <a:lnTo>
                    <a:pt x="2599" y="129"/>
                  </a:lnTo>
                  <a:lnTo>
                    <a:pt x="2603" y="133"/>
                  </a:lnTo>
                  <a:lnTo>
                    <a:pt x="2606" y="137"/>
                  </a:lnTo>
                  <a:lnTo>
                    <a:pt x="2606" y="140"/>
                  </a:lnTo>
                  <a:lnTo>
                    <a:pt x="2610" y="144"/>
                  </a:lnTo>
                  <a:lnTo>
                    <a:pt x="2610" y="147"/>
                  </a:lnTo>
                  <a:lnTo>
                    <a:pt x="2613" y="151"/>
                  </a:lnTo>
                  <a:lnTo>
                    <a:pt x="2613" y="155"/>
                  </a:lnTo>
                  <a:lnTo>
                    <a:pt x="2617" y="158"/>
                  </a:lnTo>
                  <a:lnTo>
                    <a:pt x="2617" y="162"/>
                  </a:lnTo>
                  <a:lnTo>
                    <a:pt x="2621" y="165"/>
                  </a:lnTo>
                  <a:lnTo>
                    <a:pt x="2621" y="169"/>
                  </a:lnTo>
                  <a:lnTo>
                    <a:pt x="2621" y="173"/>
                  </a:lnTo>
                  <a:lnTo>
                    <a:pt x="2624" y="176"/>
                  </a:lnTo>
                  <a:lnTo>
                    <a:pt x="2624" y="180"/>
                  </a:lnTo>
                  <a:lnTo>
                    <a:pt x="2624" y="187"/>
                  </a:lnTo>
                  <a:lnTo>
                    <a:pt x="2628" y="191"/>
                  </a:lnTo>
                  <a:lnTo>
                    <a:pt x="2628" y="194"/>
                  </a:lnTo>
                  <a:lnTo>
                    <a:pt x="2631" y="198"/>
                  </a:lnTo>
                  <a:lnTo>
                    <a:pt x="2631" y="201"/>
                  </a:lnTo>
                  <a:lnTo>
                    <a:pt x="2631" y="209"/>
                  </a:lnTo>
                  <a:lnTo>
                    <a:pt x="2635" y="212"/>
                  </a:lnTo>
                  <a:lnTo>
                    <a:pt x="2635" y="216"/>
                  </a:lnTo>
                  <a:lnTo>
                    <a:pt x="2639" y="219"/>
                  </a:lnTo>
                  <a:lnTo>
                    <a:pt x="2639" y="227"/>
                  </a:lnTo>
                  <a:lnTo>
                    <a:pt x="2639" y="230"/>
                  </a:lnTo>
                  <a:lnTo>
                    <a:pt x="2642" y="234"/>
                  </a:lnTo>
                  <a:lnTo>
                    <a:pt x="2642" y="241"/>
                  </a:lnTo>
                  <a:lnTo>
                    <a:pt x="2642" y="245"/>
                  </a:lnTo>
                  <a:lnTo>
                    <a:pt x="2646" y="248"/>
                  </a:lnTo>
                  <a:lnTo>
                    <a:pt x="2646" y="255"/>
                  </a:lnTo>
                  <a:lnTo>
                    <a:pt x="2649" y="259"/>
                  </a:lnTo>
                  <a:lnTo>
                    <a:pt x="2649" y="266"/>
                  </a:lnTo>
                  <a:lnTo>
                    <a:pt x="2649" y="270"/>
                  </a:lnTo>
                  <a:lnTo>
                    <a:pt x="2653" y="273"/>
                  </a:lnTo>
                  <a:lnTo>
                    <a:pt x="2653" y="281"/>
                  </a:lnTo>
                  <a:lnTo>
                    <a:pt x="2657" y="284"/>
                  </a:lnTo>
                  <a:lnTo>
                    <a:pt x="2657" y="291"/>
                  </a:lnTo>
                  <a:lnTo>
                    <a:pt x="2657" y="295"/>
                  </a:lnTo>
                  <a:lnTo>
                    <a:pt x="2660" y="302"/>
                  </a:lnTo>
                  <a:lnTo>
                    <a:pt x="2660" y="306"/>
                  </a:lnTo>
                  <a:lnTo>
                    <a:pt x="2664" y="309"/>
                  </a:lnTo>
                  <a:lnTo>
                    <a:pt x="2664" y="317"/>
                  </a:lnTo>
                  <a:lnTo>
                    <a:pt x="2664" y="320"/>
                  </a:lnTo>
                  <a:lnTo>
                    <a:pt x="2667" y="327"/>
                  </a:lnTo>
                  <a:lnTo>
                    <a:pt x="2667" y="331"/>
                  </a:lnTo>
                  <a:lnTo>
                    <a:pt x="2667" y="335"/>
                  </a:lnTo>
                  <a:lnTo>
                    <a:pt x="2671" y="342"/>
                  </a:lnTo>
                  <a:lnTo>
                    <a:pt x="2671" y="345"/>
                  </a:lnTo>
                  <a:lnTo>
                    <a:pt x="2675" y="349"/>
                  </a:lnTo>
                  <a:lnTo>
                    <a:pt x="2675" y="356"/>
                  </a:lnTo>
                  <a:lnTo>
                    <a:pt x="2675" y="360"/>
                  </a:lnTo>
                  <a:lnTo>
                    <a:pt x="2678" y="363"/>
                  </a:lnTo>
                  <a:lnTo>
                    <a:pt x="2678" y="367"/>
                  </a:lnTo>
                  <a:lnTo>
                    <a:pt x="2682" y="374"/>
                  </a:lnTo>
                  <a:lnTo>
                    <a:pt x="2682" y="378"/>
                  </a:lnTo>
                  <a:lnTo>
                    <a:pt x="2682" y="381"/>
                  </a:lnTo>
                  <a:lnTo>
                    <a:pt x="2685" y="385"/>
                  </a:lnTo>
                  <a:lnTo>
                    <a:pt x="2685" y="389"/>
                  </a:lnTo>
                  <a:lnTo>
                    <a:pt x="2685" y="392"/>
                  </a:lnTo>
                  <a:lnTo>
                    <a:pt x="2689" y="396"/>
                  </a:lnTo>
                  <a:lnTo>
                    <a:pt x="2689" y="399"/>
                  </a:lnTo>
                  <a:lnTo>
                    <a:pt x="2693" y="403"/>
                  </a:lnTo>
                  <a:lnTo>
                    <a:pt x="2693" y="407"/>
                  </a:lnTo>
                  <a:lnTo>
                    <a:pt x="2693" y="410"/>
                  </a:lnTo>
                  <a:lnTo>
                    <a:pt x="2696" y="414"/>
                  </a:lnTo>
                  <a:lnTo>
                    <a:pt x="2696" y="417"/>
                  </a:lnTo>
                  <a:lnTo>
                    <a:pt x="2700" y="421"/>
                  </a:lnTo>
                  <a:lnTo>
                    <a:pt x="2700" y="425"/>
                  </a:lnTo>
                  <a:lnTo>
                    <a:pt x="2703" y="428"/>
                  </a:lnTo>
                  <a:lnTo>
                    <a:pt x="2707" y="432"/>
                  </a:lnTo>
                  <a:lnTo>
                    <a:pt x="2707" y="435"/>
                  </a:lnTo>
                  <a:lnTo>
                    <a:pt x="2711" y="439"/>
                  </a:lnTo>
                  <a:lnTo>
                    <a:pt x="2714" y="443"/>
                  </a:lnTo>
                  <a:lnTo>
                    <a:pt x="2718" y="443"/>
                  </a:lnTo>
                  <a:lnTo>
                    <a:pt x="2721" y="446"/>
                  </a:lnTo>
                  <a:lnTo>
                    <a:pt x="2725" y="443"/>
                  </a:lnTo>
                  <a:lnTo>
                    <a:pt x="2729" y="443"/>
                  </a:lnTo>
                  <a:lnTo>
                    <a:pt x="2732" y="439"/>
                  </a:lnTo>
                  <a:lnTo>
                    <a:pt x="2736" y="435"/>
                  </a:lnTo>
                  <a:lnTo>
                    <a:pt x="2739" y="432"/>
                  </a:lnTo>
                  <a:lnTo>
                    <a:pt x="2739" y="428"/>
                  </a:lnTo>
                  <a:lnTo>
                    <a:pt x="2743" y="425"/>
                  </a:lnTo>
                  <a:lnTo>
                    <a:pt x="2743" y="421"/>
                  </a:lnTo>
                  <a:lnTo>
                    <a:pt x="2747" y="417"/>
                  </a:lnTo>
                  <a:lnTo>
                    <a:pt x="2747" y="414"/>
                  </a:lnTo>
                  <a:lnTo>
                    <a:pt x="2750" y="410"/>
                  </a:lnTo>
                  <a:lnTo>
                    <a:pt x="2750" y="407"/>
                  </a:lnTo>
                  <a:lnTo>
                    <a:pt x="2750" y="403"/>
                  </a:lnTo>
                  <a:lnTo>
                    <a:pt x="2754" y="399"/>
                  </a:lnTo>
                  <a:lnTo>
                    <a:pt x="2754" y="396"/>
                  </a:lnTo>
                  <a:lnTo>
                    <a:pt x="2754" y="392"/>
                  </a:lnTo>
                  <a:lnTo>
                    <a:pt x="2757" y="389"/>
                  </a:lnTo>
                  <a:lnTo>
                    <a:pt x="2757" y="381"/>
                  </a:lnTo>
                  <a:lnTo>
                    <a:pt x="2761" y="378"/>
                  </a:lnTo>
                  <a:lnTo>
                    <a:pt x="2761" y="374"/>
                  </a:lnTo>
                  <a:lnTo>
                    <a:pt x="2761" y="367"/>
                  </a:lnTo>
                  <a:lnTo>
                    <a:pt x="2765" y="363"/>
                  </a:lnTo>
                  <a:lnTo>
                    <a:pt x="2765" y="360"/>
                  </a:lnTo>
                  <a:lnTo>
                    <a:pt x="2768" y="353"/>
                  </a:lnTo>
                  <a:lnTo>
                    <a:pt x="2768" y="349"/>
                  </a:lnTo>
                  <a:lnTo>
                    <a:pt x="2768" y="342"/>
                  </a:lnTo>
                  <a:lnTo>
                    <a:pt x="2772" y="335"/>
                  </a:lnTo>
                  <a:lnTo>
                    <a:pt x="2772" y="331"/>
                  </a:lnTo>
                  <a:lnTo>
                    <a:pt x="2775" y="324"/>
                  </a:lnTo>
                  <a:lnTo>
                    <a:pt x="2775" y="317"/>
                  </a:lnTo>
                  <a:lnTo>
                    <a:pt x="2775" y="313"/>
                  </a:lnTo>
                  <a:lnTo>
                    <a:pt x="2779" y="306"/>
                  </a:lnTo>
                  <a:lnTo>
                    <a:pt x="2779" y="299"/>
                  </a:lnTo>
                  <a:lnTo>
                    <a:pt x="2779" y="291"/>
                  </a:lnTo>
                  <a:lnTo>
                    <a:pt x="2783" y="288"/>
                  </a:lnTo>
                  <a:lnTo>
                    <a:pt x="2783" y="281"/>
                  </a:lnTo>
                  <a:lnTo>
                    <a:pt x="2786" y="273"/>
                  </a:lnTo>
                  <a:lnTo>
                    <a:pt x="2786" y="266"/>
                  </a:lnTo>
                  <a:lnTo>
                    <a:pt x="2786" y="259"/>
                  </a:lnTo>
                  <a:lnTo>
                    <a:pt x="2790" y="252"/>
                  </a:lnTo>
                  <a:lnTo>
                    <a:pt x="2790" y="245"/>
                  </a:lnTo>
                  <a:lnTo>
                    <a:pt x="2793" y="241"/>
                  </a:lnTo>
                  <a:lnTo>
                    <a:pt x="2793" y="234"/>
                  </a:lnTo>
                  <a:lnTo>
                    <a:pt x="2793" y="227"/>
                  </a:lnTo>
                  <a:lnTo>
                    <a:pt x="2797" y="219"/>
                  </a:lnTo>
                  <a:lnTo>
                    <a:pt x="2797" y="212"/>
                  </a:lnTo>
                  <a:lnTo>
                    <a:pt x="2797" y="205"/>
                  </a:lnTo>
                  <a:lnTo>
                    <a:pt x="2801" y="198"/>
                  </a:lnTo>
                  <a:lnTo>
                    <a:pt x="2801" y="191"/>
                  </a:lnTo>
                  <a:lnTo>
                    <a:pt x="2804" y="183"/>
                  </a:lnTo>
                  <a:lnTo>
                    <a:pt x="2804" y="176"/>
                  </a:lnTo>
                  <a:lnTo>
                    <a:pt x="2804" y="173"/>
                  </a:lnTo>
                  <a:lnTo>
                    <a:pt x="2808" y="165"/>
                  </a:lnTo>
                  <a:lnTo>
                    <a:pt x="2808" y="158"/>
                  </a:lnTo>
                  <a:lnTo>
                    <a:pt x="2811" y="151"/>
                  </a:lnTo>
                  <a:lnTo>
                    <a:pt x="2811" y="144"/>
                  </a:lnTo>
                  <a:lnTo>
                    <a:pt x="2811" y="137"/>
                  </a:lnTo>
                  <a:lnTo>
                    <a:pt x="2815" y="129"/>
                  </a:lnTo>
                  <a:lnTo>
                    <a:pt x="2815" y="126"/>
                  </a:lnTo>
                  <a:lnTo>
                    <a:pt x="2819" y="119"/>
                  </a:lnTo>
                  <a:lnTo>
                    <a:pt x="2819" y="111"/>
                  </a:lnTo>
                  <a:lnTo>
                    <a:pt x="2819" y="108"/>
                  </a:lnTo>
                  <a:lnTo>
                    <a:pt x="2822" y="101"/>
                  </a:lnTo>
                  <a:lnTo>
                    <a:pt x="2822" y="93"/>
                  </a:lnTo>
                  <a:lnTo>
                    <a:pt x="2822" y="90"/>
                  </a:lnTo>
                  <a:lnTo>
                    <a:pt x="2826" y="83"/>
                  </a:lnTo>
                  <a:lnTo>
                    <a:pt x="2826" y="79"/>
                  </a:lnTo>
                  <a:lnTo>
                    <a:pt x="2829" y="72"/>
                  </a:lnTo>
                  <a:lnTo>
                    <a:pt x="2829" y="68"/>
                  </a:lnTo>
                  <a:lnTo>
                    <a:pt x="2829" y="61"/>
                  </a:lnTo>
                  <a:lnTo>
                    <a:pt x="2833" y="57"/>
                  </a:lnTo>
                  <a:lnTo>
                    <a:pt x="2833" y="54"/>
                  </a:lnTo>
                  <a:lnTo>
                    <a:pt x="2837" y="47"/>
                  </a:lnTo>
                  <a:lnTo>
                    <a:pt x="2837" y="43"/>
                  </a:lnTo>
                  <a:lnTo>
                    <a:pt x="2837" y="39"/>
                  </a:lnTo>
                  <a:lnTo>
                    <a:pt x="2840" y="36"/>
                  </a:lnTo>
                  <a:lnTo>
                    <a:pt x="2840" y="32"/>
                  </a:lnTo>
                  <a:lnTo>
                    <a:pt x="2840" y="29"/>
                  </a:lnTo>
                  <a:lnTo>
                    <a:pt x="2844" y="25"/>
                  </a:lnTo>
                  <a:lnTo>
                    <a:pt x="2844" y="21"/>
                  </a:lnTo>
                  <a:lnTo>
                    <a:pt x="2847" y="18"/>
                  </a:lnTo>
                  <a:lnTo>
                    <a:pt x="2847" y="14"/>
                  </a:lnTo>
                  <a:lnTo>
                    <a:pt x="2851" y="11"/>
                  </a:lnTo>
                  <a:lnTo>
                    <a:pt x="2855" y="7"/>
                  </a:lnTo>
                  <a:lnTo>
                    <a:pt x="2858" y="3"/>
                  </a:lnTo>
                  <a:lnTo>
                    <a:pt x="2862" y="0"/>
                  </a:lnTo>
                  <a:lnTo>
                    <a:pt x="2865" y="0"/>
                  </a:lnTo>
                  <a:lnTo>
                    <a:pt x="2869" y="3"/>
                  </a:lnTo>
                  <a:lnTo>
                    <a:pt x="2873" y="7"/>
                  </a:lnTo>
                  <a:lnTo>
                    <a:pt x="2876" y="11"/>
                  </a:lnTo>
                  <a:lnTo>
                    <a:pt x="2880" y="14"/>
                  </a:lnTo>
                  <a:lnTo>
                    <a:pt x="2880" y="18"/>
                  </a:lnTo>
                  <a:lnTo>
                    <a:pt x="2880" y="21"/>
                  </a:lnTo>
                  <a:lnTo>
                    <a:pt x="2883" y="25"/>
                  </a:lnTo>
                  <a:lnTo>
                    <a:pt x="2883" y="29"/>
                  </a:lnTo>
                  <a:lnTo>
                    <a:pt x="2883" y="32"/>
                  </a:lnTo>
                  <a:lnTo>
                    <a:pt x="2887" y="39"/>
                  </a:lnTo>
                  <a:lnTo>
                    <a:pt x="2887" y="43"/>
                  </a:lnTo>
                  <a:lnTo>
                    <a:pt x="2891" y="47"/>
                  </a:lnTo>
                  <a:lnTo>
                    <a:pt x="2891" y="54"/>
                  </a:lnTo>
                  <a:lnTo>
                    <a:pt x="2891" y="57"/>
                  </a:lnTo>
                  <a:lnTo>
                    <a:pt x="2894" y="65"/>
                  </a:lnTo>
                  <a:lnTo>
                    <a:pt x="2894" y="68"/>
                  </a:lnTo>
                  <a:lnTo>
                    <a:pt x="2898" y="75"/>
                  </a:lnTo>
                  <a:lnTo>
                    <a:pt x="2898" y="83"/>
                  </a:lnTo>
                  <a:lnTo>
                    <a:pt x="2898" y="86"/>
                  </a:lnTo>
                  <a:lnTo>
                    <a:pt x="2901" y="93"/>
                  </a:lnTo>
                  <a:lnTo>
                    <a:pt x="2901" y="101"/>
                  </a:lnTo>
                  <a:lnTo>
                    <a:pt x="2905" y="108"/>
                  </a:lnTo>
                  <a:lnTo>
                    <a:pt x="2905" y="115"/>
                  </a:lnTo>
                  <a:lnTo>
                    <a:pt x="2905" y="122"/>
                  </a:lnTo>
                  <a:lnTo>
                    <a:pt x="2909" y="133"/>
                  </a:lnTo>
                  <a:lnTo>
                    <a:pt x="2909" y="140"/>
                  </a:lnTo>
                  <a:lnTo>
                    <a:pt x="2909" y="147"/>
                  </a:lnTo>
                  <a:lnTo>
                    <a:pt x="2912" y="158"/>
                  </a:lnTo>
                  <a:lnTo>
                    <a:pt x="2912" y="165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3" name="Freeform 131"/>
            <p:cNvSpPr>
              <a:spLocks/>
            </p:cNvSpPr>
            <p:nvPr/>
          </p:nvSpPr>
          <p:spPr bwMode="auto">
            <a:xfrm>
              <a:off x="3661" y="1048"/>
              <a:ext cx="292" cy="2462"/>
            </a:xfrm>
            <a:custGeom>
              <a:avLst/>
              <a:gdLst/>
              <a:ahLst/>
              <a:cxnLst>
                <a:cxn ang="0">
                  <a:pos x="4" y="1955"/>
                </a:cxn>
                <a:cxn ang="0">
                  <a:pos x="11" y="1994"/>
                </a:cxn>
                <a:cxn ang="0">
                  <a:pos x="15" y="2034"/>
                </a:cxn>
                <a:cxn ang="0">
                  <a:pos x="22" y="2077"/>
                </a:cxn>
                <a:cxn ang="0">
                  <a:pos x="29" y="2117"/>
                </a:cxn>
                <a:cxn ang="0">
                  <a:pos x="33" y="2160"/>
                </a:cxn>
                <a:cxn ang="0">
                  <a:pos x="40" y="2203"/>
                </a:cxn>
                <a:cxn ang="0">
                  <a:pos x="43" y="2243"/>
                </a:cxn>
                <a:cxn ang="0">
                  <a:pos x="51" y="2286"/>
                </a:cxn>
                <a:cxn ang="0">
                  <a:pos x="54" y="2322"/>
                </a:cxn>
                <a:cxn ang="0">
                  <a:pos x="61" y="2354"/>
                </a:cxn>
                <a:cxn ang="0">
                  <a:pos x="65" y="2387"/>
                </a:cxn>
                <a:cxn ang="0">
                  <a:pos x="72" y="2412"/>
                </a:cxn>
                <a:cxn ang="0">
                  <a:pos x="79" y="2433"/>
                </a:cxn>
                <a:cxn ang="0">
                  <a:pos x="83" y="2451"/>
                </a:cxn>
                <a:cxn ang="0">
                  <a:pos x="97" y="2462"/>
                </a:cxn>
                <a:cxn ang="0">
                  <a:pos x="105" y="2448"/>
                </a:cxn>
                <a:cxn ang="0">
                  <a:pos x="112" y="2430"/>
                </a:cxn>
                <a:cxn ang="0">
                  <a:pos x="115" y="2405"/>
                </a:cxn>
                <a:cxn ang="0">
                  <a:pos x="123" y="2369"/>
                </a:cxn>
                <a:cxn ang="0">
                  <a:pos x="126" y="2329"/>
                </a:cxn>
                <a:cxn ang="0">
                  <a:pos x="133" y="2279"/>
                </a:cxn>
                <a:cxn ang="0">
                  <a:pos x="141" y="2221"/>
                </a:cxn>
                <a:cxn ang="0">
                  <a:pos x="144" y="2156"/>
                </a:cxn>
                <a:cxn ang="0">
                  <a:pos x="151" y="2084"/>
                </a:cxn>
                <a:cxn ang="0">
                  <a:pos x="155" y="2005"/>
                </a:cxn>
                <a:cxn ang="0">
                  <a:pos x="162" y="1919"/>
                </a:cxn>
                <a:cxn ang="0">
                  <a:pos x="166" y="1825"/>
                </a:cxn>
                <a:cxn ang="0">
                  <a:pos x="173" y="1731"/>
                </a:cxn>
                <a:cxn ang="0">
                  <a:pos x="177" y="1631"/>
                </a:cxn>
                <a:cxn ang="0">
                  <a:pos x="184" y="1523"/>
                </a:cxn>
                <a:cxn ang="0">
                  <a:pos x="187" y="1418"/>
                </a:cxn>
                <a:cxn ang="0">
                  <a:pos x="195" y="1307"/>
                </a:cxn>
                <a:cxn ang="0">
                  <a:pos x="202" y="1195"/>
                </a:cxn>
                <a:cxn ang="0">
                  <a:pos x="205" y="1087"/>
                </a:cxn>
                <a:cxn ang="0">
                  <a:pos x="213" y="975"/>
                </a:cxn>
                <a:cxn ang="0">
                  <a:pos x="216" y="867"/>
                </a:cxn>
                <a:cxn ang="0">
                  <a:pos x="223" y="763"/>
                </a:cxn>
                <a:cxn ang="0">
                  <a:pos x="227" y="659"/>
                </a:cxn>
                <a:cxn ang="0">
                  <a:pos x="234" y="562"/>
                </a:cxn>
                <a:cxn ang="0">
                  <a:pos x="238" y="472"/>
                </a:cxn>
                <a:cxn ang="0">
                  <a:pos x="245" y="385"/>
                </a:cxn>
                <a:cxn ang="0">
                  <a:pos x="252" y="306"/>
                </a:cxn>
                <a:cxn ang="0">
                  <a:pos x="256" y="234"/>
                </a:cxn>
                <a:cxn ang="0">
                  <a:pos x="263" y="173"/>
                </a:cxn>
                <a:cxn ang="0">
                  <a:pos x="267" y="119"/>
                </a:cxn>
                <a:cxn ang="0">
                  <a:pos x="274" y="76"/>
                </a:cxn>
                <a:cxn ang="0">
                  <a:pos x="277" y="40"/>
                </a:cxn>
                <a:cxn ang="0">
                  <a:pos x="285" y="18"/>
                </a:cxn>
                <a:cxn ang="0">
                  <a:pos x="292" y="4"/>
                </a:cxn>
              </a:cxnLst>
              <a:rect l="0" t="0" r="r" b="b"/>
              <a:pathLst>
                <a:path w="292" h="2462">
                  <a:moveTo>
                    <a:pt x="0" y="1929"/>
                  </a:moveTo>
                  <a:lnTo>
                    <a:pt x="4" y="1937"/>
                  </a:lnTo>
                  <a:lnTo>
                    <a:pt x="4" y="1947"/>
                  </a:lnTo>
                  <a:lnTo>
                    <a:pt x="4" y="1955"/>
                  </a:lnTo>
                  <a:lnTo>
                    <a:pt x="7" y="1965"/>
                  </a:lnTo>
                  <a:lnTo>
                    <a:pt x="7" y="1976"/>
                  </a:lnTo>
                  <a:lnTo>
                    <a:pt x="11" y="1983"/>
                  </a:lnTo>
                  <a:lnTo>
                    <a:pt x="11" y="1994"/>
                  </a:lnTo>
                  <a:lnTo>
                    <a:pt x="11" y="2005"/>
                  </a:lnTo>
                  <a:lnTo>
                    <a:pt x="15" y="2012"/>
                  </a:lnTo>
                  <a:lnTo>
                    <a:pt x="15" y="2023"/>
                  </a:lnTo>
                  <a:lnTo>
                    <a:pt x="15" y="2034"/>
                  </a:lnTo>
                  <a:lnTo>
                    <a:pt x="18" y="2045"/>
                  </a:lnTo>
                  <a:lnTo>
                    <a:pt x="18" y="2055"/>
                  </a:lnTo>
                  <a:lnTo>
                    <a:pt x="22" y="2066"/>
                  </a:lnTo>
                  <a:lnTo>
                    <a:pt x="22" y="2077"/>
                  </a:lnTo>
                  <a:lnTo>
                    <a:pt x="22" y="2088"/>
                  </a:lnTo>
                  <a:lnTo>
                    <a:pt x="25" y="2095"/>
                  </a:lnTo>
                  <a:lnTo>
                    <a:pt x="25" y="2106"/>
                  </a:lnTo>
                  <a:lnTo>
                    <a:pt x="29" y="2117"/>
                  </a:lnTo>
                  <a:lnTo>
                    <a:pt x="29" y="2127"/>
                  </a:lnTo>
                  <a:lnTo>
                    <a:pt x="29" y="2138"/>
                  </a:lnTo>
                  <a:lnTo>
                    <a:pt x="33" y="2149"/>
                  </a:lnTo>
                  <a:lnTo>
                    <a:pt x="33" y="2160"/>
                  </a:lnTo>
                  <a:lnTo>
                    <a:pt x="36" y="2171"/>
                  </a:lnTo>
                  <a:lnTo>
                    <a:pt x="36" y="2181"/>
                  </a:lnTo>
                  <a:lnTo>
                    <a:pt x="36" y="2192"/>
                  </a:lnTo>
                  <a:lnTo>
                    <a:pt x="40" y="2203"/>
                  </a:lnTo>
                  <a:lnTo>
                    <a:pt x="40" y="2214"/>
                  </a:lnTo>
                  <a:lnTo>
                    <a:pt x="40" y="2225"/>
                  </a:lnTo>
                  <a:lnTo>
                    <a:pt x="43" y="2235"/>
                  </a:lnTo>
                  <a:lnTo>
                    <a:pt x="43" y="2243"/>
                  </a:lnTo>
                  <a:lnTo>
                    <a:pt x="47" y="2253"/>
                  </a:lnTo>
                  <a:lnTo>
                    <a:pt x="47" y="2264"/>
                  </a:lnTo>
                  <a:lnTo>
                    <a:pt x="47" y="2275"/>
                  </a:lnTo>
                  <a:lnTo>
                    <a:pt x="51" y="2286"/>
                  </a:lnTo>
                  <a:lnTo>
                    <a:pt x="51" y="2293"/>
                  </a:lnTo>
                  <a:lnTo>
                    <a:pt x="54" y="2304"/>
                  </a:lnTo>
                  <a:lnTo>
                    <a:pt x="54" y="2311"/>
                  </a:lnTo>
                  <a:lnTo>
                    <a:pt x="54" y="2322"/>
                  </a:lnTo>
                  <a:lnTo>
                    <a:pt x="58" y="2329"/>
                  </a:lnTo>
                  <a:lnTo>
                    <a:pt x="58" y="2340"/>
                  </a:lnTo>
                  <a:lnTo>
                    <a:pt x="58" y="2347"/>
                  </a:lnTo>
                  <a:lnTo>
                    <a:pt x="61" y="2354"/>
                  </a:lnTo>
                  <a:lnTo>
                    <a:pt x="61" y="2365"/>
                  </a:lnTo>
                  <a:lnTo>
                    <a:pt x="65" y="2372"/>
                  </a:lnTo>
                  <a:lnTo>
                    <a:pt x="65" y="2379"/>
                  </a:lnTo>
                  <a:lnTo>
                    <a:pt x="65" y="2387"/>
                  </a:lnTo>
                  <a:lnTo>
                    <a:pt x="69" y="2394"/>
                  </a:lnTo>
                  <a:lnTo>
                    <a:pt x="69" y="2401"/>
                  </a:lnTo>
                  <a:lnTo>
                    <a:pt x="72" y="2408"/>
                  </a:lnTo>
                  <a:lnTo>
                    <a:pt x="72" y="2412"/>
                  </a:lnTo>
                  <a:lnTo>
                    <a:pt x="72" y="2419"/>
                  </a:lnTo>
                  <a:lnTo>
                    <a:pt x="76" y="2423"/>
                  </a:lnTo>
                  <a:lnTo>
                    <a:pt x="76" y="2430"/>
                  </a:lnTo>
                  <a:lnTo>
                    <a:pt x="79" y="2433"/>
                  </a:lnTo>
                  <a:lnTo>
                    <a:pt x="79" y="2437"/>
                  </a:lnTo>
                  <a:lnTo>
                    <a:pt x="79" y="2444"/>
                  </a:lnTo>
                  <a:lnTo>
                    <a:pt x="83" y="2448"/>
                  </a:lnTo>
                  <a:lnTo>
                    <a:pt x="83" y="2451"/>
                  </a:lnTo>
                  <a:lnTo>
                    <a:pt x="87" y="2455"/>
                  </a:lnTo>
                  <a:lnTo>
                    <a:pt x="90" y="2459"/>
                  </a:lnTo>
                  <a:lnTo>
                    <a:pt x="94" y="2462"/>
                  </a:lnTo>
                  <a:lnTo>
                    <a:pt x="97" y="2462"/>
                  </a:lnTo>
                  <a:lnTo>
                    <a:pt x="101" y="2459"/>
                  </a:lnTo>
                  <a:lnTo>
                    <a:pt x="101" y="2455"/>
                  </a:lnTo>
                  <a:lnTo>
                    <a:pt x="105" y="2451"/>
                  </a:lnTo>
                  <a:lnTo>
                    <a:pt x="105" y="2448"/>
                  </a:lnTo>
                  <a:lnTo>
                    <a:pt x="108" y="2444"/>
                  </a:lnTo>
                  <a:lnTo>
                    <a:pt x="108" y="2441"/>
                  </a:lnTo>
                  <a:lnTo>
                    <a:pt x="108" y="2437"/>
                  </a:lnTo>
                  <a:lnTo>
                    <a:pt x="112" y="2430"/>
                  </a:lnTo>
                  <a:lnTo>
                    <a:pt x="112" y="2426"/>
                  </a:lnTo>
                  <a:lnTo>
                    <a:pt x="115" y="2419"/>
                  </a:lnTo>
                  <a:lnTo>
                    <a:pt x="115" y="2412"/>
                  </a:lnTo>
                  <a:lnTo>
                    <a:pt x="115" y="2405"/>
                  </a:lnTo>
                  <a:lnTo>
                    <a:pt x="119" y="2397"/>
                  </a:lnTo>
                  <a:lnTo>
                    <a:pt x="119" y="2387"/>
                  </a:lnTo>
                  <a:lnTo>
                    <a:pt x="123" y="2379"/>
                  </a:lnTo>
                  <a:lnTo>
                    <a:pt x="123" y="2369"/>
                  </a:lnTo>
                  <a:lnTo>
                    <a:pt x="123" y="2361"/>
                  </a:lnTo>
                  <a:lnTo>
                    <a:pt x="126" y="2351"/>
                  </a:lnTo>
                  <a:lnTo>
                    <a:pt x="126" y="2340"/>
                  </a:lnTo>
                  <a:lnTo>
                    <a:pt x="126" y="2329"/>
                  </a:lnTo>
                  <a:lnTo>
                    <a:pt x="130" y="2315"/>
                  </a:lnTo>
                  <a:lnTo>
                    <a:pt x="130" y="2304"/>
                  </a:lnTo>
                  <a:lnTo>
                    <a:pt x="133" y="2293"/>
                  </a:lnTo>
                  <a:lnTo>
                    <a:pt x="133" y="2279"/>
                  </a:lnTo>
                  <a:lnTo>
                    <a:pt x="133" y="2264"/>
                  </a:lnTo>
                  <a:lnTo>
                    <a:pt x="137" y="2250"/>
                  </a:lnTo>
                  <a:lnTo>
                    <a:pt x="137" y="2235"/>
                  </a:lnTo>
                  <a:lnTo>
                    <a:pt x="141" y="2221"/>
                  </a:lnTo>
                  <a:lnTo>
                    <a:pt x="141" y="2203"/>
                  </a:lnTo>
                  <a:lnTo>
                    <a:pt x="141" y="2189"/>
                  </a:lnTo>
                  <a:lnTo>
                    <a:pt x="144" y="2171"/>
                  </a:lnTo>
                  <a:lnTo>
                    <a:pt x="144" y="2156"/>
                  </a:lnTo>
                  <a:lnTo>
                    <a:pt x="144" y="2138"/>
                  </a:lnTo>
                  <a:lnTo>
                    <a:pt x="148" y="2120"/>
                  </a:lnTo>
                  <a:lnTo>
                    <a:pt x="148" y="2102"/>
                  </a:lnTo>
                  <a:lnTo>
                    <a:pt x="151" y="2084"/>
                  </a:lnTo>
                  <a:lnTo>
                    <a:pt x="151" y="2063"/>
                  </a:lnTo>
                  <a:lnTo>
                    <a:pt x="151" y="2045"/>
                  </a:lnTo>
                  <a:lnTo>
                    <a:pt x="155" y="2023"/>
                  </a:lnTo>
                  <a:lnTo>
                    <a:pt x="155" y="2005"/>
                  </a:lnTo>
                  <a:lnTo>
                    <a:pt x="159" y="1983"/>
                  </a:lnTo>
                  <a:lnTo>
                    <a:pt x="159" y="1962"/>
                  </a:lnTo>
                  <a:lnTo>
                    <a:pt x="159" y="1940"/>
                  </a:lnTo>
                  <a:lnTo>
                    <a:pt x="162" y="1919"/>
                  </a:lnTo>
                  <a:lnTo>
                    <a:pt x="162" y="1897"/>
                  </a:lnTo>
                  <a:lnTo>
                    <a:pt x="166" y="1872"/>
                  </a:lnTo>
                  <a:lnTo>
                    <a:pt x="166" y="1850"/>
                  </a:lnTo>
                  <a:lnTo>
                    <a:pt x="166" y="1825"/>
                  </a:lnTo>
                  <a:lnTo>
                    <a:pt x="169" y="1803"/>
                  </a:lnTo>
                  <a:lnTo>
                    <a:pt x="169" y="1778"/>
                  </a:lnTo>
                  <a:lnTo>
                    <a:pt x="169" y="1753"/>
                  </a:lnTo>
                  <a:lnTo>
                    <a:pt x="173" y="1731"/>
                  </a:lnTo>
                  <a:lnTo>
                    <a:pt x="173" y="1706"/>
                  </a:lnTo>
                  <a:lnTo>
                    <a:pt x="177" y="1681"/>
                  </a:lnTo>
                  <a:lnTo>
                    <a:pt x="177" y="1656"/>
                  </a:lnTo>
                  <a:lnTo>
                    <a:pt x="177" y="1631"/>
                  </a:lnTo>
                  <a:lnTo>
                    <a:pt x="180" y="1602"/>
                  </a:lnTo>
                  <a:lnTo>
                    <a:pt x="180" y="1577"/>
                  </a:lnTo>
                  <a:lnTo>
                    <a:pt x="184" y="1551"/>
                  </a:lnTo>
                  <a:lnTo>
                    <a:pt x="184" y="1523"/>
                  </a:lnTo>
                  <a:lnTo>
                    <a:pt x="184" y="1497"/>
                  </a:lnTo>
                  <a:lnTo>
                    <a:pt x="187" y="1472"/>
                  </a:lnTo>
                  <a:lnTo>
                    <a:pt x="187" y="1443"/>
                  </a:lnTo>
                  <a:lnTo>
                    <a:pt x="187" y="1418"/>
                  </a:lnTo>
                  <a:lnTo>
                    <a:pt x="191" y="1389"/>
                  </a:lnTo>
                  <a:lnTo>
                    <a:pt x="191" y="1361"/>
                  </a:lnTo>
                  <a:lnTo>
                    <a:pt x="195" y="1335"/>
                  </a:lnTo>
                  <a:lnTo>
                    <a:pt x="195" y="1307"/>
                  </a:lnTo>
                  <a:lnTo>
                    <a:pt x="195" y="1281"/>
                  </a:lnTo>
                  <a:lnTo>
                    <a:pt x="198" y="1253"/>
                  </a:lnTo>
                  <a:lnTo>
                    <a:pt x="198" y="1224"/>
                  </a:lnTo>
                  <a:lnTo>
                    <a:pt x="202" y="1195"/>
                  </a:lnTo>
                  <a:lnTo>
                    <a:pt x="202" y="1170"/>
                  </a:lnTo>
                  <a:lnTo>
                    <a:pt x="202" y="1141"/>
                  </a:lnTo>
                  <a:lnTo>
                    <a:pt x="205" y="1112"/>
                  </a:lnTo>
                  <a:lnTo>
                    <a:pt x="205" y="1087"/>
                  </a:lnTo>
                  <a:lnTo>
                    <a:pt x="209" y="1058"/>
                  </a:lnTo>
                  <a:lnTo>
                    <a:pt x="209" y="1029"/>
                  </a:lnTo>
                  <a:lnTo>
                    <a:pt x="209" y="1004"/>
                  </a:lnTo>
                  <a:lnTo>
                    <a:pt x="213" y="975"/>
                  </a:lnTo>
                  <a:lnTo>
                    <a:pt x="213" y="950"/>
                  </a:lnTo>
                  <a:lnTo>
                    <a:pt x="213" y="921"/>
                  </a:lnTo>
                  <a:lnTo>
                    <a:pt x="216" y="896"/>
                  </a:lnTo>
                  <a:lnTo>
                    <a:pt x="216" y="867"/>
                  </a:lnTo>
                  <a:lnTo>
                    <a:pt x="220" y="842"/>
                  </a:lnTo>
                  <a:lnTo>
                    <a:pt x="220" y="813"/>
                  </a:lnTo>
                  <a:lnTo>
                    <a:pt x="220" y="788"/>
                  </a:lnTo>
                  <a:lnTo>
                    <a:pt x="223" y="763"/>
                  </a:lnTo>
                  <a:lnTo>
                    <a:pt x="223" y="738"/>
                  </a:lnTo>
                  <a:lnTo>
                    <a:pt x="227" y="709"/>
                  </a:lnTo>
                  <a:lnTo>
                    <a:pt x="227" y="684"/>
                  </a:lnTo>
                  <a:lnTo>
                    <a:pt x="227" y="659"/>
                  </a:lnTo>
                  <a:lnTo>
                    <a:pt x="231" y="637"/>
                  </a:lnTo>
                  <a:lnTo>
                    <a:pt x="231" y="612"/>
                  </a:lnTo>
                  <a:lnTo>
                    <a:pt x="231" y="587"/>
                  </a:lnTo>
                  <a:lnTo>
                    <a:pt x="234" y="562"/>
                  </a:lnTo>
                  <a:lnTo>
                    <a:pt x="234" y="540"/>
                  </a:lnTo>
                  <a:lnTo>
                    <a:pt x="238" y="515"/>
                  </a:lnTo>
                  <a:lnTo>
                    <a:pt x="238" y="493"/>
                  </a:lnTo>
                  <a:lnTo>
                    <a:pt x="238" y="472"/>
                  </a:lnTo>
                  <a:lnTo>
                    <a:pt x="241" y="450"/>
                  </a:lnTo>
                  <a:lnTo>
                    <a:pt x="241" y="428"/>
                  </a:lnTo>
                  <a:lnTo>
                    <a:pt x="245" y="407"/>
                  </a:lnTo>
                  <a:lnTo>
                    <a:pt x="245" y="385"/>
                  </a:lnTo>
                  <a:lnTo>
                    <a:pt x="245" y="364"/>
                  </a:lnTo>
                  <a:lnTo>
                    <a:pt x="249" y="346"/>
                  </a:lnTo>
                  <a:lnTo>
                    <a:pt x="249" y="324"/>
                  </a:lnTo>
                  <a:lnTo>
                    <a:pt x="252" y="306"/>
                  </a:lnTo>
                  <a:lnTo>
                    <a:pt x="252" y="288"/>
                  </a:lnTo>
                  <a:lnTo>
                    <a:pt x="252" y="270"/>
                  </a:lnTo>
                  <a:lnTo>
                    <a:pt x="256" y="252"/>
                  </a:lnTo>
                  <a:lnTo>
                    <a:pt x="256" y="234"/>
                  </a:lnTo>
                  <a:lnTo>
                    <a:pt x="256" y="220"/>
                  </a:lnTo>
                  <a:lnTo>
                    <a:pt x="259" y="202"/>
                  </a:lnTo>
                  <a:lnTo>
                    <a:pt x="259" y="187"/>
                  </a:lnTo>
                  <a:lnTo>
                    <a:pt x="263" y="173"/>
                  </a:lnTo>
                  <a:lnTo>
                    <a:pt x="263" y="158"/>
                  </a:lnTo>
                  <a:lnTo>
                    <a:pt x="263" y="144"/>
                  </a:lnTo>
                  <a:lnTo>
                    <a:pt x="267" y="133"/>
                  </a:lnTo>
                  <a:lnTo>
                    <a:pt x="267" y="119"/>
                  </a:lnTo>
                  <a:lnTo>
                    <a:pt x="270" y="108"/>
                  </a:lnTo>
                  <a:lnTo>
                    <a:pt x="270" y="97"/>
                  </a:lnTo>
                  <a:lnTo>
                    <a:pt x="270" y="86"/>
                  </a:lnTo>
                  <a:lnTo>
                    <a:pt x="274" y="76"/>
                  </a:lnTo>
                  <a:lnTo>
                    <a:pt x="274" y="65"/>
                  </a:lnTo>
                  <a:lnTo>
                    <a:pt x="274" y="58"/>
                  </a:lnTo>
                  <a:lnTo>
                    <a:pt x="277" y="50"/>
                  </a:lnTo>
                  <a:lnTo>
                    <a:pt x="277" y="40"/>
                  </a:lnTo>
                  <a:lnTo>
                    <a:pt x="281" y="36"/>
                  </a:lnTo>
                  <a:lnTo>
                    <a:pt x="281" y="29"/>
                  </a:lnTo>
                  <a:lnTo>
                    <a:pt x="281" y="22"/>
                  </a:lnTo>
                  <a:lnTo>
                    <a:pt x="285" y="18"/>
                  </a:lnTo>
                  <a:lnTo>
                    <a:pt x="285" y="14"/>
                  </a:lnTo>
                  <a:lnTo>
                    <a:pt x="288" y="11"/>
                  </a:lnTo>
                  <a:lnTo>
                    <a:pt x="288" y="7"/>
                  </a:lnTo>
                  <a:lnTo>
                    <a:pt x="292" y="4"/>
                  </a:lnTo>
                  <a:lnTo>
                    <a:pt x="29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4" name="Freeform 132"/>
            <p:cNvSpPr>
              <a:spLocks/>
            </p:cNvSpPr>
            <p:nvPr/>
          </p:nvSpPr>
          <p:spPr bwMode="auto">
            <a:xfrm>
              <a:off x="3956" y="1048"/>
              <a:ext cx="1253" cy="2462"/>
            </a:xfrm>
            <a:custGeom>
              <a:avLst/>
              <a:gdLst/>
              <a:ahLst/>
              <a:cxnLst>
                <a:cxn ang="0">
                  <a:pos x="15" y="50"/>
                </a:cxn>
                <a:cxn ang="0">
                  <a:pos x="29" y="173"/>
                </a:cxn>
                <a:cxn ang="0">
                  <a:pos x="47" y="364"/>
                </a:cxn>
                <a:cxn ang="0">
                  <a:pos x="62" y="612"/>
                </a:cxn>
                <a:cxn ang="0">
                  <a:pos x="76" y="896"/>
                </a:cxn>
                <a:cxn ang="0">
                  <a:pos x="90" y="1195"/>
                </a:cxn>
                <a:cxn ang="0">
                  <a:pos x="108" y="1497"/>
                </a:cxn>
                <a:cxn ang="0">
                  <a:pos x="123" y="1778"/>
                </a:cxn>
                <a:cxn ang="0">
                  <a:pos x="137" y="2023"/>
                </a:cxn>
                <a:cxn ang="0">
                  <a:pos x="155" y="2221"/>
                </a:cxn>
                <a:cxn ang="0">
                  <a:pos x="170" y="2361"/>
                </a:cxn>
                <a:cxn ang="0">
                  <a:pos x="184" y="2441"/>
                </a:cxn>
                <a:cxn ang="0">
                  <a:pos x="209" y="2448"/>
                </a:cxn>
                <a:cxn ang="0">
                  <a:pos x="227" y="2387"/>
                </a:cxn>
                <a:cxn ang="0">
                  <a:pos x="242" y="2293"/>
                </a:cxn>
                <a:cxn ang="0">
                  <a:pos x="256" y="2181"/>
                </a:cxn>
                <a:cxn ang="0">
                  <a:pos x="270" y="2066"/>
                </a:cxn>
                <a:cxn ang="0">
                  <a:pos x="288" y="1955"/>
                </a:cxn>
                <a:cxn ang="0">
                  <a:pos x="303" y="1865"/>
                </a:cxn>
                <a:cxn ang="0">
                  <a:pos x="317" y="1803"/>
                </a:cxn>
                <a:cxn ang="0">
                  <a:pos x="342" y="1764"/>
                </a:cxn>
                <a:cxn ang="0">
                  <a:pos x="368" y="1803"/>
                </a:cxn>
                <a:cxn ang="0">
                  <a:pos x="382" y="1857"/>
                </a:cxn>
                <a:cxn ang="0">
                  <a:pos x="396" y="1929"/>
                </a:cxn>
                <a:cxn ang="0">
                  <a:pos x="414" y="2005"/>
                </a:cxn>
                <a:cxn ang="0">
                  <a:pos x="429" y="2077"/>
                </a:cxn>
                <a:cxn ang="0">
                  <a:pos x="443" y="2138"/>
                </a:cxn>
                <a:cxn ang="0">
                  <a:pos x="458" y="2181"/>
                </a:cxn>
                <a:cxn ang="0">
                  <a:pos x="490" y="2207"/>
                </a:cxn>
                <a:cxn ang="0">
                  <a:pos x="512" y="2167"/>
                </a:cxn>
                <a:cxn ang="0">
                  <a:pos x="530" y="2124"/>
                </a:cxn>
                <a:cxn ang="0">
                  <a:pos x="544" y="2070"/>
                </a:cxn>
                <a:cxn ang="0">
                  <a:pos x="558" y="2012"/>
                </a:cxn>
                <a:cxn ang="0">
                  <a:pos x="573" y="1962"/>
                </a:cxn>
                <a:cxn ang="0">
                  <a:pos x="591" y="1919"/>
                </a:cxn>
                <a:cxn ang="0">
                  <a:pos x="620" y="1879"/>
                </a:cxn>
                <a:cxn ang="0">
                  <a:pos x="656" y="1911"/>
                </a:cxn>
                <a:cxn ang="0">
                  <a:pos x="670" y="1951"/>
                </a:cxn>
                <a:cxn ang="0">
                  <a:pos x="684" y="1994"/>
                </a:cxn>
                <a:cxn ang="0">
                  <a:pos x="702" y="2041"/>
                </a:cxn>
                <a:cxn ang="0">
                  <a:pos x="717" y="2081"/>
                </a:cxn>
                <a:cxn ang="0">
                  <a:pos x="735" y="2120"/>
                </a:cxn>
                <a:cxn ang="0">
                  <a:pos x="774" y="2138"/>
                </a:cxn>
                <a:cxn ang="0">
                  <a:pos x="803" y="2099"/>
                </a:cxn>
                <a:cxn ang="0">
                  <a:pos x="821" y="2059"/>
                </a:cxn>
                <a:cxn ang="0">
                  <a:pos x="836" y="2019"/>
                </a:cxn>
                <a:cxn ang="0">
                  <a:pos x="854" y="1980"/>
                </a:cxn>
                <a:cxn ang="0">
                  <a:pos x="879" y="1940"/>
                </a:cxn>
                <a:cxn ang="0">
                  <a:pos x="918" y="1933"/>
                </a:cxn>
                <a:cxn ang="0">
                  <a:pos x="947" y="1969"/>
                </a:cxn>
                <a:cxn ang="0">
                  <a:pos x="969" y="2009"/>
                </a:cxn>
                <a:cxn ang="0">
                  <a:pos x="987" y="2048"/>
                </a:cxn>
                <a:cxn ang="0">
                  <a:pos x="1012" y="2088"/>
                </a:cxn>
                <a:cxn ang="0">
                  <a:pos x="1048" y="2109"/>
                </a:cxn>
                <a:cxn ang="0">
                  <a:pos x="1084" y="2077"/>
                </a:cxn>
                <a:cxn ang="0">
                  <a:pos x="1106" y="2037"/>
                </a:cxn>
                <a:cxn ang="0">
                  <a:pos x="1131" y="1998"/>
                </a:cxn>
                <a:cxn ang="0">
                  <a:pos x="1160" y="1958"/>
                </a:cxn>
                <a:cxn ang="0">
                  <a:pos x="1199" y="1955"/>
                </a:cxn>
                <a:cxn ang="0">
                  <a:pos x="1232" y="1991"/>
                </a:cxn>
              </a:cxnLst>
              <a:rect l="0" t="0" r="r" b="b"/>
              <a:pathLst>
                <a:path w="1253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6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4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2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0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48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0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4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2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4" y="1962"/>
                  </a:lnTo>
                  <a:lnTo>
                    <a:pt x="944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2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80" y="2034"/>
                  </a:lnTo>
                  <a:lnTo>
                    <a:pt x="980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6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88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6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4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42" y="1980"/>
                  </a:lnTo>
                  <a:lnTo>
                    <a:pt x="1142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3" y="202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5" name="Freeform 133"/>
            <p:cNvSpPr>
              <a:spLocks/>
            </p:cNvSpPr>
            <p:nvPr/>
          </p:nvSpPr>
          <p:spPr bwMode="auto">
            <a:xfrm>
              <a:off x="749" y="2844"/>
              <a:ext cx="2981" cy="414"/>
            </a:xfrm>
            <a:custGeom>
              <a:avLst/>
              <a:gdLst/>
              <a:ahLst/>
              <a:cxnLst>
                <a:cxn ang="0">
                  <a:pos x="57" y="256"/>
                </a:cxn>
                <a:cxn ang="0">
                  <a:pos x="119" y="241"/>
                </a:cxn>
                <a:cxn ang="0">
                  <a:pos x="180" y="205"/>
                </a:cxn>
                <a:cxn ang="0">
                  <a:pos x="241" y="205"/>
                </a:cxn>
                <a:cxn ang="0">
                  <a:pos x="302" y="245"/>
                </a:cxn>
                <a:cxn ang="0">
                  <a:pos x="363" y="256"/>
                </a:cxn>
                <a:cxn ang="0">
                  <a:pos x="425" y="223"/>
                </a:cxn>
                <a:cxn ang="0">
                  <a:pos x="486" y="198"/>
                </a:cxn>
                <a:cxn ang="0">
                  <a:pos x="547" y="220"/>
                </a:cxn>
                <a:cxn ang="0">
                  <a:pos x="608" y="259"/>
                </a:cxn>
                <a:cxn ang="0">
                  <a:pos x="669" y="245"/>
                </a:cxn>
                <a:cxn ang="0">
                  <a:pos x="731" y="205"/>
                </a:cxn>
                <a:cxn ang="0">
                  <a:pos x="792" y="198"/>
                </a:cxn>
                <a:cxn ang="0">
                  <a:pos x="853" y="241"/>
                </a:cxn>
                <a:cxn ang="0">
                  <a:pos x="914" y="263"/>
                </a:cxn>
                <a:cxn ang="0">
                  <a:pos x="975" y="227"/>
                </a:cxn>
                <a:cxn ang="0">
                  <a:pos x="1037" y="191"/>
                </a:cxn>
                <a:cxn ang="0">
                  <a:pos x="1098" y="213"/>
                </a:cxn>
                <a:cxn ang="0">
                  <a:pos x="1159" y="263"/>
                </a:cxn>
                <a:cxn ang="0">
                  <a:pos x="1220" y="256"/>
                </a:cxn>
                <a:cxn ang="0">
                  <a:pos x="1281" y="202"/>
                </a:cxn>
                <a:cxn ang="0">
                  <a:pos x="1343" y="187"/>
                </a:cxn>
                <a:cxn ang="0">
                  <a:pos x="1404" y="238"/>
                </a:cxn>
                <a:cxn ang="0">
                  <a:pos x="1465" y="277"/>
                </a:cxn>
                <a:cxn ang="0">
                  <a:pos x="1526" y="234"/>
                </a:cxn>
                <a:cxn ang="0">
                  <a:pos x="1587" y="180"/>
                </a:cxn>
                <a:cxn ang="0">
                  <a:pos x="1649" y="202"/>
                </a:cxn>
                <a:cxn ang="0">
                  <a:pos x="1703" y="263"/>
                </a:cxn>
                <a:cxn ang="0">
                  <a:pos x="1764" y="277"/>
                </a:cxn>
                <a:cxn ang="0">
                  <a:pos x="1818" y="220"/>
                </a:cxn>
                <a:cxn ang="0">
                  <a:pos x="1875" y="166"/>
                </a:cxn>
                <a:cxn ang="0">
                  <a:pos x="1937" y="205"/>
                </a:cxn>
                <a:cxn ang="0">
                  <a:pos x="1980" y="267"/>
                </a:cxn>
                <a:cxn ang="0">
                  <a:pos x="2041" y="288"/>
                </a:cxn>
                <a:cxn ang="0">
                  <a:pos x="2088" y="231"/>
                </a:cxn>
                <a:cxn ang="0">
                  <a:pos x="2131" y="169"/>
                </a:cxn>
                <a:cxn ang="0">
                  <a:pos x="2192" y="169"/>
                </a:cxn>
                <a:cxn ang="0">
                  <a:pos x="2232" y="231"/>
                </a:cxn>
                <a:cxn ang="0">
                  <a:pos x="2268" y="292"/>
                </a:cxn>
                <a:cxn ang="0">
                  <a:pos x="2329" y="295"/>
                </a:cxn>
                <a:cxn ang="0">
                  <a:pos x="2365" y="234"/>
                </a:cxn>
                <a:cxn ang="0">
                  <a:pos x="2397" y="173"/>
                </a:cxn>
                <a:cxn ang="0">
                  <a:pos x="2448" y="130"/>
                </a:cxn>
                <a:cxn ang="0">
                  <a:pos x="2491" y="187"/>
                </a:cxn>
                <a:cxn ang="0">
                  <a:pos x="2516" y="249"/>
                </a:cxn>
                <a:cxn ang="0">
                  <a:pos x="2545" y="310"/>
                </a:cxn>
                <a:cxn ang="0">
                  <a:pos x="2599" y="335"/>
                </a:cxn>
                <a:cxn ang="0">
                  <a:pos x="2631" y="274"/>
                </a:cxn>
                <a:cxn ang="0">
                  <a:pos x="2657" y="209"/>
                </a:cxn>
                <a:cxn ang="0">
                  <a:pos x="2678" y="141"/>
                </a:cxn>
                <a:cxn ang="0">
                  <a:pos x="2721" y="83"/>
                </a:cxn>
                <a:cxn ang="0">
                  <a:pos x="2761" y="141"/>
                </a:cxn>
                <a:cxn ang="0">
                  <a:pos x="2786" y="216"/>
                </a:cxn>
                <a:cxn ang="0">
                  <a:pos x="2808" y="303"/>
                </a:cxn>
                <a:cxn ang="0">
                  <a:pos x="2833" y="375"/>
                </a:cxn>
                <a:cxn ang="0">
                  <a:pos x="2880" y="400"/>
                </a:cxn>
                <a:cxn ang="0">
                  <a:pos x="2905" y="331"/>
                </a:cxn>
                <a:cxn ang="0">
                  <a:pos x="2927" y="227"/>
                </a:cxn>
                <a:cxn ang="0">
                  <a:pos x="2952" y="112"/>
                </a:cxn>
                <a:cxn ang="0">
                  <a:pos x="2973" y="15"/>
                </a:cxn>
              </a:cxnLst>
              <a:rect l="0" t="0" r="r" b="b"/>
              <a:pathLst>
                <a:path w="2981" h="414">
                  <a:moveTo>
                    <a:pt x="0" y="227"/>
                  </a:moveTo>
                  <a:lnTo>
                    <a:pt x="3" y="231"/>
                  </a:lnTo>
                  <a:lnTo>
                    <a:pt x="7" y="234"/>
                  </a:lnTo>
                  <a:lnTo>
                    <a:pt x="11" y="234"/>
                  </a:lnTo>
                  <a:lnTo>
                    <a:pt x="14" y="238"/>
                  </a:lnTo>
                  <a:lnTo>
                    <a:pt x="18" y="238"/>
                  </a:lnTo>
                  <a:lnTo>
                    <a:pt x="21" y="241"/>
                  </a:lnTo>
                  <a:lnTo>
                    <a:pt x="25" y="241"/>
                  </a:lnTo>
                  <a:lnTo>
                    <a:pt x="29" y="245"/>
                  </a:lnTo>
                  <a:lnTo>
                    <a:pt x="32" y="245"/>
                  </a:lnTo>
                  <a:lnTo>
                    <a:pt x="36" y="249"/>
                  </a:lnTo>
                  <a:lnTo>
                    <a:pt x="39" y="249"/>
                  </a:lnTo>
                  <a:lnTo>
                    <a:pt x="43" y="252"/>
                  </a:lnTo>
                  <a:lnTo>
                    <a:pt x="47" y="252"/>
                  </a:lnTo>
                  <a:lnTo>
                    <a:pt x="50" y="252"/>
                  </a:lnTo>
                  <a:lnTo>
                    <a:pt x="54" y="252"/>
                  </a:lnTo>
                  <a:lnTo>
                    <a:pt x="57" y="256"/>
                  </a:lnTo>
                  <a:lnTo>
                    <a:pt x="61" y="256"/>
                  </a:lnTo>
                  <a:lnTo>
                    <a:pt x="65" y="256"/>
                  </a:lnTo>
                  <a:lnTo>
                    <a:pt x="68" y="256"/>
                  </a:lnTo>
                  <a:lnTo>
                    <a:pt x="72" y="256"/>
                  </a:lnTo>
                  <a:lnTo>
                    <a:pt x="75" y="256"/>
                  </a:lnTo>
                  <a:lnTo>
                    <a:pt x="79" y="256"/>
                  </a:lnTo>
                  <a:lnTo>
                    <a:pt x="83" y="256"/>
                  </a:lnTo>
                  <a:lnTo>
                    <a:pt x="86" y="252"/>
                  </a:lnTo>
                  <a:lnTo>
                    <a:pt x="90" y="252"/>
                  </a:lnTo>
                  <a:lnTo>
                    <a:pt x="93" y="252"/>
                  </a:lnTo>
                  <a:lnTo>
                    <a:pt x="97" y="249"/>
                  </a:lnTo>
                  <a:lnTo>
                    <a:pt x="101" y="249"/>
                  </a:lnTo>
                  <a:lnTo>
                    <a:pt x="104" y="249"/>
                  </a:lnTo>
                  <a:lnTo>
                    <a:pt x="108" y="245"/>
                  </a:lnTo>
                  <a:lnTo>
                    <a:pt x="111" y="245"/>
                  </a:lnTo>
                  <a:lnTo>
                    <a:pt x="115" y="241"/>
                  </a:lnTo>
                  <a:lnTo>
                    <a:pt x="119" y="241"/>
                  </a:lnTo>
                  <a:lnTo>
                    <a:pt x="122" y="238"/>
                  </a:lnTo>
                  <a:lnTo>
                    <a:pt x="126" y="234"/>
                  </a:lnTo>
                  <a:lnTo>
                    <a:pt x="129" y="234"/>
                  </a:lnTo>
                  <a:lnTo>
                    <a:pt x="133" y="231"/>
                  </a:lnTo>
                  <a:lnTo>
                    <a:pt x="137" y="227"/>
                  </a:lnTo>
                  <a:lnTo>
                    <a:pt x="140" y="227"/>
                  </a:lnTo>
                  <a:lnTo>
                    <a:pt x="144" y="223"/>
                  </a:lnTo>
                  <a:lnTo>
                    <a:pt x="147" y="223"/>
                  </a:lnTo>
                  <a:lnTo>
                    <a:pt x="151" y="220"/>
                  </a:lnTo>
                  <a:lnTo>
                    <a:pt x="155" y="216"/>
                  </a:lnTo>
                  <a:lnTo>
                    <a:pt x="158" y="216"/>
                  </a:lnTo>
                  <a:lnTo>
                    <a:pt x="162" y="213"/>
                  </a:lnTo>
                  <a:lnTo>
                    <a:pt x="165" y="213"/>
                  </a:lnTo>
                  <a:lnTo>
                    <a:pt x="169" y="209"/>
                  </a:lnTo>
                  <a:lnTo>
                    <a:pt x="173" y="209"/>
                  </a:lnTo>
                  <a:lnTo>
                    <a:pt x="176" y="205"/>
                  </a:lnTo>
                  <a:lnTo>
                    <a:pt x="180" y="205"/>
                  </a:lnTo>
                  <a:lnTo>
                    <a:pt x="183" y="202"/>
                  </a:lnTo>
                  <a:lnTo>
                    <a:pt x="187" y="202"/>
                  </a:lnTo>
                  <a:lnTo>
                    <a:pt x="191" y="202"/>
                  </a:lnTo>
                  <a:lnTo>
                    <a:pt x="194" y="202"/>
                  </a:lnTo>
                  <a:lnTo>
                    <a:pt x="198" y="202"/>
                  </a:lnTo>
                  <a:lnTo>
                    <a:pt x="201" y="198"/>
                  </a:lnTo>
                  <a:lnTo>
                    <a:pt x="205" y="198"/>
                  </a:lnTo>
                  <a:lnTo>
                    <a:pt x="209" y="198"/>
                  </a:lnTo>
                  <a:lnTo>
                    <a:pt x="212" y="198"/>
                  </a:lnTo>
                  <a:lnTo>
                    <a:pt x="216" y="198"/>
                  </a:lnTo>
                  <a:lnTo>
                    <a:pt x="219" y="202"/>
                  </a:lnTo>
                  <a:lnTo>
                    <a:pt x="223" y="202"/>
                  </a:lnTo>
                  <a:lnTo>
                    <a:pt x="227" y="202"/>
                  </a:lnTo>
                  <a:lnTo>
                    <a:pt x="230" y="202"/>
                  </a:lnTo>
                  <a:lnTo>
                    <a:pt x="234" y="205"/>
                  </a:lnTo>
                  <a:lnTo>
                    <a:pt x="237" y="205"/>
                  </a:lnTo>
                  <a:lnTo>
                    <a:pt x="241" y="205"/>
                  </a:lnTo>
                  <a:lnTo>
                    <a:pt x="245" y="209"/>
                  </a:lnTo>
                  <a:lnTo>
                    <a:pt x="248" y="209"/>
                  </a:lnTo>
                  <a:lnTo>
                    <a:pt x="252" y="213"/>
                  </a:lnTo>
                  <a:lnTo>
                    <a:pt x="255" y="213"/>
                  </a:lnTo>
                  <a:lnTo>
                    <a:pt x="259" y="216"/>
                  </a:lnTo>
                  <a:lnTo>
                    <a:pt x="263" y="220"/>
                  </a:lnTo>
                  <a:lnTo>
                    <a:pt x="266" y="220"/>
                  </a:lnTo>
                  <a:lnTo>
                    <a:pt x="270" y="223"/>
                  </a:lnTo>
                  <a:lnTo>
                    <a:pt x="273" y="223"/>
                  </a:lnTo>
                  <a:lnTo>
                    <a:pt x="277" y="227"/>
                  </a:lnTo>
                  <a:lnTo>
                    <a:pt x="281" y="231"/>
                  </a:lnTo>
                  <a:lnTo>
                    <a:pt x="284" y="234"/>
                  </a:lnTo>
                  <a:lnTo>
                    <a:pt x="288" y="234"/>
                  </a:lnTo>
                  <a:lnTo>
                    <a:pt x="291" y="238"/>
                  </a:lnTo>
                  <a:lnTo>
                    <a:pt x="295" y="238"/>
                  </a:lnTo>
                  <a:lnTo>
                    <a:pt x="299" y="241"/>
                  </a:lnTo>
                  <a:lnTo>
                    <a:pt x="302" y="245"/>
                  </a:lnTo>
                  <a:lnTo>
                    <a:pt x="306" y="245"/>
                  </a:lnTo>
                  <a:lnTo>
                    <a:pt x="309" y="249"/>
                  </a:lnTo>
                  <a:lnTo>
                    <a:pt x="313" y="249"/>
                  </a:lnTo>
                  <a:lnTo>
                    <a:pt x="317" y="252"/>
                  </a:lnTo>
                  <a:lnTo>
                    <a:pt x="320" y="252"/>
                  </a:lnTo>
                  <a:lnTo>
                    <a:pt x="324" y="252"/>
                  </a:lnTo>
                  <a:lnTo>
                    <a:pt x="327" y="256"/>
                  </a:lnTo>
                  <a:lnTo>
                    <a:pt x="331" y="256"/>
                  </a:lnTo>
                  <a:lnTo>
                    <a:pt x="335" y="256"/>
                  </a:lnTo>
                  <a:lnTo>
                    <a:pt x="338" y="256"/>
                  </a:lnTo>
                  <a:lnTo>
                    <a:pt x="342" y="256"/>
                  </a:lnTo>
                  <a:lnTo>
                    <a:pt x="345" y="259"/>
                  </a:lnTo>
                  <a:lnTo>
                    <a:pt x="349" y="259"/>
                  </a:lnTo>
                  <a:lnTo>
                    <a:pt x="353" y="259"/>
                  </a:lnTo>
                  <a:lnTo>
                    <a:pt x="356" y="256"/>
                  </a:lnTo>
                  <a:lnTo>
                    <a:pt x="360" y="256"/>
                  </a:lnTo>
                  <a:lnTo>
                    <a:pt x="363" y="256"/>
                  </a:lnTo>
                  <a:lnTo>
                    <a:pt x="367" y="256"/>
                  </a:lnTo>
                  <a:lnTo>
                    <a:pt x="371" y="252"/>
                  </a:lnTo>
                  <a:lnTo>
                    <a:pt x="374" y="252"/>
                  </a:lnTo>
                  <a:lnTo>
                    <a:pt x="378" y="252"/>
                  </a:lnTo>
                  <a:lnTo>
                    <a:pt x="381" y="249"/>
                  </a:lnTo>
                  <a:lnTo>
                    <a:pt x="385" y="249"/>
                  </a:lnTo>
                  <a:lnTo>
                    <a:pt x="389" y="245"/>
                  </a:lnTo>
                  <a:lnTo>
                    <a:pt x="392" y="245"/>
                  </a:lnTo>
                  <a:lnTo>
                    <a:pt x="396" y="241"/>
                  </a:lnTo>
                  <a:lnTo>
                    <a:pt x="399" y="241"/>
                  </a:lnTo>
                  <a:lnTo>
                    <a:pt x="403" y="238"/>
                  </a:lnTo>
                  <a:lnTo>
                    <a:pt x="407" y="234"/>
                  </a:lnTo>
                  <a:lnTo>
                    <a:pt x="410" y="234"/>
                  </a:lnTo>
                  <a:lnTo>
                    <a:pt x="414" y="231"/>
                  </a:lnTo>
                  <a:lnTo>
                    <a:pt x="417" y="227"/>
                  </a:lnTo>
                  <a:lnTo>
                    <a:pt x="421" y="223"/>
                  </a:lnTo>
                  <a:lnTo>
                    <a:pt x="425" y="223"/>
                  </a:lnTo>
                  <a:lnTo>
                    <a:pt x="428" y="220"/>
                  </a:lnTo>
                  <a:lnTo>
                    <a:pt x="432" y="216"/>
                  </a:lnTo>
                  <a:lnTo>
                    <a:pt x="435" y="216"/>
                  </a:lnTo>
                  <a:lnTo>
                    <a:pt x="439" y="213"/>
                  </a:lnTo>
                  <a:lnTo>
                    <a:pt x="443" y="213"/>
                  </a:lnTo>
                  <a:lnTo>
                    <a:pt x="446" y="209"/>
                  </a:lnTo>
                  <a:lnTo>
                    <a:pt x="450" y="205"/>
                  </a:lnTo>
                  <a:lnTo>
                    <a:pt x="453" y="205"/>
                  </a:lnTo>
                  <a:lnTo>
                    <a:pt x="457" y="202"/>
                  </a:lnTo>
                  <a:lnTo>
                    <a:pt x="461" y="202"/>
                  </a:lnTo>
                  <a:lnTo>
                    <a:pt x="464" y="202"/>
                  </a:lnTo>
                  <a:lnTo>
                    <a:pt x="468" y="198"/>
                  </a:lnTo>
                  <a:lnTo>
                    <a:pt x="471" y="198"/>
                  </a:lnTo>
                  <a:lnTo>
                    <a:pt x="475" y="198"/>
                  </a:lnTo>
                  <a:lnTo>
                    <a:pt x="479" y="198"/>
                  </a:lnTo>
                  <a:lnTo>
                    <a:pt x="482" y="198"/>
                  </a:lnTo>
                  <a:lnTo>
                    <a:pt x="486" y="198"/>
                  </a:lnTo>
                  <a:lnTo>
                    <a:pt x="489" y="198"/>
                  </a:lnTo>
                  <a:lnTo>
                    <a:pt x="493" y="198"/>
                  </a:lnTo>
                  <a:lnTo>
                    <a:pt x="497" y="198"/>
                  </a:lnTo>
                  <a:lnTo>
                    <a:pt x="500" y="198"/>
                  </a:lnTo>
                  <a:lnTo>
                    <a:pt x="504" y="198"/>
                  </a:lnTo>
                  <a:lnTo>
                    <a:pt x="507" y="198"/>
                  </a:lnTo>
                  <a:lnTo>
                    <a:pt x="511" y="202"/>
                  </a:lnTo>
                  <a:lnTo>
                    <a:pt x="515" y="202"/>
                  </a:lnTo>
                  <a:lnTo>
                    <a:pt x="518" y="205"/>
                  </a:lnTo>
                  <a:lnTo>
                    <a:pt x="522" y="205"/>
                  </a:lnTo>
                  <a:lnTo>
                    <a:pt x="525" y="209"/>
                  </a:lnTo>
                  <a:lnTo>
                    <a:pt x="529" y="209"/>
                  </a:lnTo>
                  <a:lnTo>
                    <a:pt x="533" y="213"/>
                  </a:lnTo>
                  <a:lnTo>
                    <a:pt x="536" y="213"/>
                  </a:lnTo>
                  <a:lnTo>
                    <a:pt x="540" y="216"/>
                  </a:lnTo>
                  <a:lnTo>
                    <a:pt x="543" y="220"/>
                  </a:lnTo>
                  <a:lnTo>
                    <a:pt x="547" y="220"/>
                  </a:lnTo>
                  <a:lnTo>
                    <a:pt x="551" y="223"/>
                  </a:lnTo>
                  <a:lnTo>
                    <a:pt x="554" y="227"/>
                  </a:lnTo>
                  <a:lnTo>
                    <a:pt x="558" y="231"/>
                  </a:lnTo>
                  <a:lnTo>
                    <a:pt x="561" y="231"/>
                  </a:lnTo>
                  <a:lnTo>
                    <a:pt x="565" y="234"/>
                  </a:lnTo>
                  <a:lnTo>
                    <a:pt x="569" y="238"/>
                  </a:lnTo>
                  <a:lnTo>
                    <a:pt x="572" y="238"/>
                  </a:lnTo>
                  <a:lnTo>
                    <a:pt x="576" y="241"/>
                  </a:lnTo>
                  <a:lnTo>
                    <a:pt x="579" y="245"/>
                  </a:lnTo>
                  <a:lnTo>
                    <a:pt x="583" y="245"/>
                  </a:lnTo>
                  <a:lnTo>
                    <a:pt x="587" y="249"/>
                  </a:lnTo>
                  <a:lnTo>
                    <a:pt x="590" y="249"/>
                  </a:lnTo>
                  <a:lnTo>
                    <a:pt x="594" y="252"/>
                  </a:lnTo>
                  <a:lnTo>
                    <a:pt x="597" y="256"/>
                  </a:lnTo>
                  <a:lnTo>
                    <a:pt x="601" y="256"/>
                  </a:lnTo>
                  <a:lnTo>
                    <a:pt x="605" y="256"/>
                  </a:lnTo>
                  <a:lnTo>
                    <a:pt x="608" y="259"/>
                  </a:lnTo>
                  <a:lnTo>
                    <a:pt x="612" y="259"/>
                  </a:lnTo>
                  <a:lnTo>
                    <a:pt x="615" y="259"/>
                  </a:lnTo>
                  <a:lnTo>
                    <a:pt x="619" y="259"/>
                  </a:lnTo>
                  <a:lnTo>
                    <a:pt x="623" y="259"/>
                  </a:lnTo>
                  <a:lnTo>
                    <a:pt x="626" y="259"/>
                  </a:lnTo>
                  <a:lnTo>
                    <a:pt x="630" y="259"/>
                  </a:lnTo>
                  <a:lnTo>
                    <a:pt x="633" y="259"/>
                  </a:lnTo>
                  <a:lnTo>
                    <a:pt x="637" y="259"/>
                  </a:lnTo>
                  <a:lnTo>
                    <a:pt x="641" y="259"/>
                  </a:lnTo>
                  <a:lnTo>
                    <a:pt x="644" y="259"/>
                  </a:lnTo>
                  <a:lnTo>
                    <a:pt x="648" y="256"/>
                  </a:lnTo>
                  <a:lnTo>
                    <a:pt x="651" y="256"/>
                  </a:lnTo>
                  <a:lnTo>
                    <a:pt x="655" y="256"/>
                  </a:lnTo>
                  <a:lnTo>
                    <a:pt x="659" y="252"/>
                  </a:lnTo>
                  <a:lnTo>
                    <a:pt x="662" y="252"/>
                  </a:lnTo>
                  <a:lnTo>
                    <a:pt x="666" y="249"/>
                  </a:lnTo>
                  <a:lnTo>
                    <a:pt x="669" y="245"/>
                  </a:lnTo>
                  <a:lnTo>
                    <a:pt x="673" y="245"/>
                  </a:lnTo>
                  <a:lnTo>
                    <a:pt x="677" y="241"/>
                  </a:lnTo>
                  <a:lnTo>
                    <a:pt x="680" y="238"/>
                  </a:lnTo>
                  <a:lnTo>
                    <a:pt x="684" y="238"/>
                  </a:lnTo>
                  <a:lnTo>
                    <a:pt x="687" y="234"/>
                  </a:lnTo>
                  <a:lnTo>
                    <a:pt x="691" y="231"/>
                  </a:lnTo>
                  <a:lnTo>
                    <a:pt x="695" y="231"/>
                  </a:lnTo>
                  <a:lnTo>
                    <a:pt x="698" y="227"/>
                  </a:lnTo>
                  <a:lnTo>
                    <a:pt x="702" y="223"/>
                  </a:lnTo>
                  <a:lnTo>
                    <a:pt x="705" y="220"/>
                  </a:lnTo>
                  <a:lnTo>
                    <a:pt x="709" y="216"/>
                  </a:lnTo>
                  <a:lnTo>
                    <a:pt x="713" y="216"/>
                  </a:lnTo>
                  <a:lnTo>
                    <a:pt x="716" y="213"/>
                  </a:lnTo>
                  <a:lnTo>
                    <a:pt x="720" y="209"/>
                  </a:lnTo>
                  <a:lnTo>
                    <a:pt x="723" y="209"/>
                  </a:lnTo>
                  <a:lnTo>
                    <a:pt x="727" y="205"/>
                  </a:lnTo>
                  <a:lnTo>
                    <a:pt x="731" y="205"/>
                  </a:lnTo>
                  <a:lnTo>
                    <a:pt x="734" y="202"/>
                  </a:lnTo>
                  <a:lnTo>
                    <a:pt x="738" y="202"/>
                  </a:lnTo>
                  <a:lnTo>
                    <a:pt x="741" y="198"/>
                  </a:lnTo>
                  <a:lnTo>
                    <a:pt x="745" y="198"/>
                  </a:lnTo>
                  <a:lnTo>
                    <a:pt x="749" y="195"/>
                  </a:lnTo>
                  <a:lnTo>
                    <a:pt x="752" y="195"/>
                  </a:lnTo>
                  <a:lnTo>
                    <a:pt x="756" y="195"/>
                  </a:lnTo>
                  <a:lnTo>
                    <a:pt x="759" y="195"/>
                  </a:lnTo>
                  <a:lnTo>
                    <a:pt x="763" y="195"/>
                  </a:lnTo>
                  <a:lnTo>
                    <a:pt x="767" y="195"/>
                  </a:lnTo>
                  <a:lnTo>
                    <a:pt x="770" y="195"/>
                  </a:lnTo>
                  <a:lnTo>
                    <a:pt x="774" y="195"/>
                  </a:lnTo>
                  <a:lnTo>
                    <a:pt x="777" y="195"/>
                  </a:lnTo>
                  <a:lnTo>
                    <a:pt x="781" y="195"/>
                  </a:lnTo>
                  <a:lnTo>
                    <a:pt x="785" y="195"/>
                  </a:lnTo>
                  <a:lnTo>
                    <a:pt x="788" y="198"/>
                  </a:lnTo>
                  <a:lnTo>
                    <a:pt x="792" y="198"/>
                  </a:lnTo>
                  <a:lnTo>
                    <a:pt x="795" y="202"/>
                  </a:lnTo>
                  <a:lnTo>
                    <a:pt x="799" y="202"/>
                  </a:lnTo>
                  <a:lnTo>
                    <a:pt x="803" y="205"/>
                  </a:lnTo>
                  <a:lnTo>
                    <a:pt x="806" y="205"/>
                  </a:lnTo>
                  <a:lnTo>
                    <a:pt x="810" y="209"/>
                  </a:lnTo>
                  <a:lnTo>
                    <a:pt x="813" y="213"/>
                  </a:lnTo>
                  <a:lnTo>
                    <a:pt x="817" y="213"/>
                  </a:lnTo>
                  <a:lnTo>
                    <a:pt x="821" y="216"/>
                  </a:lnTo>
                  <a:lnTo>
                    <a:pt x="824" y="220"/>
                  </a:lnTo>
                  <a:lnTo>
                    <a:pt x="828" y="223"/>
                  </a:lnTo>
                  <a:lnTo>
                    <a:pt x="831" y="223"/>
                  </a:lnTo>
                  <a:lnTo>
                    <a:pt x="835" y="227"/>
                  </a:lnTo>
                  <a:lnTo>
                    <a:pt x="839" y="231"/>
                  </a:lnTo>
                  <a:lnTo>
                    <a:pt x="842" y="234"/>
                  </a:lnTo>
                  <a:lnTo>
                    <a:pt x="846" y="238"/>
                  </a:lnTo>
                  <a:lnTo>
                    <a:pt x="849" y="238"/>
                  </a:lnTo>
                  <a:lnTo>
                    <a:pt x="853" y="241"/>
                  </a:lnTo>
                  <a:lnTo>
                    <a:pt x="857" y="245"/>
                  </a:lnTo>
                  <a:lnTo>
                    <a:pt x="860" y="249"/>
                  </a:lnTo>
                  <a:lnTo>
                    <a:pt x="864" y="249"/>
                  </a:lnTo>
                  <a:lnTo>
                    <a:pt x="867" y="252"/>
                  </a:lnTo>
                  <a:lnTo>
                    <a:pt x="871" y="256"/>
                  </a:lnTo>
                  <a:lnTo>
                    <a:pt x="875" y="256"/>
                  </a:lnTo>
                  <a:lnTo>
                    <a:pt x="878" y="259"/>
                  </a:lnTo>
                  <a:lnTo>
                    <a:pt x="882" y="259"/>
                  </a:lnTo>
                  <a:lnTo>
                    <a:pt x="885" y="259"/>
                  </a:lnTo>
                  <a:lnTo>
                    <a:pt x="889" y="263"/>
                  </a:lnTo>
                  <a:lnTo>
                    <a:pt x="893" y="263"/>
                  </a:lnTo>
                  <a:lnTo>
                    <a:pt x="896" y="263"/>
                  </a:lnTo>
                  <a:lnTo>
                    <a:pt x="900" y="263"/>
                  </a:lnTo>
                  <a:lnTo>
                    <a:pt x="903" y="263"/>
                  </a:lnTo>
                  <a:lnTo>
                    <a:pt x="907" y="263"/>
                  </a:lnTo>
                  <a:lnTo>
                    <a:pt x="911" y="263"/>
                  </a:lnTo>
                  <a:lnTo>
                    <a:pt x="914" y="263"/>
                  </a:lnTo>
                  <a:lnTo>
                    <a:pt x="918" y="263"/>
                  </a:lnTo>
                  <a:lnTo>
                    <a:pt x="921" y="263"/>
                  </a:lnTo>
                  <a:lnTo>
                    <a:pt x="925" y="259"/>
                  </a:lnTo>
                  <a:lnTo>
                    <a:pt x="929" y="259"/>
                  </a:lnTo>
                  <a:lnTo>
                    <a:pt x="932" y="259"/>
                  </a:lnTo>
                  <a:lnTo>
                    <a:pt x="936" y="256"/>
                  </a:lnTo>
                  <a:lnTo>
                    <a:pt x="939" y="256"/>
                  </a:lnTo>
                  <a:lnTo>
                    <a:pt x="943" y="252"/>
                  </a:lnTo>
                  <a:lnTo>
                    <a:pt x="947" y="249"/>
                  </a:lnTo>
                  <a:lnTo>
                    <a:pt x="950" y="249"/>
                  </a:lnTo>
                  <a:lnTo>
                    <a:pt x="954" y="245"/>
                  </a:lnTo>
                  <a:lnTo>
                    <a:pt x="957" y="241"/>
                  </a:lnTo>
                  <a:lnTo>
                    <a:pt x="961" y="238"/>
                  </a:lnTo>
                  <a:lnTo>
                    <a:pt x="965" y="238"/>
                  </a:lnTo>
                  <a:lnTo>
                    <a:pt x="968" y="234"/>
                  </a:lnTo>
                  <a:lnTo>
                    <a:pt x="972" y="231"/>
                  </a:lnTo>
                  <a:lnTo>
                    <a:pt x="975" y="227"/>
                  </a:lnTo>
                  <a:lnTo>
                    <a:pt x="979" y="223"/>
                  </a:lnTo>
                  <a:lnTo>
                    <a:pt x="983" y="220"/>
                  </a:lnTo>
                  <a:lnTo>
                    <a:pt x="986" y="220"/>
                  </a:lnTo>
                  <a:lnTo>
                    <a:pt x="990" y="216"/>
                  </a:lnTo>
                  <a:lnTo>
                    <a:pt x="993" y="213"/>
                  </a:lnTo>
                  <a:lnTo>
                    <a:pt x="997" y="209"/>
                  </a:lnTo>
                  <a:lnTo>
                    <a:pt x="1001" y="205"/>
                  </a:lnTo>
                  <a:lnTo>
                    <a:pt x="1004" y="205"/>
                  </a:lnTo>
                  <a:lnTo>
                    <a:pt x="1008" y="202"/>
                  </a:lnTo>
                  <a:lnTo>
                    <a:pt x="1011" y="198"/>
                  </a:lnTo>
                  <a:lnTo>
                    <a:pt x="1015" y="198"/>
                  </a:lnTo>
                  <a:lnTo>
                    <a:pt x="1019" y="195"/>
                  </a:lnTo>
                  <a:lnTo>
                    <a:pt x="1022" y="195"/>
                  </a:lnTo>
                  <a:lnTo>
                    <a:pt x="1026" y="191"/>
                  </a:lnTo>
                  <a:lnTo>
                    <a:pt x="1029" y="191"/>
                  </a:lnTo>
                  <a:lnTo>
                    <a:pt x="1033" y="191"/>
                  </a:lnTo>
                  <a:lnTo>
                    <a:pt x="1037" y="191"/>
                  </a:lnTo>
                  <a:lnTo>
                    <a:pt x="1040" y="187"/>
                  </a:lnTo>
                  <a:lnTo>
                    <a:pt x="1044" y="187"/>
                  </a:lnTo>
                  <a:lnTo>
                    <a:pt x="1047" y="187"/>
                  </a:lnTo>
                  <a:lnTo>
                    <a:pt x="1051" y="191"/>
                  </a:lnTo>
                  <a:lnTo>
                    <a:pt x="1055" y="191"/>
                  </a:lnTo>
                  <a:lnTo>
                    <a:pt x="1058" y="191"/>
                  </a:lnTo>
                  <a:lnTo>
                    <a:pt x="1062" y="191"/>
                  </a:lnTo>
                  <a:lnTo>
                    <a:pt x="1065" y="195"/>
                  </a:lnTo>
                  <a:lnTo>
                    <a:pt x="1069" y="195"/>
                  </a:lnTo>
                  <a:lnTo>
                    <a:pt x="1073" y="195"/>
                  </a:lnTo>
                  <a:lnTo>
                    <a:pt x="1076" y="198"/>
                  </a:lnTo>
                  <a:lnTo>
                    <a:pt x="1080" y="202"/>
                  </a:lnTo>
                  <a:lnTo>
                    <a:pt x="1083" y="202"/>
                  </a:lnTo>
                  <a:lnTo>
                    <a:pt x="1087" y="205"/>
                  </a:lnTo>
                  <a:lnTo>
                    <a:pt x="1091" y="209"/>
                  </a:lnTo>
                  <a:lnTo>
                    <a:pt x="1094" y="213"/>
                  </a:lnTo>
                  <a:lnTo>
                    <a:pt x="1098" y="213"/>
                  </a:lnTo>
                  <a:lnTo>
                    <a:pt x="1101" y="216"/>
                  </a:lnTo>
                  <a:lnTo>
                    <a:pt x="1105" y="220"/>
                  </a:lnTo>
                  <a:lnTo>
                    <a:pt x="1109" y="223"/>
                  </a:lnTo>
                  <a:lnTo>
                    <a:pt x="1112" y="227"/>
                  </a:lnTo>
                  <a:lnTo>
                    <a:pt x="1116" y="231"/>
                  </a:lnTo>
                  <a:lnTo>
                    <a:pt x="1119" y="234"/>
                  </a:lnTo>
                  <a:lnTo>
                    <a:pt x="1123" y="238"/>
                  </a:lnTo>
                  <a:lnTo>
                    <a:pt x="1127" y="238"/>
                  </a:lnTo>
                  <a:lnTo>
                    <a:pt x="1130" y="241"/>
                  </a:lnTo>
                  <a:lnTo>
                    <a:pt x="1134" y="245"/>
                  </a:lnTo>
                  <a:lnTo>
                    <a:pt x="1137" y="249"/>
                  </a:lnTo>
                  <a:lnTo>
                    <a:pt x="1141" y="252"/>
                  </a:lnTo>
                  <a:lnTo>
                    <a:pt x="1145" y="252"/>
                  </a:lnTo>
                  <a:lnTo>
                    <a:pt x="1148" y="256"/>
                  </a:lnTo>
                  <a:lnTo>
                    <a:pt x="1152" y="259"/>
                  </a:lnTo>
                  <a:lnTo>
                    <a:pt x="1155" y="259"/>
                  </a:lnTo>
                  <a:lnTo>
                    <a:pt x="1159" y="263"/>
                  </a:lnTo>
                  <a:lnTo>
                    <a:pt x="1163" y="263"/>
                  </a:lnTo>
                  <a:lnTo>
                    <a:pt x="1166" y="267"/>
                  </a:lnTo>
                  <a:lnTo>
                    <a:pt x="1170" y="267"/>
                  </a:lnTo>
                  <a:lnTo>
                    <a:pt x="1173" y="267"/>
                  </a:lnTo>
                  <a:lnTo>
                    <a:pt x="1177" y="270"/>
                  </a:lnTo>
                  <a:lnTo>
                    <a:pt x="1181" y="270"/>
                  </a:lnTo>
                  <a:lnTo>
                    <a:pt x="1184" y="270"/>
                  </a:lnTo>
                  <a:lnTo>
                    <a:pt x="1188" y="270"/>
                  </a:lnTo>
                  <a:lnTo>
                    <a:pt x="1191" y="270"/>
                  </a:lnTo>
                  <a:lnTo>
                    <a:pt x="1195" y="267"/>
                  </a:lnTo>
                  <a:lnTo>
                    <a:pt x="1199" y="267"/>
                  </a:lnTo>
                  <a:lnTo>
                    <a:pt x="1202" y="267"/>
                  </a:lnTo>
                  <a:lnTo>
                    <a:pt x="1206" y="263"/>
                  </a:lnTo>
                  <a:lnTo>
                    <a:pt x="1209" y="263"/>
                  </a:lnTo>
                  <a:lnTo>
                    <a:pt x="1213" y="259"/>
                  </a:lnTo>
                  <a:lnTo>
                    <a:pt x="1217" y="259"/>
                  </a:lnTo>
                  <a:lnTo>
                    <a:pt x="1220" y="256"/>
                  </a:lnTo>
                  <a:lnTo>
                    <a:pt x="1224" y="252"/>
                  </a:lnTo>
                  <a:lnTo>
                    <a:pt x="1227" y="252"/>
                  </a:lnTo>
                  <a:lnTo>
                    <a:pt x="1231" y="249"/>
                  </a:lnTo>
                  <a:lnTo>
                    <a:pt x="1235" y="245"/>
                  </a:lnTo>
                  <a:lnTo>
                    <a:pt x="1238" y="241"/>
                  </a:lnTo>
                  <a:lnTo>
                    <a:pt x="1242" y="238"/>
                  </a:lnTo>
                  <a:lnTo>
                    <a:pt x="1245" y="234"/>
                  </a:lnTo>
                  <a:lnTo>
                    <a:pt x="1249" y="231"/>
                  </a:lnTo>
                  <a:lnTo>
                    <a:pt x="1253" y="227"/>
                  </a:lnTo>
                  <a:lnTo>
                    <a:pt x="1256" y="227"/>
                  </a:lnTo>
                  <a:lnTo>
                    <a:pt x="1260" y="223"/>
                  </a:lnTo>
                  <a:lnTo>
                    <a:pt x="1263" y="220"/>
                  </a:lnTo>
                  <a:lnTo>
                    <a:pt x="1267" y="216"/>
                  </a:lnTo>
                  <a:lnTo>
                    <a:pt x="1271" y="213"/>
                  </a:lnTo>
                  <a:lnTo>
                    <a:pt x="1274" y="209"/>
                  </a:lnTo>
                  <a:lnTo>
                    <a:pt x="1278" y="205"/>
                  </a:lnTo>
                  <a:lnTo>
                    <a:pt x="1281" y="202"/>
                  </a:lnTo>
                  <a:lnTo>
                    <a:pt x="1285" y="198"/>
                  </a:lnTo>
                  <a:lnTo>
                    <a:pt x="1289" y="198"/>
                  </a:lnTo>
                  <a:lnTo>
                    <a:pt x="1292" y="195"/>
                  </a:lnTo>
                  <a:lnTo>
                    <a:pt x="1296" y="191"/>
                  </a:lnTo>
                  <a:lnTo>
                    <a:pt x="1299" y="191"/>
                  </a:lnTo>
                  <a:lnTo>
                    <a:pt x="1303" y="187"/>
                  </a:lnTo>
                  <a:lnTo>
                    <a:pt x="1307" y="187"/>
                  </a:lnTo>
                  <a:lnTo>
                    <a:pt x="1310" y="184"/>
                  </a:lnTo>
                  <a:lnTo>
                    <a:pt x="1314" y="184"/>
                  </a:lnTo>
                  <a:lnTo>
                    <a:pt x="1317" y="184"/>
                  </a:lnTo>
                  <a:lnTo>
                    <a:pt x="1321" y="184"/>
                  </a:lnTo>
                  <a:lnTo>
                    <a:pt x="1325" y="184"/>
                  </a:lnTo>
                  <a:lnTo>
                    <a:pt x="1328" y="184"/>
                  </a:lnTo>
                  <a:lnTo>
                    <a:pt x="1332" y="184"/>
                  </a:lnTo>
                  <a:lnTo>
                    <a:pt x="1335" y="184"/>
                  </a:lnTo>
                  <a:lnTo>
                    <a:pt x="1339" y="187"/>
                  </a:lnTo>
                  <a:lnTo>
                    <a:pt x="1343" y="187"/>
                  </a:lnTo>
                  <a:lnTo>
                    <a:pt x="1346" y="191"/>
                  </a:lnTo>
                  <a:lnTo>
                    <a:pt x="1350" y="191"/>
                  </a:lnTo>
                  <a:lnTo>
                    <a:pt x="1353" y="195"/>
                  </a:lnTo>
                  <a:lnTo>
                    <a:pt x="1357" y="195"/>
                  </a:lnTo>
                  <a:lnTo>
                    <a:pt x="1361" y="198"/>
                  </a:lnTo>
                  <a:lnTo>
                    <a:pt x="1364" y="202"/>
                  </a:lnTo>
                  <a:lnTo>
                    <a:pt x="1368" y="202"/>
                  </a:lnTo>
                  <a:lnTo>
                    <a:pt x="1371" y="205"/>
                  </a:lnTo>
                  <a:lnTo>
                    <a:pt x="1375" y="209"/>
                  </a:lnTo>
                  <a:lnTo>
                    <a:pt x="1379" y="213"/>
                  </a:lnTo>
                  <a:lnTo>
                    <a:pt x="1382" y="216"/>
                  </a:lnTo>
                  <a:lnTo>
                    <a:pt x="1386" y="220"/>
                  </a:lnTo>
                  <a:lnTo>
                    <a:pt x="1389" y="223"/>
                  </a:lnTo>
                  <a:lnTo>
                    <a:pt x="1393" y="227"/>
                  </a:lnTo>
                  <a:lnTo>
                    <a:pt x="1397" y="231"/>
                  </a:lnTo>
                  <a:lnTo>
                    <a:pt x="1400" y="234"/>
                  </a:lnTo>
                  <a:lnTo>
                    <a:pt x="1404" y="238"/>
                  </a:lnTo>
                  <a:lnTo>
                    <a:pt x="1407" y="241"/>
                  </a:lnTo>
                  <a:lnTo>
                    <a:pt x="1411" y="245"/>
                  </a:lnTo>
                  <a:lnTo>
                    <a:pt x="1415" y="249"/>
                  </a:lnTo>
                  <a:lnTo>
                    <a:pt x="1418" y="252"/>
                  </a:lnTo>
                  <a:lnTo>
                    <a:pt x="1422" y="256"/>
                  </a:lnTo>
                  <a:lnTo>
                    <a:pt x="1425" y="259"/>
                  </a:lnTo>
                  <a:lnTo>
                    <a:pt x="1429" y="263"/>
                  </a:lnTo>
                  <a:lnTo>
                    <a:pt x="1433" y="267"/>
                  </a:lnTo>
                  <a:lnTo>
                    <a:pt x="1436" y="267"/>
                  </a:lnTo>
                  <a:lnTo>
                    <a:pt x="1440" y="270"/>
                  </a:lnTo>
                  <a:lnTo>
                    <a:pt x="1443" y="270"/>
                  </a:lnTo>
                  <a:lnTo>
                    <a:pt x="1447" y="274"/>
                  </a:lnTo>
                  <a:lnTo>
                    <a:pt x="1451" y="274"/>
                  </a:lnTo>
                  <a:lnTo>
                    <a:pt x="1454" y="274"/>
                  </a:lnTo>
                  <a:lnTo>
                    <a:pt x="1458" y="274"/>
                  </a:lnTo>
                  <a:lnTo>
                    <a:pt x="1461" y="274"/>
                  </a:lnTo>
                  <a:lnTo>
                    <a:pt x="1465" y="277"/>
                  </a:lnTo>
                  <a:lnTo>
                    <a:pt x="1469" y="274"/>
                  </a:lnTo>
                  <a:lnTo>
                    <a:pt x="1472" y="274"/>
                  </a:lnTo>
                  <a:lnTo>
                    <a:pt x="1476" y="274"/>
                  </a:lnTo>
                  <a:lnTo>
                    <a:pt x="1479" y="274"/>
                  </a:lnTo>
                  <a:lnTo>
                    <a:pt x="1483" y="270"/>
                  </a:lnTo>
                  <a:lnTo>
                    <a:pt x="1487" y="270"/>
                  </a:lnTo>
                  <a:lnTo>
                    <a:pt x="1490" y="267"/>
                  </a:lnTo>
                  <a:lnTo>
                    <a:pt x="1494" y="263"/>
                  </a:lnTo>
                  <a:lnTo>
                    <a:pt x="1497" y="263"/>
                  </a:lnTo>
                  <a:lnTo>
                    <a:pt x="1501" y="259"/>
                  </a:lnTo>
                  <a:lnTo>
                    <a:pt x="1505" y="256"/>
                  </a:lnTo>
                  <a:lnTo>
                    <a:pt x="1508" y="252"/>
                  </a:lnTo>
                  <a:lnTo>
                    <a:pt x="1512" y="249"/>
                  </a:lnTo>
                  <a:lnTo>
                    <a:pt x="1515" y="245"/>
                  </a:lnTo>
                  <a:lnTo>
                    <a:pt x="1519" y="241"/>
                  </a:lnTo>
                  <a:lnTo>
                    <a:pt x="1523" y="238"/>
                  </a:lnTo>
                  <a:lnTo>
                    <a:pt x="1526" y="234"/>
                  </a:lnTo>
                  <a:lnTo>
                    <a:pt x="1530" y="231"/>
                  </a:lnTo>
                  <a:lnTo>
                    <a:pt x="1533" y="227"/>
                  </a:lnTo>
                  <a:lnTo>
                    <a:pt x="1537" y="223"/>
                  </a:lnTo>
                  <a:lnTo>
                    <a:pt x="1541" y="220"/>
                  </a:lnTo>
                  <a:lnTo>
                    <a:pt x="1544" y="216"/>
                  </a:lnTo>
                  <a:lnTo>
                    <a:pt x="1548" y="213"/>
                  </a:lnTo>
                  <a:lnTo>
                    <a:pt x="1551" y="209"/>
                  </a:lnTo>
                  <a:lnTo>
                    <a:pt x="1555" y="205"/>
                  </a:lnTo>
                  <a:lnTo>
                    <a:pt x="1559" y="202"/>
                  </a:lnTo>
                  <a:lnTo>
                    <a:pt x="1562" y="198"/>
                  </a:lnTo>
                  <a:lnTo>
                    <a:pt x="1566" y="195"/>
                  </a:lnTo>
                  <a:lnTo>
                    <a:pt x="1569" y="191"/>
                  </a:lnTo>
                  <a:lnTo>
                    <a:pt x="1573" y="187"/>
                  </a:lnTo>
                  <a:lnTo>
                    <a:pt x="1577" y="184"/>
                  </a:lnTo>
                  <a:lnTo>
                    <a:pt x="1580" y="184"/>
                  </a:lnTo>
                  <a:lnTo>
                    <a:pt x="1584" y="180"/>
                  </a:lnTo>
                  <a:lnTo>
                    <a:pt x="1587" y="180"/>
                  </a:lnTo>
                  <a:lnTo>
                    <a:pt x="1591" y="177"/>
                  </a:lnTo>
                  <a:lnTo>
                    <a:pt x="1595" y="177"/>
                  </a:lnTo>
                  <a:lnTo>
                    <a:pt x="1598" y="177"/>
                  </a:lnTo>
                  <a:lnTo>
                    <a:pt x="1602" y="177"/>
                  </a:lnTo>
                  <a:lnTo>
                    <a:pt x="1605" y="177"/>
                  </a:lnTo>
                  <a:lnTo>
                    <a:pt x="1609" y="177"/>
                  </a:lnTo>
                  <a:lnTo>
                    <a:pt x="1613" y="177"/>
                  </a:lnTo>
                  <a:lnTo>
                    <a:pt x="1616" y="180"/>
                  </a:lnTo>
                  <a:lnTo>
                    <a:pt x="1620" y="180"/>
                  </a:lnTo>
                  <a:lnTo>
                    <a:pt x="1623" y="184"/>
                  </a:lnTo>
                  <a:lnTo>
                    <a:pt x="1627" y="184"/>
                  </a:lnTo>
                  <a:lnTo>
                    <a:pt x="1631" y="187"/>
                  </a:lnTo>
                  <a:lnTo>
                    <a:pt x="1634" y="187"/>
                  </a:lnTo>
                  <a:lnTo>
                    <a:pt x="1638" y="191"/>
                  </a:lnTo>
                  <a:lnTo>
                    <a:pt x="1641" y="195"/>
                  </a:lnTo>
                  <a:lnTo>
                    <a:pt x="1645" y="198"/>
                  </a:lnTo>
                  <a:lnTo>
                    <a:pt x="1649" y="202"/>
                  </a:lnTo>
                  <a:lnTo>
                    <a:pt x="1652" y="205"/>
                  </a:lnTo>
                  <a:lnTo>
                    <a:pt x="1656" y="209"/>
                  </a:lnTo>
                  <a:lnTo>
                    <a:pt x="1659" y="213"/>
                  </a:lnTo>
                  <a:lnTo>
                    <a:pt x="1663" y="216"/>
                  </a:lnTo>
                  <a:lnTo>
                    <a:pt x="1667" y="220"/>
                  </a:lnTo>
                  <a:lnTo>
                    <a:pt x="1670" y="223"/>
                  </a:lnTo>
                  <a:lnTo>
                    <a:pt x="1674" y="227"/>
                  </a:lnTo>
                  <a:lnTo>
                    <a:pt x="1674" y="231"/>
                  </a:lnTo>
                  <a:lnTo>
                    <a:pt x="1677" y="234"/>
                  </a:lnTo>
                  <a:lnTo>
                    <a:pt x="1681" y="238"/>
                  </a:lnTo>
                  <a:lnTo>
                    <a:pt x="1685" y="241"/>
                  </a:lnTo>
                  <a:lnTo>
                    <a:pt x="1688" y="245"/>
                  </a:lnTo>
                  <a:lnTo>
                    <a:pt x="1692" y="249"/>
                  </a:lnTo>
                  <a:lnTo>
                    <a:pt x="1692" y="252"/>
                  </a:lnTo>
                  <a:lnTo>
                    <a:pt x="1695" y="256"/>
                  </a:lnTo>
                  <a:lnTo>
                    <a:pt x="1699" y="259"/>
                  </a:lnTo>
                  <a:lnTo>
                    <a:pt x="1703" y="263"/>
                  </a:lnTo>
                  <a:lnTo>
                    <a:pt x="1706" y="267"/>
                  </a:lnTo>
                  <a:lnTo>
                    <a:pt x="1710" y="270"/>
                  </a:lnTo>
                  <a:lnTo>
                    <a:pt x="1713" y="274"/>
                  </a:lnTo>
                  <a:lnTo>
                    <a:pt x="1717" y="274"/>
                  </a:lnTo>
                  <a:lnTo>
                    <a:pt x="1721" y="277"/>
                  </a:lnTo>
                  <a:lnTo>
                    <a:pt x="1724" y="281"/>
                  </a:lnTo>
                  <a:lnTo>
                    <a:pt x="1728" y="281"/>
                  </a:lnTo>
                  <a:lnTo>
                    <a:pt x="1731" y="281"/>
                  </a:lnTo>
                  <a:lnTo>
                    <a:pt x="1735" y="285"/>
                  </a:lnTo>
                  <a:lnTo>
                    <a:pt x="1739" y="285"/>
                  </a:lnTo>
                  <a:lnTo>
                    <a:pt x="1742" y="285"/>
                  </a:lnTo>
                  <a:lnTo>
                    <a:pt x="1746" y="285"/>
                  </a:lnTo>
                  <a:lnTo>
                    <a:pt x="1749" y="285"/>
                  </a:lnTo>
                  <a:lnTo>
                    <a:pt x="1753" y="281"/>
                  </a:lnTo>
                  <a:lnTo>
                    <a:pt x="1757" y="281"/>
                  </a:lnTo>
                  <a:lnTo>
                    <a:pt x="1760" y="277"/>
                  </a:lnTo>
                  <a:lnTo>
                    <a:pt x="1764" y="277"/>
                  </a:lnTo>
                  <a:lnTo>
                    <a:pt x="1767" y="274"/>
                  </a:lnTo>
                  <a:lnTo>
                    <a:pt x="1771" y="274"/>
                  </a:lnTo>
                  <a:lnTo>
                    <a:pt x="1775" y="270"/>
                  </a:lnTo>
                  <a:lnTo>
                    <a:pt x="1778" y="267"/>
                  </a:lnTo>
                  <a:lnTo>
                    <a:pt x="1782" y="263"/>
                  </a:lnTo>
                  <a:lnTo>
                    <a:pt x="1785" y="259"/>
                  </a:lnTo>
                  <a:lnTo>
                    <a:pt x="1789" y="256"/>
                  </a:lnTo>
                  <a:lnTo>
                    <a:pt x="1793" y="252"/>
                  </a:lnTo>
                  <a:lnTo>
                    <a:pt x="1796" y="249"/>
                  </a:lnTo>
                  <a:lnTo>
                    <a:pt x="1800" y="245"/>
                  </a:lnTo>
                  <a:lnTo>
                    <a:pt x="1803" y="241"/>
                  </a:lnTo>
                  <a:lnTo>
                    <a:pt x="1803" y="238"/>
                  </a:lnTo>
                  <a:lnTo>
                    <a:pt x="1807" y="234"/>
                  </a:lnTo>
                  <a:lnTo>
                    <a:pt x="1811" y="231"/>
                  </a:lnTo>
                  <a:lnTo>
                    <a:pt x="1814" y="227"/>
                  </a:lnTo>
                  <a:lnTo>
                    <a:pt x="1818" y="223"/>
                  </a:lnTo>
                  <a:lnTo>
                    <a:pt x="1818" y="220"/>
                  </a:lnTo>
                  <a:lnTo>
                    <a:pt x="1821" y="216"/>
                  </a:lnTo>
                  <a:lnTo>
                    <a:pt x="1825" y="213"/>
                  </a:lnTo>
                  <a:lnTo>
                    <a:pt x="1829" y="209"/>
                  </a:lnTo>
                  <a:lnTo>
                    <a:pt x="1829" y="205"/>
                  </a:lnTo>
                  <a:lnTo>
                    <a:pt x="1832" y="202"/>
                  </a:lnTo>
                  <a:lnTo>
                    <a:pt x="1836" y="198"/>
                  </a:lnTo>
                  <a:lnTo>
                    <a:pt x="1839" y="195"/>
                  </a:lnTo>
                  <a:lnTo>
                    <a:pt x="1843" y="191"/>
                  </a:lnTo>
                  <a:lnTo>
                    <a:pt x="1847" y="187"/>
                  </a:lnTo>
                  <a:lnTo>
                    <a:pt x="1850" y="184"/>
                  </a:lnTo>
                  <a:lnTo>
                    <a:pt x="1854" y="180"/>
                  </a:lnTo>
                  <a:lnTo>
                    <a:pt x="1857" y="177"/>
                  </a:lnTo>
                  <a:lnTo>
                    <a:pt x="1861" y="173"/>
                  </a:lnTo>
                  <a:lnTo>
                    <a:pt x="1865" y="169"/>
                  </a:lnTo>
                  <a:lnTo>
                    <a:pt x="1868" y="169"/>
                  </a:lnTo>
                  <a:lnTo>
                    <a:pt x="1872" y="169"/>
                  </a:lnTo>
                  <a:lnTo>
                    <a:pt x="1875" y="166"/>
                  </a:lnTo>
                  <a:lnTo>
                    <a:pt x="1879" y="166"/>
                  </a:lnTo>
                  <a:lnTo>
                    <a:pt x="1883" y="166"/>
                  </a:lnTo>
                  <a:lnTo>
                    <a:pt x="1886" y="166"/>
                  </a:lnTo>
                  <a:lnTo>
                    <a:pt x="1890" y="169"/>
                  </a:lnTo>
                  <a:lnTo>
                    <a:pt x="1893" y="169"/>
                  </a:lnTo>
                  <a:lnTo>
                    <a:pt x="1897" y="169"/>
                  </a:lnTo>
                  <a:lnTo>
                    <a:pt x="1901" y="173"/>
                  </a:lnTo>
                  <a:lnTo>
                    <a:pt x="1904" y="173"/>
                  </a:lnTo>
                  <a:lnTo>
                    <a:pt x="1908" y="177"/>
                  </a:lnTo>
                  <a:lnTo>
                    <a:pt x="1911" y="180"/>
                  </a:lnTo>
                  <a:lnTo>
                    <a:pt x="1915" y="184"/>
                  </a:lnTo>
                  <a:lnTo>
                    <a:pt x="1919" y="187"/>
                  </a:lnTo>
                  <a:lnTo>
                    <a:pt x="1922" y="191"/>
                  </a:lnTo>
                  <a:lnTo>
                    <a:pt x="1926" y="195"/>
                  </a:lnTo>
                  <a:lnTo>
                    <a:pt x="1929" y="198"/>
                  </a:lnTo>
                  <a:lnTo>
                    <a:pt x="1933" y="202"/>
                  </a:lnTo>
                  <a:lnTo>
                    <a:pt x="1937" y="205"/>
                  </a:lnTo>
                  <a:lnTo>
                    <a:pt x="1940" y="209"/>
                  </a:lnTo>
                  <a:lnTo>
                    <a:pt x="1940" y="213"/>
                  </a:lnTo>
                  <a:lnTo>
                    <a:pt x="1944" y="216"/>
                  </a:lnTo>
                  <a:lnTo>
                    <a:pt x="1947" y="220"/>
                  </a:lnTo>
                  <a:lnTo>
                    <a:pt x="1947" y="223"/>
                  </a:lnTo>
                  <a:lnTo>
                    <a:pt x="1951" y="227"/>
                  </a:lnTo>
                  <a:lnTo>
                    <a:pt x="1955" y="231"/>
                  </a:lnTo>
                  <a:lnTo>
                    <a:pt x="1955" y="234"/>
                  </a:lnTo>
                  <a:lnTo>
                    <a:pt x="1958" y="238"/>
                  </a:lnTo>
                  <a:lnTo>
                    <a:pt x="1962" y="241"/>
                  </a:lnTo>
                  <a:lnTo>
                    <a:pt x="1965" y="245"/>
                  </a:lnTo>
                  <a:lnTo>
                    <a:pt x="1965" y="249"/>
                  </a:lnTo>
                  <a:lnTo>
                    <a:pt x="1969" y="252"/>
                  </a:lnTo>
                  <a:lnTo>
                    <a:pt x="1973" y="256"/>
                  </a:lnTo>
                  <a:lnTo>
                    <a:pt x="1973" y="259"/>
                  </a:lnTo>
                  <a:lnTo>
                    <a:pt x="1976" y="263"/>
                  </a:lnTo>
                  <a:lnTo>
                    <a:pt x="1980" y="267"/>
                  </a:lnTo>
                  <a:lnTo>
                    <a:pt x="1983" y="270"/>
                  </a:lnTo>
                  <a:lnTo>
                    <a:pt x="1987" y="274"/>
                  </a:lnTo>
                  <a:lnTo>
                    <a:pt x="1991" y="277"/>
                  </a:lnTo>
                  <a:lnTo>
                    <a:pt x="1994" y="281"/>
                  </a:lnTo>
                  <a:lnTo>
                    <a:pt x="1998" y="285"/>
                  </a:lnTo>
                  <a:lnTo>
                    <a:pt x="2001" y="288"/>
                  </a:lnTo>
                  <a:lnTo>
                    <a:pt x="2005" y="292"/>
                  </a:lnTo>
                  <a:lnTo>
                    <a:pt x="2009" y="292"/>
                  </a:lnTo>
                  <a:lnTo>
                    <a:pt x="2012" y="295"/>
                  </a:lnTo>
                  <a:lnTo>
                    <a:pt x="2016" y="295"/>
                  </a:lnTo>
                  <a:lnTo>
                    <a:pt x="2019" y="295"/>
                  </a:lnTo>
                  <a:lnTo>
                    <a:pt x="2023" y="295"/>
                  </a:lnTo>
                  <a:lnTo>
                    <a:pt x="2027" y="295"/>
                  </a:lnTo>
                  <a:lnTo>
                    <a:pt x="2030" y="295"/>
                  </a:lnTo>
                  <a:lnTo>
                    <a:pt x="2034" y="292"/>
                  </a:lnTo>
                  <a:lnTo>
                    <a:pt x="2037" y="292"/>
                  </a:lnTo>
                  <a:lnTo>
                    <a:pt x="2041" y="288"/>
                  </a:lnTo>
                  <a:lnTo>
                    <a:pt x="2045" y="285"/>
                  </a:lnTo>
                  <a:lnTo>
                    <a:pt x="2048" y="285"/>
                  </a:lnTo>
                  <a:lnTo>
                    <a:pt x="2052" y="281"/>
                  </a:lnTo>
                  <a:lnTo>
                    <a:pt x="2055" y="277"/>
                  </a:lnTo>
                  <a:lnTo>
                    <a:pt x="2059" y="274"/>
                  </a:lnTo>
                  <a:lnTo>
                    <a:pt x="2063" y="270"/>
                  </a:lnTo>
                  <a:lnTo>
                    <a:pt x="2066" y="267"/>
                  </a:lnTo>
                  <a:lnTo>
                    <a:pt x="2070" y="263"/>
                  </a:lnTo>
                  <a:lnTo>
                    <a:pt x="2070" y="259"/>
                  </a:lnTo>
                  <a:lnTo>
                    <a:pt x="2073" y="256"/>
                  </a:lnTo>
                  <a:lnTo>
                    <a:pt x="2077" y="252"/>
                  </a:lnTo>
                  <a:lnTo>
                    <a:pt x="2077" y="249"/>
                  </a:lnTo>
                  <a:lnTo>
                    <a:pt x="2081" y="245"/>
                  </a:lnTo>
                  <a:lnTo>
                    <a:pt x="2081" y="241"/>
                  </a:lnTo>
                  <a:lnTo>
                    <a:pt x="2084" y="238"/>
                  </a:lnTo>
                  <a:lnTo>
                    <a:pt x="2088" y="234"/>
                  </a:lnTo>
                  <a:lnTo>
                    <a:pt x="2088" y="231"/>
                  </a:lnTo>
                  <a:lnTo>
                    <a:pt x="2091" y="227"/>
                  </a:lnTo>
                  <a:lnTo>
                    <a:pt x="2095" y="223"/>
                  </a:lnTo>
                  <a:lnTo>
                    <a:pt x="2095" y="220"/>
                  </a:lnTo>
                  <a:lnTo>
                    <a:pt x="2099" y="216"/>
                  </a:lnTo>
                  <a:lnTo>
                    <a:pt x="2099" y="213"/>
                  </a:lnTo>
                  <a:lnTo>
                    <a:pt x="2102" y="209"/>
                  </a:lnTo>
                  <a:lnTo>
                    <a:pt x="2106" y="205"/>
                  </a:lnTo>
                  <a:lnTo>
                    <a:pt x="2106" y="202"/>
                  </a:lnTo>
                  <a:lnTo>
                    <a:pt x="2109" y="198"/>
                  </a:lnTo>
                  <a:lnTo>
                    <a:pt x="2113" y="195"/>
                  </a:lnTo>
                  <a:lnTo>
                    <a:pt x="2113" y="191"/>
                  </a:lnTo>
                  <a:lnTo>
                    <a:pt x="2117" y="187"/>
                  </a:lnTo>
                  <a:lnTo>
                    <a:pt x="2120" y="184"/>
                  </a:lnTo>
                  <a:lnTo>
                    <a:pt x="2124" y="180"/>
                  </a:lnTo>
                  <a:lnTo>
                    <a:pt x="2124" y="177"/>
                  </a:lnTo>
                  <a:lnTo>
                    <a:pt x="2127" y="173"/>
                  </a:lnTo>
                  <a:lnTo>
                    <a:pt x="2131" y="169"/>
                  </a:lnTo>
                  <a:lnTo>
                    <a:pt x="2135" y="166"/>
                  </a:lnTo>
                  <a:lnTo>
                    <a:pt x="2138" y="162"/>
                  </a:lnTo>
                  <a:lnTo>
                    <a:pt x="2142" y="159"/>
                  </a:lnTo>
                  <a:lnTo>
                    <a:pt x="2145" y="155"/>
                  </a:lnTo>
                  <a:lnTo>
                    <a:pt x="2149" y="155"/>
                  </a:lnTo>
                  <a:lnTo>
                    <a:pt x="2153" y="155"/>
                  </a:lnTo>
                  <a:lnTo>
                    <a:pt x="2156" y="151"/>
                  </a:lnTo>
                  <a:lnTo>
                    <a:pt x="2160" y="151"/>
                  </a:lnTo>
                  <a:lnTo>
                    <a:pt x="2163" y="151"/>
                  </a:lnTo>
                  <a:lnTo>
                    <a:pt x="2167" y="151"/>
                  </a:lnTo>
                  <a:lnTo>
                    <a:pt x="2171" y="155"/>
                  </a:lnTo>
                  <a:lnTo>
                    <a:pt x="2174" y="155"/>
                  </a:lnTo>
                  <a:lnTo>
                    <a:pt x="2178" y="159"/>
                  </a:lnTo>
                  <a:lnTo>
                    <a:pt x="2181" y="159"/>
                  </a:lnTo>
                  <a:lnTo>
                    <a:pt x="2185" y="162"/>
                  </a:lnTo>
                  <a:lnTo>
                    <a:pt x="2189" y="166"/>
                  </a:lnTo>
                  <a:lnTo>
                    <a:pt x="2192" y="169"/>
                  </a:lnTo>
                  <a:lnTo>
                    <a:pt x="2196" y="173"/>
                  </a:lnTo>
                  <a:lnTo>
                    <a:pt x="2199" y="177"/>
                  </a:lnTo>
                  <a:lnTo>
                    <a:pt x="2203" y="180"/>
                  </a:lnTo>
                  <a:lnTo>
                    <a:pt x="2203" y="184"/>
                  </a:lnTo>
                  <a:lnTo>
                    <a:pt x="2207" y="187"/>
                  </a:lnTo>
                  <a:lnTo>
                    <a:pt x="2210" y="191"/>
                  </a:lnTo>
                  <a:lnTo>
                    <a:pt x="2210" y="195"/>
                  </a:lnTo>
                  <a:lnTo>
                    <a:pt x="2214" y="198"/>
                  </a:lnTo>
                  <a:lnTo>
                    <a:pt x="2217" y="202"/>
                  </a:lnTo>
                  <a:lnTo>
                    <a:pt x="2217" y="205"/>
                  </a:lnTo>
                  <a:lnTo>
                    <a:pt x="2221" y="209"/>
                  </a:lnTo>
                  <a:lnTo>
                    <a:pt x="2221" y="213"/>
                  </a:lnTo>
                  <a:lnTo>
                    <a:pt x="2225" y="216"/>
                  </a:lnTo>
                  <a:lnTo>
                    <a:pt x="2225" y="220"/>
                  </a:lnTo>
                  <a:lnTo>
                    <a:pt x="2228" y="223"/>
                  </a:lnTo>
                  <a:lnTo>
                    <a:pt x="2232" y="227"/>
                  </a:lnTo>
                  <a:lnTo>
                    <a:pt x="2232" y="231"/>
                  </a:lnTo>
                  <a:lnTo>
                    <a:pt x="2235" y="234"/>
                  </a:lnTo>
                  <a:lnTo>
                    <a:pt x="2235" y="238"/>
                  </a:lnTo>
                  <a:lnTo>
                    <a:pt x="2239" y="241"/>
                  </a:lnTo>
                  <a:lnTo>
                    <a:pt x="2239" y="245"/>
                  </a:lnTo>
                  <a:lnTo>
                    <a:pt x="2243" y="249"/>
                  </a:lnTo>
                  <a:lnTo>
                    <a:pt x="2243" y="252"/>
                  </a:lnTo>
                  <a:lnTo>
                    <a:pt x="2246" y="256"/>
                  </a:lnTo>
                  <a:lnTo>
                    <a:pt x="2250" y="259"/>
                  </a:lnTo>
                  <a:lnTo>
                    <a:pt x="2250" y="263"/>
                  </a:lnTo>
                  <a:lnTo>
                    <a:pt x="2253" y="267"/>
                  </a:lnTo>
                  <a:lnTo>
                    <a:pt x="2253" y="270"/>
                  </a:lnTo>
                  <a:lnTo>
                    <a:pt x="2257" y="274"/>
                  </a:lnTo>
                  <a:lnTo>
                    <a:pt x="2261" y="277"/>
                  </a:lnTo>
                  <a:lnTo>
                    <a:pt x="2261" y="281"/>
                  </a:lnTo>
                  <a:lnTo>
                    <a:pt x="2264" y="285"/>
                  </a:lnTo>
                  <a:lnTo>
                    <a:pt x="2268" y="288"/>
                  </a:lnTo>
                  <a:lnTo>
                    <a:pt x="2268" y="292"/>
                  </a:lnTo>
                  <a:lnTo>
                    <a:pt x="2271" y="295"/>
                  </a:lnTo>
                  <a:lnTo>
                    <a:pt x="2275" y="299"/>
                  </a:lnTo>
                  <a:lnTo>
                    <a:pt x="2279" y="303"/>
                  </a:lnTo>
                  <a:lnTo>
                    <a:pt x="2282" y="306"/>
                  </a:lnTo>
                  <a:lnTo>
                    <a:pt x="2286" y="310"/>
                  </a:lnTo>
                  <a:lnTo>
                    <a:pt x="2289" y="310"/>
                  </a:lnTo>
                  <a:lnTo>
                    <a:pt x="2293" y="313"/>
                  </a:lnTo>
                  <a:lnTo>
                    <a:pt x="2297" y="313"/>
                  </a:lnTo>
                  <a:lnTo>
                    <a:pt x="2300" y="313"/>
                  </a:lnTo>
                  <a:lnTo>
                    <a:pt x="2304" y="313"/>
                  </a:lnTo>
                  <a:lnTo>
                    <a:pt x="2307" y="313"/>
                  </a:lnTo>
                  <a:lnTo>
                    <a:pt x="2311" y="310"/>
                  </a:lnTo>
                  <a:lnTo>
                    <a:pt x="2315" y="310"/>
                  </a:lnTo>
                  <a:lnTo>
                    <a:pt x="2318" y="306"/>
                  </a:lnTo>
                  <a:lnTo>
                    <a:pt x="2322" y="303"/>
                  </a:lnTo>
                  <a:lnTo>
                    <a:pt x="2325" y="299"/>
                  </a:lnTo>
                  <a:lnTo>
                    <a:pt x="2329" y="295"/>
                  </a:lnTo>
                  <a:lnTo>
                    <a:pt x="2333" y="292"/>
                  </a:lnTo>
                  <a:lnTo>
                    <a:pt x="2336" y="288"/>
                  </a:lnTo>
                  <a:lnTo>
                    <a:pt x="2340" y="285"/>
                  </a:lnTo>
                  <a:lnTo>
                    <a:pt x="2340" y="281"/>
                  </a:lnTo>
                  <a:lnTo>
                    <a:pt x="2343" y="277"/>
                  </a:lnTo>
                  <a:lnTo>
                    <a:pt x="2347" y="274"/>
                  </a:lnTo>
                  <a:lnTo>
                    <a:pt x="2347" y="270"/>
                  </a:lnTo>
                  <a:lnTo>
                    <a:pt x="2351" y="267"/>
                  </a:lnTo>
                  <a:lnTo>
                    <a:pt x="2351" y="263"/>
                  </a:lnTo>
                  <a:lnTo>
                    <a:pt x="2354" y="259"/>
                  </a:lnTo>
                  <a:lnTo>
                    <a:pt x="2354" y="256"/>
                  </a:lnTo>
                  <a:lnTo>
                    <a:pt x="2358" y="252"/>
                  </a:lnTo>
                  <a:lnTo>
                    <a:pt x="2361" y="249"/>
                  </a:lnTo>
                  <a:lnTo>
                    <a:pt x="2361" y="245"/>
                  </a:lnTo>
                  <a:lnTo>
                    <a:pt x="2361" y="241"/>
                  </a:lnTo>
                  <a:lnTo>
                    <a:pt x="2365" y="238"/>
                  </a:lnTo>
                  <a:lnTo>
                    <a:pt x="2365" y="234"/>
                  </a:lnTo>
                  <a:lnTo>
                    <a:pt x="2369" y="231"/>
                  </a:lnTo>
                  <a:lnTo>
                    <a:pt x="2369" y="227"/>
                  </a:lnTo>
                  <a:lnTo>
                    <a:pt x="2372" y="223"/>
                  </a:lnTo>
                  <a:lnTo>
                    <a:pt x="2372" y="220"/>
                  </a:lnTo>
                  <a:lnTo>
                    <a:pt x="2376" y="216"/>
                  </a:lnTo>
                  <a:lnTo>
                    <a:pt x="2376" y="213"/>
                  </a:lnTo>
                  <a:lnTo>
                    <a:pt x="2379" y="209"/>
                  </a:lnTo>
                  <a:lnTo>
                    <a:pt x="2379" y="205"/>
                  </a:lnTo>
                  <a:lnTo>
                    <a:pt x="2383" y="202"/>
                  </a:lnTo>
                  <a:lnTo>
                    <a:pt x="2383" y="198"/>
                  </a:lnTo>
                  <a:lnTo>
                    <a:pt x="2387" y="195"/>
                  </a:lnTo>
                  <a:lnTo>
                    <a:pt x="2387" y="191"/>
                  </a:lnTo>
                  <a:lnTo>
                    <a:pt x="2390" y="187"/>
                  </a:lnTo>
                  <a:lnTo>
                    <a:pt x="2390" y="184"/>
                  </a:lnTo>
                  <a:lnTo>
                    <a:pt x="2394" y="180"/>
                  </a:lnTo>
                  <a:lnTo>
                    <a:pt x="2394" y="177"/>
                  </a:lnTo>
                  <a:lnTo>
                    <a:pt x="2397" y="173"/>
                  </a:lnTo>
                  <a:lnTo>
                    <a:pt x="2397" y="169"/>
                  </a:lnTo>
                  <a:lnTo>
                    <a:pt x="2401" y="166"/>
                  </a:lnTo>
                  <a:lnTo>
                    <a:pt x="2405" y="162"/>
                  </a:lnTo>
                  <a:lnTo>
                    <a:pt x="2405" y="159"/>
                  </a:lnTo>
                  <a:lnTo>
                    <a:pt x="2408" y="155"/>
                  </a:lnTo>
                  <a:lnTo>
                    <a:pt x="2412" y="151"/>
                  </a:lnTo>
                  <a:lnTo>
                    <a:pt x="2415" y="148"/>
                  </a:lnTo>
                  <a:lnTo>
                    <a:pt x="2415" y="144"/>
                  </a:lnTo>
                  <a:lnTo>
                    <a:pt x="2419" y="141"/>
                  </a:lnTo>
                  <a:lnTo>
                    <a:pt x="2423" y="137"/>
                  </a:lnTo>
                  <a:lnTo>
                    <a:pt x="2426" y="133"/>
                  </a:lnTo>
                  <a:lnTo>
                    <a:pt x="2430" y="130"/>
                  </a:lnTo>
                  <a:lnTo>
                    <a:pt x="2433" y="130"/>
                  </a:lnTo>
                  <a:lnTo>
                    <a:pt x="2437" y="130"/>
                  </a:lnTo>
                  <a:lnTo>
                    <a:pt x="2441" y="130"/>
                  </a:lnTo>
                  <a:lnTo>
                    <a:pt x="2444" y="130"/>
                  </a:lnTo>
                  <a:lnTo>
                    <a:pt x="2448" y="130"/>
                  </a:lnTo>
                  <a:lnTo>
                    <a:pt x="2451" y="133"/>
                  </a:lnTo>
                  <a:lnTo>
                    <a:pt x="2455" y="133"/>
                  </a:lnTo>
                  <a:lnTo>
                    <a:pt x="2459" y="137"/>
                  </a:lnTo>
                  <a:lnTo>
                    <a:pt x="2462" y="141"/>
                  </a:lnTo>
                  <a:lnTo>
                    <a:pt x="2466" y="144"/>
                  </a:lnTo>
                  <a:lnTo>
                    <a:pt x="2469" y="148"/>
                  </a:lnTo>
                  <a:lnTo>
                    <a:pt x="2473" y="151"/>
                  </a:lnTo>
                  <a:lnTo>
                    <a:pt x="2473" y="155"/>
                  </a:lnTo>
                  <a:lnTo>
                    <a:pt x="2477" y="159"/>
                  </a:lnTo>
                  <a:lnTo>
                    <a:pt x="2477" y="162"/>
                  </a:lnTo>
                  <a:lnTo>
                    <a:pt x="2480" y="166"/>
                  </a:lnTo>
                  <a:lnTo>
                    <a:pt x="2484" y="169"/>
                  </a:lnTo>
                  <a:lnTo>
                    <a:pt x="2484" y="173"/>
                  </a:lnTo>
                  <a:lnTo>
                    <a:pt x="2487" y="177"/>
                  </a:lnTo>
                  <a:lnTo>
                    <a:pt x="2487" y="180"/>
                  </a:lnTo>
                  <a:lnTo>
                    <a:pt x="2491" y="184"/>
                  </a:lnTo>
                  <a:lnTo>
                    <a:pt x="2491" y="187"/>
                  </a:lnTo>
                  <a:lnTo>
                    <a:pt x="2495" y="191"/>
                  </a:lnTo>
                  <a:lnTo>
                    <a:pt x="2495" y="195"/>
                  </a:lnTo>
                  <a:lnTo>
                    <a:pt x="2495" y="198"/>
                  </a:lnTo>
                  <a:lnTo>
                    <a:pt x="2498" y="202"/>
                  </a:lnTo>
                  <a:lnTo>
                    <a:pt x="2498" y="205"/>
                  </a:lnTo>
                  <a:lnTo>
                    <a:pt x="2502" y="209"/>
                  </a:lnTo>
                  <a:lnTo>
                    <a:pt x="2502" y="213"/>
                  </a:lnTo>
                  <a:lnTo>
                    <a:pt x="2505" y="216"/>
                  </a:lnTo>
                  <a:lnTo>
                    <a:pt x="2505" y="220"/>
                  </a:lnTo>
                  <a:lnTo>
                    <a:pt x="2509" y="223"/>
                  </a:lnTo>
                  <a:lnTo>
                    <a:pt x="2509" y="227"/>
                  </a:lnTo>
                  <a:lnTo>
                    <a:pt x="2509" y="231"/>
                  </a:lnTo>
                  <a:lnTo>
                    <a:pt x="2513" y="234"/>
                  </a:lnTo>
                  <a:lnTo>
                    <a:pt x="2513" y="238"/>
                  </a:lnTo>
                  <a:lnTo>
                    <a:pt x="2513" y="241"/>
                  </a:lnTo>
                  <a:lnTo>
                    <a:pt x="2516" y="245"/>
                  </a:lnTo>
                  <a:lnTo>
                    <a:pt x="2516" y="249"/>
                  </a:lnTo>
                  <a:lnTo>
                    <a:pt x="2520" y="252"/>
                  </a:lnTo>
                  <a:lnTo>
                    <a:pt x="2520" y="256"/>
                  </a:lnTo>
                  <a:lnTo>
                    <a:pt x="2520" y="259"/>
                  </a:lnTo>
                  <a:lnTo>
                    <a:pt x="2523" y="263"/>
                  </a:lnTo>
                  <a:lnTo>
                    <a:pt x="2527" y="267"/>
                  </a:lnTo>
                  <a:lnTo>
                    <a:pt x="2527" y="270"/>
                  </a:lnTo>
                  <a:lnTo>
                    <a:pt x="2527" y="274"/>
                  </a:lnTo>
                  <a:lnTo>
                    <a:pt x="2531" y="277"/>
                  </a:lnTo>
                  <a:lnTo>
                    <a:pt x="2531" y="281"/>
                  </a:lnTo>
                  <a:lnTo>
                    <a:pt x="2534" y="285"/>
                  </a:lnTo>
                  <a:lnTo>
                    <a:pt x="2534" y="288"/>
                  </a:lnTo>
                  <a:lnTo>
                    <a:pt x="2538" y="292"/>
                  </a:lnTo>
                  <a:lnTo>
                    <a:pt x="2538" y="295"/>
                  </a:lnTo>
                  <a:lnTo>
                    <a:pt x="2538" y="299"/>
                  </a:lnTo>
                  <a:lnTo>
                    <a:pt x="2541" y="303"/>
                  </a:lnTo>
                  <a:lnTo>
                    <a:pt x="2545" y="306"/>
                  </a:lnTo>
                  <a:lnTo>
                    <a:pt x="2545" y="310"/>
                  </a:lnTo>
                  <a:lnTo>
                    <a:pt x="2549" y="313"/>
                  </a:lnTo>
                  <a:lnTo>
                    <a:pt x="2549" y="317"/>
                  </a:lnTo>
                  <a:lnTo>
                    <a:pt x="2552" y="321"/>
                  </a:lnTo>
                  <a:lnTo>
                    <a:pt x="2556" y="324"/>
                  </a:lnTo>
                  <a:lnTo>
                    <a:pt x="2556" y="328"/>
                  </a:lnTo>
                  <a:lnTo>
                    <a:pt x="2559" y="331"/>
                  </a:lnTo>
                  <a:lnTo>
                    <a:pt x="2563" y="335"/>
                  </a:lnTo>
                  <a:lnTo>
                    <a:pt x="2567" y="339"/>
                  </a:lnTo>
                  <a:lnTo>
                    <a:pt x="2570" y="342"/>
                  </a:lnTo>
                  <a:lnTo>
                    <a:pt x="2574" y="342"/>
                  </a:lnTo>
                  <a:lnTo>
                    <a:pt x="2577" y="346"/>
                  </a:lnTo>
                  <a:lnTo>
                    <a:pt x="2581" y="346"/>
                  </a:lnTo>
                  <a:lnTo>
                    <a:pt x="2585" y="346"/>
                  </a:lnTo>
                  <a:lnTo>
                    <a:pt x="2588" y="342"/>
                  </a:lnTo>
                  <a:lnTo>
                    <a:pt x="2592" y="342"/>
                  </a:lnTo>
                  <a:lnTo>
                    <a:pt x="2595" y="339"/>
                  </a:lnTo>
                  <a:lnTo>
                    <a:pt x="2599" y="335"/>
                  </a:lnTo>
                  <a:lnTo>
                    <a:pt x="2603" y="331"/>
                  </a:lnTo>
                  <a:lnTo>
                    <a:pt x="2606" y="328"/>
                  </a:lnTo>
                  <a:lnTo>
                    <a:pt x="2606" y="324"/>
                  </a:lnTo>
                  <a:lnTo>
                    <a:pt x="2610" y="321"/>
                  </a:lnTo>
                  <a:lnTo>
                    <a:pt x="2613" y="317"/>
                  </a:lnTo>
                  <a:lnTo>
                    <a:pt x="2613" y="313"/>
                  </a:lnTo>
                  <a:lnTo>
                    <a:pt x="2617" y="310"/>
                  </a:lnTo>
                  <a:lnTo>
                    <a:pt x="2617" y="306"/>
                  </a:lnTo>
                  <a:lnTo>
                    <a:pt x="2621" y="303"/>
                  </a:lnTo>
                  <a:lnTo>
                    <a:pt x="2621" y="299"/>
                  </a:lnTo>
                  <a:lnTo>
                    <a:pt x="2624" y="295"/>
                  </a:lnTo>
                  <a:lnTo>
                    <a:pt x="2624" y="292"/>
                  </a:lnTo>
                  <a:lnTo>
                    <a:pt x="2624" y="288"/>
                  </a:lnTo>
                  <a:lnTo>
                    <a:pt x="2628" y="285"/>
                  </a:lnTo>
                  <a:lnTo>
                    <a:pt x="2628" y="281"/>
                  </a:lnTo>
                  <a:lnTo>
                    <a:pt x="2631" y="277"/>
                  </a:lnTo>
                  <a:lnTo>
                    <a:pt x="2631" y="274"/>
                  </a:lnTo>
                  <a:lnTo>
                    <a:pt x="2631" y="270"/>
                  </a:lnTo>
                  <a:lnTo>
                    <a:pt x="2635" y="267"/>
                  </a:lnTo>
                  <a:lnTo>
                    <a:pt x="2635" y="263"/>
                  </a:lnTo>
                  <a:lnTo>
                    <a:pt x="2639" y="259"/>
                  </a:lnTo>
                  <a:lnTo>
                    <a:pt x="2639" y="256"/>
                  </a:lnTo>
                  <a:lnTo>
                    <a:pt x="2639" y="252"/>
                  </a:lnTo>
                  <a:lnTo>
                    <a:pt x="2642" y="249"/>
                  </a:lnTo>
                  <a:lnTo>
                    <a:pt x="2642" y="245"/>
                  </a:lnTo>
                  <a:lnTo>
                    <a:pt x="2642" y="241"/>
                  </a:lnTo>
                  <a:lnTo>
                    <a:pt x="2646" y="234"/>
                  </a:lnTo>
                  <a:lnTo>
                    <a:pt x="2646" y="231"/>
                  </a:lnTo>
                  <a:lnTo>
                    <a:pt x="2649" y="227"/>
                  </a:lnTo>
                  <a:lnTo>
                    <a:pt x="2649" y="223"/>
                  </a:lnTo>
                  <a:lnTo>
                    <a:pt x="2649" y="220"/>
                  </a:lnTo>
                  <a:lnTo>
                    <a:pt x="2653" y="216"/>
                  </a:lnTo>
                  <a:lnTo>
                    <a:pt x="2653" y="213"/>
                  </a:lnTo>
                  <a:lnTo>
                    <a:pt x="2657" y="209"/>
                  </a:lnTo>
                  <a:lnTo>
                    <a:pt x="2657" y="202"/>
                  </a:lnTo>
                  <a:lnTo>
                    <a:pt x="2657" y="198"/>
                  </a:lnTo>
                  <a:lnTo>
                    <a:pt x="2660" y="195"/>
                  </a:lnTo>
                  <a:lnTo>
                    <a:pt x="2660" y="191"/>
                  </a:lnTo>
                  <a:lnTo>
                    <a:pt x="2664" y="187"/>
                  </a:lnTo>
                  <a:lnTo>
                    <a:pt x="2664" y="184"/>
                  </a:lnTo>
                  <a:lnTo>
                    <a:pt x="2664" y="180"/>
                  </a:lnTo>
                  <a:lnTo>
                    <a:pt x="2667" y="177"/>
                  </a:lnTo>
                  <a:lnTo>
                    <a:pt x="2667" y="173"/>
                  </a:lnTo>
                  <a:lnTo>
                    <a:pt x="2667" y="169"/>
                  </a:lnTo>
                  <a:lnTo>
                    <a:pt x="2671" y="162"/>
                  </a:lnTo>
                  <a:lnTo>
                    <a:pt x="2671" y="159"/>
                  </a:lnTo>
                  <a:lnTo>
                    <a:pt x="2675" y="155"/>
                  </a:lnTo>
                  <a:lnTo>
                    <a:pt x="2675" y="151"/>
                  </a:lnTo>
                  <a:lnTo>
                    <a:pt x="2675" y="148"/>
                  </a:lnTo>
                  <a:lnTo>
                    <a:pt x="2678" y="144"/>
                  </a:lnTo>
                  <a:lnTo>
                    <a:pt x="2678" y="141"/>
                  </a:lnTo>
                  <a:lnTo>
                    <a:pt x="2682" y="137"/>
                  </a:lnTo>
                  <a:lnTo>
                    <a:pt x="2682" y="133"/>
                  </a:lnTo>
                  <a:lnTo>
                    <a:pt x="2685" y="130"/>
                  </a:lnTo>
                  <a:lnTo>
                    <a:pt x="2685" y="126"/>
                  </a:lnTo>
                  <a:lnTo>
                    <a:pt x="2685" y="123"/>
                  </a:lnTo>
                  <a:lnTo>
                    <a:pt x="2689" y="119"/>
                  </a:lnTo>
                  <a:lnTo>
                    <a:pt x="2693" y="115"/>
                  </a:lnTo>
                  <a:lnTo>
                    <a:pt x="2693" y="112"/>
                  </a:lnTo>
                  <a:lnTo>
                    <a:pt x="2696" y="108"/>
                  </a:lnTo>
                  <a:lnTo>
                    <a:pt x="2696" y="105"/>
                  </a:lnTo>
                  <a:lnTo>
                    <a:pt x="2700" y="101"/>
                  </a:lnTo>
                  <a:lnTo>
                    <a:pt x="2703" y="97"/>
                  </a:lnTo>
                  <a:lnTo>
                    <a:pt x="2707" y="94"/>
                  </a:lnTo>
                  <a:lnTo>
                    <a:pt x="2711" y="90"/>
                  </a:lnTo>
                  <a:lnTo>
                    <a:pt x="2714" y="87"/>
                  </a:lnTo>
                  <a:lnTo>
                    <a:pt x="2718" y="83"/>
                  </a:lnTo>
                  <a:lnTo>
                    <a:pt x="2721" y="83"/>
                  </a:lnTo>
                  <a:lnTo>
                    <a:pt x="2725" y="87"/>
                  </a:lnTo>
                  <a:lnTo>
                    <a:pt x="2729" y="87"/>
                  </a:lnTo>
                  <a:lnTo>
                    <a:pt x="2732" y="90"/>
                  </a:lnTo>
                  <a:lnTo>
                    <a:pt x="2736" y="94"/>
                  </a:lnTo>
                  <a:lnTo>
                    <a:pt x="2739" y="97"/>
                  </a:lnTo>
                  <a:lnTo>
                    <a:pt x="2743" y="101"/>
                  </a:lnTo>
                  <a:lnTo>
                    <a:pt x="2743" y="105"/>
                  </a:lnTo>
                  <a:lnTo>
                    <a:pt x="2747" y="108"/>
                  </a:lnTo>
                  <a:lnTo>
                    <a:pt x="2750" y="112"/>
                  </a:lnTo>
                  <a:lnTo>
                    <a:pt x="2750" y="115"/>
                  </a:lnTo>
                  <a:lnTo>
                    <a:pt x="2754" y="119"/>
                  </a:lnTo>
                  <a:lnTo>
                    <a:pt x="2754" y="123"/>
                  </a:lnTo>
                  <a:lnTo>
                    <a:pt x="2754" y="126"/>
                  </a:lnTo>
                  <a:lnTo>
                    <a:pt x="2757" y="130"/>
                  </a:lnTo>
                  <a:lnTo>
                    <a:pt x="2757" y="133"/>
                  </a:lnTo>
                  <a:lnTo>
                    <a:pt x="2761" y="137"/>
                  </a:lnTo>
                  <a:lnTo>
                    <a:pt x="2761" y="141"/>
                  </a:lnTo>
                  <a:lnTo>
                    <a:pt x="2761" y="144"/>
                  </a:lnTo>
                  <a:lnTo>
                    <a:pt x="2765" y="148"/>
                  </a:lnTo>
                  <a:lnTo>
                    <a:pt x="2765" y="155"/>
                  </a:lnTo>
                  <a:lnTo>
                    <a:pt x="2768" y="159"/>
                  </a:lnTo>
                  <a:lnTo>
                    <a:pt x="2768" y="162"/>
                  </a:lnTo>
                  <a:lnTo>
                    <a:pt x="2768" y="166"/>
                  </a:lnTo>
                  <a:lnTo>
                    <a:pt x="2772" y="169"/>
                  </a:lnTo>
                  <a:lnTo>
                    <a:pt x="2772" y="177"/>
                  </a:lnTo>
                  <a:lnTo>
                    <a:pt x="2775" y="180"/>
                  </a:lnTo>
                  <a:lnTo>
                    <a:pt x="2775" y="184"/>
                  </a:lnTo>
                  <a:lnTo>
                    <a:pt x="2775" y="187"/>
                  </a:lnTo>
                  <a:lnTo>
                    <a:pt x="2779" y="195"/>
                  </a:lnTo>
                  <a:lnTo>
                    <a:pt x="2779" y="198"/>
                  </a:lnTo>
                  <a:lnTo>
                    <a:pt x="2779" y="202"/>
                  </a:lnTo>
                  <a:lnTo>
                    <a:pt x="2783" y="209"/>
                  </a:lnTo>
                  <a:lnTo>
                    <a:pt x="2783" y="213"/>
                  </a:lnTo>
                  <a:lnTo>
                    <a:pt x="2786" y="216"/>
                  </a:lnTo>
                  <a:lnTo>
                    <a:pt x="2786" y="223"/>
                  </a:lnTo>
                  <a:lnTo>
                    <a:pt x="2786" y="227"/>
                  </a:lnTo>
                  <a:lnTo>
                    <a:pt x="2790" y="234"/>
                  </a:lnTo>
                  <a:lnTo>
                    <a:pt x="2790" y="238"/>
                  </a:lnTo>
                  <a:lnTo>
                    <a:pt x="2793" y="241"/>
                  </a:lnTo>
                  <a:lnTo>
                    <a:pt x="2793" y="249"/>
                  </a:lnTo>
                  <a:lnTo>
                    <a:pt x="2793" y="252"/>
                  </a:lnTo>
                  <a:lnTo>
                    <a:pt x="2797" y="259"/>
                  </a:lnTo>
                  <a:lnTo>
                    <a:pt x="2797" y="263"/>
                  </a:lnTo>
                  <a:lnTo>
                    <a:pt x="2797" y="270"/>
                  </a:lnTo>
                  <a:lnTo>
                    <a:pt x="2801" y="274"/>
                  </a:lnTo>
                  <a:lnTo>
                    <a:pt x="2801" y="277"/>
                  </a:lnTo>
                  <a:lnTo>
                    <a:pt x="2804" y="285"/>
                  </a:lnTo>
                  <a:lnTo>
                    <a:pt x="2804" y="288"/>
                  </a:lnTo>
                  <a:lnTo>
                    <a:pt x="2804" y="295"/>
                  </a:lnTo>
                  <a:lnTo>
                    <a:pt x="2808" y="299"/>
                  </a:lnTo>
                  <a:lnTo>
                    <a:pt x="2808" y="303"/>
                  </a:lnTo>
                  <a:lnTo>
                    <a:pt x="2811" y="310"/>
                  </a:lnTo>
                  <a:lnTo>
                    <a:pt x="2811" y="313"/>
                  </a:lnTo>
                  <a:lnTo>
                    <a:pt x="2811" y="317"/>
                  </a:lnTo>
                  <a:lnTo>
                    <a:pt x="2815" y="324"/>
                  </a:lnTo>
                  <a:lnTo>
                    <a:pt x="2815" y="328"/>
                  </a:lnTo>
                  <a:lnTo>
                    <a:pt x="2819" y="331"/>
                  </a:lnTo>
                  <a:lnTo>
                    <a:pt x="2819" y="335"/>
                  </a:lnTo>
                  <a:lnTo>
                    <a:pt x="2819" y="342"/>
                  </a:lnTo>
                  <a:lnTo>
                    <a:pt x="2822" y="346"/>
                  </a:lnTo>
                  <a:lnTo>
                    <a:pt x="2822" y="349"/>
                  </a:lnTo>
                  <a:lnTo>
                    <a:pt x="2822" y="353"/>
                  </a:lnTo>
                  <a:lnTo>
                    <a:pt x="2826" y="357"/>
                  </a:lnTo>
                  <a:lnTo>
                    <a:pt x="2826" y="360"/>
                  </a:lnTo>
                  <a:lnTo>
                    <a:pt x="2829" y="364"/>
                  </a:lnTo>
                  <a:lnTo>
                    <a:pt x="2829" y="367"/>
                  </a:lnTo>
                  <a:lnTo>
                    <a:pt x="2829" y="371"/>
                  </a:lnTo>
                  <a:lnTo>
                    <a:pt x="2833" y="375"/>
                  </a:lnTo>
                  <a:lnTo>
                    <a:pt x="2833" y="378"/>
                  </a:lnTo>
                  <a:lnTo>
                    <a:pt x="2837" y="382"/>
                  </a:lnTo>
                  <a:lnTo>
                    <a:pt x="2837" y="385"/>
                  </a:lnTo>
                  <a:lnTo>
                    <a:pt x="2840" y="389"/>
                  </a:lnTo>
                  <a:lnTo>
                    <a:pt x="2840" y="393"/>
                  </a:lnTo>
                  <a:lnTo>
                    <a:pt x="2844" y="396"/>
                  </a:lnTo>
                  <a:lnTo>
                    <a:pt x="2844" y="400"/>
                  </a:lnTo>
                  <a:lnTo>
                    <a:pt x="2847" y="403"/>
                  </a:lnTo>
                  <a:lnTo>
                    <a:pt x="2851" y="407"/>
                  </a:lnTo>
                  <a:lnTo>
                    <a:pt x="2855" y="411"/>
                  </a:lnTo>
                  <a:lnTo>
                    <a:pt x="2858" y="411"/>
                  </a:lnTo>
                  <a:lnTo>
                    <a:pt x="2862" y="414"/>
                  </a:lnTo>
                  <a:lnTo>
                    <a:pt x="2865" y="411"/>
                  </a:lnTo>
                  <a:lnTo>
                    <a:pt x="2869" y="411"/>
                  </a:lnTo>
                  <a:lnTo>
                    <a:pt x="2873" y="407"/>
                  </a:lnTo>
                  <a:lnTo>
                    <a:pt x="2876" y="403"/>
                  </a:lnTo>
                  <a:lnTo>
                    <a:pt x="2880" y="400"/>
                  </a:lnTo>
                  <a:lnTo>
                    <a:pt x="2880" y="396"/>
                  </a:lnTo>
                  <a:lnTo>
                    <a:pt x="2883" y="393"/>
                  </a:lnTo>
                  <a:lnTo>
                    <a:pt x="2883" y="389"/>
                  </a:lnTo>
                  <a:lnTo>
                    <a:pt x="2883" y="385"/>
                  </a:lnTo>
                  <a:lnTo>
                    <a:pt x="2887" y="382"/>
                  </a:lnTo>
                  <a:lnTo>
                    <a:pt x="2887" y="378"/>
                  </a:lnTo>
                  <a:lnTo>
                    <a:pt x="2891" y="375"/>
                  </a:lnTo>
                  <a:lnTo>
                    <a:pt x="2891" y="371"/>
                  </a:lnTo>
                  <a:lnTo>
                    <a:pt x="2891" y="367"/>
                  </a:lnTo>
                  <a:lnTo>
                    <a:pt x="2894" y="364"/>
                  </a:lnTo>
                  <a:lnTo>
                    <a:pt x="2894" y="360"/>
                  </a:lnTo>
                  <a:lnTo>
                    <a:pt x="2898" y="357"/>
                  </a:lnTo>
                  <a:lnTo>
                    <a:pt x="2898" y="349"/>
                  </a:lnTo>
                  <a:lnTo>
                    <a:pt x="2898" y="346"/>
                  </a:lnTo>
                  <a:lnTo>
                    <a:pt x="2901" y="342"/>
                  </a:lnTo>
                  <a:lnTo>
                    <a:pt x="2901" y="335"/>
                  </a:lnTo>
                  <a:lnTo>
                    <a:pt x="2905" y="331"/>
                  </a:lnTo>
                  <a:lnTo>
                    <a:pt x="2905" y="328"/>
                  </a:lnTo>
                  <a:lnTo>
                    <a:pt x="2905" y="321"/>
                  </a:lnTo>
                  <a:lnTo>
                    <a:pt x="2909" y="317"/>
                  </a:lnTo>
                  <a:lnTo>
                    <a:pt x="2909" y="310"/>
                  </a:lnTo>
                  <a:lnTo>
                    <a:pt x="2909" y="303"/>
                  </a:lnTo>
                  <a:lnTo>
                    <a:pt x="2912" y="299"/>
                  </a:lnTo>
                  <a:lnTo>
                    <a:pt x="2912" y="292"/>
                  </a:lnTo>
                  <a:lnTo>
                    <a:pt x="2916" y="285"/>
                  </a:lnTo>
                  <a:lnTo>
                    <a:pt x="2916" y="281"/>
                  </a:lnTo>
                  <a:lnTo>
                    <a:pt x="2916" y="274"/>
                  </a:lnTo>
                  <a:lnTo>
                    <a:pt x="2919" y="267"/>
                  </a:lnTo>
                  <a:lnTo>
                    <a:pt x="2919" y="259"/>
                  </a:lnTo>
                  <a:lnTo>
                    <a:pt x="2923" y="256"/>
                  </a:lnTo>
                  <a:lnTo>
                    <a:pt x="2923" y="249"/>
                  </a:lnTo>
                  <a:lnTo>
                    <a:pt x="2923" y="241"/>
                  </a:lnTo>
                  <a:lnTo>
                    <a:pt x="2927" y="234"/>
                  </a:lnTo>
                  <a:lnTo>
                    <a:pt x="2927" y="227"/>
                  </a:lnTo>
                  <a:lnTo>
                    <a:pt x="2927" y="220"/>
                  </a:lnTo>
                  <a:lnTo>
                    <a:pt x="2930" y="213"/>
                  </a:lnTo>
                  <a:lnTo>
                    <a:pt x="2930" y="209"/>
                  </a:lnTo>
                  <a:lnTo>
                    <a:pt x="2934" y="202"/>
                  </a:lnTo>
                  <a:lnTo>
                    <a:pt x="2934" y="195"/>
                  </a:lnTo>
                  <a:lnTo>
                    <a:pt x="2934" y="187"/>
                  </a:lnTo>
                  <a:lnTo>
                    <a:pt x="2937" y="180"/>
                  </a:lnTo>
                  <a:lnTo>
                    <a:pt x="2937" y="173"/>
                  </a:lnTo>
                  <a:lnTo>
                    <a:pt x="2941" y="166"/>
                  </a:lnTo>
                  <a:lnTo>
                    <a:pt x="2941" y="159"/>
                  </a:lnTo>
                  <a:lnTo>
                    <a:pt x="2941" y="151"/>
                  </a:lnTo>
                  <a:lnTo>
                    <a:pt x="2945" y="144"/>
                  </a:lnTo>
                  <a:lnTo>
                    <a:pt x="2945" y="141"/>
                  </a:lnTo>
                  <a:lnTo>
                    <a:pt x="2948" y="133"/>
                  </a:lnTo>
                  <a:lnTo>
                    <a:pt x="2948" y="126"/>
                  </a:lnTo>
                  <a:lnTo>
                    <a:pt x="2948" y="119"/>
                  </a:lnTo>
                  <a:lnTo>
                    <a:pt x="2952" y="112"/>
                  </a:lnTo>
                  <a:lnTo>
                    <a:pt x="2952" y="105"/>
                  </a:lnTo>
                  <a:lnTo>
                    <a:pt x="2952" y="97"/>
                  </a:lnTo>
                  <a:lnTo>
                    <a:pt x="2955" y="94"/>
                  </a:lnTo>
                  <a:lnTo>
                    <a:pt x="2955" y="87"/>
                  </a:lnTo>
                  <a:lnTo>
                    <a:pt x="2959" y="79"/>
                  </a:lnTo>
                  <a:lnTo>
                    <a:pt x="2959" y="76"/>
                  </a:lnTo>
                  <a:lnTo>
                    <a:pt x="2959" y="69"/>
                  </a:lnTo>
                  <a:lnTo>
                    <a:pt x="2963" y="61"/>
                  </a:lnTo>
                  <a:lnTo>
                    <a:pt x="2963" y="58"/>
                  </a:lnTo>
                  <a:lnTo>
                    <a:pt x="2966" y="51"/>
                  </a:lnTo>
                  <a:lnTo>
                    <a:pt x="2966" y="47"/>
                  </a:lnTo>
                  <a:lnTo>
                    <a:pt x="2966" y="40"/>
                  </a:lnTo>
                  <a:lnTo>
                    <a:pt x="2970" y="36"/>
                  </a:lnTo>
                  <a:lnTo>
                    <a:pt x="2970" y="29"/>
                  </a:lnTo>
                  <a:lnTo>
                    <a:pt x="2970" y="25"/>
                  </a:lnTo>
                  <a:lnTo>
                    <a:pt x="2973" y="22"/>
                  </a:lnTo>
                  <a:lnTo>
                    <a:pt x="2973" y="15"/>
                  </a:lnTo>
                  <a:lnTo>
                    <a:pt x="2977" y="11"/>
                  </a:lnTo>
                  <a:lnTo>
                    <a:pt x="2977" y="7"/>
                  </a:lnTo>
                  <a:lnTo>
                    <a:pt x="2977" y="4"/>
                  </a:lnTo>
                  <a:lnTo>
                    <a:pt x="2981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6" name="Freeform 134"/>
            <p:cNvSpPr>
              <a:spLocks/>
            </p:cNvSpPr>
            <p:nvPr/>
          </p:nvSpPr>
          <p:spPr bwMode="auto">
            <a:xfrm>
              <a:off x="3730" y="1048"/>
              <a:ext cx="363" cy="2462"/>
            </a:xfrm>
            <a:custGeom>
              <a:avLst/>
              <a:gdLst/>
              <a:ahLst/>
              <a:cxnLst>
                <a:cxn ang="0">
                  <a:pos x="3" y="1785"/>
                </a:cxn>
                <a:cxn ang="0">
                  <a:pos x="10" y="1771"/>
                </a:cxn>
                <a:cxn ang="0">
                  <a:pos x="25" y="1764"/>
                </a:cxn>
                <a:cxn ang="0">
                  <a:pos x="36" y="1778"/>
                </a:cxn>
                <a:cxn ang="0">
                  <a:pos x="43" y="1793"/>
                </a:cxn>
                <a:cxn ang="0">
                  <a:pos x="46" y="1811"/>
                </a:cxn>
                <a:cxn ang="0">
                  <a:pos x="54" y="1832"/>
                </a:cxn>
                <a:cxn ang="0">
                  <a:pos x="57" y="1857"/>
                </a:cxn>
                <a:cxn ang="0">
                  <a:pos x="64" y="1886"/>
                </a:cxn>
                <a:cxn ang="0">
                  <a:pos x="72" y="1922"/>
                </a:cxn>
                <a:cxn ang="0">
                  <a:pos x="75" y="1955"/>
                </a:cxn>
                <a:cxn ang="0">
                  <a:pos x="82" y="1994"/>
                </a:cxn>
                <a:cxn ang="0">
                  <a:pos x="86" y="2034"/>
                </a:cxn>
                <a:cxn ang="0">
                  <a:pos x="93" y="2077"/>
                </a:cxn>
                <a:cxn ang="0">
                  <a:pos x="97" y="2117"/>
                </a:cxn>
                <a:cxn ang="0">
                  <a:pos x="104" y="2160"/>
                </a:cxn>
                <a:cxn ang="0">
                  <a:pos x="108" y="2203"/>
                </a:cxn>
                <a:cxn ang="0">
                  <a:pos x="115" y="2243"/>
                </a:cxn>
                <a:cxn ang="0">
                  <a:pos x="118" y="2286"/>
                </a:cxn>
                <a:cxn ang="0">
                  <a:pos x="126" y="2322"/>
                </a:cxn>
                <a:cxn ang="0">
                  <a:pos x="133" y="2354"/>
                </a:cxn>
                <a:cxn ang="0">
                  <a:pos x="136" y="2387"/>
                </a:cxn>
                <a:cxn ang="0">
                  <a:pos x="144" y="2412"/>
                </a:cxn>
                <a:cxn ang="0">
                  <a:pos x="147" y="2433"/>
                </a:cxn>
                <a:cxn ang="0">
                  <a:pos x="154" y="2451"/>
                </a:cxn>
                <a:cxn ang="0">
                  <a:pos x="165" y="2462"/>
                </a:cxn>
                <a:cxn ang="0">
                  <a:pos x="176" y="2448"/>
                </a:cxn>
                <a:cxn ang="0">
                  <a:pos x="183" y="2430"/>
                </a:cxn>
                <a:cxn ang="0">
                  <a:pos x="187" y="2405"/>
                </a:cxn>
                <a:cxn ang="0">
                  <a:pos x="194" y="2369"/>
                </a:cxn>
                <a:cxn ang="0">
                  <a:pos x="198" y="2329"/>
                </a:cxn>
                <a:cxn ang="0">
                  <a:pos x="205" y="2279"/>
                </a:cxn>
                <a:cxn ang="0">
                  <a:pos x="208" y="2221"/>
                </a:cxn>
                <a:cxn ang="0">
                  <a:pos x="216" y="2156"/>
                </a:cxn>
                <a:cxn ang="0">
                  <a:pos x="219" y="2084"/>
                </a:cxn>
                <a:cxn ang="0">
                  <a:pos x="226" y="2005"/>
                </a:cxn>
                <a:cxn ang="0">
                  <a:pos x="230" y="1919"/>
                </a:cxn>
                <a:cxn ang="0">
                  <a:pos x="237" y="1825"/>
                </a:cxn>
                <a:cxn ang="0">
                  <a:pos x="244" y="1731"/>
                </a:cxn>
                <a:cxn ang="0">
                  <a:pos x="248" y="1631"/>
                </a:cxn>
                <a:cxn ang="0">
                  <a:pos x="255" y="1523"/>
                </a:cxn>
                <a:cxn ang="0">
                  <a:pos x="259" y="1418"/>
                </a:cxn>
                <a:cxn ang="0">
                  <a:pos x="266" y="1307"/>
                </a:cxn>
                <a:cxn ang="0">
                  <a:pos x="270" y="1195"/>
                </a:cxn>
                <a:cxn ang="0">
                  <a:pos x="277" y="1087"/>
                </a:cxn>
                <a:cxn ang="0">
                  <a:pos x="280" y="975"/>
                </a:cxn>
                <a:cxn ang="0">
                  <a:pos x="288" y="867"/>
                </a:cxn>
                <a:cxn ang="0">
                  <a:pos x="295" y="763"/>
                </a:cxn>
                <a:cxn ang="0">
                  <a:pos x="298" y="659"/>
                </a:cxn>
                <a:cxn ang="0">
                  <a:pos x="306" y="562"/>
                </a:cxn>
                <a:cxn ang="0">
                  <a:pos x="309" y="472"/>
                </a:cxn>
                <a:cxn ang="0">
                  <a:pos x="316" y="385"/>
                </a:cxn>
                <a:cxn ang="0">
                  <a:pos x="320" y="306"/>
                </a:cxn>
                <a:cxn ang="0">
                  <a:pos x="327" y="234"/>
                </a:cxn>
                <a:cxn ang="0">
                  <a:pos x="331" y="173"/>
                </a:cxn>
                <a:cxn ang="0">
                  <a:pos x="338" y="119"/>
                </a:cxn>
                <a:cxn ang="0">
                  <a:pos x="342" y="76"/>
                </a:cxn>
                <a:cxn ang="0">
                  <a:pos x="349" y="40"/>
                </a:cxn>
                <a:cxn ang="0">
                  <a:pos x="356" y="18"/>
                </a:cxn>
                <a:cxn ang="0">
                  <a:pos x="360" y="4"/>
                </a:cxn>
              </a:cxnLst>
              <a:rect l="0" t="0" r="r" b="b"/>
              <a:pathLst>
                <a:path w="363" h="2462">
                  <a:moveTo>
                    <a:pt x="0" y="1796"/>
                  </a:moveTo>
                  <a:lnTo>
                    <a:pt x="0" y="1793"/>
                  </a:lnTo>
                  <a:lnTo>
                    <a:pt x="3" y="1789"/>
                  </a:lnTo>
                  <a:lnTo>
                    <a:pt x="3" y="1785"/>
                  </a:lnTo>
                  <a:lnTo>
                    <a:pt x="3" y="1782"/>
                  </a:lnTo>
                  <a:lnTo>
                    <a:pt x="7" y="1778"/>
                  </a:lnTo>
                  <a:lnTo>
                    <a:pt x="10" y="1775"/>
                  </a:lnTo>
                  <a:lnTo>
                    <a:pt x="10" y="1771"/>
                  </a:lnTo>
                  <a:lnTo>
                    <a:pt x="14" y="1767"/>
                  </a:lnTo>
                  <a:lnTo>
                    <a:pt x="18" y="1764"/>
                  </a:lnTo>
                  <a:lnTo>
                    <a:pt x="21" y="1764"/>
                  </a:lnTo>
                  <a:lnTo>
                    <a:pt x="25" y="1764"/>
                  </a:lnTo>
                  <a:lnTo>
                    <a:pt x="28" y="1767"/>
                  </a:lnTo>
                  <a:lnTo>
                    <a:pt x="32" y="1771"/>
                  </a:lnTo>
                  <a:lnTo>
                    <a:pt x="32" y="1775"/>
                  </a:lnTo>
                  <a:lnTo>
                    <a:pt x="36" y="1778"/>
                  </a:lnTo>
                  <a:lnTo>
                    <a:pt x="39" y="1782"/>
                  </a:lnTo>
                  <a:lnTo>
                    <a:pt x="39" y="1785"/>
                  </a:lnTo>
                  <a:lnTo>
                    <a:pt x="39" y="1789"/>
                  </a:lnTo>
                  <a:lnTo>
                    <a:pt x="43" y="1793"/>
                  </a:lnTo>
                  <a:lnTo>
                    <a:pt x="43" y="1796"/>
                  </a:lnTo>
                  <a:lnTo>
                    <a:pt x="46" y="1803"/>
                  </a:lnTo>
                  <a:lnTo>
                    <a:pt x="46" y="1807"/>
                  </a:lnTo>
                  <a:lnTo>
                    <a:pt x="46" y="1811"/>
                  </a:lnTo>
                  <a:lnTo>
                    <a:pt x="50" y="1818"/>
                  </a:lnTo>
                  <a:lnTo>
                    <a:pt x="50" y="1821"/>
                  </a:lnTo>
                  <a:lnTo>
                    <a:pt x="54" y="1829"/>
                  </a:lnTo>
                  <a:lnTo>
                    <a:pt x="54" y="1832"/>
                  </a:lnTo>
                  <a:lnTo>
                    <a:pt x="54" y="1839"/>
                  </a:lnTo>
                  <a:lnTo>
                    <a:pt x="57" y="1847"/>
                  </a:lnTo>
                  <a:lnTo>
                    <a:pt x="57" y="1850"/>
                  </a:lnTo>
                  <a:lnTo>
                    <a:pt x="57" y="1857"/>
                  </a:lnTo>
                  <a:lnTo>
                    <a:pt x="61" y="1865"/>
                  </a:lnTo>
                  <a:lnTo>
                    <a:pt x="61" y="1872"/>
                  </a:lnTo>
                  <a:lnTo>
                    <a:pt x="64" y="1879"/>
                  </a:lnTo>
                  <a:lnTo>
                    <a:pt x="64" y="1886"/>
                  </a:lnTo>
                  <a:lnTo>
                    <a:pt x="64" y="1897"/>
                  </a:lnTo>
                  <a:lnTo>
                    <a:pt x="68" y="1904"/>
                  </a:lnTo>
                  <a:lnTo>
                    <a:pt x="68" y="1911"/>
                  </a:lnTo>
                  <a:lnTo>
                    <a:pt x="72" y="1922"/>
                  </a:lnTo>
                  <a:lnTo>
                    <a:pt x="72" y="1929"/>
                  </a:lnTo>
                  <a:lnTo>
                    <a:pt x="72" y="1937"/>
                  </a:lnTo>
                  <a:lnTo>
                    <a:pt x="75" y="1947"/>
                  </a:lnTo>
                  <a:lnTo>
                    <a:pt x="75" y="1955"/>
                  </a:lnTo>
                  <a:lnTo>
                    <a:pt x="75" y="1965"/>
                  </a:lnTo>
                  <a:lnTo>
                    <a:pt x="79" y="1976"/>
                  </a:lnTo>
                  <a:lnTo>
                    <a:pt x="79" y="1983"/>
                  </a:lnTo>
                  <a:lnTo>
                    <a:pt x="82" y="1994"/>
                  </a:lnTo>
                  <a:lnTo>
                    <a:pt x="82" y="2005"/>
                  </a:lnTo>
                  <a:lnTo>
                    <a:pt x="82" y="2012"/>
                  </a:lnTo>
                  <a:lnTo>
                    <a:pt x="86" y="2023"/>
                  </a:lnTo>
                  <a:lnTo>
                    <a:pt x="86" y="2034"/>
                  </a:lnTo>
                  <a:lnTo>
                    <a:pt x="90" y="2045"/>
                  </a:lnTo>
                  <a:lnTo>
                    <a:pt x="90" y="2055"/>
                  </a:lnTo>
                  <a:lnTo>
                    <a:pt x="90" y="2066"/>
                  </a:lnTo>
                  <a:lnTo>
                    <a:pt x="93" y="2077"/>
                  </a:lnTo>
                  <a:lnTo>
                    <a:pt x="93" y="2088"/>
                  </a:lnTo>
                  <a:lnTo>
                    <a:pt x="97" y="2095"/>
                  </a:lnTo>
                  <a:lnTo>
                    <a:pt x="97" y="2106"/>
                  </a:lnTo>
                  <a:lnTo>
                    <a:pt x="97" y="2117"/>
                  </a:lnTo>
                  <a:lnTo>
                    <a:pt x="100" y="2127"/>
                  </a:lnTo>
                  <a:lnTo>
                    <a:pt x="100" y="2138"/>
                  </a:lnTo>
                  <a:lnTo>
                    <a:pt x="100" y="2149"/>
                  </a:lnTo>
                  <a:lnTo>
                    <a:pt x="104" y="2160"/>
                  </a:lnTo>
                  <a:lnTo>
                    <a:pt x="104" y="2171"/>
                  </a:lnTo>
                  <a:lnTo>
                    <a:pt x="108" y="2181"/>
                  </a:lnTo>
                  <a:lnTo>
                    <a:pt x="108" y="2192"/>
                  </a:lnTo>
                  <a:lnTo>
                    <a:pt x="108" y="2203"/>
                  </a:lnTo>
                  <a:lnTo>
                    <a:pt x="111" y="2214"/>
                  </a:lnTo>
                  <a:lnTo>
                    <a:pt x="111" y="2225"/>
                  </a:lnTo>
                  <a:lnTo>
                    <a:pt x="115" y="2235"/>
                  </a:lnTo>
                  <a:lnTo>
                    <a:pt x="115" y="2243"/>
                  </a:lnTo>
                  <a:lnTo>
                    <a:pt x="115" y="2253"/>
                  </a:lnTo>
                  <a:lnTo>
                    <a:pt x="118" y="2264"/>
                  </a:lnTo>
                  <a:lnTo>
                    <a:pt x="118" y="2275"/>
                  </a:lnTo>
                  <a:lnTo>
                    <a:pt x="118" y="2286"/>
                  </a:lnTo>
                  <a:lnTo>
                    <a:pt x="122" y="2293"/>
                  </a:lnTo>
                  <a:lnTo>
                    <a:pt x="122" y="2304"/>
                  </a:lnTo>
                  <a:lnTo>
                    <a:pt x="126" y="2311"/>
                  </a:lnTo>
                  <a:lnTo>
                    <a:pt x="126" y="2322"/>
                  </a:lnTo>
                  <a:lnTo>
                    <a:pt x="126" y="2329"/>
                  </a:lnTo>
                  <a:lnTo>
                    <a:pt x="129" y="2340"/>
                  </a:lnTo>
                  <a:lnTo>
                    <a:pt x="129" y="2347"/>
                  </a:lnTo>
                  <a:lnTo>
                    <a:pt x="133" y="2354"/>
                  </a:lnTo>
                  <a:lnTo>
                    <a:pt x="133" y="2365"/>
                  </a:lnTo>
                  <a:lnTo>
                    <a:pt x="133" y="2372"/>
                  </a:lnTo>
                  <a:lnTo>
                    <a:pt x="136" y="2379"/>
                  </a:lnTo>
                  <a:lnTo>
                    <a:pt x="136" y="2387"/>
                  </a:lnTo>
                  <a:lnTo>
                    <a:pt x="140" y="2394"/>
                  </a:lnTo>
                  <a:lnTo>
                    <a:pt x="140" y="2401"/>
                  </a:lnTo>
                  <a:lnTo>
                    <a:pt x="140" y="2408"/>
                  </a:lnTo>
                  <a:lnTo>
                    <a:pt x="144" y="2412"/>
                  </a:lnTo>
                  <a:lnTo>
                    <a:pt x="144" y="2419"/>
                  </a:lnTo>
                  <a:lnTo>
                    <a:pt x="144" y="2423"/>
                  </a:lnTo>
                  <a:lnTo>
                    <a:pt x="147" y="2430"/>
                  </a:lnTo>
                  <a:lnTo>
                    <a:pt x="147" y="2433"/>
                  </a:lnTo>
                  <a:lnTo>
                    <a:pt x="151" y="2437"/>
                  </a:lnTo>
                  <a:lnTo>
                    <a:pt x="151" y="2444"/>
                  </a:lnTo>
                  <a:lnTo>
                    <a:pt x="151" y="2448"/>
                  </a:lnTo>
                  <a:lnTo>
                    <a:pt x="154" y="2451"/>
                  </a:lnTo>
                  <a:lnTo>
                    <a:pt x="158" y="2455"/>
                  </a:lnTo>
                  <a:lnTo>
                    <a:pt x="158" y="2459"/>
                  </a:lnTo>
                  <a:lnTo>
                    <a:pt x="162" y="2462"/>
                  </a:lnTo>
                  <a:lnTo>
                    <a:pt x="165" y="2462"/>
                  </a:lnTo>
                  <a:lnTo>
                    <a:pt x="169" y="2459"/>
                  </a:lnTo>
                  <a:lnTo>
                    <a:pt x="172" y="2455"/>
                  </a:lnTo>
                  <a:lnTo>
                    <a:pt x="176" y="2451"/>
                  </a:lnTo>
                  <a:lnTo>
                    <a:pt x="176" y="2448"/>
                  </a:lnTo>
                  <a:lnTo>
                    <a:pt x="176" y="2444"/>
                  </a:lnTo>
                  <a:lnTo>
                    <a:pt x="180" y="2441"/>
                  </a:lnTo>
                  <a:lnTo>
                    <a:pt x="180" y="2437"/>
                  </a:lnTo>
                  <a:lnTo>
                    <a:pt x="183" y="2430"/>
                  </a:lnTo>
                  <a:lnTo>
                    <a:pt x="183" y="2426"/>
                  </a:lnTo>
                  <a:lnTo>
                    <a:pt x="183" y="2419"/>
                  </a:lnTo>
                  <a:lnTo>
                    <a:pt x="187" y="2412"/>
                  </a:lnTo>
                  <a:lnTo>
                    <a:pt x="187" y="2405"/>
                  </a:lnTo>
                  <a:lnTo>
                    <a:pt x="187" y="2397"/>
                  </a:lnTo>
                  <a:lnTo>
                    <a:pt x="190" y="2387"/>
                  </a:lnTo>
                  <a:lnTo>
                    <a:pt x="190" y="2379"/>
                  </a:lnTo>
                  <a:lnTo>
                    <a:pt x="194" y="2369"/>
                  </a:lnTo>
                  <a:lnTo>
                    <a:pt x="194" y="2361"/>
                  </a:lnTo>
                  <a:lnTo>
                    <a:pt x="194" y="2351"/>
                  </a:lnTo>
                  <a:lnTo>
                    <a:pt x="198" y="2340"/>
                  </a:lnTo>
                  <a:lnTo>
                    <a:pt x="198" y="2329"/>
                  </a:lnTo>
                  <a:lnTo>
                    <a:pt x="201" y="2315"/>
                  </a:lnTo>
                  <a:lnTo>
                    <a:pt x="201" y="2304"/>
                  </a:lnTo>
                  <a:lnTo>
                    <a:pt x="201" y="2293"/>
                  </a:lnTo>
                  <a:lnTo>
                    <a:pt x="205" y="2279"/>
                  </a:lnTo>
                  <a:lnTo>
                    <a:pt x="205" y="2264"/>
                  </a:lnTo>
                  <a:lnTo>
                    <a:pt x="205" y="2250"/>
                  </a:lnTo>
                  <a:lnTo>
                    <a:pt x="208" y="2235"/>
                  </a:lnTo>
                  <a:lnTo>
                    <a:pt x="208" y="2221"/>
                  </a:lnTo>
                  <a:lnTo>
                    <a:pt x="212" y="2203"/>
                  </a:lnTo>
                  <a:lnTo>
                    <a:pt x="212" y="2189"/>
                  </a:lnTo>
                  <a:lnTo>
                    <a:pt x="212" y="2171"/>
                  </a:lnTo>
                  <a:lnTo>
                    <a:pt x="216" y="2156"/>
                  </a:lnTo>
                  <a:lnTo>
                    <a:pt x="216" y="2138"/>
                  </a:lnTo>
                  <a:lnTo>
                    <a:pt x="219" y="2120"/>
                  </a:lnTo>
                  <a:lnTo>
                    <a:pt x="219" y="2102"/>
                  </a:lnTo>
                  <a:lnTo>
                    <a:pt x="219" y="2084"/>
                  </a:lnTo>
                  <a:lnTo>
                    <a:pt x="223" y="2063"/>
                  </a:lnTo>
                  <a:lnTo>
                    <a:pt x="223" y="2045"/>
                  </a:lnTo>
                  <a:lnTo>
                    <a:pt x="226" y="2023"/>
                  </a:lnTo>
                  <a:lnTo>
                    <a:pt x="226" y="2005"/>
                  </a:lnTo>
                  <a:lnTo>
                    <a:pt x="226" y="1983"/>
                  </a:lnTo>
                  <a:lnTo>
                    <a:pt x="230" y="1962"/>
                  </a:lnTo>
                  <a:lnTo>
                    <a:pt x="230" y="1940"/>
                  </a:lnTo>
                  <a:lnTo>
                    <a:pt x="230" y="1919"/>
                  </a:lnTo>
                  <a:lnTo>
                    <a:pt x="234" y="1897"/>
                  </a:lnTo>
                  <a:lnTo>
                    <a:pt x="234" y="1872"/>
                  </a:lnTo>
                  <a:lnTo>
                    <a:pt x="237" y="1850"/>
                  </a:lnTo>
                  <a:lnTo>
                    <a:pt x="237" y="1825"/>
                  </a:lnTo>
                  <a:lnTo>
                    <a:pt x="237" y="1803"/>
                  </a:lnTo>
                  <a:lnTo>
                    <a:pt x="241" y="1778"/>
                  </a:lnTo>
                  <a:lnTo>
                    <a:pt x="241" y="1753"/>
                  </a:lnTo>
                  <a:lnTo>
                    <a:pt x="244" y="1731"/>
                  </a:lnTo>
                  <a:lnTo>
                    <a:pt x="244" y="1706"/>
                  </a:lnTo>
                  <a:lnTo>
                    <a:pt x="244" y="1681"/>
                  </a:lnTo>
                  <a:lnTo>
                    <a:pt x="248" y="1656"/>
                  </a:lnTo>
                  <a:lnTo>
                    <a:pt x="248" y="1631"/>
                  </a:lnTo>
                  <a:lnTo>
                    <a:pt x="252" y="1602"/>
                  </a:lnTo>
                  <a:lnTo>
                    <a:pt x="252" y="1577"/>
                  </a:lnTo>
                  <a:lnTo>
                    <a:pt x="252" y="1551"/>
                  </a:lnTo>
                  <a:lnTo>
                    <a:pt x="255" y="1523"/>
                  </a:lnTo>
                  <a:lnTo>
                    <a:pt x="255" y="1497"/>
                  </a:lnTo>
                  <a:lnTo>
                    <a:pt x="255" y="1472"/>
                  </a:lnTo>
                  <a:lnTo>
                    <a:pt x="259" y="1443"/>
                  </a:lnTo>
                  <a:lnTo>
                    <a:pt x="259" y="1418"/>
                  </a:lnTo>
                  <a:lnTo>
                    <a:pt x="262" y="1389"/>
                  </a:lnTo>
                  <a:lnTo>
                    <a:pt x="262" y="1361"/>
                  </a:lnTo>
                  <a:lnTo>
                    <a:pt x="262" y="1335"/>
                  </a:lnTo>
                  <a:lnTo>
                    <a:pt x="266" y="1307"/>
                  </a:lnTo>
                  <a:lnTo>
                    <a:pt x="266" y="1281"/>
                  </a:lnTo>
                  <a:lnTo>
                    <a:pt x="270" y="1253"/>
                  </a:lnTo>
                  <a:lnTo>
                    <a:pt x="270" y="1224"/>
                  </a:lnTo>
                  <a:lnTo>
                    <a:pt x="270" y="1195"/>
                  </a:lnTo>
                  <a:lnTo>
                    <a:pt x="273" y="1170"/>
                  </a:lnTo>
                  <a:lnTo>
                    <a:pt x="273" y="1141"/>
                  </a:lnTo>
                  <a:lnTo>
                    <a:pt x="273" y="1112"/>
                  </a:lnTo>
                  <a:lnTo>
                    <a:pt x="277" y="1087"/>
                  </a:lnTo>
                  <a:lnTo>
                    <a:pt x="277" y="1058"/>
                  </a:lnTo>
                  <a:lnTo>
                    <a:pt x="280" y="1029"/>
                  </a:lnTo>
                  <a:lnTo>
                    <a:pt x="280" y="1004"/>
                  </a:lnTo>
                  <a:lnTo>
                    <a:pt x="280" y="975"/>
                  </a:lnTo>
                  <a:lnTo>
                    <a:pt x="284" y="950"/>
                  </a:lnTo>
                  <a:lnTo>
                    <a:pt x="284" y="921"/>
                  </a:lnTo>
                  <a:lnTo>
                    <a:pt x="288" y="896"/>
                  </a:lnTo>
                  <a:lnTo>
                    <a:pt x="288" y="867"/>
                  </a:lnTo>
                  <a:lnTo>
                    <a:pt x="288" y="842"/>
                  </a:lnTo>
                  <a:lnTo>
                    <a:pt x="291" y="813"/>
                  </a:lnTo>
                  <a:lnTo>
                    <a:pt x="291" y="788"/>
                  </a:lnTo>
                  <a:lnTo>
                    <a:pt x="295" y="763"/>
                  </a:lnTo>
                  <a:lnTo>
                    <a:pt x="295" y="738"/>
                  </a:lnTo>
                  <a:lnTo>
                    <a:pt x="295" y="709"/>
                  </a:lnTo>
                  <a:lnTo>
                    <a:pt x="298" y="684"/>
                  </a:lnTo>
                  <a:lnTo>
                    <a:pt x="298" y="659"/>
                  </a:lnTo>
                  <a:lnTo>
                    <a:pt x="298" y="637"/>
                  </a:lnTo>
                  <a:lnTo>
                    <a:pt x="302" y="612"/>
                  </a:lnTo>
                  <a:lnTo>
                    <a:pt x="302" y="587"/>
                  </a:lnTo>
                  <a:lnTo>
                    <a:pt x="306" y="562"/>
                  </a:lnTo>
                  <a:lnTo>
                    <a:pt x="306" y="540"/>
                  </a:lnTo>
                  <a:lnTo>
                    <a:pt x="306" y="515"/>
                  </a:lnTo>
                  <a:lnTo>
                    <a:pt x="309" y="493"/>
                  </a:lnTo>
                  <a:lnTo>
                    <a:pt x="309" y="472"/>
                  </a:lnTo>
                  <a:lnTo>
                    <a:pt x="313" y="450"/>
                  </a:lnTo>
                  <a:lnTo>
                    <a:pt x="313" y="428"/>
                  </a:lnTo>
                  <a:lnTo>
                    <a:pt x="313" y="407"/>
                  </a:lnTo>
                  <a:lnTo>
                    <a:pt x="316" y="385"/>
                  </a:lnTo>
                  <a:lnTo>
                    <a:pt x="316" y="364"/>
                  </a:lnTo>
                  <a:lnTo>
                    <a:pt x="316" y="346"/>
                  </a:lnTo>
                  <a:lnTo>
                    <a:pt x="320" y="324"/>
                  </a:lnTo>
                  <a:lnTo>
                    <a:pt x="320" y="306"/>
                  </a:lnTo>
                  <a:lnTo>
                    <a:pt x="324" y="288"/>
                  </a:lnTo>
                  <a:lnTo>
                    <a:pt x="324" y="270"/>
                  </a:lnTo>
                  <a:lnTo>
                    <a:pt x="324" y="252"/>
                  </a:lnTo>
                  <a:lnTo>
                    <a:pt x="327" y="234"/>
                  </a:lnTo>
                  <a:lnTo>
                    <a:pt x="327" y="220"/>
                  </a:lnTo>
                  <a:lnTo>
                    <a:pt x="331" y="202"/>
                  </a:lnTo>
                  <a:lnTo>
                    <a:pt x="331" y="187"/>
                  </a:lnTo>
                  <a:lnTo>
                    <a:pt x="331" y="173"/>
                  </a:lnTo>
                  <a:lnTo>
                    <a:pt x="334" y="158"/>
                  </a:lnTo>
                  <a:lnTo>
                    <a:pt x="334" y="144"/>
                  </a:lnTo>
                  <a:lnTo>
                    <a:pt x="338" y="133"/>
                  </a:lnTo>
                  <a:lnTo>
                    <a:pt x="338" y="119"/>
                  </a:lnTo>
                  <a:lnTo>
                    <a:pt x="338" y="108"/>
                  </a:lnTo>
                  <a:lnTo>
                    <a:pt x="342" y="97"/>
                  </a:lnTo>
                  <a:lnTo>
                    <a:pt x="342" y="86"/>
                  </a:lnTo>
                  <a:lnTo>
                    <a:pt x="342" y="76"/>
                  </a:lnTo>
                  <a:lnTo>
                    <a:pt x="345" y="65"/>
                  </a:lnTo>
                  <a:lnTo>
                    <a:pt x="345" y="58"/>
                  </a:lnTo>
                  <a:lnTo>
                    <a:pt x="349" y="50"/>
                  </a:lnTo>
                  <a:lnTo>
                    <a:pt x="349" y="40"/>
                  </a:lnTo>
                  <a:lnTo>
                    <a:pt x="349" y="36"/>
                  </a:lnTo>
                  <a:lnTo>
                    <a:pt x="352" y="29"/>
                  </a:lnTo>
                  <a:lnTo>
                    <a:pt x="352" y="22"/>
                  </a:lnTo>
                  <a:lnTo>
                    <a:pt x="356" y="18"/>
                  </a:lnTo>
                  <a:lnTo>
                    <a:pt x="356" y="14"/>
                  </a:lnTo>
                  <a:lnTo>
                    <a:pt x="356" y="11"/>
                  </a:lnTo>
                  <a:lnTo>
                    <a:pt x="360" y="7"/>
                  </a:lnTo>
                  <a:lnTo>
                    <a:pt x="360" y="4"/>
                  </a:lnTo>
                  <a:lnTo>
                    <a:pt x="363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7" name="Freeform 135"/>
            <p:cNvSpPr>
              <a:spLocks/>
            </p:cNvSpPr>
            <p:nvPr/>
          </p:nvSpPr>
          <p:spPr bwMode="auto">
            <a:xfrm>
              <a:off x="4097" y="1048"/>
              <a:ext cx="1112" cy="2462"/>
            </a:xfrm>
            <a:custGeom>
              <a:avLst/>
              <a:gdLst/>
              <a:ahLst/>
              <a:cxnLst>
                <a:cxn ang="0">
                  <a:pos x="14" y="40"/>
                </a:cxn>
                <a:cxn ang="0">
                  <a:pos x="25" y="144"/>
                </a:cxn>
                <a:cxn ang="0">
                  <a:pos x="39" y="306"/>
                </a:cxn>
                <a:cxn ang="0">
                  <a:pos x="54" y="515"/>
                </a:cxn>
                <a:cxn ang="0">
                  <a:pos x="68" y="763"/>
                </a:cxn>
                <a:cxn ang="0">
                  <a:pos x="83" y="1029"/>
                </a:cxn>
                <a:cxn ang="0">
                  <a:pos x="97" y="1307"/>
                </a:cxn>
                <a:cxn ang="0">
                  <a:pos x="111" y="1577"/>
                </a:cxn>
                <a:cxn ang="0">
                  <a:pos x="122" y="1825"/>
                </a:cxn>
                <a:cxn ang="0">
                  <a:pos x="137" y="2045"/>
                </a:cxn>
                <a:cxn ang="0">
                  <a:pos x="151" y="2221"/>
                </a:cxn>
                <a:cxn ang="0">
                  <a:pos x="165" y="2351"/>
                </a:cxn>
                <a:cxn ang="0">
                  <a:pos x="180" y="2430"/>
                </a:cxn>
                <a:cxn ang="0">
                  <a:pos x="201" y="2459"/>
                </a:cxn>
                <a:cxn ang="0">
                  <a:pos x="219" y="2412"/>
                </a:cxn>
                <a:cxn ang="0">
                  <a:pos x="234" y="2340"/>
                </a:cxn>
                <a:cxn ang="0">
                  <a:pos x="248" y="2243"/>
                </a:cxn>
                <a:cxn ang="0">
                  <a:pos x="259" y="2138"/>
                </a:cxn>
                <a:cxn ang="0">
                  <a:pos x="273" y="2034"/>
                </a:cxn>
                <a:cxn ang="0">
                  <a:pos x="288" y="1937"/>
                </a:cxn>
                <a:cxn ang="0">
                  <a:pos x="302" y="1857"/>
                </a:cxn>
                <a:cxn ang="0">
                  <a:pos x="317" y="1803"/>
                </a:cxn>
                <a:cxn ang="0">
                  <a:pos x="338" y="1764"/>
                </a:cxn>
                <a:cxn ang="0">
                  <a:pos x="363" y="1796"/>
                </a:cxn>
                <a:cxn ang="0">
                  <a:pos x="378" y="1843"/>
                </a:cxn>
                <a:cxn ang="0">
                  <a:pos x="389" y="1901"/>
                </a:cxn>
                <a:cxn ang="0">
                  <a:pos x="403" y="1969"/>
                </a:cxn>
                <a:cxn ang="0">
                  <a:pos x="417" y="2037"/>
                </a:cxn>
                <a:cxn ang="0">
                  <a:pos x="432" y="2099"/>
                </a:cxn>
                <a:cxn ang="0">
                  <a:pos x="446" y="2153"/>
                </a:cxn>
                <a:cxn ang="0">
                  <a:pos x="461" y="2189"/>
                </a:cxn>
                <a:cxn ang="0">
                  <a:pos x="493" y="2199"/>
                </a:cxn>
                <a:cxn ang="0">
                  <a:pos x="515" y="2163"/>
                </a:cxn>
                <a:cxn ang="0">
                  <a:pos x="525" y="2124"/>
                </a:cxn>
                <a:cxn ang="0">
                  <a:pos x="540" y="2073"/>
                </a:cxn>
                <a:cxn ang="0">
                  <a:pos x="554" y="2023"/>
                </a:cxn>
                <a:cxn ang="0">
                  <a:pos x="569" y="1976"/>
                </a:cxn>
                <a:cxn ang="0">
                  <a:pos x="583" y="1933"/>
                </a:cxn>
                <a:cxn ang="0">
                  <a:pos x="601" y="1897"/>
                </a:cxn>
                <a:cxn ang="0">
                  <a:pos x="633" y="1886"/>
                </a:cxn>
                <a:cxn ang="0">
                  <a:pos x="655" y="1922"/>
                </a:cxn>
                <a:cxn ang="0">
                  <a:pos x="673" y="1958"/>
                </a:cxn>
                <a:cxn ang="0">
                  <a:pos x="687" y="1998"/>
                </a:cxn>
                <a:cxn ang="0">
                  <a:pos x="698" y="2041"/>
                </a:cxn>
                <a:cxn ang="0">
                  <a:pos x="713" y="2077"/>
                </a:cxn>
                <a:cxn ang="0">
                  <a:pos x="731" y="2113"/>
                </a:cxn>
                <a:cxn ang="0">
                  <a:pos x="763" y="2142"/>
                </a:cxn>
                <a:cxn ang="0">
                  <a:pos x="795" y="2109"/>
                </a:cxn>
                <a:cxn ang="0">
                  <a:pos x="813" y="2073"/>
                </a:cxn>
                <a:cxn ang="0">
                  <a:pos x="828" y="2037"/>
                </a:cxn>
                <a:cxn ang="0">
                  <a:pos x="842" y="2001"/>
                </a:cxn>
                <a:cxn ang="0">
                  <a:pos x="860" y="1965"/>
                </a:cxn>
                <a:cxn ang="0">
                  <a:pos x="889" y="1929"/>
                </a:cxn>
                <a:cxn ang="0">
                  <a:pos x="925" y="1940"/>
                </a:cxn>
                <a:cxn ang="0">
                  <a:pos x="950" y="1976"/>
                </a:cxn>
                <a:cxn ang="0">
                  <a:pos x="968" y="2012"/>
                </a:cxn>
                <a:cxn ang="0">
                  <a:pos x="986" y="2048"/>
                </a:cxn>
                <a:cxn ang="0">
                  <a:pos x="1008" y="2084"/>
                </a:cxn>
                <a:cxn ang="0">
                  <a:pos x="1040" y="2109"/>
                </a:cxn>
                <a:cxn ang="0">
                  <a:pos x="1076" y="2084"/>
                </a:cxn>
                <a:cxn ang="0">
                  <a:pos x="1101" y="2048"/>
                </a:cxn>
              </a:cxnLst>
              <a:rect l="0" t="0" r="r" b="b"/>
              <a:pathLst>
                <a:path w="1112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1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79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5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2" y="2023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8" name="Freeform 136"/>
            <p:cNvSpPr>
              <a:spLocks/>
            </p:cNvSpPr>
            <p:nvPr/>
          </p:nvSpPr>
          <p:spPr bwMode="auto">
            <a:xfrm>
              <a:off x="749" y="2927"/>
              <a:ext cx="3063" cy="331"/>
            </a:xfrm>
            <a:custGeom>
              <a:avLst/>
              <a:gdLst/>
              <a:ahLst/>
              <a:cxnLst>
                <a:cxn ang="0">
                  <a:pos x="57" y="119"/>
                </a:cxn>
                <a:cxn ang="0">
                  <a:pos x="119" y="133"/>
                </a:cxn>
                <a:cxn ang="0">
                  <a:pos x="180" y="166"/>
                </a:cxn>
                <a:cxn ang="0">
                  <a:pos x="241" y="166"/>
                </a:cxn>
                <a:cxn ang="0">
                  <a:pos x="302" y="130"/>
                </a:cxn>
                <a:cxn ang="0">
                  <a:pos x="363" y="119"/>
                </a:cxn>
                <a:cxn ang="0">
                  <a:pos x="425" y="151"/>
                </a:cxn>
                <a:cxn ang="0">
                  <a:pos x="486" y="176"/>
                </a:cxn>
                <a:cxn ang="0">
                  <a:pos x="547" y="151"/>
                </a:cxn>
                <a:cxn ang="0">
                  <a:pos x="608" y="115"/>
                </a:cxn>
                <a:cxn ang="0">
                  <a:pos x="669" y="126"/>
                </a:cxn>
                <a:cxn ang="0">
                  <a:pos x="731" y="169"/>
                </a:cxn>
                <a:cxn ang="0">
                  <a:pos x="792" y="173"/>
                </a:cxn>
                <a:cxn ang="0">
                  <a:pos x="853" y="130"/>
                </a:cxn>
                <a:cxn ang="0">
                  <a:pos x="914" y="112"/>
                </a:cxn>
                <a:cxn ang="0">
                  <a:pos x="975" y="148"/>
                </a:cxn>
                <a:cxn ang="0">
                  <a:pos x="1037" y="180"/>
                </a:cxn>
                <a:cxn ang="0">
                  <a:pos x="1098" y="158"/>
                </a:cxn>
                <a:cxn ang="0">
                  <a:pos x="1159" y="112"/>
                </a:cxn>
                <a:cxn ang="0">
                  <a:pos x="1220" y="119"/>
                </a:cxn>
                <a:cxn ang="0">
                  <a:pos x="1281" y="169"/>
                </a:cxn>
                <a:cxn ang="0">
                  <a:pos x="1343" y="184"/>
                </a:cxn>
                <a:cxn ang="0">
                  <a:pos x="1404" y="133"/>
                </a:cxn>
                <a:cxn ang="0">
                  <a:pos x="1465" y="101"/>
                </a:cxn>
                <a:cxn ang="0">
                  <a:pos x="1526" y="137"/>
                </a:cxn>
                <a:cxn ang="0">
                  <a:pos x="1587" y="191"/>
                </a:cxn>
                <a:cxn ang="0">
                  <a:pos x="1649" y="169"/>
                </a:cxn>
                <a:cxn ang="0">
                  <a:pos x="1710" y="108"/>
                </a:cxn>
                <a:cxn ang="0">
                  <a:pos x="1771" y="104"/>
                </a:cxn>
                <a:cxn ang="0">
                  <a:pos x="1829" y="162"/>
                </a:cxn>
                <a:cxn ang="0">
                  <a:pos x="1886" y="202"/>
                </a:cxn>
                <a:cxn ang="0">
                  <a:pos x="1944" y="155"/>
                </a:cxn>
                <a:cxn ang="0">
                  <a:pos x="1994" y="94"/>
                </a:cxn>
                <a:cxn ang="0">
                  <a:pos x="2055" y="101"/>
                </a:cxn>
                <a:cxn ang="0">
                  <a:pos x="2102" y="162"/>
                </a:cxn>
                <a:cxn ang="0">
                  <a:pos x="2156" y="212"/>
                </a:cxn>
                <a:cxn ang="0">
                  <a:pos x="2210" y="173"/>
                </a:cxn>
                <a:cxn ang="0">
                  <a:pos x="2253" y="112"/>
                </a:cxn>
                <a:cxn ang="0">
                  <a:pos x="2307" y="68"/>
                </a:cxn>
                <a:cxn ang="0">
                  <a:pos x="2358" y="122"/>
                </a:cxn>
                <a:cxn ang="0">
                  <a:pos x="2390" y="184"/>
                </a:cxn>
                <a:cxn ang="0">
                  <a:pos x="2444" y="230"/>
                </a:cxn>
                <a:cxn ang="0">
                  <a:pos x="2495" y="176"/>
                </a:cxn>
                <a:cxn ang="0">
                  <a:pos x="2523" y="115"/>
                </a:cxn>
                <a:cxn ang="0">
                  <a:pos x="2563" y="54"/>
                </a:cxn>
                <a:cxn ang="0">
                  <a:pos x="2617" y="79"/>
                </a:cxn>
                <a:cxn ang="0">
                  <a:pos x="2646" y="140"/>
                </a:cxn>
                <a:cxn ang="0">
                  <a:pos x="2671" y="202"/>
                </a:cxn>
                <a:cxn ang="0">
                  <a:pos x="2714" y="263"/>
                </a:cxn>
                <a:cxn ang="0">
                  <a:pos x="2761" y="216"/>
                </a:cxn>
                <a:cxn ang="0">
                  <a:pos x="2786" y="151"/>
                </a:cxn>
                <a:cxn ang="0">
                  <a:pos x="2808" y="86"/>
                </a:cxn>
                <a:cxn ang="0">
                  <a:pos x="2837" y="22"/>
                </a:cxn>
                <a:cxn ang="0">
                  <a:pos x="2887" y="29"/>
                </a:cxn>
                <a:cxn ang="0">
                  <a:pos x="2912" y="97"/>
                </a:cxn>
                <a:cxn ang="0">
                  <a:pos x="2937" y="180"/>
                </a:cxn>
                <a:cxn ang="0">
                  <a:pos x="2959" y="263"/>
                </a:cxn>
                <a:cxn ang="0">
                  <a:pos x="2991" y="324"/>
                </a:cxn>
                <a:cxn ang="0">
                  <a:pos x="3035" y="281"/>
                </a:cxn>
                <a:cxn ang="0">
                  <a:pos x="3056" y="191"/>
                </a:cxn>
              </a:cxnLst>
              <a:rect l="0" t="0" r="r" b="b"/>
              <a:pathLst>
                <a:path w="3063" h="331">
                  <a:moveTo>
                    <a:pt x="0" y="144"/>
                  </a:moveTo>
                  <a:lnTo>
                    <a:pt x="3" y="144"/>
                  </a:lnTo>
                  <a:lnTo>
                    <a:pt x="7" y="140"/>
                  </a:lnTo>
                  <a:lnTo>
                    <a:pt x="11" y="137"/>
                  </a:lnTo>
                  <a:lnTo>
                    <a:pt x="14" y="137"/>
                  </a:lnTo>
                  <a:lnTo>
                    <a:pt x="18" y="133"/>
                  </a:lnTo>
                  <a:lnTo>
                    <a:pt x="21" y="133"/>
                  </a:lnTo>
                  <a:lnTo>
                    <a:pt x="25" y="130"/>
                  </a:lnTo>
                  <a:lnTo>
                    <a:pt x="29" y="130"/>
                  </a:lnTo>
                  <a:lnTo>
                    <a:pt x="32" y="126"/>
                  </a:lnTo>
                  <a:lnTo>
                    <a:pt x="36" y="126"/>
                  </a:lnTo>
                  <a:lnTo>
                    <a:pt x="39" y="126"/>
                  </a:lnTo>
                  <a:lnTo>
                    <a:pt x="43" y="122"/>
                  </a:lnTo>
                  <a:lnTo>
                    <a:pt x="47" y="122"/>
                  </a:lnTo>
                  <a:lnTo>
                    <a:pt x="50" y="122"/>
                  </a:lnTo>
                  <a:lnTo>
                    <a:pt x="54" y="119"/>
                  </a:lnTo>
                  <a:lnTo>
                    <a:pt x="57" y="119"/>
                  </a:lnTo>
                  <a:lnTo>
                    <a:pt x="61" y="119"/>
                  </a:lnTo>
                  <a:lnTo>
                    <a:pt x="65" y="119"/>
                  </a:lnTo>
                  <a:lnTo>
                    <a:pt x="68" y="119"/>
                  </a:lnTo>
                  <a:lnTo>
                    <a:pt x="72" y="119"/>
                  </a:lnTo>
                  <a:lnTo>
                    <a:pt x="75" y="119"/>
                  </a:lnTo>
                  <a:lnTo>
                    <a:pt x="79" y="119"/>
                  </a:lnTo>
                  <a:lnTo>
                    <a:pt x="83" y="119"/>
                  </a:lnTo>
                  <a:lnTo>
                    <a:pt x="86" y="122"/>
                  </a:lnTo>
                  <a:lnTo>
                    <a:pt x="90" y="122"/>
                  </a:lnTo>
                  <a:lnTo>
                    <a:pt x="93" y="122"/>
                  </a:lnTo>
                  <a:lnTo>
                    <a:pt x="97" y="122"/>
                  </a:lnTo>
                  <a:lnTo>
                    <a:pt x="101" y="126"/>
                  </a:lnTo>
                  <a:lnTo>
                    <a:pt x="104" y="126"/>
                  </a:lnTo>
                  <a:lnTo>
                    <a:pt x="108" y="130"/>
                  </a:lnTo>
                  <a:lnTo>
                    <a:pt x="111" y="130"/>
                  </a:lnTo>
                  <a:lnTo>
                    <a:pt x="115" y="130"/>
                  </a:lnTo>
                  <a:lnTo>
                    <a:pt x="119" y="133"/>
                  </a:lnTo>
                  <a:lnTo>
                    <a:pt x="122" y="137"/>
                  </a:lnTo>
                  <a:lnTo>
                    <a:pt x="126" y="137"/>
                  </a:lnTo>
                  <a:lnTo>
                    <a:pt x="129" y="140"/>
                  </a:lnTo>
                  <a:lnTo>
                    <a:pt x="133" y="140"/>
                  </a:lnTo>
                  <a:lnTo>
                    <a:pt x="137" y="144"/>
                  </a:lnTo>
                  <a:lnTo>
                    <a:pt x="140" y="148"/>
                  </a:lnTo>
                  <a:lnTo>
                    <a:pt x="144" y="148"/>
                  </a:lnTo>
                  <a:lnTo>
                    <a:pt x="147" y="151"/>
                  </a:lnTo>
                  <a:lnTo>
                    <a:pt x="151" y="151"/>
                  </a:lnTo>
                  <a:lnTo>
                    <a:pt x="155" y="155"/>
                  </a:lnTo>
                  <a:lnTo>
                    <a:pt x="158" y="155"/>
                  </a:lnTo>
                  <a:lnTo>
                    <a:pt x="162" y="158"/>
                  </a:lnTo>
                  <a:lnTo>
                    <a:pt x="165" y="162"/>
                  </a:lnTo>
                  <a:lnTo>
                    <a:pt x="169" y="162"/>
                  </a:lnTo>
                  <a:lnTo>
                    <a:pt x="173" y="166"/>
                  </a:lnTo>
                  <a:lnTo>
                    <a:pt x="176" y="166"/>
                  </a:lnTo>
                  <a:lnTo>
                    <a:pt x="180" y="166"/>
                  </a:lnTo>
                  <a:lnTo>
                    <a:pt x="183" y="169"/>
                  </a:lnTo>
                  <a:lnTo>
                    <a:pt x="187" y="169"/>
                  </a:lnTo>
                  <a:lnTo>
                    <a:pt x="191" y="169"/>
                  </a:lnTo>
                  <a:lnTo>
                    <a:pt x="194" y="169"/>
                  </a:lnTo>
                  <a:lnTo>
                    <a:pt x="198" y="173"/>
                  </a:lnTo>
                  <a:lnTo>
                    <a:pt x="201" y="173"/>
                  </a:lnTo>
                  <a:lnTo>
                    <a:pt x="205" y="173"/>
                  </a:lnTo>
                  <a:lnTo>
                    <a:pt x="209" y="173"/>
                  </a:lnTo>
                  <a:lnTo>
                    <a:pt x="212" y="173"/>
                  </a:lnTo>
                  <a:lnTo>
                    <a:pt x="216" y="173"/>
                  </a:lnTo>
                  <a:lnTo>
                    <a:pt x="219" y="173"/>
                  </a:lnTo>
                  <a:lnTo>
                    <a:pt x="223" y="169"/>
                  </a:lnTo>
                  <a:lnTo>
                    <a:pt x="227" y="169"/>
                  </a:lnTo>
                  <a:lnTo>
                    <a:pt x="230" y="169"/>
                  </a:lnTo>
                  <a:lnTo>
                    <a:pt x="234" y="169"/>
                  </a:lnTo>
                  <a:lnTo>
                    <a:pt x="237" y="166"/>
                  </a:lnTo>
                  <a:lnTo>
                    <a:pt x="241" y="166"/>
                  </a:lnTo>
                  <a:lnTo>
                    <a:pt x="245" y="166"/>
                  </a:lnTo>
                  <a:lnTo>
                    <a:pt x="248" y="162"/>
                  </a:lnTo>
                  <a:lnTo>
                    <a:pt x="252" y="158"/>
                  </a:lnTo>
                  <a:lnTo>
                    <a:pt x="255" y="158"/>
                  </a:lnTo>
                  <a:lnTo>
                    <a:pt x="259" y="155"/>
                  </a:lnTo>
                  <a:lnTo>
                    <a:pt x="263" y="155"/>
                  </a:lnTo>
                  <a:lnTo>
                    <a:pt x="266" y="151"/>
                  </a:lnTo>
                  <a:lnTo>
                    <a:pt x="270" y="151"/>
                  </a:lnTo>
                  <a:lnTo>
                    <a:pt x="273" y="148"/>
                  </a:lnTo>
                  <a:lnTo>
                    <a:pt x="277" y="144"/>
                  </a:lnTo>
                  <a:lnTo>
                    <a:pt x="281" y="144"/>
                  </a:lnTo>
                  <a:lnTo>
                    <a:pt x="284" y="140"/>
                  </a:lnTo>
                  <a:lnTo>
                    <a:pt x="288" y="140"/>
                  </a:lnTo>
                  <a:lnTo>
                    <a:pt x="291" y="137"/>
                  </a:lnTo>
                  <a:lnTo>
                    <a:pt x="295" y="133"/>
                  </a:lnTo>
                  <a:lnTo>
                    <a:pt x="299" y="133"/>
                  </a:lnTo>
                  <a:lnTo>
                    <a:pt x="302" y="130"/>
                  </a:lnTo>
                  <a:lnTo>
                    <a:pt x="306" y="130"/>
                  </a:lnTo>
                  <a:lnTo>
                    <a:pt x="309" y="126"/>
                  </a:lnTo>
                  <a:lnTo>
                    <a:pt x="313" y="126"/>
                  </a:lnTo>
                  <a:lnTo>
                    <a:pt x="317" y="122"/>
                  </a:lnTo>
                  <a:lnTo>
                    <a:pt x="320" y="122"/>
                  </a:lnTo>
                  <a:lnTo>
                    <a:pt x="324" y="119"/>
                  </a:lnTo>
                  <a:lnTo>
                    <a:pt x="327" y="119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15"/>
                  </a:lnTo>
                  <a:lnTo>
                    <a:pt x="342" y="115"/>
                  </a:lnTo>
                  <a:lnTo>
                    <a:pt x="345" y="115"/>
                  </a:lnTo>
                  <a:lnTo>
                    <a:pt x="349" y="115"/>
                  </a:lnTo>
                  <a:lnTo>
                    <a:pt x="353" y="115"/>
                  </a:lnTo>
                  <a:lnTo>
                    <a:pt x="356" y="115"/>
                  </a:lnTo>
                  <a:lnTo>
                    <a:pt x="360" y="119"/>
                  </a:lnTo>
                  <a:lnTo>
                    <a:pt x="363" y="119"/>
                  </a:lnTo>
                  <a:lnTo>
                    <a:pt x="367" y="119"/>
                  </a:lnTo>
                  <a:lnTo>
                    <a:pt x="371" y="119"/>
                  </a:lnTo>
                  <a:lnTo>
                    <a:pt x="374" y="122"/>
                  </a:lnTo>
                  <a:lnTo>
                    <a:pt x="378" y="122"/>
                  </a:lnTo>
                  <a:lnTo>
                    <a:pt x="381" y="126"/>
                  </a:lnTo>
                  <a:lnTo>
                    <a:pt x="385" y="126"/>
                  </a:lnTo>
                  <a:lnTo>
                    <a:pt x="389" y="130"/>
                  </a:lnTo>
                  <a:lnTo>
                    <a:pt x="392" y="130"/>
                  </a:lnTo>
                  <a:lnTo>
                    <a:pt x="396" y="133"/>
                  </a:lnTo>
                  <a:lnTo>
                    <a:pt x="399" y="133"/>
                  </a:lnTo>
                  <a:lnTo>
                    <a:pt x="403" y="137"/>
                  </a:lnTo>
                  <a:lnTo>
                    <a:pt x="407" y="137"/>
                  </a:lnTo>
                  <a:lnTo>
                    <a:pt x="410" y="140"/>
                  </a:lnTo>
                  <a:lnTo>
                    <a:pt x="414" y="144"/>
                  </a:lnTo>
                  <a:lnTo>
                    <a:pt x="417" y="144"/>
                  </a:lnTo>
                  <a:lnTo>
                    <a:pt x="421" y="148"/>
                  </a:lnTo>
                  <a:lnTo>
                    <a:pt x="425" y="151"/>
                  </a:lnTo>
                  <a:lnTo>
                    <a:pt x="428" y="151"/>
                  </a:lnTo>
                  <a:lnTo>
                    <a:pt x="432" y="155"/>
                  </a:lnTo>
                  <a:lnTo>
                    <a:pt x="435" y="155"/>
                  </a:lnTo>
                  <a:lnTo>
                    <a:pt x="439" y="158"/>
                  </a:lnTo>
                  <a:lnTo>
                    <a:pt x="443" y="162"/>
                  </a:lnTo>
                  <a:lnTo>
                    <a:pt x="446" y="162"/>
                  </a:lnTo>
                  <a:lnTo>
                    <a:pt x="450" y="166"/>
                  </a:lnTo>
                  <a:lnTo>
                    <a:pt x="453" y="166"/>
                  </a:lnTo>
                  <a:lnTo>
                    <a:pt x="457" y="169"/>
                  </a:lnTo>
                  <a:lnTo>
                    <a:pt x="461" y="169"/>
                  </a:lnTo>
                  <a:lnTo>
                    <a:pt x="464" y="169"/>
                  </a:lnTo>
                  <a:lnTo>
                    <a:pt x="468" y="173"/>
                  </a:lnTo>
                  <a:lnTo>
                    <a:pt x="471" y="173"/>
                  </a:lnTo>
                  <a:lnTo>
                    <a:pt x="475" y="173"/>
                  </a:lnTo>
                  <a:lnTo>
                    <a:pt x="479" y="173"/>
                  </a:lnTo>
                  <a:lnTo>
                    <a:pt x="482" y="176"/>
                  </a:lnTo>
                  <a:lnTo>
                    <a:pt x="486" y="176"/>
                  </a:lnTo>
                  <a:lnTo>
                    <a:pt x="489" y="176"/>
                  </a:lnTo>
                  <a:lnTo>
                    <a:pt x="493" y="173"/>
                  </a:lnTo>
                  <a:lnTo>
                    <a:pt x="497" y="173"/>
                  </a:lnTo>
                  <a:lnTo>
                    <a:pt x="500" y="173"/>
                  </a:lnTo>
                  <a:lnTo>
                    <a:pt x="504" y="173"/>
                  </a:lnTo>
                  <a:lnTo>
                    <a:pt x="507" y="173"/>
                  </a:lnTo>
                  <a:lnTo>
                    <a:pt x="511" y="169"/>
                  </a:lnTo>
                  <a:lnTo>
                    <a:pt x="515" y="169"/>
                  </a:lnTo>
                  <a:lnTo>
                    <a:pt x="518" y="169"/>
                  </a:lnTo>
                  <a:lnTo>
                    <a:pt x="522" y="166"/>
                  </a:lnTo>
                  <a:lnTo>
                    <a:pt x="525" y="166"/>
                  </a:lnTo>
                  <a:lnTo>
                    <a:pt x="529" y="162"/>
                  </a:lnTo>
                  <a:lnTo>
                    <a:pt x="533" y="162"/>
                  </a:lnTo>
                  <a:lnTo>
                    <a:pt x="536" y="158"/>
                  </a:lnTo>
                  <a:lnTo>
                    <a:pt x="540" y="155"/>
                  </a:lnTo>
                  <a:lnTo>
                    <a:pt x="543" y="155"/>
                  </a:lnTo>
                  <a:lnTo>
                    <a:pt x="547" y="151"/>
                  </a:lnTo>
                  <a:lnTo>
                    <a:pt x="551" y="148"/>
                  </a:lnTo>
                  <a:lnTo>
                    <a:pt x="554" y="148"/>
                  </a:lnTo>
                  <a:lnTo>
                    <a:pt x="558" y="144"/>
                  </a:lnTo>
                  <a:lnTo>
                    <a:pt x="561" y="140"/>
                  </a:lnTo>
                  <a:lnTo>
                    <a:pt x="565" y="140"/>
                  </a:lnTo>
                  <a:lnTo>
                    <a:pt x="569" y="137"/>
                  </a:lnTo>
                  <a:lnTo>
                    <a:pt x="572" y="133"/>
                  </a:lnTo>
                  <a:lnTo>
                    <a:pt x="576" y="133"/>
                  </a:lnTo>
                  <a:lnTo>
                    <a:pt x="579" y="130"/>
                  </a:lnTo>
                  <a:lnTo>
                    <a:pt x="583" y="126"/>
                  </a:lnTo>
                  <a:lnTo>
                    <a:pt x="587" y="126"/>
                  </a:lnTo>
                  <a:lnTo>
                    <a:pt x="590" y="122"/>
                  </a:lnTo>
                  <a:lnTo>
                    <a:pt x="594" y="122"/>
                  </a:lnTo>
                  <a:lnTo>
                    <a:pt x="597" y="119"/>
                  </a:lnTo>
                  <a:lnTo>
                    <a:pt x="601" y="119"/>
                  </a:lnTo>
                  <a:lnTo>
                    <a:pt x="605" y="119"/>
                  </a:lnTo>
                  <a:lnTo>
                    <a:pt x="608" y="115"/>
                  </a:lnTo>
                  <a:lnTo>
                    <a:pt x="612" y="115"/>
                  </a:lnTo>
                  <a:lnTo>
                    <a:pt x="615" y="115"/>
                  </a:lnTo>
                  <a:lnTo>
                    <a:pt x="619" y="115"/>
                  </a:lnTo>
                  <a:lnTo>
                    <a:pt x="623" y="115"/>
                  </a:lnTo>
                  <a:lnTo>
                    <a:pt x="626" y="115"/>
                  </a:lnTo>
                  <a:lnTo>
                    <a:pt x="630" y="115"/>
                  </a:lnTo>
                  <a:lnTo>
                    <a:pt x="633" y="115"/>
                  </a:lnTo>
                  <a:lnTo>
                    <a:pt x="637" y="115"/>
                  </a:lnTo>
                  <a:lnTo>
                    <a:pt x="641" y="115"/>
                  </a:lnTo>
                  <a:lnTo>
                    <a:pt x="644" y="115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19"/>
                  </a:lnTo>
                  <a:lnTo>
                    <a:pt x="659" y="122"/>
                  </a:lnTo>
                  <a:lnTo>
                    <a:pt x="662" y="122"/>
                  </a:lnTo>
                  <a:lnTo>
                    <a:pt x="666" y="126"/>
                  </a:lnTo>
                  <a:lnTo>
                    <a:pt x="669" y="126"/>
                  </a:lnTo>
                  <a:lnTo>
                    <a:pt x="673" y="130"/>
                  </a:lnTo>
                  <a:lnTo>
                    <a:pt x="677" y="130"/>
                  </a:lnTo>
                  <a:lnTo>
                    <a:pt x="680" y="133"/>
                  </a:lnTo>
                  <a:lnTo>
                    <a:pt x="684" y="137"/>
                  </a:lnTo>
                  <a:lnTo>
                    <a:pt x="687" y="140"/>
                  </a:lnTo>
                  <a:lnTo>
                    <a:pt x="691" y="140"/>
                  </a:lnTo>
                  <a:lnTo>
                    <a:pt x="695" y="144"/>
                  </a:lnTo>
                  <a:lnTo>
                    <a:pt x="698" y="148"/>
                  </a:lnTo>
                  <a:lnTo>
                    <a:pt x="702" y="148"/>
                  </a:lnTo>
                  <a:lnTo>
                    <a:pt x="705" y="151"/>
                  </a:lnTo>
                  <a:lnTo>
                    <a:pt x="709" y="155"/>
                  </a:lnTo>
                  <a:lnTo>
                    <a:pt x="713" y="158"/>
                  </a:lnTo>
                  <a:lnTo>
                    <a:pt x="716" y="158"/>
                  </a:lnTo>
                  <a:lnTo>
                    <a:pt x="720" y="162"/>
                  </a:lnTo>
                  <a:lnTo>
                    <a:pt x="723" y="166"/>
                  </a:lnTo>
                  <a:lnTo>
                    <a:pt x="727" y="166"/>
                  </a:lnTo>
                  <a:lnTo>
                    <a:pt x="731" y="169"/>
                  </a:lnTo>
                  <a:lnTo>
                    <a:pt x="734" y="169"/>
                  </a:lnTo>
                  <a:lnTo>
                    <a:pt x="738" y="173"/>
                  </a:lnTo>
                  <a:lnTo>
                    <a:pt x="741" y="173"/>
                  </a:lnTo>
                  <a:lnTo>
                    <a:pt x="745" y="173"/>
                  </a:lnTo>
                  <a:lnTo>
                    <a:pt x="749" y="176"/>
                  </a:lnTo>
                  <a:lnTo>
                    <a:pt x="752" y="176"/>
                  </a:lnTo>
                  <a:lnTo>
                    <a:pt x="756" y="176"/>
                  </a:lnTo>
                  <a:lnTo>
                    <a:pt x="759" y="176"/>
                  </a:lnTo>
                  <a:lnTo>
                    <a:pt x="763" y="176"/>
                  </a:lnTo>
                  <a:lnTo>
                    <a:pt x="767" y="176"/>
                  </a:lnTo>
                  <a:lnTo>
                    <a:pt x="770" y="176"/>
                  </a:lnTo>
                  <a:lnTo>
                    <a:pt x="774" y="176"/>
                  </a:lnTo>
                  <a:lnTo>
                    <a:pt x="777" y="176"/>
                  </a:lnTo>
                  <a:lnTo>
                    <a:pt x="781" y="176"/>
                  </a:lnTo>
                  <a:lnTo>
                    <a:pt x="785" y="176"/>
                  </a:lnTo>
                  <a:lnTo>
                    <a:pt x="788" y="173"/>
                  </a:lnTo>
                  <a:lnTo>
                    <a:pt x="792" y="173"/>
                  </a:lnTo>
                  <a:lnTo>
                    <a:pt x="795" y="169"/>
                  </a:lnTo>
                  <a:lnTo>
                    <a:pt x="799" y="169"/>
                  </a:lnTo>
                  <a:lnTo>
                    <a:pt x="803" y="166"/>
                  </a:lnTo>
                  <a:lnTo>
                    <a:pt x="806" y="166"/>
                  </a:lnTo>
                  <a:lnTo>
                    <a:pt x="810" y="162"/>
                  </a:lnTo>
                  <a:lnTo>
                    <a:pt x="813" y="162"/>
                  </a:lnTo>
                  <a:lnTo>
                    <a:pt x="817" y="158"/>
                  </a:lnTo>
                  <a:lnTo>
                    <a:pt x="821" y="155"/>
                  </a:lnTo>
                  <a:lnTo>
                    <a:pt x="824" y="155"/>
                  </a:lnTo>
                  <a:lnTo>
                    <a:pt x="828" y="151"/>
                  </a:lnTo>
                  <a:lnTo>
                    <a:pt x="831" y="148"/>
                  </a:lnTo>
                  <a:lnTo>
                    <a:pt x="835" y="144"/>
                  </a:lnTo>
                  <a:lnTo>
                    <a:pt x="839" y="140"/>
                  </a:lnTo>
                  <a:lnTo>
                    <a:pt x="842" y="140"/>
                  </a:lnTo>
                  <a:lnTo>
                    <a:pt x="846" y="137"/>
                  </a:lnTo>
                  <a:lnTo>
                    <a:pt x="849" y="133"/>
                  </a:lnTo>
                  <a:lnTo>
                    <a:pt x="853" y="130"/>
                  </a:lnTo>
                  <a:lnTo>
                    <a:pt x="857" y="130"/>
                  </a:lnTo>
                  <a:lnTo>
                    <a:pt x="860" y="126"/>
                  </a:lnTo>
                  <a:lnTo>
                    <a:pt x="864" y="122"/>
                  </a:lnTo>
                  <a:lnTo>
                    <a:pt x="867" y="122"/>
                  </a:lnTo>
                  <a:lnTo>
                    <a:pt x="871" y="119"/>
                  </a:lnTo>
                  <a:lnTo>
                    <a:pt x="875" y="119"/>
                  </a:lnTo>
                  <a:lnTo>
                    <a:pt x="878" y="115"/>
                  </a:lnTo>
                  <a:lnTo>
                    <a:pt x="882" y="115"/>
                  </a:lnTo>
                  <a:lnTo>
                    <a:pt x="885" y="115"/>
                  </a:lnTo>
                  <a:lnTo>
                    <a:pt x="889" y="112"/>
                  </a:lnTo>
                  <a:lnTo>
                    <a:pt x="893" y="112"/>
                  </a:lnTo>
                  <a:lnTo>
                    <a:pt x="896" y="112"/>
                  </a:lnTo>
                  <a:lnTo>
                    <a:pt x="900" y="112"/>
                  </a:lnTo>
                  <a:lnTo>
                    <a:pt x="903" y="112"/>
                  </a:lnTo>
                  <a:lnTo>
                    <a:pt x="907" y="112"/>
                  </a:lnTo>
                  <a:lnTo>
                    <a:pt x="911" y="112"/>
                  </a:lnTo>
                  <a:lnTo>
                    <a:pt x="914" y="112"/>
                  </a:lnTo>
                  <a:lnTo>
                    <a:pt x="918" y="112"/>
                  </a:lnTo>
                  <a:lnTo>
                    <a:pt x="921" y="112"/>
                  </a:lnTo>
                  <a:lnTo>
                    <a:pt x="925" y="115"/>
                  </a:lnTo>
                  <a:lnTo>
                    <a:pt x="929" y="115"/>
                  </a:lnTo>
                  <a:lnTo>
                    <a:pt x="932" y="115"/>
                  </a:lnTo>
                  <a:lnTo>
                    <a:pt x="936" y="119"/>
                  </a:lnTo>
                  <a:lnTo>
                    <a:pt x="939" y="119"/>
                  </a:lnTo>
                  <a:lnTo>
                    <a:pt x="943" y="122"/>
                  </a:lnTo>
                  <a:lnTo>
                    <a:pt x="947" y="122"/>
                  </a:lnTo>
                  <a:lnTo>
                    <a:pt x="950" y="126"/>
                  </a:lnTo>
                  <a:lnTo>
                    <a:pt x="954" y="130"/>
                  </a:lnTo>
                  <a:lnTo>
                    <a:pt x="957" y="133"/>
                  </a:lnTo>
                  <a:lnTo>
                    <a:pt x="961" y="133"/>
                  </a:lnTo>
                  <a:lnTo>
                    <a:pt x="965" y="137"/>
                  </a:lnTo>
                  <a:lnTo>
                    <a:pt x="968" y="140"/>
                  </a:lnTo>
                  <a:lnTo>
                    <a:pt x="972" y="144"/>
                  </a:lnTo>
                  <a:lnTo>
                    <a:pt x="975" y="148"/>
                  </a:lnTo>
                  <a:lnTo>
                    <a:pt x="979" y="148"/>
                  </a:lnTo>
                  <a:lnTo>
                    <a:pt x="983" y="151"/>
                  </a:lnTo>
                  <a:lnTo>
                    <a:pt x="986" y="155"/>
                  </a:lnTo>
                  <a:lnTo>
                    <a:pt x="990" y="158"/>
                  </a:lnTo>
                  <a:lnTo>
                    <a:pt x="993" y="162"/>
                  </a:lnTo>
                  <a:lnTo>
                    <a:pt x="997" y="162"/>
                  </a:lnTo>
                  <a:lnTo>
                    <a:pt x="1001" y="166"/>
                  </a:lnTo>
                  <a:lnTo>
                    <a:pt x="1004" y="166"/>
                  </a:lnTo>
                  <a:lnTo>
                    <a:pt x="1008" y="169"/>
                  </a:lnTo>
                  <a:lnTo>
                    <a:pt x="1011" y="173"/>
                  </a:lnTo>
                  <a:lnTo>
                    <a:pt x="1015" y="173"/>
                  </a:lnTo>
                  <a:lnTo>
                    <a:pt x="1019" y="176"/>
                  </a:lnTo>
                  <a:lnTo>
                    <a:pt x="1022" y="176"/>
                  </a:lnTo>
                  <a:lnTo>
                    <a:pt x="1026" y="180"/>
                  </a:lnTo>
                  <a:lnTo>
                    <a:pt x="1029" y="180"/>
                  </a:lnTo>
                  <a:lnTo>
                    <a:pt x="1033" y="180"/>
                  </a:lnTo>
                  <a:lnTo>
                    <a:pt x="1037" y="180"/>
                  </a:lnTo>
                  <a:lnTo>
                    <a:pt x="1040" y="180"/>
                  </a:lnTo>
                  <a:lnTo>
                    <a:pt x="1044" y="180"/>
                  </a:lnTo>
                  <a:lnTo>
                    <a:pt x="1047" y="180"/>
                  </a:lnTo>
                  <a:lnTo>
                    <a:pt x="1051" y="180"/>
                  </a:lnTo>
                  <a:lnTo>
                    <a:pt x="1055" y="180"/>
                  </a:lnTo>
                  <a:lnTo>
                    <a:pt x="1058" y="180"/>
                  </a:lnTo>
                  <a:lnTo>
                    <a:pt x="1062" y="180"/>
                  </a:lnTo>
                  <a:lnTo>
                    <a:pt x="1065" y="176"/>
                  </a:lnTo>
                  <a:lnTo>
                    <a:pt x="1069" y="176"/>
                  </a:lnTo>
                  <a:lnTo>
                    <a:pt x="1073" y="176"/>
                  </a:lnTo>
                  <a:lnTo>
                    <a:pt x="1076" y="173"/>
                  </a:lnTo>
                  <a:lnTo>
                    <a:pt x="1080" y="169"/>
                  </a:lnTo>
                  <a:lnTo>
                    <a:pt x="1083" y="169"/>
                  </a:lnTo>
                  <a:lnTo>
                    <a:pt x="1087" y="166"/>
                  </a:lnTo>
                  <a:lnTo>
                    <a:pt x="1091" y="166"/>
                  </a:lnTo>
                  <a:lnTo>
                    <a:pt x="1094" y="162"/>
                  </a:lnTo>
                  <a:lnTo>
                    <a:pt x="1098" y="158"/>
                  </a:lnTo>
                  <a:lnTo>
                    <a:pt x="1101" y="155"/>
                  </a:lnTo>
                  <a:lnTo>
                    <a:pt x="1105" y="151"/>
                  </a:lnTo>
                  <a:lnTo>
                    <a:pt x="1109" y="151"/>
                  </a:lnTo>
                  <a:lnTo>
                    <a:pt x="1112" y="148"/>
                  </a:lnTo>
                  <a:lnTo>
                    <a:pt x="1116" y="144"/>
                  </a:lnTo>
                  <a:lnTo>
                    <a:pt x="1119" y="140"/>
                  </a:lnTo>
                  <a:lnTo>
                    <a:pt x="1123" y="137"/>
                  </a:lnTo>
                  <a:lnTo>
                    <a:pt x="1127" y="133"/>
                  </a:lnTo>
                  <a:lnTo>
                    <a:pt x="1130" y="130"/>
                  </a:lnTo>
                  <a:lnTo>
                    <a:pt x="1134" y="130"/>
                  </a:lnTo>
                  <a:lnTo>
                    <a:pt x="1137" y="126"/>
                  </a:lnTo>
                  <a:lnTo>
                    <a:pt x="1141" y="122"/>
                  </a:lnTo>
                  <a:lnTo>
                    <a:pt x="1145" y="119"/>
                  </a:lnTo>
                  <a:lnTo>
                    <a:pt x="1148" y="119"/>
                  </a:lnTo>
                  <a:lnTo>
                    <a:pt x="1152" y="115"/>
                  </a:lnTo>
                  <a:lnTo>
                    <a:pt x="1155" y="115"/>
                  </a:lnTo>
                  <a:lnTo>
                    <a:pt x="1159" y="112"/>
                  </a:lnTo>
                  <a:lnTo>
                    <a:pt x="1163" y="112"/>
                  </a:lnTo>
                  <a:lnTo>
                    <a:pt x="1166" y="108"/>
                  </a:lnTo>
                  <a:lnTo>
                    <a:pt x="1170" y="108"/>
                  </a:lnTo>
                  <a:lnTo>
                    <a:pt x="1173" y="108"/>
                  </a:lnTo>
                  <a:lnTo>
                    <a:pt x="1177" y="108"/>
                  </a:lnTo>
                  <a:lnTo>
                    <a:pt x="1181" y="104"/>
                  </a:lnTo>
                  <a:lnTo>
                    <a:pt x="1184" y="104"/>
                  </a:lnTo>
                  <a:lnTo>
                    <a:pt x="1188" y="104"/>
                  </a:lnTo>
                  <a:lnTo>
                    <a:pt x="1191" y="108"/>
                  </a:lnTo>
                  <a:lnTo>
                    <a:pt x="1195" y="108"/>
                  </a:lnTo>
                  <a:lnTo>
                    <a:pt x="1199" y="108"/>
                  </a:lnTo>
                  <a:lnTo>
                    <a:pt x="1202" y="108"/>
                  </a:lnTo>
                  <a:lnTo>
                    <a:pt x="1206" y="112"/>
                  </a:lnTo>
                  <a:lnTo>
                    <a:pt x="1209" y="112"/>
                  </a:lnTo>
                  <a:lnTo>
                    <a:pt x="1213" y="115"/>
                  </a:lnTo>
                  <a:lnTo>
                    <a:pt x="1217" y="115"/>
                  </a:lnTo>
                  <a:lnTo>
                    <a:pt x="1220" y="119"/>
                  </a:lnTo>
                  <a:lnTo>
                    <a:pt x="1224" y="119"/>
                  </a:lnTo>
                  <a:lnTo>
                    <a:pt x="1227" y="122"/>
                  </a:lnTo>
                  <a:lnTo>
                    <a:pt x="1231" y="126"/>
                  </a:lnTo>
                  <a:lnTo>
                    <a:pt x="1235" y="130"/>
                  </a:lnTo>
                  <a:lnTo>
                    <a:pt x="1238" y="130"/>
                  </a:lnTo>
                  <a:lnTo>
                    <a:pt x="1242" y="133"/>
                  </a:lnTo>
                  <a:lnTo>
                    <a:pt x="1245" y="137"/>
                  </a:lnTo>
                  <a:lnTo>
                    <a:pt x="1249" y="140"/>
                  </a:lnTo>
                  <a:lnTo>
                    <a:pt x="1253" y="144"/>
                  </a:lnTo>
                  <a:lnTo>
                    <a:pt x="1256" y="148"/>
                  </a:lnTo>
                  <a:lnTo>
                    <a:pt x="1260" y="151"/>
                  </a:lnTo>
                  <a:lnTo>
                    <a:pt x="1263" y="155"/>
                  </a:lnTo>
                  <a:lnTo>
                    <a:pt x="1267" y="158"/>
                  </a:lnTo>
                  <a:lnTo>
                    <a:pt x="1271" y="158"/>
                  </a:lnTo>
                  <a:lnTo>
                    <a:pt x="1274" y="162"/>
                  </a:lnTo>
                  <a:lnTo>
                    <a:pt x="1278" y="166"/>
                  </a:lnTo>
                  <a:lnTo>
                    <a:pt x="1281" y="169"/>
                  </a:lnTo>
                  <a:lnTo>
                    <a:pt x="1285" y="173"/>
                  </a:lnTo>
                  <a:lnTo>
                    <a:pt x="1289" y="173"/>
                  </a:lnTo>
                  <a:lnTo>
                    <a:pt x="1292" y="176"/>
                  </a:lnTo>
                  <a:lnTo>
                    <a:pt x="1296" y="180"/>
                  </a:lnTo>
                  <a:lnTo>
                    <a:pt x="1299" y="180"/>
                  </a:lnTo>
                  <a:lnTo>
                    <a:pt x="1303" y="184"/>
                  </a:lnTo>
                  <a:lnTo>
                    <a:pt x="1307" y="184"/>
                  </a:lnTo>
                  <a:lnTo>
                    <a:pt x="1310" y="184"/>
                  </a:lnTo>
                  <a:lnTo>
                    <a:pt x="1314" y="184"/>
                  </a:lnTo>
                  <a:lnTo>
                    <a:pt x="1317" y="187"/>
                  </a:lnTo>
                  <a:lnTo>
                    <a:pt x="1321" y="187"/>
                  </a:lnTo>
                  <a:lnTo>
                    <a:pt x="1325" y="187"/>
                  </a:lnTo>
                  <a:lnTo>
                    <a:pt x="1328" y="187"/>
                  </a:lnTo>
                  <a:lnTo>
                    <a:pt x="1332" y="187"/>
                  </a:lnTo>
                  <a:lnTo>
                    <a:pt x="1335" y="184"/>
                  </a:lnTo>
                  <a:lnTo>
                    <a:pt x="1339" y="184"/>
                  </a:lnTo>
                  <a:lnTo>
                    <a:pt x="1343" y="184"/>
                  </a:lnTo>
                  <a:lnTo>
                    <a:pt x="1346" y="180"/>
                  </a:lnTo>
                  <a:lnTo>
                    <a:pt x="1350" y="180"/>
                  </a:lnTo>
                  <a:lnTo>
                    <a:pt x="1353" y="176"/>
                  </a:lnTo>
                  <a:lnTo>
                    <a:pt x="1357" y="176"/>
                  </a:lnTo>
                  <a:lnTo>
                    <a:pt x="1361" y="173"/>
                  </a:lnTo>
                  <a:lnTo>
                    <a:pt x="1364" y="169"/>
                  </a:lnTo>
                  <a:lnTo>
                    <a:pt x="1368" y="169"/>
                  </a:lnTo>
                  <a:lnTo>
                    <a:pt x="1371" y="166"/>
                  </a:lnTo>
                  <a:lnTo>
                    <a:pt x="1375" y="162"/>
                  </a:lnTo>
                  <a:lnTo>
                    <a:pt x="1379" y="158"/>
                  </a:lnTo>
                  <a:lnTo>
                    <a:pt x="1382" y="155"/>
                  </a:lnTo>
                  <a:lnTo>
                    <a:pt x="1386" y="151"/>
                  </a:lnTo>
                  <a:lnTo>
                    <a:pt x="1389" y="148"/>
                  </a:lnTo>
                  <a:lnTo>
                    <a:pt x="1393" y="144"/>
                  </a:lnTo>
                  <a:lnTo>
                    <a:pt x="1397" y="140"/>
                  </a:lnTo>
                  <a:lnTo>
                    <a:pt x="1400" y="137"/>
                  </a:lnTo>
                  <a:lnTo>
                    <a:pt x="1404" y="133"/>
                  </a:lnTo>
                  <a:lnTo>
                    <a:pt x="1407" y="130"/>
                  </a:lnTo>
                  <a:lnTo>
                    <a:pt x="1411" y="126"/>
                  </a:lnTo>
                  <a:lnTo>
                    <a:pt x="1415" y="122"/>
                  </a:lnTo>
                  <a:lnTo>
                    <a:pt x="1418" y="122"/>
                  </a:lnTo>
                  <a:lnTo>
                    <a:pt x="1422" y="119"/>
                  </a:lnTo>
                  <a:lnTo>
                    <a:pt x="1425" y="115"/>
                  </a:lnTo>
                  <a:lnTo>
                    <a:pt x="1429" y="112"/>
                  </a:lnTo>
                  <a:lnTo>
                    <a:pt x="1433" y="112"/>
                  </a:lnTo>
                  <a:lnTo>
                    <a:pt x="1436" y="108"/>
                  </a:lnTo>
                  <a:lnTo>
                    <a:pt x="1440" y="108"/>
                  </a:lnTo>
                  <a:lnTo>
                    <a:pt x="1443" y="104"/>
                  </a:lnTo>
                  <a:lnTo>
                    <a:pt x="1447" y="104"/>
                  </a:lnTo>
                  <a:lnTo>
                    <a:pt x="1451" y="101"/>
                  </a:lnTo>
                  <a:lnTo>
                    <a:pt x="1454" y="101"/>
                  </a:lnTo>
                  <a:lnTo>
                    <a:pt x="1458" y="101"/>
                  </a:lnTo>
                  <a:lnTo>
                    <a:pt x="1461" y="101"/>
                  </a:lnTo>
                  <a:lnTo>
                    <a:pt x="1465" y="101"/>
                  </a:lnTo>
                  <a:lnTo>
                    <a:pt x="1469" y="101"/>
                  </a:lnTo>
                  <a:lnTo>
                    <a:pt x="1472" y="101"/>
                  </a:lnTo>
                  <a:lnTo>
                    <a:pt x="1476" y="101"/>
                  </a:lnTo>
                  <a:lnTo>
                    <a:pt x="1479" y="104"/>
                  </a:lnTo>
                  <a:lnTo>
                    <a:pt x="1483" y="104"/>
                  </a:lnTo>
                  <a:lnTo>
                    <a:pt x="1487" y="108"/>
                  </a:lnTo>
                  <a:lnTo>
                    <a:pt x="1490" y="108"/>
                  </a:lnTo>
                  <a:lnTo>
                    <a:pt x="1494" y="112"/>
                  </a:lnTo>
                  <a:lnTo>
                    <a:pt x="1497" y="112"/>
                  </a:lnTo>
                  <a:lnTo>
                    <a:pt x="1501" y="115"/>
                  </a:lnTo>
                  <a:lnTo>
                    <a:pt x="1505" y="119"/>
                  </a:lnTo>
                  <a:lnTo>
                    <a:pt x="1508" y="122"/>
                  </a:lnTo>
                  <a:lnTo>
                    <a:pt x="1512" y="126"/>
                  </a:lnTo>
                  <a:lnTo>
                    <a:pt x="1515" y="130"/>
                  </a:lnTo>
                  <a:lnTo>
                    <a:pt x="1519" y="133"/>
                  </a:lnTo>
                  <a:lnTo>
                    <a:pt x="1523" y="133"/>
                  </a:lnTo>
                  <a:lnTo>
                    <a:pt x="1526" y="137"/>
                  </a:lnTo>
                  <a:lnTo>
                    <a:pt x="1530" y="140"/>
                  </a:lnTo>
                  <a:lnTo>
                    <a:pt x="1533" y="144"/>
                  </a:lnTo>
                  <a:lnTo>
                    <a:pt x="1537" y="148"/>
                  </a:lnTo>
                  <a:lnTo>
                    <a:pt x="1541" y="151"/>
                  </a:lnTo>
                  <a:lnTo>
                    <a:pt x="1544" y="155"/>
                  </a:lnTo>
                  <a:lnTo>
                    <a:pt x="1548" y="158"/>
                  </a:lnTo>
                  <a:lnTo>
                    <a:pt x="1551" y="162"/>
                  </a:lnTo>
                  <a:lnTo>
                    <a:pt x="1555" y="166"/>
                  </a:lnTo>
                  <a:lnTo>
                    <a:pt x="1559" y="169"/>
                  </a:lnTo>
                  <a:lnTo>
                    <a:pt x="1562" y="173"/>
                  </a:lnTo>
                  <a:lnTo>
                    <a:pt x="1566" y="176"/>
                  </a:lnTo>
                  <a:lnTo>
                    <a:pt x="1569" y="180"/>
                  </a:lnTo>
                  <a:lnTo>
                    <a:pt x="1573" y="184"/>
                  </a:lnTo>
                  <a:lnTo>
                    <a:pt x="1577" y="184"/>
                  </a:lnTo>
                  <a:lnTo>
                    <a:pt x="1580" y="187"/>
                  </a:lnTo>
                  <a:lnTo>
                    <a:pt x="1584" y="187"/>
                  </a:lnTo>
                  <a:lnTo>
                    <a:pt x="1587" y="191"/>
                  </a:lnTo>
                  <a:lnTo>
                    <a:pt x="1591" y="191"/>
                  </a:lnTo>
                  <a:lnTo>
                    <a:pt x="1595" y="191"/>
                  </a:lnTo>
                  <a:lnTo>
                    <a:pt x="1598" y="191"/>
                  </a:lnTo>
                  <a:lnTo>
                    <a:pt x="1602" y="191"/>
                  </a:lnTo>
                  <a:lnTo>
                    <a:pt x="1605" y="194"/>
                  </a:lnTo>
                  <a:lnTo>
                    <a:pt x="1609" y="191"/>
                  </a:lnTo>
                  <a:lnTo>
                    <a:pt x="1613" y="191"/>
                  </a:lnTo>
                  <a:lnTo>
                    <a:pt x="1616" y="191"/>
                  </a:lnTo>
                  <a:lnTo>
                    <a:pt x="1620" y="191"/>
                  </a:lnTo>
                  <a:lnTo>
                    <a:pt x="1623" y="187"/>
                  </a:lnTo>
                  <a:lnTo>
                    <a:pt x="1627" y="187"/>
                  </a:lnTo>
                  <a:lnTo>
                    <a:pt x="1631" y="184"/>
                  </a:lnTo>
                  <a:lnTo>
                    <a:pt x="1634" y="180"/>
                  </a:lnTo>
                  <a:lnTo>
                    <a:pt x="1638" y="176"/>
                  </a:lnTo>
                  <a:lnTo>
                    <a:pt x="1641" y="176"/>
                  </a:lnTo>
                  <a:lnTo>
                    <a:pt x="1645" y="173"/>
                  </a:lnTo>
                  <a:lnTo>
                    <a:pt x="1649" y="169"/>
                  </a:lnTo>
                  <a:lnTo>
                    <a:pt x="1652" y="166"/>
                  </a:lnTo>
                  <a:lnTo>
                    <a:pt x="1656" y="162"/>
                  </a:lnTo>
                  <a:lnTo>
                    <a:pt x="1659" y="158"/>
                  </a:lnTo>
                  <a:lnTo>
                    <a:pt x="1663" y="155"/>
                  </a:lnTo>
                  <a:lnTo>
                    <a:pt x="1667" y="151"/>
                  </a:lnTo>
                  <a:lnTo>
                    <a:pt x="1670" y="148"/>
                  </a:lnTo>
                  <a:lnTo>
                    <a:pt x="1674" y="144"/>
                  </a:lnTo>
                  <a:lnTo>
                    <a:pt x="1677" y="140"/>
                  </a:lnTo>
                  <a:lnTo>
                    <a:pt x="1681" y="137"/>
                  </a:lnTo>
                  <a:lnTo>
                    <a:pt x="1685" y="133"/>
                  </a:lnTo>
                  <a:lnTo>
                    <a:pt x="1688" y="130"/>
                  </a:lnTo>
                  <a:lnTo>
                    <a:pt x="1692" y="126"/>
                  </a:lnTo>
                  <a:lnTo>
                    <a:pt x="1695" y="122"/>
                  </a:lnTo>
                  <a:lnTo>
                    <a:pt x="1699" y="119"/>
                  </a:lnTo>
                  <a:lnTo>
                    <a:pt x="1703" y="115"/>
                  </a:lnTo>
                  <a:lnTo>
                    <a:pt x="1706" y="112"/>
                  </a:lnTo>
                  <a:lnTo>
                    <a:pt x="1710" y="108"/>
                  </a:lnTo>
                  <a:lnTo>
                    <a:pt x="1713" y="104"/>
                  </a:lnTo>
                  <a:lnTo>
                    <a:pt x="1717" y="101"/>
                  </a:lnTo>
                  <a:lnTo>
                    <a:pt x="1721" y="101"/>
                  </a:lnTo>
                  <a:lnTo>
                    <a:pt x="1724" y="97"/>
                  </a:lnTo>
                  <a:lnTo>
                    <a:pt x="1728" y="97"/>
                  </a:lnTo>
                  <a:lnTo>
                    <a:pt x="1731" y="94"/>
                  </a:lnTo>
                  <a:lnTo>
                    <a:pt x="1735" y="94"/>
                  </a:lnTo>
                  <a:lnTo>
                    <a:pt x="1739" y="94"/>
                  </a:lnTo>
                  <a:lnTo>
                    <a:pt x="1742" y="94"/>
                  </a:lnTo>
                  <a:lnTo>
                    <a:pt x="1746" y="94"/>
                  </a:lnTo>
                  <a:lnTo>
                    <a:pt x="1749" y="94"/>
                  </a:lnTo>
                  <a:lnTo>
                    <a:pt x="1753" y="94"/>
                  </a:lnTo>
                  <a:lnTo>
                    <a:pt x="1757" y="97"/>
                  </a:lnTo>
                  <a:lnTo>
                    <a:pt x="1760" y="97"/>
                  </a:lnTo>
                  <a:lnTo>
                    <a:pt x="1764" y="101"/>
                  </a:lnTo>
                  <a:lnTo>
                    <a:pt x="1767" y="101"/>
                  </a:lnTo>
                  <a:lnTo>
                    <a:pt x="1771" y="104"/>
                  </a:lnTo>
                  <a:lnTo>
                    <a:pt x="1775" y="108"/>
                  </a:lnTo>
                  <a:lnTo>
                    <a:pt x="1778" y="112"/>
                  </a:lnTo>
                  <a:lnTo>
                    <a:pt x="1782" y="112"/>
                  </a:lnTo>
                  <a:lnTo>
                    <a:pt x="1785" y="115"/>
                  </a:lnTo>
                  <a:lnTo>
                    <a:pt x="1789" y="119"/>
                  </a:lnTo>
                  <a:lnTo>
                    <a:pt x="1793" y="122"/>
                  </a:lnTo>
                  <a:lnTo>
                    <a:pt x="1796" y="126"/>
                  </a:lnTo>
                  <a:lnTo>
                    <a:pt x="1800" y="130"/>
                  </a:lnTo>
                  <a:lnTo>
                    <a:pt x="1803" y="133"/>
                  </a:lnTo>
                  <a:lnTo>
                    <a:pt x="1807" y="137"/>
                  </a:lnTo>
                  <a:lnTo>
                    <a:pt x="1811" y="140"/>
                  </a:lnTo>
                  <a:lnTo>
                    <a:pt x="1811" y="144"/>
                  </a:lnTo>
                  <a:lnTo>
                    <a:pt x="1814" y="148"/>
                  </a:lnTo>
                  <a:lnTo>
                    <a:pt x="1818" y="151"/>
                  </a:lnTo>
                  <a:lnTo>
                    <a:pt x="1821" y="155"/>
                  </a:lnTo>
                  <a:lnTo>
                    <a:pt x="1825" y="158"/>
                  </a:lnTo>
                  <a:lnTo>
                    <a:pt x="1829" y="162"/>
                  </a:lnTo>
                  <a:lnTo>
                    <a:pt x="1829" y="166"/>
                  </a:lnTo>
                  <a:lnTo>
                    <a:pt x="1832" y="169"/>
                  </a:lnTo>
                  <a:lnTo>
                    <a:pt x="1836" y="173"/>
                  </a:lnTo>
                  <a:lnTo>
                    <a:pt x="1839" y="176"/>
                  </a:lnTo>
                  <a:lnTo>
                    <a:pt x="1843" y="180"/>
                  </a:lnTo>
                  <a:lnTo>
                    <a:pt x="1847" y="184"/>
                  </a:lnTo>
                  <a:lnTo>
                    <a:pt x="1850" y="187"/>
                  </a:lnTo>
                  <a:lnTo>
                    <a:pt x="1854" y="191"/>
                  </a:lnTo>
                  <a:lnTo>
                    <a:pt x="1857" y="191"/>
                  </a:lnTo>
                  <a:lnTo>
                    <a:pt x="1861" y="194"/>
                  </a:lnTo>
                  <a:lnTo>
                    <a:pt x="1865" y="198"/>
                  </a:lnTo>
                  <a:lnTo>
                    <a:pt x="1868" y="198"/>
                  </a:lnTo>
                  <a:lnTo>
                    <a:pt x="1872" y="198"/>
                  </a:lnTo>
                  <a:lnTo>
                    <a:pt x="1875" y="202"/>
                  </a:lnTo>
                  <a:lnTo>
                    <a:pt x="1879" y="202"/>
                  </a:lnTo>
                  <a:lnTo>
                    <a:pt x="1883" y="202"/>
                  </a:lnTo>
                  <a:lnTo>
                    <a:pt x="1886" y="202"/>
                  </a:lnTo>
                  <a:lnTo>
                    <a:pt x="1890" y="202"/>
                  </a:lnTo>
                  <a:lnTo>
                    <a:pt x="1893" y="198"/>
                  </a:lnTo>
                  <a:lnTo>
                    <a:pt x="1897" y="198"/>
                  </a:lnTo>
                  <a:lnTo>
                    <a:pt x="1901" y="194"/>
                  </a:lnTo>
                  <a:lnTo>
                    <a:pt x="1904" y="194"/>
                  </a:lnTo>
                  <a:lnTo>
                    <a:pt x="1908" y="191"/>
                  </a:lnTo>
                  <a:lnTo>
                    <a:pt x="1911" y="187"/>
                  </a:lnTo>
                  <a:lnTo>
                    <a:pt x="1915" y="184"/>
                  </a:lnTo>
                  <a:lnTo>
                    <a:pt x="1919" y="184"/>
                  </a:lnTo>
                  <a:lnTo>
                    <a:pt x="1922" y="180"/>
                  </a:lnTo>
                  <a:lnTo>
                    <a:pt x="1926" y="176"/>
                  </a:lnTo>
                  <a:lnTo>
                    <a:pt x="1929" y="173"/>
                  </a:lnTo>
                  <a:lnTo>
                    <a:pt x="1933" y="169"/>
                  </a:lnTo>
                  <a:lnTo>
                    <a:pt x="1937" y="166"/>
                  </a:lnTo>
                  <a:lnTo>
                    <a:pt x="1940" y="162"/>
                  </a:lnTo>
                  <a:lnTo>
                    <a:pt x="1940" y="158"/>
                  </a:lnTo>
                  <a:lnTo>
                    <a:pt x="1944" y="155"/>
                  </a:lnTo>
                  <a:lnTo>
                    <a:pt x="1947" y="151"/>
                  </a:lnTo>
                  <a:lnTo>
                    <a:pt x="1951" y="148"/>
                  </a:lnTo>
                  <a:lnTo>
                    <a:pt x="1951" y="144"/>
                  </a:lnTo>
                  <a:lnTo>
                    <a:pt x="1955" y="140"/>
                  </a:lnTo>
                  <a:lnTo>
                    <a:pt x="1958" y="137"/>
                  </a:lnTo>
                  <a:lnTo>
                    <a:pt x="1962" y="133"/>
                  </a:lnTo>
                  <a:lnTo>
                    <a:pt x="1965" y="130"/>
                  </a:lnTo>
                  <a:lnTo>
                    <a:pt x="1965" y="126"/>
                  </a:lnTo>
                  <a:lnTo>
                    <a:pt x="1969" y="122"/>
                  </a:lnTo>
                  <a:lnTo>
                    <a:pt x="1973" y="119"/>
                  </a:lnTo>
                  <a:lnTo>
                    <a:pt x="1976" y="115"/>
                  </a:lnTo>
                  <a:lnTo>
                    <a:pt x="1980" y="112"/>
                  </a:lnTo>
                  <a:lnTo>
                    <a:pt x="1983" y="108"/>
                  </a:lnTo>
                  <a:lnTo>
                    <a:pt x="1983" y="104"/>
                  </a:lnTo>
                  <a:lnTo>
                    <a:pt x="1987" y="101"/>
                  </a:lnTo>
                  <a:lnTo>
                    <a:pt x="1991" y="97"/>
                  </a:lnTo>
                  <a:lnTo>
                    <a:pt x="1994" y="94"/>
                  </a:lnTo>
                  <a:lnTo>
                    <a:pt x="1998" y="94"/>
                  </a:lnTo>
                  <a:lnTo>
                    <a:pt x="2001" y="90"/>
                  </a:lnTo>
                  <a:lnTo>
                    <a:pt x="2005" y="86"/>
                  </a:lnTo>
                  <a:lnTo>
                    <a:pt x="2009" y="86"/>
                  </a:lnTo>
                  <a:lnTo>
                    <a:pt x="2012" y="86"/>
                  </a:lnTo>
                  <a:lnTo>
                    <a:pt x="2016" y="83"/>
                  </a:lnTo>
                  <a:lnTo>
                    <a:pt x="2019" y="83"/>
                  </a:lnTo>
                  <a:lnTo>
                    <a:pt x="2023" y="83"/>
                  </a:lnTo>
                  <a:lnTo>
                    <a:pt x="2027" y="83"/>
                  </a:lnTo>
                  <a:lnTo>
                    <a:pt x="2030" y="86"/>
                  </a:lnTo>
                  <a:lnTo>
                    <a:pt x="2034" y="86"/>
                  </a:lnTo>
                  <a:lnTo>
                    <a:pt x="2037" y="86"/>
                  </a:lnTo>
                  <a:lnTo>
                    <a:pt x="2041" y="90"/>
                  </a:lnTo>
                  <a:lnTo>
                    <a:pt x="2045" y="94"/>
                  </a:lnTo>
                  <a:lnTo>
                    <a:pt x="2048" y="94"/>
                  </a:lnTo>
                  <a:lnTo>
                    <a:pt x="2052" y="97"/>
                  </a:lnTo>
                  <a:lnTo>
                    <a:pt x="2055" y="101"/>
                  </a:lnTo>
                  <a:lnTo>
                    <a:pt x="2059" y="104"/>
                  </a:lnTo>
                  <a:lnTo>
                    <a:pt x="2063" y="108"/>
                  </a:lnTo>
                  <a:lnTo>
                    <a:pt x="2066" y="112"/>
                  </a:lnTo>
                  <a:lnTo>
                    <a:pt x="2070" y="115"/>
                  </a:lnTo>
                  <a:lnTo>
                    <a:pt x="2073" y="119"/>
                  </a:lnTo>
                  <a:lnTo>
                    <a:pt x="2077" y="122"/>
                  </a:lnTo>
                  <a:lnTo>
                    <a:pt x="2077" y="126"/>
                  </a:lnTo>
                  <a:lnTo>
                    <a:pt x="2081" y="130"/>
                  </a:lnTo>
                  <a:lnTo>
                    <a:pt x="2084" y="133"/>
                  </a:lnTo>
                  <a:lnTo>
                    <a:pt x="2084" y="137"/>
                  </a:lnTo>
                  <a:lnTo>
                    <a:pt x="2088" y="140"/>
                  </a:lnTo>
                  <a:lnTo>
                    <a:pt x="2091" y="144"/>
                  </a:lnTo>
                  <a:lnTo>
                    <a:pt x="2095" y="148"/>
                  </a:lnTo>
                  <a:lnTo>
                    <a:pt x="2095" y="151"/>
                  </a:lnTo>
                  <a:lnTo>
                    <a:pt x="2099" y="155"/>
                  </a:lnTo>
                  <a:lnTo>
                    <a:pt x="2099" y="158"/>
                  </a:lnTo>
                  <a:lnTo>
                    <a:pt x="2102" y="162"/>
                  </a:lnTo>
                  <a:lnTo>
                    <a:pt x="2106" y="166"/>
                  </a:lnTo>
                  <a:lnTo>
                    <a:pt x="2109" y="169"/>
                  </a:lnTo>
                  <a:lnTo>
                    <a:pt x="2113" y="173"/>
                  </a:lnTo>
                  <a:lnTo>
                    <a:pt x="2113" y="176"/>
                  </a:lnTo>
                  <a:lnTo>
                    <a:pt x="2117" y="180"/>
                  </a:lnTo>
                  <a:lnTo>
                    <a:pt x="2120" y="184"/>
                  </a:lnTo>
                  <a:lnTo>
                    <a:pt x="2124" y="187"/>
                  </a:lnTo>
                  <a:lnTo>
                    <a:pt x="2124" y="191"/>
                  </a:lnTo>
                  <a:lnTo>
                    <a:pt x="2127" y="194"/>
                  </a:lnTo>
                  <a:lnTo>
                    <a:pt x="2131" y="198"/>
                  </a:lnTo>
                  <a:lnTo>
                    <a:pt x="2135" y="202"/>
                  </a:lnTo>
                  <a:lnTo>
                    <a:pt x="2138" y="205"/>
                  </a:lnTo>
                  <a:lnTo>
                    <a:pt x="2142" y="209"/>
                  </a:lnTo>
                  <a:lnTo>
                    <a:pt x="2145" y="209"/>
                  </a:lnTo>
                  <a:lnTo>
                    <a:pt x="2149" y="209"/>
                  </a:lnTo>
                  <a:lnTo>
                    <a:pt x="2153" y="212"/>
                  </a:lnTo>
                  <a:lnTo>
                    <a:pt x="2156" y="212"/>
                  </a:lnTo>
                  <a:lnTo>
                    <a:pt x="2160" y="212"/>
                  </a:lnTo>
                  <a:lnTo>
                    <a:pt x="2163" y="212"/>
                  </a:lnTo>
                  <a:lnTo>
                    <a:pt x="2167" y="212"/>
                  </a:lnTo>
                  <a:lnTo>
                    <a:pt x="2171" y="212"/>
                  </a:lnTo>
                  <a:lnTo>
                    <a:pt x="2174" y="209"/>
                  </a:lnTo>
                  <a:lnTo>
                    <a:pt x="2178" y="209"/>
                  </a:lnTo>
                  <a:lnTo>
                    <a:pt x="2181" y="205"/>
                  </a:lnTo>
                  <a:lnTo>
                    <a:pt x="2185" y="202"/>
                  </a:lnTo>
                  <a:lnTo>
                    <a:pt x="2189" y="198"/>
                  </a:lnTo>
                  <a:lnTo>
                    <a:pt x="2192" y="194"/>
                  </a:lnTo>
                  <a:lnTo>
                    <a:pt x="2196" y="194"/>
                  </a:lnTo>
                  <a:lnTo>
                    <a:pt x="2199" y="191"/>
                  </a:lnTo>
                  <a:lnTo>
                    <a:pt x="2203" y="187"/>
                  </a:lnTo>
                  <a:lnTo>
                    <a:pt x="2207" y="184"/>
                  </a:lnTo>
                  <a:lnTo>
                    <a:pt x="2207" y="180"/>
                  </a:lnTo>
                  <a:lnTo>
                    <a:pt x="2210" y="176"/>
                  </a:lnTo>
                  <a:lnTo>
                    <a:pt x="2210" y="173"/>
                  </a:lnTo>
                  <a:lnTo>
                    <a:pt x="2214" y="169"/>
                  </a:lnTo>
                  <a:lnTo>
                    <a:pt x="2217" y="166"/>
                  </a:lnTo>
                  <a:lnTo>
                    <a:pt x="2221" y="162"/>
                  </a:lnTo>
                  <a:lnTo>
                    <a:pt x="2221" y="158"/>
                  </a:lnTo>
                  <a:lnTo>
                    <a:pt x="2225" y="155"/>
                  </a:lnTo>
                  <a:lnTo>
                    <a:pt x="2225" y="151"/>
                  </a:lnTo>
                  <a:lnTo>
                    <a:pt x="2228" y="148"/>
                  </a:lnTo>
                  <a:lnTo>
                    <a:pt x="2232" y="144"/>
                  </a:lnTo>
                  <a:lnTo>
                    <a:pt x="2232" y="140"/>
                  </a:lnTo>
                  <a:lnTo>
                    <a:pt x="2235" y="137"/>
                  </a:lnTo>
                  <a:lnTo>
                    <a:pt x="2239" y="133"/>
                  </a:lnTo>
                  <a:lnTo>
                    <a:pt x="2239" y="130"/>
                  </a:lnTo>
                  <a:lnTo>
                    <a:pt x="2243" y="126"/>
                  </a:lnTo>
                  <a:lnTo>
                    <a:pt x="2243" y="122"/>
                  </a:lnTo>
                  <a:lnTo>
                    <a:pt x="2246" y="119"/>
                  </a:lnTo>
                  <a:lnTo>
                    <a:pt x="2250" y="115"/>
                  </a:lnTo>
                  <a:lnTo>
                    <a:pt x="2253" y="112"/>
                  </a:lnTo>
                  <a:lnTo>
                    <a:pt x="2253" y="108"/>
                  </a:lnTo>
                  <a:lnTo>
                    <a:pt x="2257" y="104"/>
                  </a:lnTo>
                  <a:lnTo>
                    <a:pt x="2261" y="101"/>
                  </a:lnTo>
                  <a:lnTo>
                    <a:pt x="2261" y="97"/>
                  </a:lnTo>
                  <a:lnTo>
                    <a:pt x="2264" y="94"/>
                  </a:lnTo>
                  <a:lnTo>
                    <a:pt x="2268" y="90"/>
                  </a:lnTo>
                  <a:lnTo>
                    <a:pt x="2271" y="86"/>
                  </a:lnTo>
                  <a:lnTo>
                    <a:pt x="2275" y="83"/>
                  </a:lnTo>
                  <a:lnTo>
                    <a:pt x="2279" y="79"/>
                  </a:lnTo>
                  <a:lnTo>
                    <a:pt x="2282" y="76"/>
                  </a:lnTo>
                  <a:lnTo>
                    <a:pt x="2286" y="72"/>
                  </a:lnTo>
                  <a:lnTo>
                    <a:pt x="2289" y="72"/>
                  </a:lnTo>
                  <a:lnTo>
                    <a:pt x="2293" y="68"/>
                  </a:lnTo>
                  <a:lnTo>
                    <a:pt x="2297" y="68"/>
                  </a:lnTo>
                  <a:lnTo>
                    <a:pt x="2300" y="68"/>
                  </a:lnTo>
                  <a:lnTo>
                    <a:pt x="2304" y="68"/>
                  </a:lnTo>
                  <a:lnTo>
                    <a:pt x="2307" y="68"/>
                  </a:lnTo>
                  <a:lnTo>
                    <a:pt x="2311" y="72"/>
                  </a:lnTo>
                  <a:lnTo>
                    <a:pt x="2315" y="72"/>
                  </a:lnTo>
                  <a:lnTo>
                    <a:pt x="2318" y="76"/>
                  </a:lnTo>
                  <a:lnTo>
                    <a:pt x="2322" y="79"/>
                  </a:lnTo>
                  <a:lnTo>
                    <a:pt x="2325" y="79"/>
                  </a:lnTo>
                  <a:lnTo>
                    <a:pt x="2329" y="83"/>
                  </a:lnTo>
                  <a:lnTo>
                    <a:pt x="2333" y="86"/>
                  </a:lnTo>
                  <a:lnTo>
                    <a:pt x="2336" y="90"/>
                  </a:lnTo>
                  <a:lnTo>
                    <a:pt x="2340" y="94"/>
                  </a:lnTo>
                  <a:lnTo>
                    <a:pt x="2340" y="97"/>
                  </a:lnTo>
                  <a:lnTo>
                    <a:pt x="2343" y="101"/>
                  </a:lnTo>
                  <a:lnTo>
                    <a:pt x="2347" y="104"/>
                  </a:lnTo>
                  <a:lnTo>
                    <a:pt x="2347" y="108"/>
                  </a:lnTo>
                  <a:lnTo>
                    <a:pt x="2351" y="112"/>
                  </a:lnTo>
                  <a:lnTo>
                    <a:pt x="2354" y="115"/>
                  </a:lnTo>
                  <a:lnTo>
                    <a:pt x="2354" y="119"/>
                  </a:lnTo>
                  <a:lnTo>
                    <a:pt x="2358" y="122"/>
                  </a:lnTo>
                  <a:lnTo>
                    <a:pt x="2361" y="126"/>
                  </a:lnTo>
                  <a:lnTo>
                    <a:pt x="2361" y="130"/>
                  </a:lnTo>
                  <a:lnTo>
                    <a:pt x="2365" y="133"/>
                  </a:lnTo>
                  <a:lnTo>
                    <a:pt x="2365" y="137"/>
                  </a:lnTo>
                  <a:lnTo>
                    <a:pt x="2365" y="140"/>
                  </a:lnTo>
                  <a:lnTo>
                    <a:pt x="2369" y="144"/>
                  </a:lnTo>
                  <a:lnTo>
                    <a:pt x="2372" y="148"/>
                  </a:lnTo>
                  <a:lnTo>
                    <a:pt x="2372" y="151"/>
                  </a:lnTo>
                  <a:lnTo>
                    <a:pt x="2376" y="155"/>
                  </a:lnTo>
                  <a:lnTo>
                    <a:pt x="2379" y="158"/>
                  </a:lnTo>
                  <a:lnTo>
                    <a:pt x="2379" y="162"/>
                  </a:lnTo>
                  <a:lnTo>
                    <a:pt x="2379" y="166"/>
                  </a:lnTo>
                  <a:lnTo>
                    <a:pt x="2383" y="169"/>
                  </a:lnTo>
                  <a:lnTo>
                    <a:pt x="2383" y="173"/>
                  </a:lnTo>
                  <a:lnTo>
                    <a:pt x="2387" y="176"/>
                  </a:lnTo>
                  <a:lnTo>
                    <a:pt x="2390" y="180"/>
                  </a:lnTo>
                  <a:lnTo>
                    <a:pt x="2390" y="184"/>
                  </a:lnTo>
                  <a:lnTo>
                    <a:pt x="2394" y="187"/>
                  </a:lnTo>
                  <a:lnTo>
                    <a:pt x="2397" y="191"/>
                  </a:lnTo>
                  <a:lnTo>
                    <a:pt x="2397" y="194"/>
                  </a:lnTo>
                  <a:lnTo>
                    <a:pt x="2401" y="198"/>
                  </a:lnTo>
                  <a:lnTo>
                    <a:pt x="2405" y="202"/>
                  </a:lnTo>
                  <a:lnTo>
                    <a:pt x="2405" y="205"/>
                  </a:lnTo>
                  <a:lnTo>
                    <a:pt x="2408" y="209"/>
                  </a:lnTo>
                  <a:lnTo>
                    <a:pt x="2412" y="212"/>
                  </a:lnTo>
                  <a:lnTo>
                    <a:pt x="2415" y="216"/>
                  </a:lnTo>
                  <a:lnTo>
                    <a:pt x="2419" y="220"/>
                  </a:lnTo>
                  <a:lnTo>
                    <a:pt x="2423" y="223"/>
                  </a:lnTo>
                  <a:lnTo>
                    <a:pt x="2426" y="227"/>
                  </a:lnTo>
                  <a:lnTo>
                    <a:pt x="2430" y="227"/>
                  </a:lnTo>
                  <a:lnTo>
                    <a:pt x="2433" y="230"/>
                  </a:lnTo>
                  <a:lnTo>
                    <a:pt x="2437" y="230"/>
                  </a:lnTo>
                  <a:lnTo>
                    <a:pt x="2441" y="230"/>
                  </a:lnTo>
                  <a:lnTo>
                    <a:pt x="2444" y="230"/>
                  </a:lnTo>
                  <a:lnTo>
                    <a:pt x="2448" y="230"/>
                  </a:lnTo>
                  <a:lnTo>
                    <a:pt x="2451" y="227"/>
                  </a:lnTo>
                  <a:lnTo>
                    <a:pt x="2455" y="227"/>
                  </a:lnTo>
                  <a:lnTo>
                    <a:pt x="2459" y="223"/>
                  </a:lnTo>
                  <a:lnTo>
                    <a:pt x="2462" y="220"/>
                  </a:lnTo>
                  <a:lnTo>
                    <a:pt x="2466" y="216"/>
                  </a:lnTo>
                  <a:lnTo>
                    <a:pt x="2469" y="212"/>
                  </a:lnTo>
                  <a:lnTo>
                    <a:pt x="2473" y="209"/>
                  </a:lnTo>
                  <a:lnTo>
                    <a:pt x="2477" y="205"/>
                  </a:lnTo>
                  <a:lnTo>
                    <a:pt x="2477" y="202"/>
                  </a:lnTo>
                  <a:lnTo>
                    <a:pt x="2480" y="198"/>
                  </a:lnTo>
                  <a:lnTo>
                    <a:pt x="2484" y="194"/>
                  </a:lnTo>
                  <a:lnTo>
                    <a:pt x="2484" y="191"/>
                  </a:lnTo>
                  <a:lnTo>
                    <a:pt x="2487" y="187"/>
                  </a:lnTo>
                  <a:lnTo>
                    <a:pt x="2491" y="184"/>
                  </a:lnTo>
                  <a:lnTo>
                    <a:pt x="2491" y="180"/>
                  </a:lnTo>
                  <a:lnTo>
                    <a:pt x="2495" y="176"/>
                  </a:lnTo>
                  <a:lnTo>
                    <a:pt x="2495" y="173"/>
                  </a:lnTo>
                  <a:lnTo>
                    <a:pt x="2498" y="169"/>
                  </a:lnTo>
                  <a:lnTo>
                    <a:pt x="2498" y="166"/>
                  </a:lnTo>
                  <a:lnTo>
                    <a:pt x="2502" y="162"/>
                  </a:lnTo>
                  <a:lnTo>
                    <a:pt x="2502" y="158"/>
                  </a:lnTo>
                  <a:lnTo>
                    <a:pt x="2505" y="155"/>
                  </a:lnTo>
                  <a:lnTo>
                    <a:pt x="2505" y="151"/>
                  </a:lnTo>
                  <a:lnTo>
                    <a:pt x="2509" y="148"/>
                  </a:lnTo>
                  <a:lnTo>
                    <a:pt x="2509" y="144"/>
                  </a:lnTo>
                  <a:lnTo>
                    <a:pt x="2513" y="140"/>
                  </a:lnTo>
                  <a:lnTo>
                    <a:pt x="2513" y="137"/>
                  </a:lnTo>
                  <a:lnTo>
                    <a:pt x="2513" y="133"/>
                  </a:lnTo>
                  <a:lnTo>
                    <a:pt x="2516" y="130"/>
                  </a:lnTo>
                  <a:lnTo>
                    <a:pt x="2520" y="126"/>
                  </a:lnTo>
                  <a:lnTo>
                    <a:pt x="2520" y="122"/>
                  </a:lnTo>
                  <a:lnTo>
                    <a:pt x="2520" y="119"/>
                  </a:lnTo>
                  <a:lnTo>
                    <a:pt x="2523" y="115"/>
                  </a:lnTo>
                  <a:lnTo>
                    <a:pt x="2527" y="112"/>
                  </a:lnTo>
                  <a:lnTo>
                    <a:pt x="2527" y="108"/>
                  </a:lnTo>
                  <a:lnTo>
                    <a:pt x="2527" y="104"/>
                  </a:lnTo>
                  <a:lnTo>
                    <a:pt x="2531" y="101"/>
                  </a:lnTo>
                  <a:lnTo>
                    <a:pt x="2534" y="97"/>
                  </a:lnTo>
                  <a:lnTo>
                    <a:pt x="2534" y="94"/>
                  </a:lnTo>
                  <a:lnTo>
                    <a:pt x="2538" y="90"/>
                  </a:lnTo>
                  <a:lnTo>
                    <a:pt x="2538" y="86"/>
                  </a:lnTo>
                  <a:lnTo>
                    <a:pt x="2541" y="83"/>
                  </a:lnTo>
                  <a:lnTo>
                    <a:pt x="2545" y="79"/>
                  </a:lnTo>
                  <a:lnTo>
                    <a:pt x="2545" y="76"/>
                  </a:lnTo>
                  <a:lnTo>
                    <a:pt x="2549" y="72"/>
                  </a:lnTo>
                  <a:lnTo>
                    <a:pt x="2552" y="68"/>
                  </a:lnTo>
                  <a:lnTo>
                    <a:pt x="2552" y="65"/>
                  </a:lnTo>
                  <a:lnTo>
                    <a:pt x="2556" y="61"/>
                  </a:lnTo>
                  <a:lnTo>
                    <a:pt x="2559" y="58"/>
                  </a:lnTo>
                  <a:lnTo>
                    <a:pt x="2563" y="54"/>
                  </a:lnTo>
                  <a:lnTo>
                    <a:pt x="2567" y="50"/>
                  </a:lnTo>
                  <a:lnTo>
                    <a:pt x="2570" y="47"/>
                  </a:lnTo>
                  <a:lnTo>
                    <a:pt x="2574" y="47"/>
                  </a:lnTo>
                  <a:lnTo>
                    <a:pt x="2577" y="47"/>
                  </a:lnTo>
                  <a:lnTo>
                    <a:pt x="2581" y="47"/>
                  </a:lnTo>
                  <a:lnTo>
                    <a:pt x="2585" y="47"/>
                  </a:lnTo>
                  <a:lnTo>
                    <a:pt x="2588" y="47"/>
                  </a:lnTo>
                  <a:lnTo>
                    <a:pt x="2592" y="50"/>
                  </a:lnTo>
                  <a:lnTo>
                    <a:pt x="2595" y="50"/>
                  </a:lnTo>
                  <a:lnTo>
                    <a:pt x="2599" y="54"/>
                  </a:lnTo>
                  <a:lnTo>
                    <a:pt x="2603" y="58"/>
                  </a:lnTo>
                  <a:lnTo>
                    <a:pt x="2606" y="61"/>
                  </a:lnTo>
                  <a:lnTo>
                    <a:pt x="2610" y="65"/>
                  </a:lnTo>
                  <a:lnTo>
                    <a:pt x="2613" y="68"/>
                  </a:lnTo>
                  <a:lnTo>
                    <a:pt x="2613" y="72"/>
                  </a:lnTo>
                  <a:lnTo>
                    <a:pt x="2617" y="76"/>
                  </a:lnTo>
                  <a:lnTo>
                    <a:pt x="2617" y="79"/>
                  </a:lnTo>
                  <a:lnTo>
                    <a:pt x="2621" y="83"/>
                  </a:lnTo>
                  <a:lnTo>
                    <a:pt x="2621" y="86"/>
                  </a:lnTo>
                  <a:lnTo>
                    <a:pt x="2624" y="90"/>
                  </a:lnTo>
                  <a:lnTo>
                    <a:pt x="2624" y="94"/>
                  </a:lnTo>
                  <a:lnTo>
                    <a:pt x="2628" y="97"/>
                  </a:lnTo>
                  <a:lnTo>
                    <a:pt x="2628" y="101"/>
                  </a:lnTo>
                  <a:lnTo>
                    <a:pt x="2631" y="104"/>
                  </a:lnTo>
                  <a:lnTo>
                    <a:pt x="2631" y="108"/>
                  </a:lnTo>
                  <a:lnTo>
                    <a:pt x="2635" y="112"/>
                  </a:lnTo>
                  <a:lnTo>
                    <a:pt x="2635" y="115"/>
                  </a:lnTo>
                  <a:lnTo>
                    <a:pt x="2639" y="119"/>
                  </a:lnTo>
                  <a:lnTo>
                    <a:pt x="2639" y="122"/>
                  </a:lnTo>
                  <a:lnTo>
                    <a:pt x="2639" y="126"/>
                  </a:lnTo>
                  <a:lnTo>
                    <a:pt x="2642" y="130"/>
                  </a:lnTo>
                  <a:lnTo>
                    <a:pt x="2642" y="133"/>
                  </a:lnTo>
                  <a:lnTo>
                    <a:pt x="2646" y="137"/>
                  </a:lnTo>
                  <a:lnTo>
                    <a:pt x="2646" y="140"/>
                  </a:lnTo>
                  <a:lnTo>
                    <a:pt x="2649" y="144"/>
                  </a:lnTo>
                  <a:lnTo>
                    <a:pt x="2649" y="148"/>
                  </a:lnTo>
                  <a:lnTo>
                    <a:pt x="2649" y="151"/>
                  </a:lnTo>
                  <a:lnTo>
                    <a:pt x="2653" y="155"/>
                  </a:lnTo>
                  <a:lnTo>
                    <a:pt x="2653" y="158"/>
                  </a:lnTo>
                  <a:lnTo>
                    <a:pt x="2657" y="162"/>
                  </a:lnTo>
                  <a:lnTo>
                    <a:pt x="2657" y="166"/>
                  </a:lnTo>
                  <a:lnTo>
                    <a:pt x="2657" y="169"/>
                  </a:lnTo>
                  <a:lnTo>
                    <a:pt x="2660" y="173"/>
                  </a:lnTo>
                  <a:lnTo>
                    <a:pt x="2660" y="176"/>
                  </a:lnTo>
                  <a:lnTo>
                    <a:pt x="2664" y="180"/>
                  </a:lnTo>
                  <a:lnTo>
                    <a:pt x="2664" y="184"/>
                  </a:lnTo>
                  <a:lnTo>
                    <a:pt x="2667" y="187"/>
                  </a:lnTo>
                  <a:lnTo>
                    <a:pt x="2667" y="191"/>
                  </a:lnTo>
                  <a:lnTo>
                    <a:pt x="2667" y="194"/>
                  </a:lnTo>
                  <a:lnTo>
                    <a:pt x="2671" y="198"/>
                  </a:lnTo>
                  <a:lnTo>
                    <a:pt x="2671" y="202"/>
                  </a:lnTo>
                  <a:lnTo>
                    <a:pt x="2675" y="205"/>
                  </a:lnTo>
                  <a:lnTo>
                    <a:pt x="2675" y="209"/>
                  </a:lnTo>
                  <a:lnTo>
                    <a:pt x="2678" y="212"/>
                  </a:lnTo>
                  <a:lnTo>
                    <a:pt x="2678" y="216"/>
                  </a:lnTo>
                  <a:lnTo>
                    <a:pt x="2682" y="220"/>
                  </a:lnTo>
                  <a:lnTo>
                    <a:pt x="2682" y="223"/>
                  </a:lnTo>
                  <a:lnTo>
                    <a:pt x="2685" y="227"/>
                  </a:lnTo>
                  <a:lnTo>
                    <a:pt x="2685" y="230"/>
                  </a:lnTo>
                  <a:lnTo>
                    <a:pt x="2689" y="234"/>
                  </a:lnTo>
                  <a:lnTo>
                    <a:pt x="2693" y="238"/>
                  </a:lnTo>
                  <a:lnTo>
                    <a:pt x="2693" y="241"/>
                  </a:lnTo>
                  <a:lnTo>
                    <a:pt x="2696" y="245"/>
                  </a:lnTo>
                  <a:lnTo>
                    <a:pt x="2700" y="248"/>
                  </a:lnTo>
                  <a:lnTo>
                    <a:pt x="2703" y="252"/>
                  </a:lnTo>
                  <a:lnTo>
                    <a:pt x="2707" y="256"/>
                  </a:lnTo>
                  <a:lnTo>
                    <a:pt x="2711" y="259"/>
                  </a:lnTo>
                  <a:lnTo>
                    <a:pt x="2714" y="263"/>
                  </a:lnTo>
                  <a:lnTo>
                    <a:pt x="2718" y="263"/>
                  </a:lnTo>
                  <a:lnTo>
                    <a:pt x="2721" y="263"/>
                  </a:lnTo>
                  <a:lnTo>
                    <a:pt x="2725" y="263"/>
                  </a:lnTo>
                  <a:lnTo>
                    <a:pt x="2729" y="259"/>
                  </a:lnTo>
                  <a:lnTo>
                    <a:pt x="2732" y="256"/>
                  </a:lnTo>
                  <a:lnTo>
                    <a:pt x="2736" y="252"/>
                  </a:lnTo>
                  <a:lnTo>
                    <a:pt x="2739" y="252"/>
                  </a:lnTo>
                  <a:lnTo>
                    <a:pt x="2743" y="248"/>
                  </a:lnTo>
                  <a:lnTo>
                    <a:pt x="2747" y="245"/>
                  </a:lnTo>
                  <a:lnTo>
                    <a:pt x="2747" y="241"/>
                  </a:lnTo>
                  <a:lnTo>
                    <a:pt x="2750" y="238"/>
                  </a:lnTo>
                  <a:lnTo>
                    <a:pt x="2750" y="234"/>
                  </a:lnTo>
                  <a:lnTo>
                    <a:pt x="2754" y="230"/>
                  </a:lnTo>
                  <a:lnTo>
                    <a:pt x="2754" y="227"/>
                  </a:lnTo>
                  <a:lnTo>
                    <a:pt x="2757" y="223"/>
                  </a:lnTo>
                  <a:lnTo>
                    <a:pt x="2757" y="220"/>
                  </a:lnTo>
                  <a:lnTo>
                    <a:pt x="2761" y="216"/>
                  </a:lnTo>
                  <a:lnTo>
                    <a:pt x="2761" y="212"/>
                  </a:lnTo>
                  <a:lnTo>
                    <a:pt x="2765" y="209"/>
                  </a:lnTo>
                  <a:lnTo>
                    <a:pt x="2765" y="205"/>
                  </a:lnTo>
                  <a:lnTo>
                    <a:pt x="2768" y="202"/>
                  </a:lnTo>
                  <a:lnTo>
                    <a:pt x="2768" y="198"/>
                  </a:lnTo>
                  <a:lnTo>
                    <a:pt x="2768" y="194"/>
                  </a:lnTo>
                  <a:lnTo>
                    <a:pt x="2772" y="191"/>
                  </a:lnTo>
                  <a:lnTo>
                    <a:pt x="2772" y="187"/>
                  </a:lnTo>
                  <a:lnTo>
                    <a:pt x="2775" y="184"/>
                  </a:lnTo>
                  <a:lnTo>
                    <a:pt x="2775" y="180"/>
                  </a:lnTo>
                  <a:lnTo>
                    <a:pt x="2775" y="176"/>
                  </a:lnTo>
                  <a:lnTo>
                    <a:pt x="2779" y="173"/>
                  </a:lnTo>
                  <a:lnTo>
                    <a:pt x="2779" y="169"/>
                  </a:lnTo>
                  <a:lnTo>
                    <a:pt x="2779" y="166"/>
                  </a:lnTo>
                  <a:lnTo>
                    <a:pt x="2783" y="162"/>
                  </a:lnTo>
                  <a:lnTo>
                    <a:pt x="2783" y="158"/>
                  </a:lnTo>
                  <a:lnTo>
                    <a:pt x="2786" y="151"/>
                  </a:lnTo>
                  <a:lnTo>
                    <a:pt x="2786" y="148"/>
                  </a:lnTo>
                  <a:lnTo>
                    <a:pt x="2786" y="144"/>
                  </a:lnTo>
                  <a:lnTo>
                    <a:pt x="2790" y="140"/>
                  </a:lnTo>
                  <a:lnTo>
                    <a:pt x="2790" y="137"/>
                  </a:lnTo>
                  <a:lnTo>
                    <a:pt x="2793" y="133"/>
                  </a:lnTo>
                  <a:lnTo>
                    <a:pt x="2793" y="130"/>
                  </a:lnTo>
                  <a:lnTo>
                    <a:pt x="2793" y="126"/>
                  </a:lnTo>
                  <a:lnTo>
                    <a:pt x="2797" y="119"/>
                  </a:lnTo>
                  <a:lnTo>
                    <a:pt x="2797" y="115"/>
                  </a:lnTo>
                  <a:lnTo>
                    <a:pt x="2797" y="112"/>
                  </a:lnTo>
                  <a:lnTo>
                    <a:pt x="2801" y="108"/>
                  </a:lnTo>
                  <a:lnTo>
                    <a:pt x="2801" y="104"/>
                  </a:lnTo>
                  <a:lnTo>
                    <a:pt x="2804" y="101"/>
                  </a:lnTo>
                  <a:lnTo>
                    <a:pt x="2804" y="97"/>
                  </a:lnTo>
                  <a:lnTo>
                    <a:pt x="2804" y="94"/>
                  </a:lnTo>
                  <a:lnTo>
                    <a:pt x="2808" y="90"/>
                  </a:lnTo>
                  <a:lnTo>
                    <a:pt x="2808" y="86"/>
                  </a:lnTo>
                  <a:lnTo>
                    <a:pt x="2811" y="79"/>
                  </a:lnTo>
                  <a:lnTo>
                    <a:pt x="2811" y="76"/>
                  </a:lnTo>
                  <a:lnTo>
                    <a:pt x="2811" y="72"/>
                  </a:lnTo>
                  <a:lnTo>
                    <a:pt x="2815" y="68"/>
                  </a:lnTo>
                  <a:lnTo>
                    <a:pt x="2815" y="65"/>
                  </a:lnTo>
                  <a:lnTo>
                    <a:pt x="2819" y="61"/>
                  </a:lnTo>
                  <a:lnTo>
                    <a:pt x="2819" y="58"/>
                  </a:lnTo>
                  <a:lnTo>
                    <a:pt x="2822" y="54"/>
                  </a:lnTo>
                  <a:lnTo>
                    <a:pt x="2822" y="50"/>
                  </a:lnTo>
                  <a:lnTo>
                    <a:pt x="2822" y="47"/>
                  </a:lnTo>
                  <a:lnTo>
                    <a:pt x="2826" y="43"/>
                  </a:lnTo>
                  <a:lnTo>
                    <a:pt x="2826" y="40"/>
                  </a:lnTo>
                  <a:lnTo>
                    <a:pt x="2829" y="36"/>
                  </a:lnTo>
                  <a:lnTo>
                    <a:pt x="2829" y="32"/>
                  </a:lnTo>
                  <a:lnTo>
                    <a:pt x="2833" y="29"/>
                  </a:lnTo>
                  <a:lnTo>
                    <a:pt x="2837" y="25"/>
                  </a:lnTo>
                  <a:lnTo>
                    <a:pt x="2837" y="22"/>
                  </a:lnTo>
                  <a:lnTo>
                    <a:pt x="2840" y="18"/>
                  </a:lnTo>
                  <a:lnTo>
                    <a:pt x="2840" y="14"/>
                  </a:lnTo>
                  <a:lnTo>
                    <a:pt x="2844" y="11"/>
                  </a:lnTo>
                  <a:lnTo>
                    <a:pt x="2847" y="7"/>
                  </a:lnTo>
                  <a:lnTo>
                    <a:pt x="2851" y="4"/>
                  </a:lnTo>
                  <a:lnTo>
                    <a:pt x="2855" y="4"/>
                  </a:lnTo>
                  <a:lnTo>
                    <a:pt x="2858" y="0"/>
                  </a:lnTo>
                  <a:lnTo>
                    <a:pt x="2862" y="0"/>
                  </a:lnTo>
                  <a:lnTo>
                    <a:pt x="2865" y="4"/>
                  </a:lnTo>
                  <a:lnTo>
                    <a:pt x="2869" y="4"/>
                  </a:lnTo>
                  <a:lnTo>
                    <a:pt x="2873" y="7"/>
                  </a:lnTo>
                  <a:lnTo>
                    <a:pt x="2876" y="11"/>
                  </a:lnTo>
                  <a:lnTo>
                    <a:pt x="2880" y="14"/>
                  </a:lnTo>
                  <a:lnTo>
                    <a:pt x="2883" y="18"/>
                  </a:lnTo>
                  <a:lnTo>
                    <a:pt x="2883" y="22"/>
                  </a:lnTo>
                  <a:lnTo>
                    <a:pt x="2887" y="25"/>
                  </a:lnTo>
                  <a:lnTo>
                    <a:pt x="2887" y="29"/>
                  </a:lnTo>
                  <a:lnTo>
                    <a:pt x="2891" y="32"/>
                  </a:lnTo>
                  <a:lnTo>
                    <a:pt x="2891" y="36"/>
                  </a:lnTo>
                  <a:lnTo>
                    <a:pt x="2894" y="40"/>
                  </a:lnTo>
                  <a:lnTo>
                    <a:pt x="2894" y="43"/>
                  </a:lnTo>
                  <a:lnTo>
                    <a:pt x="2898" y="47"/>
                  </a:lnTo>
                  <a:lnTo>
                    <a:pt x="2898" y="50"/>
                  </a:lnTo>
                  <a:lnTo>
                    <a:pt x="2898" y="54"/>
                  </a:lnTo>
                  <a:lnTo>
                    <a:pt x="2901" y="58"/>
                  </a:lnTo>
                  <a:lnTo>
                    <a:pt x="2901" y="61"/>
                  </a:lnTo>
                  <a:lnTo>
                    <a:pt x="2905" y="65"/>
                  </a:lnTo>
                  <a:lnTo>
                    <a:pt x="2905" y="72"/>
                  </a:lnTo>
                  <a:lnTo>
                    <a:pt x="2905" y="76"/>
                  </a:lnTo>
                  <a:lnTo>
                    <a:pt x="2909" y="79"/>
                  </a:lnTo>
                  <a:lnTo>
                    <a:pt x="2909" y="83"/>
                  </a:lnTo>
                  <a:lnTo>
                    <a:pt x="2909" y="86"/>
                  </a:lnTo>
                  <a:lnTo>
                    <a:pt x="2912" y="94"/>
                  </a:lnTo>
                  <a:lnTo>
                    <a:pt x="2912" y="97"/>
                  </a:lnTo>
                  <a:lnTo>
                    <a:pt x="2916" y="101"/>
                  </a:lnTo>
                  <a:lnTo>
                    <a:pt x="2916" y="104"/>
                  </a:lnTo>
                  <a:lnTo>
                    <a:pt x="2916" y="112"/>
                  </a:lnTo>
                  <a:lnTo>
                    <a:pt x="2919" y="115"/>
                  </a:lnTo>
                  <a:lnTo>
                    <a:pt x="2919" y="119"/>
                  </a:lnTo>
                  <a:lnTo>
                    <a:pt x="2923" y="126"/>
                  </a:lnTo>
                  <a:lnTo>
                    <a:pt x="2923" y="130"/>
                  </a:lnTo>
                  <a:lnTo>
                    <a:pt x="2923" y="133"/>
                  </a:lnTo>
                  <a:lnTo>
                    <a:pt x="2927" y="140"/>
                  </a:lnTo>
                  <a:lnTo>
                    <a:pt x="2927" y="144"/>
                  </a:lnTo>
                  <a:lnTo>
                    <a:pt x="2927" y="151"/>
                  </a:lnTo>
                  <a:lnTo>
                    <a:pt x="2930" y="155"/>
                  </a:lnTo>
                  <a:lnTo>
                    <a:pt x="2930" y="158"/>
                  </a:lnTo>
                  <a:lnTo>
                    <a:pt x="2934" y="166"/>
                  </a:lnTo>
                  <a:lnTo>
                    <a:pt x="2934" y="169"/>
                  </a:lnTo>
                  <a:lnTo>
                    <a:pt x="2934" y="176"/>
                  </a:lnTo>
                  <a:lnTo>
                    <a:pt x="2937" y="180"/>
                  </a:lnTo>
                  <a:lnTo>
                    <a:pt x="2937" y="187"/>
                  </a:lnTo>
                  <a:lnTo>
                    <a:pt x="2941" y="191"/>
                  </a:lnTo>
                  <a:lnTo>
                    <a:pt x="2941" y="194"/>
                  </a:lnTo>
                  <a:lnTo>
                    <a:pt x="2941" y="202"/>
                  </a:lnTo>
                  <a:lnTo>
                    <a:pt x="2945" y="205"/>
                  </a:lnTo>
                  <a:lnTo>
                    <a:pt x="2945" y="212"/>
                  </a:lnTo>
                  <a:lnTo>
                    <a:pt x="2948" y="216"/>
                  </a:lnTo>
                  <a:lnTo>
                    <a:pt x="2948" y="220"/>
                  </a:lnTo>
                  <a:lnTo>
                    <a:pt x="2948" y="227"/>
                  </a:lnTo>
                  <a:lnTo>
                    <a:pt x="2952" y="230"/>
                  </a:lnTo>
                  <a:lnTo>
                    <a:pt x="2952" y="234"/>
                  </a:lnTo>
                  <a:lnTo>
                    <a:pt x="2952" y="241"/>
                  </a:lnTo>
                  <a:lnTo>
                    <a:pt x="2955" y="245"/>
                  </a:lnTo>
                  <a:lnTo>
                    <a:pt x="2955" y="248"/>
                  </a:lnTo>
                  <a:lnTo>
                    <a:pt x="2959" y="252"/>
                  </a:lnTo>
                  <a:lnTo>
                    <a:pt x="2959" y="259"/>
                  </a:lnTo>
                  <a:lnTo>
                    <a:pt x="2959" y="263"/>
                  </a:lnTo>
                  <a:lnTo>
                    <a:pt x="2963" y="266"/>
                  </a:lnTo>
                  <a:lnTo>
                    <a:pt x="2963" y="270"/>
                  </a:lnTo>
                  <a:lnTo>
                    <a:pt x="2966" y="274"/>
                  </a:lnTo>
                  <a:lnTo>
                    <a:pt x="2966" y="277"/>
                  </a:lnTo>
                  <a:lnTo>
                    <a:pt x="2966" y="281"/>
                  </a:lnTo>
                  <a:lnTo>
                    <a:pt x="2970" y="284"/>
                  </a:lnTo>
                  <a:lnTo>
                    <a:pt x="2970" y="288"/>
                  </a:lnTo>
                  <a:lnTo>
                    <a:pt x="2970" y="292"/>
                  </a:lnTo>
                  <a:lnTo>
                    <a:pt x="2973" y="295"/>
                  </a:lnTo>
                  <a:lnTo>
                    <a:pt x="2973" y="299"/>
                  </a:lnTo>
                  <a:lnTo>
                    <a:pt x="2977" y="302"/>
                  </a:lnTo>
                  <a:lnTo>
                    <a:pt x="2977" y="306"/>
                  </a:lnTo>
                  <a:lnTo>
                    <a:pt x="2981" y="310"/>
                  </a:lnTo>
                  <a:lnTo>
                    <a:pt x="2984" y="313"/>
                  </a:lnTo>
                  <a:lnTo>
                    <a:pt x="2984" y="317"/>
                  </a:lnTo>
                  <a:lnTo>
                    <a:pt x="2988" y="320"/>
                  </a:lnTo>
                  <a:lnTo>
                    <a:pt x="2991" y="324"/>
                  </a:lnTo>
                  <a:lnTo>
                    <a:pt x="2995" y="328"/>
                  </a:lnTo>
                  <a:lnTo>
                    <a:pt x="2999" y="331"/>
                  </a:lnTo>
                  <a:lnTo>
                    <a:pt x="3002" y="328"/>
                  </a:lnTo>
                  <a:lnTo>
                    <a:pt x="3006" y="328"/>
                  </a:lnTo>
                  <a:lnTo>
                    <a:pt x="3009" y="324"/>
                  </a:lnTo>
                  <a:lnTo>
                    <a:pt x="3013" y="320"/>
                  </a:lnTo>
                  <a:lnTo>
                    <a:pt x="3017" y="317"/>
                  </a:lnTo>
                  <a:lnTo>
                    <a:pt x="3020" y="313"/>
                  </a:lnTo>
                  <a:lnTo>
                    <a:pt x="3020" y="310"/>
                  </a:lnTo>
                  <a:lnTo>
                    <a:pt x="3024" y="306"/>
                  </a:lnTo>
                  <a:lnTo>
                    <a:pt x="3024" y="302"/>
                  </a:lnTo>
                  <a:lnTo>
                    <a:pt x="3027" y="299"/>
                  </a:lnTo>
                  <a:lnTo>
                    <a:pt x="3027" y="295"/>
                  </a:lnTo>
                  <a:lnTo>
                    <a:pt x="3027" y="292"/>
                  </a:lnTo>
                  <a:lnTo>
                    <a:pt x="3031" y="288"/>
                  </a:lnTo>
                  <a:lnTo>
                    <a:pt x="3031" y="284"/>
                  </a:lnTo>
                  <a:lnTo>
                    <a:pt x="3035" y="281"/>
                  </a:lnTo>
                  <a:lnTo>
                    <a:pt x="3035" y="277"/>
                  </a:lnTo>
                  <a:lnTo>
                    <a:pt x="3035" y="274"/>
                  </a:lnTo>
                  <a:lnTo>
                    <a:pt x="3038" y="266"/>
                  </a:lnTo>
                  <a:lnTo>
                    <a:pt x="3038" y="263"/>
                  </a:lnTo>
                  <a:lnTo>
                    <a:pt x="3038" y="259"/>
                  </a:lnTo>
                  <a:lnTo>
                    <a:pt x="3042" y="252"/>
                  </a:lnTo>
                  <a:lnTo>
                    <a:pt x="3042" y="248"/>
                  </a:lnTo>
                  <a:lnTo>
                    <a:pt x="3045" y="245"/>
                  </a:lnTo>
                  <a:lnTo>
                    <a:pt x="3045" y="238"/>
                  </a:lnTo>
                  <a:lnTo>
                    <a:pt x="3045" y="234"/>
                  </a:lnTo>
                  <a:lnTo>
                    <a:pt x="3049" y="227"/>
                  </a:lnTo>
                  <a:lnTo>
                    <a:pt x="3049" y="220"/>
                  </a:lnTo>
                  <a:lnTo>
                    <a:pt x="3053" y="216"/>
                  </a:lnTo>
                  <a:lnTo>
                    <a:pt x="3053" y="209"/>
                  </a:lnTo>
                  <a:lnTo>
                    <a:pt x="3053" y="202"/>
                  </a:lnTo>
                  <a:lnTo>
                    <a:pt x="3056" y="198"/>
                  </a:lnTo>
                  <a:lnTo>
                    <a:pt x="3056" y="191"/>
                  </a:lnTo>
                  <a:lnTo>
                    <a:pt x="3056" y="184"/>
                  </a:lnTo>
                  <a:lnTo>
                    <a:pt x="3060" y="176"/>
                  </a:lnTo>
                  <a:lnTo>
                    <a:pt x="3060" y="173"/>
                  </a:lnTo>
                  <a:lnTo>
                    <a:pt x="3063" y="166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09" name="Freeform 137"/>
            <p:cNvSpPr>
              <a:spLocks/>
            </p:cNvSpPr>
            <p:nvPr/>
          </p:nvSpPr>
          <p:spPr bwMode="auto">
            <a:xfrm>
              <a:off x="3812" y="1048"/>
              <a:ext cx="422" cy="2462"/>
            </a:xfrm>
            <a:custGeom>
              <a:avLst/>
              <a:gdLst/>
              <a:ahLst/>
              <a:cxnLst>
                <a:cxn ang="0">
                  <a:pos x="4" y="2016"/>
                </a:cxn>
                <a:cxn ang="0">
                  <a:pos x="11" y="1983"/>
                </a:cxn>
                <a:cxn ang="0">
                  <a:pos x="18" y="1947"/>
                </a:cxn>
                <a:cxn ang="0">
                  <a:pos x="26" y="1915"/>
                </a:cxn>
                <a:cxn ang="0">
                  <a:pos x="33" y="1883"/>
                </a:cxn>
                <a:cxn ang="0">
                  <a:pos x="40" y="1854"/>
                </a:cxn>
                <a:cxn ang="0">
                  <a:pos x="47" y="1825"/>
                </a:cxn>
                <a:cxn ang="0">
                  <a:pos x="54" y="1803"/>
                </a:cxn>
                <a:cxn ang="0">
                  <a:pos x="62" y="1785"/>
                </a:cxn>
                <a:cxn ang="0">
                  <a:pos x="72" y="1767"/>
                </a:cxn>
                <a:cxn ang="0">
                  <a:pos x="90" y="1775"/>
                </a:cxn>
                <a:cxn ang="0">
                  <a:pos x="101" y="1793"/>
                </a:cxn>
                <a:cxn ang="0">
                  <a:pos x="105" y="1818"/>
                </a:cxn>
                <a:cxn ang="0">
                  <a:pos x="112" y="1847"/>
                </a:cxn>
                <a:cxn ang="0">
                  <a:pos x="119" y="1879"/>
                </a:cxn>
                <a:cxn ang="0">
                  <a:pos x="126" y="1922"/>
                </a:cxn>
                <a:cxn ang="0">
                  <a:pos x="134" y="1965"/>
                </a:cxn>
                <a:cxn ang="0">
                  <a:pos x="141" y="2012"/>
                </a:cxn>
                <a:cxn ang="0">
                  <a:pos x="148" y="2066"/>
                </a:cxn>
                <a:cxn ang="0">
                  <a:pos x="155" y="2117"/>
                </a:cxn>
                <a:cxn ang="0">
                  <a:pos x="162" y="2171"/>
                </a:cxn>
                <a:cxn ang="0">
                  <a:pos x="170" y="2225"/>
                </a:cxn>
                <a:cxn ang="0">
                  <a:pos x="177" y="2275"/>
                </a:cxn>
                <a:cxn ang="0">
                  <a:pos x="184" y="2322"/>
                </a:cxn>
                <a:cxn ang="0">
                  <a:pos x="191" y="2365"/>
                </a:cxn>
                <a:cxn ang="0">
                  <a:pos x="198" y="2401"/>
                </a:cxn>
                <a:cxn ang="0">
                  <a:pos x="206" y="2430"/>
                </a:cxn>
                <a:cxn ang="0">
                  <a:pos x="213" y="2451"/>
                </a:cxn>
                <a:cxn ang="0">
                  <a:pos x="227" y="2459"/>
                </a:cxn>
                <a:cxn ang="0">
                  <a:pos x="234" y="2441"/>
                </a:cxn>
                <a:cxn ang="0">
                  <a:pos x="242" y="2412"/>
                </a:cxn>
                <a:cxn ang="0">
                  <a:pos x="249" y="2369"/>
                </a:cxn>
                <a:cxn ang="0">
                  <a:pos x="256" y="2315"/>
                </a:cxn>
                <a:cxn ang="0">
                  <a:pos x="263" y="2250"/>
                </a:cxn>
                <a:cxn ang="0">
                  <a:pos x="270" y="2171"/>
                </a:cxn>
                <a:cxn ang="0">
                  <a:pos x="278" y="2084"/>
                </a:cxn>
                <a:cxn ang="0">
                  <a:pos x="285" y="1983"/>
                </a:cxn>
                <a:cxn ang="0">
                  <a:pos x="292" y="1872"/>
                </a:cxn>
                <a:cxn ang="0">
                  <a:pos x="299" y="1753"/>
                </a:cxn>
                <a:cxn ang="0">
                  <a:pos x="306" y="1631"/>
                </a:cxn>
                <a:cxn ang="0">
                  <a:pos x="314" y="1497"/>
                </a:cxn>
                <a:cxn ang="0">
                  <a:pos x="321" y="1361"/>
                </a:cxn>
                <a:cxn ang="0">
                  <a:pos x="328" y="1224"/>
                </a:cxn>
                <a:cxn ang="0">
                  <a:pos x="335" y="1087"/>
                </a:cxn>
                <a:cxn ang="0">
                  <a:pos x="342" y="950"/>
                </a:cxn>
                <a:cxn ang="0">
                  <a:pos x="346" y="813"/>
                </a:cxn>
                <a:cxn ang="0">
                  <a:pos x="353" y="684"/>
                </a:cxn>
                <a:cxn ang="0">
                  <a:pos x="360" y="562"/>
                </a:cxn>
                <a:cxn ang="0">
                  <a:pos x="368" y="450"/>
                </a:cxn>
                <a:cxn ang="0">
                  <a:pos x="375" y="346"/>
                </a:cxn>
                <a:cxn ang="0">
                  <a:pos x="382" y="252"/>
                </a:cxn>
                <a:cxn ang="0">
                  <a:pos x="389" y="173"/>
                </a:cxn>
                <a:cxn ang="0">
                  <a:pos x="396" y="108"/>
                </a:cxn>
                <a:cxn ang="0">
                  <a:pos x="404" y="58"/>
                </a:cxn>
                <a:cxn ang="0">
                  <a:pos x="411" y="22"/>
                </a:cxn>
                <a:cxn ang="0">
                  <a:pos x="418" y="4"/>
                </a:cxn>
              </a:cxnLst>
              <a:rect l="0" t="0" r="r" b="b"/>
              <a:pathLst>
                <a:path w="422" h="2462">
                  <a:moveTo>
                    <a:pt x="0" y="2045"/>
                  </a:moveTo>
                  <a:lnTo>
                    <a:pt x="0" y="2037"/>
                  </a:lnTo>
                  <a:lnTo>
                    <a:pt x="0" y="2030"/>
                  </a:lnTo>
                  <a:lnTo>
                    <a:pt x="4" y="2023"/>
                  </a:lnTo>
                  <a:lnTo>
                    <a:pt x="4" y="2016"/>
                  </a:lnTo>
                  <a:lnTo>
                    <a:pt x="8" y="2009"/>
                  </a:lnTo>
                  <a:lnTo>
                    <a:pt x="8" y="2005"/>
                  </a:lnTo>
                  <a:lnTo>
                    <a:pt x="8" y="1998"/>
                  </a:lnTo>
                  <a:lnTo>
                    <a:pt x="11" y="1991"/>
                  </a:lnTo>
                  <a:lnTo>
                    <a:pt x="11" y="1983"/>
                  </a:lnTo>
                  <a:lnTo>
                    <a:pt x="15" y="1976"/>
                  </a:lnTo>
                  <a:lnTo>
                    <a:pt x="15" y="1969"/>
                  </a:lnTo>
                  <a:lnTo>
                    <a:pt x="15" y="1962"/>
                  </a:lnTo>
                  <a:lnTo>
                    <a:pt x="18" y="1955"/>
                  </a:lnTo>
                  <a:lnTo>
                    <a:pt x="18" y="1947"/>
                  </a:lnTo>
                  <a:lnTo>
                    <a:pt x="18" y="1940"/>
                  </a:lnTo>
                  <a:lnTo>
                    <a:pt x="22" y="1937"/>
                  </a:lnTo>
                  <a:lnTo>
                    <a:pt x="22" y="1929"/>
                  </a:lnTo>
                  <a:lnTo>
                    <a:pt x="26" y="1922"/>
                  </a:lnTo>
                  <a:lnTo>
                    <a:pt x="26" y="1915"/>
                  </a:lnTo>
                  <a:lnTo>
                    <a:pt x="26" y="1908"/>
                  </a:lnTo>
                  <a:lnTo>
                    <a:pt x="29" y="1901"/>
                  </a:lnTo>
                  <a:lnTo>
                    <a:pt x="29" y="1893"/>
                  </a:lnTo>
                  <a:lnTo>
                    <a:pt x="33" y="1890"/>
                  </a:lnTo>
                  <a:lnTo>
                    <a:pt x="33" y="1883"/>
                  </a:lnTo>
                  <a:lnTo>
                    <a:pt x="33" y="1875"/>
                  </a:lnTo>
                  <a:lnTo>
                    <a:pt x="36" y="1872"/>
                  </a:lnTo>
                  <a:lnTo>
                    <a:pt x="36" y="1865"/>
                  </a:lnTo>
                  <a:lnTo>
                    <a:pt x="36" y="1857"/>
                  </a:lnTo>
                  <a:lnTo>
                    <a:pt x="40" y="1854"/>
                  </a:lnTo>
                  <a:lnTo>
                    <a:pt x="40" y="1847"/>
                  </a:lnTo>
                  <a:lnTo>
                    <a:pt x="44" y="1843"/>
                  </a:lnTo>
                  <a:lnTo>
                    <a:pt x="44" y="1836"/>
                  </a:lnTo>
                  <a:lnTo>
                    <a:pt x="44" y="1832"/>
                  </a:lnTo>
                  <a:lnTo>
                    <a:pt x="47" y="1825"/>
                  </a:lnTo>
                  <a:lnTo>
                    <a:pt x="47" y="1821"/>
                  </a:lnTo>
                  <a:lnTo>
                    <a:pt x="51" y="1818"/>
                  </a:lnTo>
                  <a:lnTo>
                    <a:pt x="51" y="1811"/>
                  </a:lnTo>
                  <a:lnTo>
                    <a:pt x="51" y="1807"/>
                  </a:lnTo>
                  <a:lnTo>
                    <a:pt x="54" y="1803"/>
                  </a:lnTo>
                  <a:lnTo>
                    <a:pt x="54" y="1800"/>
                  </a:lnTo>
                  <a:lnTo>
                    <a:pt x="58" y="1796"/>
                  </a:lnTo>
                  <a:lnTo>
                    <a:pt x="58" y="1793"/>
                  </a:lnTo>
                  <a:lnTo>
                    <a:pt x="58" y="1789"/>
                  </a:lnTo>
                  <a:lnTo>
                    <a:pt x="62" y="1785"/>
                  </a:lnTo>
                  <a:lnTo>
                    <a:pt x="62" y="1782"/>
                  </a:lnTo>
                  <a:lnTo>
                    <a:pt x="65" y="1778"/>
                  </a:lnTo>
                  <a:lnTo>
                    <a:pt x="65" y="1775"/>
                  </a:lnTo>
                  <a:lnTo>
                    <a:pt x="69" y="1771"/>
                  </a:lnTo>
                  <a:lnTo>
                    <a:pt x="72" y="1767"/>
                  </a:lnTo>
                  <a:lnTo>
                    <a:pt x="76" y="1764"/>
                  </a:lnTo>
                  <a:lnTo>
                    <a:pt x="80" y="1764"/>
                  </a:lnTo>
                  <a:lnTo>
                    <a:pt x="83" y="1767"/>
                  </a:lnTo>
                  <a:lnTo>
                    <a:pt x="87" y="1771"/>
                  </a:lnTo>
                  <a:lnTo>
                    <a:pt x="90" y="1775"/>
                  </a:lnTo>
                  <a:lnTo>
                    <a:pt x="94" y="1778"/>
                  </a:lnTo>
                  <a:lnTo>
                    <a:pt x="94" y="1782"/>
                  </a:lnTo>
                  <a:lnTo>
                    <a:pt x="98" y="1785"/>
                  </a:lnTo>
                  <a:lnTo>
                    <a:pt x="98" y="1789"/>
                  </a:lnTo>
                  <a:lnTo>
                    <a:pt x="101" y="1793"/>
                  </a:lnTo>
                  <a:lnTo>
                    <a:pt x="101" y="1796"/>
                  </a:lnTo>
                  <a:lnTo>
                    <a:pt x="101" y="1803"/>
                  </a:lnTo>
                  <a:lnTo>
                    <a:pt x="105" y="1807"/>
                  </a:lnTo>
                  <a:lnTo>
                    <a:pt x="105" y="1811"/>
                  </a:lnTo>
                  <a:lnTo>
                    <a:pt x="105" y="1818"/>
                  </a:lnTo>
                  <a:lnTo>
                    <a:pt x="108" y="1821"/>
                  </a:lnTo>
                  <a:lnTo>
                    <a:pt x="108" y="1829"/>
                  </a:lnTo>
                  <a:lnTo>
                    <a:pt x="112" y="1832"/>
                  </a:lnTo>
                  <a:lnTo>
                    <a:pt x="112" y="1839"/>
                  </a:lnTo>
                  <a:lnTo>
                    <a:pt x="112" y="1847"/>
                  </a:lnTo>
                  <a:lnTo>
                    <a:pt x="116" y="1850"/>
                  </a:lnTo>
                  <a:lnTo>
                    <a:pt x="116" y="1857"/>
                  </a:lnTo>
                  <a:lnTo>
                    <a:pt x="119" y="1865"/>
                  </a:lnTo>
                  <a:lnTo>
                    <a:pt x="119" y="1872"/>
                  </a:lnTo>
                  <a:lnTo>
                    <a:pt x="119" y="1879"/>
                  </a:lnTo>
                  <a:lnTo>
                    <a:pt x="123" y="1886"/>
                  </a:lnTo>
                  <a:lnTo>
                    <a:pt x="123" y="1897"/>
                  </a:lnTo>
                  <a:lnTo>
                    <a:pt x="123" y="1904"/>
                  </a:lnTo>
                  <a:lnTo>
                    <a:pt x="126" y="1911"/>
                  </a:lnTo>
                  <a:lnTo>
                    <a:pt x="126" y="1922"/>
                  </a:lnTo>
                  <a:lnTo>
                    <a:pt x="130" y="1929"/>
                  </a:lnTo>
                  <a:lnTo>
                    <a:pt x="130" y="1937"/>
                  </a:lnTo>
                  <a:lnTo>
                    <a:pt x="130" y="1947"/>
                  </a:lnTo>
                  <a:lnTo>
                    <a:pt x="134" y="1955"/>
                  </a:lnTo>
                  <a:lnTo>
                    <a:pt x="134" y="1965"/>
                  </a:lnTo>
                  <a:lnTo>
                    <a:pt x="137" y="1976"/>
                  </a:lnTo>
                  <a:lnTo>
                    <a:pt x="137" y="1983"/>
                  </a:lnTo>
                  <a:lnTo>
                    <a:pt x="137" y="1994"/>
                  </a:lnTo>
                  <a:lnTo>
                    <a:pt x="141" y="2005"/>
                  </a:lnTo>
                  <a:lnTo>
                    <a:pt x="141" y="2012"/>
                  </a:lnTo>
                  <a:lnTo>
                    <a:pt x="144" y="2023"/>
                  </a:lnTo>
                  <a:lnTo>
                    <a:pt x="144" y="2034"/>
                  </a:lnTo>
                  <a:lnTo>
                    <a:pt x="144" y="2045"/>
                  </a:lnTo>
                  <a:lnTo>
                    <a:pt x="148" y="2055"/>
                  </a:lnTo>
                  <a:lnTo>
                    <a:pt x="148" y="2066"/>
                  </a:lnTo>
                  <a:lnTo>
                    <a:pt x="148" y="2077"/>
                  </a:lnTo>
                  <a:lnTo>
                    <a:pt x="152" y="2088"/>
                  </a:lnTo>
                  <a:lnTo>
                    <a:pt x="152" y="2095"/>
                  </a:lnTo>
                  <a:lnTo>
                    <a:pt x="155" y="2106"/>
                  </a:lnTo>
                  <a:lnTo>
                    <a:pt x="155" y="2117"/>
                  </a:lnTo>
                  <a:lnTo>
                    <a:pt x="155" y="2127"/>
                  </a:lnTo>
                  <a:lnTo>
                    <a:pt x="159" y="2138"/>
                  </a:lnTo>
                  <a:lnTo>
                    <a:pt x="159" y="2149"/>
                  </a:lnTo>
                  <a:lnTo>
                    <a:pt x="162" y="2160"/>
                  </a:lnTo>
                  <a:lnTo>
                    <a:pt x="162" y="2171"/>
                  </a:lnTo>
                  <a:lnTo>
                    <a:pt x="162" y="2181"/>
                  </a:lnTo>
                  <a:lnTo>
                    <a:pt x="166" y="2192"/>
                  </a:lnTo>
                  <a:lnTo>
                    <a:pt x="166" y="2203"/>
                  </a:lnTo>
                  <a:lnTo>
                    <a:pt x="170" y="2214"/>
                  </a:lnTo>
                  <a:lnTo>
                    <a:pt x="170" y="2225"/>
                  </a:lnTo>
                  <a:lnTo>
                    <a:pt x="170" y="2235"/>
                  </a:lnTo>
                  <a:lnTo>
                    <a:pt x="173" y="2243"/>
                  </a:lnTo>
                  <a:lnTo>
                    <a:pt x="173" y="2253"/>
                  </a:lnTo>
                  <a:lnTo>
                    <a:pt x="173" y="2264"/>
                  </a:lnTo>
                  <a:lnTo>
                    <a:pt x="177" y="2275"/>
                  </a:lnTo>
                  <a:lnTo>
                    <a:pt x="177" y="2286"/>
                  </a:lnTo>
                  <a:lnTo>
                    <a:pt x="180" y="2293"/>
                  </a:lnTo>
                  <a:lnTo>
                    <a:pt x="180" y="2304"/>
                  </a:lnTo>
                  <a:lnTo>
                    <a:pt x="180" y="2311"/>
                  </a:lnTo>
                  <a:lnTo>
                    <a:pt x="184" y="2322"/>
                  </a:lnTo>
                  <a:lnTo>
                    <a:pt x="184" y="2329"/>
                  </a:lnTo>
                  <a:lnTo>
                    <a:pt x="188" y="2340"/>
                  </a:lnTo>
                  <a:lnTo>
                    <a:pt x="188" y="2347"/>
                  </a:lnTo>
                  <a:lnTo>
                    <a:pt x="188" y="2354"/>
                  </a:lnTo>
                  <a:lnTo>
                    <a:pt x="191" y="2365"/>
                  </a:lnTo>
                  <a:lnTo>
                    <a:pt x="191" y="2372"/>
                  </a:lnTo>
                  <a:lnTo>
                    <a:pt x="191" y="2379"/>
                  </a:lnTo>
                  <a:lnTo>
                    <a:pt x="195" y="2387"/>
                  </a:lnTo>
                  <a:lnTo>
                    <a:pt x="195" y="2394"/>
                  </a:lnTo>
                  <a:lnTo>
                    <a:pt x="198" y="2401"/>
                  </a:lnTo>
                  <a:lnTo>
                    <a:pt x="198" y="2408"/>
                  </a:lnTo>
                  <a:lnTo>
                    <a:pt x="198" y="2412"/>
                  </a:lnTo>
                  <a:lnTo>
                    <a:pt x="202" y="2419"/>
                  </a:lnTo>
                  <a:lnTo>
                    <a:pt x="202" y="2423"/>
                  </a:lnTo>
                  <a:lnTo>
                    <a:pt x="206" y="2430"/>
                  </a:lnTo>
                  <a:lnTo>
                    <a:pt x="206" y="2433"/>
                  </a:lnTo>
                  <a:lnTo>
                    <a:pt x="206" y="2437"/>
                  </a:lnTo>
                  <a:lnTo>
                    <a:pt x="209" y="2444"/>
                  </a:lnTo>
                  <a:lnTo>
                    <a:pt x="209" y="2448"/>
                  </a:lnTo>
                  <a:lnTo>
                    <a:pt x="213" y="2451"/>
                  </a:lnTo>
                  <a:lnTo>
                    <a:pt x="213" y="2455"/>
                  </a:lnTo>
                  <a:lnTo>
                    <a:pt x="216" y="2459"/>
                  </a:lnTo>
                  <a:lnTo>
                    <a:pt x="220" y="2462"/>
                  </a:lnTo>
                  <a:lnTo>
                    <a:pt x="224" y="2462"/>
                  </a:lnTo>
                  <a:lnTo>
                    <a:pt x="227" y="2459"/>
                  </a:lnTo>
                  <a:lnTo>
                    <a:pt x="231" y="2455"/>
                  </a:lnTo>
                  <a:lnTo>
                    <a:pt x="231" y="2451"/>
                  </a:lnTo>
                  <a:lnTo>
                    <a:pt x="234" y="2448"/>
                  </a:lnTo>
                  <a:lnTo>
                    <a:pt x="234" y="2444"/>
                  </a:lnTo>
                  <a:lnTo>
                    <a:pt x="234" y="2441"/>
                  </a:lnTo>
                  <a:lnTo>
                    <a:pt x="238" y="2437"/>
                  </a:lnTo>
                  <a:lnTo>
                    <a:pt x="238" y="2430"/>
                  </a:lnTo>
                  <a:lnTo>
                    <a:pt x="242" y="2426"/>
                  </a:lnTo>
                  <a:lnTo>
                    <a:pt x="242" y="2419"/>
                  </a:lnTo>
                  <a:lnTo>
                    <a:pt x="242" y="2412"/>
                  </a:lnTo>
                  <a:lnTo>
                    <a:pt x="245" y="2405"/>
                  </a:lnTo>
                  <a:lnTo>
                    <a:pt x="245" y="2397"/>
                  </a:lnTo>
                  <a:lnTo>
                    <a:pt x="249" y="2387"/>
                  </a:lnTo>
                  <a:lnTo>
                    <a:pt x="249" y="2379"/>
                  </a:lnTo>
                  <a:lnTo>
                    <a:pt x="249" y="2369"/>
                  </a:lnTo>
                  <a:lnTo>
                    <a:pt x="252" y="2361"/>
                  </a:lnTo>
                  <a:lnTo>
                    <a:pt x="252" y="2351"/>
                  </a:lnTo>
                  <a:lnTo>
                    <a:pt x="256" y="2340"/>
                  </a:lnTo>
                  <a:lnTo>
                    <a:pt x="256" y="2329"/>
                  </a:lnTo>
                  <a:lnTo>
                    <a:pt x="256" y="2315"/>
                  </a:lnTo>
                  <a:lnTo>
                    <a:pt x="260" y="2304"/>
                  </a:lnTo>
                  <a:lnTo>
                    <a:pt x="260" y="2293"/>
                  </a:lnTo>
                  <a:lnTo>
                    <a:pt x="260" y="2279"/>
                  </a:lnTo>
                  <a:lnTo>
                    <a:pt x="263" y="2264"/>
                  </a:lnTo>
                  <a:lnTo>
                    <a:pt x="263" y="2250"/>
                  </a:lnTo>
                  <a:lnTo>
                    <a:pt x="267" y="2235"/>
                  </a:lnTo>
                  <a:lnTo>
                    <a:pt x="267" y="2221"/>
                  </a:lnTo>
                  <a:lnTo>
                    <a:pt x="267" y="2203"/>
                  </a:lnTo>
                  <a:lnTo>
                    <a:pt x="270" y="2189"/>
                  </a:lnTo>
                  <a:lnTo>
                    <a:pt x="270" y="2171"/>
                  </a:lnTo>
                  <a:lnTo>
                    <a:pt x="274" y="2156"/>
                  </a:lnTo>
                  <a:lnTo>
                    <a:pt x="274" y="2138"/>
                  </a:lnTo>
                  <a:lnTo>
                    <a:pt x="274" y="2120"/>
                  </a:lnTo>
                  <a:lnTo>
                    <a:pt x="278" y="2102"/>
                  </a:lnTo>
                  <a:lnTo>
                    <a:pt x="278" y="2084"/>
                  </a:lnTo>
                  <a:lnTo>
                    <a:pt x="278" y="2063"/>
                  </a:lnTo>
                  <a:lnTo>
                    <a:pt x="281" y="2045"/>
                  </a:lnTo>
                  <a:lnTo>
                    <a:pt x="281" y="2023"/>
                  </a:lnTo>
                  <a:lnTo>
                    <a:pt x="285" y="2005"/>
                  </a:lnTo>
                  <a:lnTo>
                    <a:pt x="285" y="1983"/>
                  </a:lnTo>
                  <a:lnTo>
                    <a:pt x="285" y="1962"/>
                  </a:lnTo>
                  <a:lnTo>
                    <a:pt x="288" y="1940"/>
                  </a:lnTo>
                  <a:lnTo>
                    <a:pt x="288" y="1919"/>
                  </a:lnTo>
                  <a:lnTo>
                    <a:pt x="292" y="1897"/>
                  </a:lnTo>
                  <a:lnTo>
                    <a:pt x="292" y="1872"/>
                  </a:lnTo>
                  <a:lnTo>
                    <a:pt x="292" y="1850"/>
                  </a:lnTo>
                  <a:lnTo>
                    <a:pt x="296" y="1825"/>
                  </a:lnTo>
                  <a:lnTo>
                    <a:pt x="296" y="1803"/>
                  </a:lnTo>
                  <a:lnTo>
                    <a:pt x="299" y="1778"/>
                  </a:lnTo>
                  <a:lnTo>
                    <a:pt x="299" y="1753"/>
                  </a:lnTo>
                  <a:lnTo>
                    <a:pt x="299" y="1731"/>
                  </a:lnTo>
                  <a:lnTo>
                    <a:pt x="303" y="1706"/>
                  </a:lnTo>
                  <a:lnTo>
                    <a:pt x="303" y="1681"/>
                  </a:lnTo>
                  <a:lnTo>
                    <a:pt x="303" y="1656"/>
                  </a:lnTo>
                  <a:lnTo>
                    <a:pt x="306" y="1631"/>
                  </a:lnTo>
                  <a:lnTo>
                    <a:pt x="306" y="1602"/>
                  </a:lnTo>
                  <a:lnTo>
                    <a:pt x="310" y="1577"/>
                  </a:lnTo>
                  <a:lnTo>
                    <a:pt x="310" y="1551"/>
                  </a:lnTo>
                  <a:lnTo>
                    <a:pt x="310" y="1523"/>
                  </a:lnTo>
                  <a:lnTo>
                    <a:pt x="314" y="1497"/>
                  </a:lnTo>
                  <a:lnTo>
                    <a:pt x="314" y="1472"/>
                  </a:lnTo>
                  <a:lnTo>
                    <a:pt x="317" y="1443"/>
                  </a:lnTo>
                  <a:lnTo>
                    <a:pt x="317" y="1418"/>
                  </a:lnTo>
                  <a:lnTo>
                    <a:pt x="317" y="1389"/>
                  </a:lnTo>
                  <a:lnTo>
                    <a:pt x="321" y="1361"/>
                  </a:lnTo>
                  <a:lnTo>
                    <a:pt x="321" y="1335"/>
                  </a:lnTo>
                  <a:lnTo>
                    <a:pt x="321" y="1307"/>
                  </a:lnTo>
                  <a:lnTo>
                    <a:pt x="324" y="1281"/>
                  </a:lnTo>
                  <a:lnTo>
                    <a:pt x="324" y="1253"/>
                  </a:lnTo>
                  <a:lnTo>
                    <a:pt x="328" y="1224"/>
                  </a:lnTo>
                  <a:lnTo>
                    <a:pt x="328" y="1195"/>
                  </a:lnTo>
                  <a:lnTo>
                    <a:pt x="328" y="1170"/>
                  </a:lnTo>
                  <a:lnTo>
                    <a:pt x="332" y="1141"/>
                  </a:lnTo>
                  <a:lnTo>
                    <a:pt x="332" y="1112"/>
                  </a:lnTo>
                  <a:lnTo>
                    <a:pt x="335" y="1087"/>
                  </a:lnTo>
                  <a:lnTo>
                    <a:pt x="335" y="1058"/>
                  </a:lnTo>
                  <a:lnTo>
                    <a:pt x="335" y="1029"/>
                  </a:lnTo>
                  <a:lnTo>
                    <a:pt x="339" y="1004"/>
                  </a:lnTo>
                  <a:lnTo>
                    <a:pt x="339" y="975"/>
                  </a:lnTo>
                  <a:lnTo>
                    <a:pt x="342" y="950"/>
                  </a:lnTo>
                  <a:lnTo>
                    <a:pt x="342" y="921"/>
                  </a:lnTo>
                  <a:lnTo>
                    <a:pt x="342" y="896"/>
                  </a:lnTo>
                  <a:lnTo>
                    <a:pt x="346" y="867"/>
                  </a:lnTo>
                  <a:lnTo>
                    <a:pt x="346" y="842"/>
                  </a:lnTo>
                  <a:lnTo>
                    <a:pt x="346" y="813"/>
                  </a:lnTo>
                  <a:lnTo>
                    <a:pt x="350" y="788"/>
                  </a:lnTo>
                  <a:lnTo>
                    <a:pt x="350" y="763"/>
                  </a:lnTo>
                  <a:lnTo>
                    <a:pt x="353" y="738"/>
                  </a:lnTo>
                  <a:lnTo>
                    <a:pt x="353" y="709"/>
                  </a:lnTo>
                  <a:lnTo>
                    <a:pt x="353" y="684"/>
                  </a:lnTo>
                  <a:lnTo>
                    <a:pt x="357" y="659"/>
                  </a:lnTo>
                  <a:lnTo>
                    <a:pt x="357" y="637"/>
                  </a:lnTo>
                  <a:lnTo>
                    <a:pt x="360" y="612"/>
                  </a:lnTo>
                  <a:lnTo>
                    <a:pt x="360" y="587"/>
                  </a:lnTo>
                  <a:lnTo>
                    <a:pt x="360" y="562"/>
                  </a:lnTo>
                  <a:lnTo>
                    <a:pt x="364" y="540"/>
                  </a:lnTo>
                  <a:lnTo>
                    <a:pt x="364" y="515"/>
                  </a:lnTo>
                  <a:lnTo>
                    <a:pt x="364" y="493"/>
                  </a:lnTo>
                  <a:lnTo>
                    <a:pt x="368" y="472"/>
                  </a:lnTo>
                  <a:lnTo>
                    <a:pt x="368" y="450"/>
                  </a:lnTo>
                  <a:lnTo>
                    <a:pt x="371" y="428"/>
                  </a:lnTo>
                  <a:lnTo>
                    <a:pt x="371" y="407"/>
                  </a:lnTo>
                  <a:lnTo>
                    <a:pt x="371" y="385"/>
                  </a:lnTo>
                  <a:lnTo>
                    <a:pt x="375" y="364"/>
                  </a:lnTo>
                  <a:lnTo>
                    <a:pt x="375" y="346"/>
                  </a:lnTo>
                  <a:lnTo>
                    <a:pt x="378" y="324"/>
                  </a:lnTo>
                  <a:lnTo>
                    <a:pt x="378" y="306"/>
                  </a:lnTo>
                  <a:lnTo>
                    <a:pt x="378" y="288"/>
                  </a:lnTo>
                  <a:lnTo>
                    <a:pt x="382" y="270"/>
                  </a:lnTo>
                  <a:lnTo>
                    <a:pt x="382" y="252"/>
                  </a:lnTo>
                  <a:lnTo>
                    <a:pt x="386" y="234"/>
                  </a:lnTo>
                  <a:lnTo>
                    <a:pt x="386" y="220"/>
                  </a:lnTo>
                  <a:lnTo>
                    <a:pt x="386" y="202"/>
                  </a:lnTo>
                  <a:lnTo>
                    <a:pt x="389" y="187"/>
                  </a:lnTo>
                  <a:lnTo>
                    <a:pt x="389" y="173"/>
                  </a:lnTo>
                  <a:lnTo>
                    <a:pt x="389" y="158"/>
                  </a:lnTo>
                  <a:lnTo>
                    <a:pt x="393" y="144"/>
                  </a:lnTo>
                  <a:lnTo>
                    <a:pt x="393" y="133"/>
                  </a:lnTo>
                  <a:lnTo>
                    <a:pt x="396" y="119"/>
                  </a:lnTo>
                  <a:lnTo>
                    <a:pt x="396" y="108"/>
                  </a:lnTo>
                  <a:lnTo>
                    <a:pt x="396" y="97"/>
                  </a:lnTo>
                  <a:lnTo>
                    <a:pt x="400" y="86"/>
                  </a:lnTo>
                  <a:lnTo>
                    <a:pt x="400" y="76"/>
                  </a:lnTo>
                  <a:lnTo>
                    <a:pt x="404" y="65"/>
                  </a:lnTo>
                  <a:lnTo>
                    <a:pt x="404" y="58"/>
                  </a:lnTo>
                  <a:lnTo>
                    <a:pt x="404" y="50"/>
                  </a:lnTo>
                  <a:lnTo>
                    <a:pt x="407" y="40"/>
                  </a:lnTo>
                  <a:lnTo>
                    <a:pt x="407" y="36"/>
                  </a:lnTo>
                  <a:lnTo>
                    <a:pt x="407" y="29"/>
                  </a:lnTo>
                  <a:lnTo>
                    <a:pt x="411" y="22"/>
                  </a:lnTo>
                  <a:lnTo>
                    <a:pt x="411" y="18"/>
                  </a:lnTo>
                  <a:lnTo>
                    <a:pt x="414" y="14"/>
                  </a:lnTo>
                  <a:lnTo>
                    <a:pt x="414" y="11"/>
                  </a:lnTo>
                  <a:lnTo>
                    <a:pt x="414" y="7"/>
                  </a:lnTo>
                  <a:lnTo>
                    <a:pt x="418" y="4"/>
                  </a:ln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0" name="Freeform 138"/>
            <p:cNvSpPr>
              <a:spLocks/>
            </p:cNvSpPr>
            <p:nvPr/>
          </p:nvSpPr>
          <p:spPr bwMode="auto">
            <a:xfrm>
              <a:off x="4234" y="1048"/>
              <a:ext cx="975" cy="246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25" y="119"/>
                </a:cxn>
                <a:cxn ang="0">
                  <a:pos x="39" y="252"/>
                </a:cxn>
                <a:cxn ang="0">
                  <a:pos x="50" y="428"/>
                </a:cxn>
                <a:cxn ang="0">
                  <a:pos x="64" y="637"/>
                </a:cxn>
                <a:cxn ang="0">
                  <a:pos x="75" y="867"/>
                </a:cxn>
                <a:cxn ang="0">
                  <a:pos x="90" y="1112"/>
                </a:cxn>
                <a:cxn ang="0">
                  <a:pos x="100" y="1361"/>
                </a:cxn>
                <a:cxn ang="0">
                  <a:pos x="115" y="1602"/>
                </a:cxn>
                <a:cxn ang="0">
                  <a:pos x="126" y="1825"/>
                </a:cxn>
                <a:cxn ang="0">
                  <a:pos x="140" y="2023"/>
                </a:cxn>
                <a:cxn ang="0">
                  <a:pos x="151" y="2189"/>
                </a:cxn>
                <a:cxn ang="0">
                  <a:pos x="165" y="2315"/>
                </a:cxn>
                <a:cxn ang="0">
                  <a:pos x="176" y="2405"/>
                </a:cxn>
                <a:cxn ang="0">
                  <a:pos x="190" y="2451"/>
                </a:cxn>
                <a:cxn ang="0">
                  <a:pos x="212" y="2444"/>
                </a:cxn>
                <a:cxn ang="0">
                  <a:pos x="226" y="2394"/>
                </a:cxn>
                <a:cxn ang="0">
                  <a:pos x="237" y="2322"/>
                </a:cxn>
                <a:cxn ang="0">
                  <a:pos x="252" y="2235"/>
                </a:cxn>
                <a:cxn ang="0">
                  <a:pos x="262" y="2138"/>
                </a:cxn>
                <a:cxn ang="0">
                  <a:pos x="277" y="2045"/>
                </a:cxn>
                <a:cxn ang="0">
                  <a:pos x="288" y="1955"/>
                </a:cxn>
                <a:cxn ang="0">
                  <a:pos x="302" y="1879"/>
                </a:cxn>
                <a:cxn ang="0">
                  <a:pos x="313" y="1821"/>
                </a:cxn>
                <a:cxn ang="0">
                  <a:pos x="327" y="1782"/>
                </a:cxn>
                <a:cxn ang="0">
                  <a:pos x="356" y="1775"/>
                </a:cxn>
                <a:cxn ang="0">
                  <a:pos x="370" y="1807"/>
                </a:cxn>
                <a:cxn ang="0">
                  <a:pos x="381" y="1854"/>
                </a:cxn>
                <a:cxn ang="0">
                  <a:pos x="396" y="1908"/>
                </a:cxn>
                <a:cxn ang="0">
                  <a:pos x="406" y="1969"/>
                </a:cxn>
                <a:cxn ang="0">
                  <a:pos x="421" y="2030"/>
                </a:cxn>
                <a:cxn ang="0">
                  <a:pos x="432" y="2088"/>
                </a:cxn>
                <a:cxn ang="0">
                  <a:pos x="442" y="2138"/>
                </a:cxn>
                <a:cxn ang="0">
                  <a:pos x="457" y="2174"/>
                </a:cxn>
                <a:cxn ang="0">
                  <a:pos x="478" y="2207"/>
                </a:cxn>
                <a:cxn ang="0">
                  <a:pos x="507" y="2185"/>
                </a:cxn>
                <a:cxn ang="0">
                  <a:pos x="518" y="2153"/>
                </a:cxn>
                <a:cxn ang="0">
                  <a:pos x="532" y="2113"/>
                </a:cxn>
                <a:cxn ang="0">
                  <a:pos x="543" y="2070"/>
                </a:cxn>
                <a:cxn ang="0">
                  <a:pos x="558" y="2023"/>
                </a:cxn>
                <a:cxn ang="0">
                  <a:pos x="568" y="1980"/>
                </a:cxn>
                <a:cxn ang="0">
                  <a:pos x="583" y="1940"/>
                </a:cxn>
                <a:cxn ang="0">
                  <a:pos x="597" y="1908"/>
                </a:cxn>
                <a:cxn ang="0">
                  <a:pos x="622" y="1879"/>
                </a:cxn>
                <a:cxn ang="0">
                  <a:pos x="651" y="1904"/>
                </a:cxn>
                <a:cxn ang="0">
                  <a:pos x="666" y="1937"/>
                </a:cxn>
                <a:cxn ang="0">
                  <a:pos x="680" y="1973"/>
                </a:cxn>
                <a:cxn ang="0">
                  <a:pos x="691" y="2009"/>
                </a:cxn>
                <a:cxn ang="0">
                  <a:pos x="702" y="2045"/>
                </a:cxn>
                <a:cxn ang="0">
                  <a:pos x="716" y="2077"/>
                </a:cxn>
                <a:cxn ang="0">
                  <a:pos x="730" y="2109"/>
                </a:cxn>
                <a:cxn ang="0">
                  <a:pos x="756" y="2138"/>
                </a:cxn>
                <a:cxn ang="0">
                  <a:pos x="788" y="2124"/>
                </a:cxn>
                <a:cxn ang="0">
                  <a:pos x="806" y="2091"/>
                </a:cxn>
                <a:cxn ang="0">
                  <a:pos x="820" y="2059"/>
                </a:cxn>
                <a:cxn ang="0">
                  <a:pos x="835" y="2027"/>
                </a:cxn>
                <a:cxn ang="0">
                  <a:pos x="849" y="1994"/>
                </a:cxn>
                <a:cxn ang="0">
                  <a:pos x="864" y="1962"/>
                </a:cxn>
                <a:cxn ang="0">
                  <a:pos x="889" y="1929"/>
                </a:cxn>
                <a:cxn ang="0">
                  <a:pos x="921" y="1933"/>
                </a:cxn>
                <a:cxn ang="0">
                  <a:pos x="946" y="1965"/>
                </a:cxn>
                <a:cxn ang="0">
                  <a:pos x="964" y="1998"/>
                </a:cxn>
                <a:cxn ang="0">
                  <a:pos x="975" y="2027"/>
                </a:cxn>
              </a:cxnLst>
              <a:rect l="0" t="0" r="r" b="b"/>
              <a:pathLst>
                <a:path w="975" h="2462">
                  <a:moveTo>
                    <a:pt x="0" y="0"/>
                  </a:moveTo>
                  <a:lnTo>
                    <a:pt x="3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3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1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9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6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4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2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08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1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9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7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4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0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8" y="1875"/>
                  </a:lnTo>
                  <a:lnTo>
                    <a:pt x="388" y="1883"/>
                  </a:lnTo>
                  <a:lnTo>
                    <a:pt x="388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06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4" y="2052"/>
                  </a:lnTo>
                  <a:lnTo>
                    <a:pt x="424" y="2055"/>
                  </a:lnTo>
                  <a:lnTo>
                    <a:pt x="424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2" y="2127"/>
                  </a:lnTo>
                  <a:lnTo>
                    <a:pt x="442" y="2131"/>
                  </a:lnTo>
                  <a:lnTo>
                    <a:pt x="442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0" y="2181"/>
                  </a:lnTo>
                  <a:lnTo>
                    <a:pt x="460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8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4" y="2167"/>
                  </a:lnTo>
                  <a:lnTo>
                    <a:pt x="514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5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2" y="2113"/>
                  </a:lnTo>
                  <a:lnTo>
                    <a:pt x="532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3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0" y="2055"/>
                  </a:lnTo>
                  <a:lnTo>
                    <a:pt x="550" y="2048"/>
                  </a:lnTo>
                  <a:lnTo>
                    <a:pt x="550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8" y="1991"/>
                  </a:lnTo>
                  <a:lnTo>
                    <a:pt x="568" y="1983"/>
                  </a:lnTo>
                  <a:lnTo>
                    <a:pt x="568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6" y="1933"/>
                  </a:lnTo>
                  <a:lnTo>
                    <a:pt x="586" y="1929"/>
                  </a:lnTo>
                  <a:lnTo>
                    <a:pt x="586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4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3"/>
                  </a:lnTo>
                  <a:lnTo>
                    <a:pt x="637" y="1886"/>
                  </a:lnTo>
                  <a:lnTo>
                    <a:pt x="640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8" y="1919"/>
                  </a:lnTo>
                  <a:lnTo>
                    <a:pt x="658" y="1922"/>
                  </a:lnTo>
                  <a:lnTo>
                    <a:pt x="658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6" y="1965"/>
                  </a:lnTo>
                  <a:lnTo>
                    <a:pt x="676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4" y="2016"/>
                  </a:lnTo>
                  <a:lnTo>
                    <a:pt x="694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2" y="2066"/>
                  </a:lnTo>
                  <a:lnTo>
                    <a:pt x="712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3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1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2" y="2102"/>
                  </a:lnTo>
                  <a:lnTo>
                    <a:pt x="802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0" y="2063"/>
                  </a:lnTo>
                  <a:lnTo>
                    <a:pt x="820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8" y="2019"/>
                  </a:lnTo>
                  <a:lnTo>
                    <a:pt x="838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6" y="1980"/>
                  </a:lnTo>
                  <a:lnTo>
                    <a:pt x="856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4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9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6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7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4" y="1998"/>
                  </a:lnTo>
                  <a:lnTo>
                    <a:pt x="964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27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1" name="Freeform 139"/>
            <p:cNvSpPr>
              <a:spLocks/>
            </p:cNvSpPr>
            <p:nvPr/>
          </p:nvSpPr>
          <p:spPr bwMode="auto">
            <a:xfrm>
              <a:off x="749" y="2927"/>
              <a:ext cx="3143" cy="331"/>
            </a:xfrm>
            <a:custGeom>
              <a:avLst/>
              <a:gdLst/>
              <a:ahLst/>
              <a:cxnLst>
                <a:cxn ang="0">
                  <a:pos x="57" y="169"/>
                </a:cxn>
                <a:cxn ang="0">
                  <a:pos x="119" y="155"/>
                </a:cxn>
                <a:cxn ang="0">
                  <a:pos x="180" y="122"/>
                </a:cxn>
                <a:cxn ang="0">
                  <a:pos x="241" y="126"/>
                </a:cxn>
                <a:cxn ang="0">
                  <a:pos x="302" y="158"/>
                </a:cxn>
                <a:cxn ang="0">
                  <a:pos x="363" y="169"/>
                </a:cxn>
                <a:cxn ang="0">
                  <a:pos x="425" y="140"/>
                </a:cxn>
                <a:cxn ang="0">
                  <a:pos x="486" y="115"/>
                </a:cxn>
                <a:cxn ang="0">
                  <a:pos x="547" y="137"/>
                </a:cxn>
                <a:cxn ang="0">
                  <a:pos x="608" y="173"/>
                </a:cxn>
                <a:cxn ang="0">
                  <a:pos x="669" y="162"/>
                </a:cxn>
                <a:cxn ang="0">
                  <a:pos x="731" y="122"/>
                </a:cxn>
                <a:cxn ang="0">
                  <a:pos x="792" y="119"/>
                </a:cxn>
                <a:cxn ang="0">
                  <a:pos x="853" y="158"/>
                </a:cxn>
                <a:cxn ang="0">
                  <a:pos x="914" y="176"/>
                </a:cxn>
                <a:cxn ang="0">
                  <a:pos x="975" y="144"/>
                </a:cxn>
                <a:cxn ang="0">
                  <a:pos x="1037" y="112"/>
                </a:cxn>
                <a:cxn ang="0">
                  <a:pos x="1098" y="133"/>
                </a:cxn>
                <a:cxn ang="0">
                  <a:pos x="1159" y="176"/>
                </a:cxn>
                <a:cxn ang="0">
                  <a:pos x="1220" y="169"/>
                </a:cxn>
                <a:cxn ang="0">
                  <a:pos x="1281" y="122"/>
                </a:cxn>
                <a:cxn ang="0">
                  <a:pos x="1343" y="108"/>
                </a:cxn>
                <a:cxn ang="0">
                  <a:pos x="1404" y="155"/>
                </a:cxn>
                <a:cxn ang="0">
                  <a:pos x="1465" y="187"/>
                </a:cxn>
                <a:cxn ang="0">
                  <a:pos x="1526" y="151"/>
                </a:cxn>
                <a:cxn ang="0">
                  <a:pos x="1587" y="104"/>
                </a:cxn>
                <a:cxn ang="0">
                  <a:pos x="1649" y="122"/>
                </a:cxn>
                <a:cxn ang="0">
                  <a:pos x="1710" y="180"/>
                </a:cxn>
                <a:cxn ang="0">
                  <a:pos x="1771" y="184"/>
                </a:cxn>
                <a:cxn ang="0">
                  <a:pos x="1829" y="126"/>
                </a:cxn>
                <a:cxn ang="0">
                  <a:pos x="1890" y="94"/>
                </a:cxn>
                <a:cxn ang="0">
                  <a:pos x="1951" y="144"/>
                </a:cxn>
                <a:cxn ang="0">
                  <a:pos x="2009" y="198"/>
                </a:cxn>
                <a:cxn ang="0">
                  <a:pos x="2070" y="169"/>
                </a:cxn>
                <a:cxn ang="0">
                  <a:pos x="2120" y="108"/>
                </a:cxn>
                <a:cxn ang="0">
                  <a:pos x="2181" y="90"/>
                </a:cxn>
                <a:cxn ang="0">
                  <a:pos x="2232" y="148"/>
                </a:cxn>
                <a:cxn ang="0">
                  <a:pos x="2282" y="209"/>
                </a:cxn>
                <a:cxn ang="0">
                  <a:pos x="2343" y="184"/>
                </a:cxn>
                <a:cxn ang="0">
                  <a:pos x="2383" y="122"/>
                </a:cxn>
                <a:cxn ang="0">
                  <a:pos x="2437" y="68"/>
                </a:cxn>
                <a:cxn ang="0">
                  <a:pos x="2491" y="115"/>
                </a:cxn>
                <a:cxn ang="0">
                  <a:pos x="2527" y="176"/>
                </a:cxn>
                <a:cxn ang="0">
                  <a:pos x="2577" y="230"/>
                </a:cxn>
                <a:cxn ang="0">
                  <a:pos x="2628" y="184"/>
                </a:cxn>
                <a:cxn ang="0">
                  <a:pos x="2660" y="122"/>
                </a:cxn>
                <a:cxn ang="0">
                  <a:pos x="2696" y="61"/>
                </a:cxn>
                <a:cxn ang="0">
                  <a:pos x="2754" y="76"/>
                </a:cxn>
                <a:cxn ang="0">
                  <a:pos x="2786" y="137"/>
                </a:cxn>
                <a:cxn ang="0">
                  <a:pos x="2811" y="198"/>
                </a:cxn>
                <a:cxn ang="0">
                  <a:pos x="2847" y="259"/>
                </a:cxn>
                <a:cxn ang="0">
                  <a:pos x="2898" y="220"/>
                </a:cxn>
                <a:cxn ang="0">
                  <a:pos x="2923" y="158"/>
                </a:cxn>
                <a:cxn ang="0">
                  <a:pos x="2948" y="90"/>
                </a:cxn>
                <a:cxn ang="0">
                  <a:pos x="2973" y="25"/>
                </a:cxn>
                <a:cxn ang="0">
                  <a:pos x="3027" y="29"/>
                </a:cxn>
                <a:cxn ang="0">
                  <a:pos x="3053" y="97"/>
                </a:cxn>
                <a:cxn ang="0">
                  <a:pos x="3078" y="180"/>
                </a:cxn>
                <a:cxn ang="0">
                  <a:pos x="3099" y="263"/>
                </a:cxn>
                <a:cxn ang="0">
                  <a:pos x="3128" y="324"/>
                </a:cxn>
              </a:cxnLst>
              <a:rect l="0" t="0" r="r" b="b"/>
              <a:pathLst>
                <a:path w="3143" h="331">
                  <a:moveTo>
                    <a:pt x="0" y="144"/>
                  </a:moveTo>
                  <a:lnTo>
                    <a:pt x="3" y="148"/>
                  </a:lnTo>
                  <a:lnTo>
                    <a:pt x="7" y="151"/>
                  </a:lnTo>
                  <a:lnTo>
                    <a:pt x="11" y="151"/>
                  </a:lnTo>
                  <a:lnTo>
                    <a:pt x="14" y="155"/>
                  </a:lnTo>
                  <a:lnTo>
                    <a:pt x="18" y="155"/>
                  </a:lnTo>
                  <a:lnTo>
                    <a:pt x="21" y="158"/>
                  </a:lnTo>
                  <a:lnTo>
                    <a:pt x="25" y="158"/>
                  </a:lnTo>
                  <a:lnTo>
                    <a:pt x="29" y="162"/>
                  </a:lnTo>
                  <a:lnTo>
                    <a:pt x="32" y="162"/>
                  </a:lnTo>
                  <a:lnTo>
                    <a:pt x="36" y="162"/>
                  </a:lnTo>
                  <a:lnTo>
                    <a:pt x="39" y="166"/>
                  </a:lnTo>
                  <a:lnTo>
                    <a:pt x="43" y="166"/>
                  </a:lnTo>
                  <a:lnTo>
                    <a:pt x="47" y="166"/>
                  </a:lnTo>
                  <a:lnTo>
                    <a:pt x="50" y="169"/>
                  </a:lnTo>
                  <a:lnTo>
                    <a:pt x="54" y="169"/>
                  </a:lnTo>
                  <a:lnTo>
                    <a:pt x="57" y="169"/>
                  </a:lnTo>
                  <a:lnTo>
                    <a:pt x="61" y="169"/>
                  </a:lnTo>
                  <a:lnTo>
                    <a:pt x="65" y="169"/>
                  </a:lnTo>
                  <a:lnTo>
                    <a:pt x="68" y="169"/>
                  </a:lnTo>
                  <a:lnTo>
                    <a:pt x="72" y="169"/>
                  </a:lnTo>
                  <a:lnTo>
                    <a:pt x="75" y="169"/>
                  </a:lnTo>
                  <a:lnTo>
                    <a:pt x="79" y="169"/>
                  </a:lnTo>
                  <a:lnTo>
                    <a:pt x="83" y="169"/>
                  </a:lnTo>
                  <a:lnTo>
                    <a:pt x="86" y="169"/>
                  </a:lnTo>
                  <a:lnTo>
                    <a:pt x="90" y="169"/>
                  </a:lnTo>
                  <a:lnTo>
                    <a:pt x="93" y="166"/>
                  </a:lnTo>
                  <a:lnTo>
                    <a:pt x="97" y="166"/>
                  </a:lnTo>
                  <a:lnTo>
                    <a:pt x="101" y="166"/>
                  </a:lnTo>
                  <a:lnTo>
                    <a:pt x="104" y="162"/>
                  </a:lnTo>
                  <a:lnTo>
                    <a:pt x="108" y="162"/>
                  </a:lnTo>
                  <a:lnTo>
                    <a:pt x="111" y="158"/>
                  </a:lnTo>
                  <a:lnTo>
                    <a:pt x="115" y="158"/>
                  </a:lnTo>
                  <a:lnTo>
                    <a:pt x="119" y="155"/>
                  </a:lnTo>
                  <a:lnTo>
                    <a:pt x="122" y="155"/>
                  </a:lnTo>
                  <a:lnTo>
                    <a:pt x="126" y="151"/>
                  </a:lnTo>
                  <a:lnTo>
                    <a:pt x="129" y="151"/>
                  </a:lnTo>
                  <a:lnTo>
                    <a:pt x="133" y="148"/>
                  </a:lnTo>
                  <a:lnTo>
                    <a:pt x="137" y="144"/>
                  </a:lnTo>
                  <a:lnTo>
                    <a:pt x="140" y="144"/>
                  </a:lnTo>
                  <a:lnTo>
                    <a:pt x="144" y="140"/>
                  </a:lnTo>
                  <a:lnTo>
                    <a:pt x="147" y="140"/>
                  </a:lnTo>
                  <a:lnTo>
                    <a:pt x="151" y="137"/>
                  </a:lnTo>
                  <a:lnTo>
                    <a:pt x="155" y="137"/>
                  </a:lnTo>
                  <a:lnTo>
                    <a:pt x="158" y="133"/>
                  </a:lnTo>
                  <a:lnTo>
                    <a:pt x="162" y="133"/>
                  </a:lnTo>
                  <a:lnTo>
                    <a:pt x="165" y="130"/>
                  </a:lnTo>
                  <a:lnTo>
                    <a:pt x="169" y="130"/>
                  </a:lnTo>
                  <a:lnTo>
                    <a:pt x="173" y="126"/>
                  </a:lnTo>
                  <a:lnTo>
                    <a:pt x="176" y="126"/>
                  </a:lnTo>
                  <a:lnTo>
                    <a:pt x="180" y="122"/>
                  </a:lnTo>
                  <a:lnTo>
                    <a:pt x="183" y="122"/>
                  </a:lnTo>
                  <a:lnTo>
                    <a:pt x="187" y="122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19"/>
                  </a:lnTo>
                  <a:lnTo>
                    <a:pt x="201" y="119"/>
                  </a:lnTo>
                  <a:lnTo>
                    <a:pt x="205" y="119"/>
                  </a:lnTo>
                  <a:lnTo>
                    <a:pt x="209" y="119"/>
                  </a:lnTo>
                  <a:lnTo>
                    <a:pt x="212" y="119"/>
                  </a:lnTo>
                  <a:lnTo>
                    <a:pt x="216" y="119"/>
                  </a:lnTo>
                  <a:lnTo>
                    <a:pt x="219" y="119"/>
                  </a:lnTo>
                  <a:lnTo>
                    <a:pt x="223" y="119"/>
                  </a:lnTo>
                  <a:lnTo>
                    <a:pt x="227" y="122"/>
                  </a:lnTo>
                  <a:lnTo>
                    <a:pt x="230" y="122"/>
                  </a:lnTo>
                  <a:lnTo>
                    <a:pt x="234" y="122"/>
                  </a:lnTo>
                  <a:lnTo>
                    <a:pt x="237" y="122"/>
                  </a:lnTo>
                  <a:lnTo>
                    <a:pt x="241" y="126"/>
                  </a:lnTo>
                  <a:lnTo>
                    <a:pt x="245" y="126"/>
                  </a:lnTo>
                  <a:lnTo>
                    <a:pt x="248" y="130"/>
                  </a:lnTo>
                  <a:lnTo>
                    <a:pt x="252" y="130"/>
                  </a:lnTo>
                  <a:lnTo>
                    <a:pt x="255" y="133"/>
                  </a:lnTo>
                  <a:lnTo>
                    <a:pt x="259" y="133"/>
                  </a:lnTo>
                  <a:lnTo>
                    <a:pt x="263" y="137"/>
                  </a:lnTo>
                  <a:lnTo>
                    <a:pt x="266" y="137"/>
                  </a:lnTo>
                  <a:lnTo>
                    <a:pt x="270" y="140"/>
                  </a:lnTo>
                  <a:lnTo>
                    <a:pt x="273" y="144"/>
                  </a:lnTo>
                  <a:lnTo>
                    <a:pt x="277" y="144"/>
                  </a:lnTo>
                  <a:lnTo>
                    <a:pt x="281" y="148"/>
                  </a:lnTo>
                  <a:lnTo>
                    <a:pt x="284" y="148"/>
                  </a:lnTo>
                  <a:lnTo>
                    <a:pt x="288" y="151"/>
                  </a:lnTo>
                  <a:lnTo>
                    <a:pt x="291" y="155"/>
                  </a:lnTo>
                  <a:lnTo>
                    <a:pt x="295" y="155"/>
                  </a:lnTo>
                  <a:lnTo>
                    <a:pt x="299" y="158"/>
                  </a:lnTo>
                  <a:lnTo>
                    <a:pt x="302" y="158"/>
                  </a:lnTo>
                  <a:lnTo>
                    <a:pt x="306" y="162"/>
                  </a:lnTo>
                  <a:lnTo>
                    <a:pt x="309" y="162"/>
                  </a:lnTo>
                  <a:lnTo>
                    <a:pt x="313" y="166"/>
                  </a:lnTo>
                  <a:lnTo>
                    <a:pt x="317" y="166"/>
                  </a:lnTo>
                  <a:lnTo>
                    <a:pt x="320" y="166"/>
                  </a:lnTo>
                  <a:lnTo>
                    <a:pt x="324" y="169"/>
                  </a:lnTo>
                  <a:lnTo>
                    <a:pt x="327" y="169"/>
                  </a:lnTo>
                  <a:lnTo>
                    <a:pt x="331" y="169"/>
                  </a:lnTo>
                  <a:lnTo>
                    <a:pt x="335" y="173"/>
                  </a:lnTo>
                  <a:lnTo>
                    <a:pt x="338" y="173"/>
                  </a:lnTo>
                  <a:lnTo>
                    <a:pt x="342" y="173"/>
                  </a:lnTo>
                  <a:lnTo>
                    <a:pt x="345" y="173"/>
                  </a:lnTo>
                  <a:lnTo>
                    <a:pt x="349" y="173"/>
                  </a:lnTo>
                  <a:lnTo>
                    <a:pt x="353" y="173"/>
                  </a:lnTo>
                  <a:lnTo>
                    <a:pt x="356" y="173"/>
                  </a:lnTo>
                  <a:lnTo>
                    <a:pt x="360" y="173"/>
                  </a:lnTo>
                  <a:lnTo>
                    <a:pt x="363" y="169"/>
                  </a:lnTo>
                  <a:lnTo>
                    <a:pt x="367" y="169"/>
                  </a:lnTo>
                  <a:lnTo>
                    <a:pt x="371" y="169"/>
                  </a:lnTo>
                  <a:lnTo>
                    <a:pt x="374" y="169"/>
                  </a:lnTo>
                  <a:lnTo>
                    <a:pt x="378" y="166"/>
                  </a:lnTo>
                  <a:lnTo>
                    <a:pt x="381" y="166"/>
                  </a:lnTo>
                  <a:lnTo>
                    <a:pt x="385" y="162"/>
                  </a:lnTo>
                  <a:lnTo>
                    <a:pt x="389" y="162"/>
                  </a:lnTo>
                  <a:lnTo>
                    <a:pt x="392" y="158"/>
                  </a:lnTo>
                  <a:lnTo>
                    <a:pt x="396" y="158"/>
                  </a:lnTo>
                  <a:lnTo>
                    <a:pt x="399" y="155"/>
                  </a:lnTo>
                  <a:lnTo>
                    <a:pt x="403" y="155"/>
                  </a:lnTo>
                  <a:lnTo>
                    <a:pt x="407" y="151"/>
                  </a:lnTo>
                  <a:lnTo>
                    <a:pt x="410" y="148"/>
                  </a:lnTo>
                  <a:lnTo>
                    <a:pt x="414" y="148"/>
                  </a:lnTo>
                  <a:lnTo>
                    <a:pt x="417" y="144"/>
                  </a:lnTo>
                  <a:lnTo>
                    <a:pt x="421" y="144"/>
                  </a:lnTo>
                  <a:lnTo>
                    <a:pt x="425" y="140"/>
                  </a:lnTo>
                  <a:lnTo>
                    <a:pt x="428" y="137"/>
                  </a:lnTo>
                  <a:lnTo>
                    <a:pt x="432" y="137"/>
                  </a:lnTo>
                  <a:lnTo>
                    <a:pt x="435" y="133"/>
                  </a:lnTo>
                  <a:lnTo>
                    <a:pt x="439" y="130"/>
                  </a:lnTo>
                  <a:lnTo>
                    <a:pt x="443" y="130"/>
                  </a:lnTo>
                  <a:lnTo>
                    <a:pt x="446" y="126"/>
                  </a:lnTo>
                  <a:lnTo>
                    <a:pt x="450" y="126"/>
                  </a:lnTo>
                  <a:lnTo>
                    <a:pt x="453" y="126"/>
                  </a:lnTo>
                  <a:lnTo>
                    <a:pt x="457" y="122"/>
                  </a:lnTo>
                  <a:lnTo>
                    <a:pt x="461" y="122"/>
                  </a:lnTo>
                  <a:lnTo>
                    <a:pt x="464" y="119"/>
                  </a:lnTo>
                  <a:lnTo>
                    <a:pt x="468" y="119"/>
                  </a:lnTo>
                  <a:lnTo>
                    <a:pt x="471" y="119"/>
                  </a:lnTo>
                  <a:lnTo>
                    <a:pt x="475" y="119"/>
                  </a:lnTo>
                  <a:lnTo>
                    <a:pt x="479" y="115"/>
                  </a:lnTo>
                  <a:lnTo>
                    <a:pt x="482" y="115"/>
                  </a:lnTo>
                  <a:lnTo>
                    <a:pt x="486" y="115"/>
                  </a:lnTo>
                  <a:lnTo>
                    <a:pt x="489" y="115"/>
                  </a:lnTo>
                  <a:lnTo>
                    <a:pt x="493" y="115"/>
                  </a:lnTo>
                  <a:lnTo>
                    <a:pt x="497" y="115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19"/>
                  </a:lnTo>
                  <a:lnTo>
                    <a:pt x="511" y="119"/>
                  </a:lnTo>
                  <a:lnTo>
                    <a:pt x="515" y="122"/>
                  </a:lnTo>
                  <a:lnTo>
                    <a:pt x="518" y="122"/>
                  </a:lnTo>
                  <a:lnTo>
                    <a:pt x="522" y="126"/>
                  </a:lnTo>
                  <a:lnTo>
                    <a:pt x="525" y="126"/>
                  </a:lnTo>
                  <a:lnTo>
                    <a:pt x="529" y="130"/>
                  </a:lnTo>
                  <a:lnTo>
                    <a:pt x="533" y="130"/>
                  </a:lnTo>
                  <a:lnTo>
                    <a:pt x="536" y="133"/>
                  </a:lnTo>
                  <a:lnTo>
                    <a:pt x="540" y="133"/>
                  </a:lnTo>
                  <a:lnTo>
                    <a:pt x="543" y="137"/>
                  </a:lnTo>
                  <a:lnTo>
                    <a:pt x="547" y="137"/>
                  </a:lnTo>
                  <a:lnTo>
                    <a:pt x="551" y="140"/>
                  </a:lnTo>
                  <a:lnTo>
                    <a:pt x="554" y="144"/>
                  </a:lnTo>
                  <a:lnTo>
                    <a:pt x="558" y="148"/>
                  </a:lnTo>
                  <a:lnTo>
                    <a:pt x="561" y="148"/>
                  </a:lnTo>
                  <a:lnTo>
                    <a:pt x="565" y="151"/>
                  </a:lnTo>
                  <a:lnTo>
                    <a:pt x="569" y="155"/>
                  </a:lnTo>
                  <a:lnTo>
                    <a:pt x="572" y="155"/>
                  </a:lnTo>
                  <a:lnTo>
                    <a:pt x="576" y="158"/>
                  </a:lnTo>
                  <a:lnTo>
                    <a:pt x="579" y="158"/>
                  </a:lnTo>
                  <a:lnTo>
                    <a:pt x="583" y="162"/>
                  </a:lnTo>
                  <a:lnTo>
                    <a:pt x="587" y="162"/>
                  </a:lnTo>
                  <a:lnTo>
                    <a:pt x="590" y="166"/>
                  </a:lnTo>
                  <a:lnTo>
                    <a:pt x="594" y="166"/>
                  </a:lnTo>
                  <a:lnTo>
                    <a:pt x="597" y="169"/>
                  </a:lnTo>
                  <a:lnTo>
                    <a:pt x="601" y="169"/>
                  </a:lnTo>
                  <a:lnTo>
                    <a:pt x="605" y="173"/>
                  </a:lnTo>
                  <a:lnTo>
                    <a:pt x="608" y="173"/>
                  </a:lnTo>
                  <a:lnTo>
                    <a:pt x="612" y="173"/>
                  </a:lnTo>
                  <a:lnTo>
                    <a:pt x="615" y="173"/>
                  </a:lnTo>
                  <a:lnTo>
                    <a:pt x="619" y="173"/>
                  </a:lnTo>
                  <a:lnTo>
                    <a:pt x="623" y="176"/>
                  </a:lnTo>
                  <a:lnTo>
                    <a:pt x="626" y="176"/>
                  </a:lnTo>
                  <a:lnTo>
                    <a:pt x="630" y="176"/>
                  </a:lnTo>
                  <a:lnTo>
                    <a:pt x="633" y="173"/>
                  </a:lnTo>
                  <a:lnTo>
                    <a:pt x="637" y="173"/>
                  </a:lnTo>
                  <a:lnTo>
                    <a:pt x="641" y="173"/>
                  </a:lnTo>
                  <a:lnTo>
                    <a:pt x="644" y="173"/>
                  </a:lnTo>
                  <a:lnTo>
                    <a:pt x="648" y="173"/>
                  </a:lnTo>
                  <a:lnTo>
                    <a:pt x="651" y="169"/>
                  </a:lnTo>
                  <a:lnTo>
                    <a:pt x="655" y="169"/>
                  </a:lnTo>
                  <a:lnTo>
                    <a:pt x="659" y="169"/>
                  </a:lnTo>
                  <a:lnTo>
                    <a:pt x="662" y="166"/>
                  </a:lnTo>
                  <a:lnTo>
                    <a:pt x="666" y="162"/>
                  </a:lnTo>
                  <a:lnTo>
                    <a:pt x="669" y="162"/>
                  </a:lnTo>
                  <a:lnTo>
                    <a:pt x="673" y="158"/>
                  </a:lnTo>
                  <a:lnTo>
                    <a:pt x="677" y="158"/>
                  </a:lnTo>
                  <a:lnTo>
                    <a:pt x="680" y="155"/>
                  </a:lnTo>
                  <a:lnTo>
                    <a:pt x="684" y="151"/>
                  </a:lnTo>
                  <a:lnTo>
                    <a:pt x="687" y="151"/>
                  </a:lnTo>
                  <a:lnTo>
                    <a:pt x="691" y="148"/>
                  </a:lnTo>
                  <a:lnTo>
                    <a:pt x="695" y="148"/>
                  </a:lnTo>
                  <a:lnTo>
                    <a:pt x="698" y="144"/>
                  </a:lnTo>
                  <a:lnTo>
                    <a:pt x="702" y="140"/>
                  </a:lnTo>
                  <a:lnTo>
                    <a:pt x="705" y="137"/>
                  </a:lnTo>
                  <a:lnTo>
                    <a:pt x="709" y="137"/>
                  </a:lnTo>
                  <a:lnTo>
                    <a:pt x="713" y="133"/>
                  </a:lnTo>
                  <a:lnTo>
                    <a:pt x="716" y="130"/>
                  </a:lnTo>
                  <a:lnTo>
                    <a:pt x="720" y="130"/>
                  </a:lnTo>
                  <a:lnTo>
                    <a:pt x="723" y="126"/>
                  </a:lnTo>
                  <a:lnTo>
                    <a:pt x="727" y="126"/>
                  </a:lnTo>
                  <a:lnTo>
                    <a:pt x="731" y="122"/>
                  </a:lnTo>
                  <a:lnTo>
                    <a:pt x="734" y="122"/>
                  </a:lnTo>
                  <a:lnTo>
                    <a:pt x="738" y="119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15"/>
                  </a:lnTo>
                  <a:lnTo>
                    <a:pt x="752" y="115"/>
                  </a:lnTo>
                  <a:lnTo>
                    <a:pt x="756" y="115"/>
                  </a:lnTo>
                  <a:lnTo>
                    <a:pt x="759" y="115"/>
                  </a:lnTo>
                  <a:lnTo>
                    <a:pt x="763" y="115"/>
                  </a:lnTo>
                  <a:lnTo>
                    <a:pt x="767" y="115"/>
                  </a:lnTo>
                  <a:lnTo>
                    <a:pt x="770" y="115"/>
                  </a:lnTo>
                  <a:lnTo>
                    <a:pt x="774" y="115"/>
                  </a:lnTo>
                  <a:lnTo>
                    <a:pt x="777" y="115"/>
                  </a:lnTo>
                  <a:lnTo>
                    <a:pt x="781" y="115"/>
                  </a:lnTo>
                  <a:lnTo>
                    <a:pt x="785" y="115"/>
                  </a:lnTo>
                  <a:lnTo>
                    <a:pt x="788" y="119"/>
                  </a:lnTo>
                  <a:lnTo>
                    <a:pt x="792" y="119"/>
                  </a:lnTo>
                  <a:lnTo>
                    <a:pt x="795" y="119"/>
                  </a:lnTo>
                  <a:lnTo>
                    <a:pt x="799" y="122"/>
                  </a:lnTo>
                  <a:lnTo>
                    <a:pt x="803" y="122"/>
                  </a:lnTo>
                  <a:lnTo>
                    <a:pt x="806" y="126"/>
                  </a:lnTo>
                  <a:lnTo>
                    <a:pt x="810" y="130"/>
                  </a:lnTo>
                  <a:lnTo>
                    <a:pt x="813" y="130"/>
                  </a:lnTo>
                  <a:lnTo>
                    <a:pt x="817" y="133"/>
                  </a:lnTo>
                  <a:lnTo>
                    <a:pt x="821" y="137"/>
                  </a:lnTo>
                  <a:lnTo>
                    <a:pt x="824" y="137"/>
                  </a:lnTo>
                  <a:lnTo>
                    <a:pt x="828" y="140"/>
                  </a:lnTo>
                  <a:lnTo>
                    <a:pt x="831" y="140"/>
                  </a:lnTo>
                  <a:lnTo>
                    <a:pt x="835" y="144"/>
                  </a:lnTo>
                  <a:lnTo>
                    <a:pt x="839" y="148"/>
                  </a:lnTo>
                  <a:lnTo>
                    <a:pt x="842" y="151"/>
                  </a:lnTo>
                  <a:lnTo>
                    <a:pt x="846" y="151"/>
                  </a:lnTo>
                  <a:lnTo>
                    <a:pt x="849" y="155"/>
                  </a:lnTo>
                  <a:lnTo>
                    <a:pt x="853" y="158"/>
                  </a:lnTo>
                  <a:lnTo>
                    <a:pt x="857" y="158"/>
                  </a:lnTo>
                  <a:lnTo>
                    <a:pt x="860" y="162"/>
                  </a:lnTo>
                  <a:lnTo>
                    <a:pt x="864" y="166"/>
                  </a:lnTo>
                  <a:lnTo>
                    <a:pt x="867" y="166"/>
                  </a:lnTo>
                  <a:lnTo>
                    <a:pt x="871" y="169"/>
                  </a:lnTo>
                  <a:lnTo>
                    <a:pt x="875" y="169"/>
                  </a:lnTo>
                  <a:lnTo>
                    <a:pt x="878" y="173"/>
                  </a:lnTo>
                  <a:lnTo>
                    <a:pt x="882" y="173"/>
                  </a:lnTo>
                  <a:lnTo>
                    <a:pt x="885" y="173"/>
                  </a:lnTo>
                  <a:lnTo>
                    <a:pt x="889" y="176"/>
                  </a:lnTo>
                  <a:lnTo>
                    <a:pt x="893" y="176"/>
                  </a:lnTo>
                  <a:lnTo>
                    <a:pt x="896" y="176"/>
                  </a:lnTo>
                  <a:lnTo>
                    <a:pt x="900" y="176"/>
                  </a:lnTo>
                  <a:lnTo>
                    <a:pt x="903" y="176"/>
                  </a:lnTo>
                  <a:lnTo>
                    <a:pt x="907" y="176"/>
                  </a:lnTo>
                  <a:lnTo>
                    <a:pt x="911" y="176"/>
                  </a:lnTo>
                  <a:lnTo>
                    <a:pt x="914" y="176"/>
                  </a:lnTo>
                  <a:lnTo>
                    <a:pt x="918" y="176"/>
                  </a:lnTo>
                  <a:lnTo>
                    <a:pt x="921" y="176"/>
                  </a:lnTo>
                  <a:lnTo>
                    <a:pt x="925" y="173"/>
                  </a:lnTo>
                  <a:lnTo>
                    <a:pt x="929" y="173"/>
                  </a:lnTo>
                  <a:lnTo>
                    <a:pt x="932" y="173"/>
                  </a:lnTo>
                  <a:lnTo>
                    <a:pt x="936" y="169"/>
                  </a:lnTo>
                  <a:lnTo>
                    <a:pt x="939" y="169"/>
                  </a:lnTo>
                  <a:lnTo>
                    <a:pt x="943" y="166"/>
                  </a:lnTo>
                  <a:lnTo>
                    <a:pt x="947" y="166"/>
                  </a:lnTo>
                  <a:lnTo>
                    <a:pt x="950" y="162"/>
                  </a:lnTo>
                  <a:lnTo>
                    <a:pt x="954" y="158"/>
                  </a:lnTo>
                  <a:lnTo>
                    <a:pt x="957" y="158"/>
                  </a:lnTo>
                  <a:lnTo>
                    <a:pt x="961" y="155"/>
                  </a:lnTo>
                  <a:lnTo>
                    <a:pt x="965" y="151"/>
                  </a:lnTo>
                  <a:lnTo>
                    <a:pt x="968" y="148"/>
                  </a:lnTo>
                  <a:lnTo>
                    <a:pt x="972" y="148"/>
                  </a:lnTo>
                  <a:lnTo>
                    <a:pt x="975" y="144"/>
                  </a:lnTo>
                  <a:lnTo>
                    <a:pt x="979" y="140"/>
                  </a:lnTo>
                  <a:lnTo>
                    <a:pt x="983" y="137"/>
                  </a:lnTo>
                  <a:lnTo>
                    <a:pt x="986" y="137"/>
                  </a:lnTo>
                  <a:lnTo>
                    <a:pt x="990" y="133"/>
                  </a:lnTo>
                  <a:lnTo>
                    <a:pt x="993" y="130"/>
                  </a:lnTo>
                  <a:lnTo>
                    <a:pt x="997" y="130"/>
                  </a:lnTo>
                  <a:lnTo>
                    <a:pt x="1001" y="126"/>
                  </a:lnTo>
                  <a:lnTo>
                    <a:pt x="1004" y="122"/>
                  </a:lnTo>
                  <a:lnTo>
                    <a:pt x="1008" y="122"/>
                  </a:lnTo>
                  <a:lnTo>
                    <a:pt x="1011" y="119"/>
                  </a:lnTo>
                  <a:lnTo>
                    <a:pt x="1015" y="119"/>
                  </a:lnTo>
                  <a:lnTo>
                    <a:pt x="1019" y="115"/>
                  </a:lnTo>
                  <a:lnTo>
                    <a:pt x="1022" y="115"/>
                  </a:lnTo>
                  <a:lnTo>
                    <a:pt x="1026" y="112"/>
                  </a:lnTo>
                  <a:lnTo>
                    <a:pt x="1029" y="112"/>
                  </a:lnTo>
                  <a:lnTo>
                    <a:pt x="1033" y="112"/>
                  </a:lnTo>
                  <a:lnTo>
                    <a:pt x="1037" y="112"/>
                  </a:lnTo>
                  <a:lnTo>
                    <a:pt x="1040" y="112"/>
                  </a:lnTo>
                  <a:lnTo>
                    <a:pt x="1044" y="112"/>
                  </a:lnTo>
                  <a:lnTo>
                    <a:pt x="1047" y="112"/>
                  </a:lnTo>
                  <a:lnTo>
                    <a:pt x="1051" y="112"/>
                  </a:lnTo>
                  <a:lnTo>
                    <a:pt x="1055" y="112"/>
                  </a:lnTo>
                  <a:lnTo>
                    <a:pt x="1058" y="112"/>
                  </a:lnTo>
                  <a:lnTo>
                    <a:pt x="1062" y="112"/>
                  </a:lnTo>
                  <a:lnTo>
                    <a:pt x="1065" y="115"/>
                  </a:lnTo>
                  <a:lnTo>
                    <a:pt x="1069" y="115"/>
                  </a:lnTo>
                  <a:lnTo>
                    <a:pt x="1073" y="115"/>
                  </a:lnTo>
                  <a:lnTo>
                    <a:pt x="1076" y="119"/>
                  </a:lnTo>
                  <a:lnTo>
                    <a:pt x="1080" y="122"/>
                  </a:lnTo>
                  <a:lnTo>
                    <a:pt x="1083" y="122"/>
                  </a:lnTo>
                  <a:lnTo>
                    <a:pt x="1087" y="126"/>
                  </a:lnTo>
                  <a:lnTo>
                    <a:pt x="1091" y="126"/>
                  </a:lnTo>
                  <a:lnTo>
                    <a:pt x="1094" y="130"/>
                  </a:lnTo>
                  <a:lnTo>
                    <a:pt x="1098" y="133"/>
                  </a:lnTo>
                  <a:lnTo>
                    <a:pt x="1101" y="133"/>
                  </a:lnTo>
                  <a:lnTo>
                    <a:pt x="1105" y="137"/>
                  </a:lnTo>
                  <a:lnTo>
                    <a:pt x="1109" y="140"/>
                  </a:lnTo>
                  <a:lnTo>
                    <a:pt x="1112" y="144"/>
                  </a:lnTo>
                  <a:lnTo>
                    <a:pt x="1116" y="148"/>
                  </a:lnTo>
                  <a:lnTo>
                    <a:pt x="1119" y="148"/>
                  </a:lnTo>
                  <a:lnTo>
                    <a:pt x="1123" y="151"/>
                  </a:lnTo>
                  <a:lnTo>
                    <a:pt x="1127" y="155"/>
                  </a:lnTo>
                  <a:lnTo>
                    <a:pt x="1130" y="158"/>
                  </a:lnTo>
                  <a:lnTo>
                    <a:pt x="1134" y="162"/>
                  </a:lnTo>
                  <a:lnTo>
                    <a:pt x="1137" y="162"/>
                  </a:lnTo>
                  <a:lnTo>
                    <a:pt x="1141" y="166"/>
                  </a:lnTo>
                  <a:lnTo>
                    <a:pt x="1145" y="169"/>
                  </a:lnTo>
                  <a:lnTo>
                    <a:pt x="1148" y="169"/>
                  </a:lnTo>
                  <a:lnTo>
                    <a:pt x="1152" y="173"/>
                  </a:lnTo>
                  <a:lnTo>
                    <a:pt x="1155" y="173"/>
                  </a:lnTo>
                  <a:lnTo>
                    <a:pt x="1159" y="176"/>
                  </a:lnTo>
                  <a:lnTo>
                    <a:pt x="1163" y="176"/>
                  </a:lnTo>
                  <a:lnTo>
                    <a:pt x="1166" y="180"/>
                  </a:lnTo>
                  <a:lnTo>
                    <a:pt x="1170" y="180"/>
                  </a:lnTo>
                  <a:lnTo>
                    <a:pt x="1173" y="180"/>
                  </a:lnTo>
                  <a:lnTo>
                    <a:pt x="1177" y="180"/>
                  </a:lnTo>
                  <a:lnTo>
                    <a:pt x="1181" y="180"/>
                  </a:lnTo>
                  <a:lnTo>
                    <a:pt x="1184" y="180"/>
                  </a:lnTo>
                  <a:lnTo>
                    <a:pt x="1188" y="180"/>
                  </a:lnTo>
                  <a:lnTo>
                    <a:pt x="1191" y="180"/>
                  </a:lnTo>
                  <a:lnTo>
                    <a:pt x="1195" y="180"/>
                  </a:lnTo>
                  <a:lnTo>
                    <a:pt x="1199" y="180"/>
                  </a:lnTo>
                  <a:lnTo>
                    <a:pt x="1202" y="180"/>
                  </a:lnTo>
                  <a:lnTo>
                    <a:pt x="1206" y="176"/>
                  </a:lnTo>
                  <a:lnTo>
                    <a:pt x="1209" y="176"/>
                  </a:lnTo>
                  <a:lnTo>
                    <a:pt x="1213" y="173"/>
                  </a:lnTo>
                  <a:lnTo>
                    <a:pt x="1217" y="173"/>
                  </a:lnTo>
                  <a:lnTo>
                    <a:pt x="1220" y="169"/>
                  </a:lnTo>
                  <a:lnTo>
                    <a:pt x="1224" y="169"/>
                  </a:lnTo>
                  <a:lnTo>
                    <a:pt x="1227" y="166"/>
                  </a:lnTo>
                  <a:lnTo>
                    <a:pt x="1231" y="162"/>
                  </a:lnTo>
                  <a:lnTo>
                    <a:pt x="1235" y="158"/>
                  </a:lnTo>
                  <a:lnTo>
                    <a:pt x="1238" y="158"/>
                  </a:lnTo>
                  <a:lnTo>
                    <a:pt x="1242" y="155"/>
                  </a:lnTo>
                  <a:lnTo>
                    <a:pt x="1245" y="151"/>
                  </a:lnTo>
                  <a:lnTo>
                    <a:pt x="1249" y="148"/>
                  </a:lnTo>
                  <a:lnTo>
                    <a:pt x="1253" y="144"/>
                  </a:lnTo>
                  <a:lnTo>
                    <a:pt x="1256" y="144"/>
                  </a:lnTo>
                  <a:lnTo>
                    <a:pt x="1260" y="140"/>
                  </a:lnTo>
                  <a:lnTo>
                    <a:pt x="1263" y="137"/>
                  </a:lnTo>
                  <a:lnTo>
                    <a:pt x="1267" y="133"/>
                  </a:lnTo>
                  <a:lnTo>
                    <a:pt x="1271" y="130"/>
                  </a:lnTo>
                  <a:lnTo>
                    <a:pt x="1274" y="126"/>
                  </a:lnTo>
                  <a:lnTo>
                    <a:pt x="1278" y="126"/>
                  </a:lnTo>
                  <a:lnTo>
                    <a:pt x="1281" y="122"/>
                  </a:lnTo>
                  <a:lnTo>
                    <a:pt x="1285" y="119"/>
                  </a:lnTo>
                  <a:lnTo>
                    <a:pt x="1289" y="119"/>
                  </a:lnTo>
                  <a:lnTo>
                    <a:pt x="1292" y="115"/>
                  </a:lnTo>
                  <a:lnTo>
                    <a:pt x="1296" y="112"/>
                  </a:lnTo>
                  <a:lnTo>
                    <a:pt x="1299" y="112"/>
                  </a:lnTo>
                  <a:lnTo>
                    <a:pt x="1303" y="112"/>
                  </a:lnTo>
                  <a:lnTo>
                    <a:pt x="1307" y="108"/>
                  </a:lnTo>
                  <a:lnTo>
                    <a:pt x="1310" y="108"/>
                  </a:lnTo>
                  <a:lnTo>
                    <a:pt x="1314" y="108"/>
                  </a:lnTo>
                  <a:lnTo>
                    <a:pt x="1317" y="108"/>
                  </a:lnTo>
                  <a:lnTo>
                    <a:pt x="1321" y="104"/>
                  </a:lnTo>
                  <a:lnTo>
                    <a:pt x="1325" y="104"/>
                  </a:lnTo>
                  <a:lnTo>
                    <a:pt x="1328" y="104"/>
                  </a:lnTo>
                  <a:lnTo>
                    <a:pt x="1332" y="108"/>
                  </a:lnTo>
                  <a:lnTo>
                    <a:pt x="1335" y="108"/>
                  </a:lnTo>
                  <a:lnTo>
                    <a:pt x="1339" y="108"/>
                  </a:lnTo>
                  <a:lnTo>
                    <a:pt x="1343" y="108"/>
                  </a:lnTo>
                  <a:lnTo>
                    <a:pt x="1346" y="112"/>
                  </a:lnTo>
                  <a:lnTo>
                    <a:pt x="1350" y="112"/>
                  </a:lnTo>
                  <a:lnTo>
                    <a:pt x="1353" y="115"/>
                  </a:lnTo>
                  <a:lnTo>
                    <a:pt x="1357" y="115"/>
                  </a:lnTo>
                  <a:lnTo>
                    <a:pt x="1361" y="119"/>
                  </a:lnTo>
                  <a:lnTo>
                    <a:pt x="1364" y="122"/>
                  </a:lnTo>
                  <a:lnTo>
                    <a:pt x="1368" y="122"/>
                  </a:lnTo>
                  <a:lnTo>
                    <a:pt x="1371" y="126"/>
                  </a:lnTo>
                  <a:lnTo>
                    <a:pt x="1375" y="130"/>
                  </a:lnTo>
                  <a:lnTo>
                    <a:pt x="1379" y="133"/>
                  </a:lnTo>
                  <a:lnTo>
                    <a:pt x="1382" y="137"/>
                  </a:lnTo>
                  <a:lnTo>
                    <a:pt x="1386" y="140"/>
                  </a:lnTo>
                  <a:lnTo>
                    <a:pt x="1389" y="144"/>
                  </a:lnTo>
                  <a:lnTo>
                    <a:pt x="1393" y="144"/>
                  </a:lnTo>
                  <a:lnTo>
                    <a:pt x="1397" y="148"/>
                  </a:lnTo>
                  <a:lnTo>
                    <a:pt x="1400" y="151"/>
                  </a:lnTo>
                  <a:lnTo>
                    <a:pt x="1404" y="155"/>
                  </a:lnTo>
                  <a:lnTo>
                    <a:pt x="1407" y="158"/>
                  </a:lnTo>
                  <a:lnTo>
                    <a:pt x="1411" y="162"/>
                  </a:lnTo>
                  <a:lnTo>
                    <a:pt x="1415" y="166"/>
                  </a:lnTo>
                  <a:lnTo>
                    <a:pt x="1418" y="166"/>
                  </a:lnTo>
                  <a:lnTo>
                    <a:pt x="1422" y="169"/>
                  </a:lnTo>
                  <a:lnTo>
                    <a:pt x="1425" y="173"/>
                  </a:lnTo>
                  <a:lnTo>
                    <a:pt x="1429" y="176"/>
                  </a:lnTo>
                  <a:lnTo>
                    <a:pt x="1433" y="176"/>
                  </a:lnTo>
                  <a:lnTo>
                    <a:pt x="1436" y="180"/>
                  </a:lnTo>
                  <a:lnTo>
                    <a:pt x="1440" y="180"/>
                  </a:lnTo>
                  <a:lnTo>
                    <a:pt x="1443" y="184"/>
                  </a:lnTo>
                  <a:lnTo>
                    <a:pt x="1447" y="184"/>
                  </a:lnTo>
                  <a:lnTo>
                    <a:pt x="1451" y="184"/>
                  </a:lnTo>
                  <a:lnTo>
                    <a:pt x="1454" y="187"/>
                  </a:lnTo>
                  <a:lnTo>
                    <a:pt x="1458" y="187"/>
                  </a:lnTo>
                  <a:lnTo>
                    <a:pt x="1461" y="187"/>
                  </a:lnTo>
                  <a:lnTo>
                    <a:pt x="1465" y="187"/>
                  </a:lnTo>
                  <a:lnTo>
                    <a:pt x="1469" y="187"/>
                  </a:lnTo>
                  <a:lnTo>
                    <a:pt x="1472" y="187"/>
                  </a:lnTo>
                  <a:lnTo>
                    <a:pt x="1476" y="184"/>
                  </a:lnTo>
                  <a:lnTo>
                    <a:pt x="1479" y="184"/>
                  </a:lnTo>
                  <a:lnTo>
                    <a:pt x="1483" y="184"/>
                  </a:lnTo>
                  <a:lnTo>
                    <a:pt x="1487" y="180"/>
                  </a:lnTo>
                  <a:lnTo>
                    <a:pt x="1490" y="180"/>
                  </a:lnTo>
                  <a:lnTo>
                    <a:pt x="1494" y="176"/>
                  </a:lnTo>
                  <a:lnTo>
                    <a:pt x="1497" y="176"/>
                  </a:lnTo>
                  <a:lnTo>
                    <a:pt x="1501" y="173"/>
                  </a:lnTo>
                  <a:lnTo>
                    <a:pt x="1505" y="169"/>
                  </a:lnTo>
                  <a:lnTo>
                    <a:pt x="1508" y="166"/>
                  </a:lnTo>
                  <a:lnTo>
                    <a:pt x="1512" y="162"/>
                  </a:lnTo>
                  <a:lnTo>
                    <a:pt x="1515" y="162"/>
                  </a:lnTo>
                  <a:lnTo>
                    <a:pt x="1519" y="158"/>
                  </a:lnTo>
                  <a:lnTo>
                    <a:pt x="1523" y="155"/>
                  </a:lnTo>
                  <a:lnTo>
                    <a:pt x="1526" y="151"/>
                  </a:lnTo>
                  <a:lnTo>
                    <a:pt x="1530" y="148"/>
                  </a:lnTo>
                  <a:lnTo>
                    <a:pt x="1533" y="144"/>
                  </a:lnTo>
                  <a:lnTo>
                    <a:pt x="1537" y="140"/>
                  </a:lnTo>
                  <a:lnTo>
                    <a:pt x="1541" y="137"/>
                  </a:lnTo>
                  <a:lnTo>
                    <a:pt x="1544" y="133"/>
                  </a:lnTo>
                  <a:lnTo>
                    <a:pt x="1548" y="130"/>
                  </a:lnTo>
                  <a:lnTo>
                    <a:pt x="1551" y="126"/>
                  </a:lnTo>
                  <a:lnTo>
                    <a:pt x="1555" y="122"/>
                  </a:lnTo>
                  <a:lnTo>
                    <a:pt x="1559" y="119"/>
                  </a:lnTo>
                  <a:lnTo>
                    <a:pt x="1562" y="119"/>
                  </a:lnTo>
                  <a:lnTo>
                    <a:pt x="1566" y="115"/>
                  </a:lnTo>
                  <a:lnTo>
                    <a:pt x="1569" y="112"/>
                  </a:lnTo>
                  <a:lnTo>
                    <a:pt x="1573" y="112"/>
                  </a:lnTo>
                  <a:lnTo>
                    <a:pt x="1577" y="108"/>
                  </a:lnTo>
                  <a:lnTo>
                    <a:pt x="1580" y="104"/>
                  </a:lnTo>
                  <a:lnTo>
                    <a:pt x="1584" y="104"/>
                  </a:lnTo>
                  <a:lnTo>
                    <a:pt x="1587" y="104"/>
                  </a:lnTo>
                  <a:lnTo>
                    <a:pt x="1591" y="101"/>
                  </a:lnTo>
                  <a:lnTo>
                    <a:pt x="1595" y="101"/>
                  </a:lnTo>
                  <a:lnTo>
                    <a:pt x="1598" y="101"/>
                  </a:lnTo>
                  <a:lnTo>
                    <a:pt x="1602" y="101"/>
                  </a:lnTo>
                  <a:lnTo>
                    <a:pt x="1605" y="101"/>
                  </a:lnTo>
                  <a:lnTo>
                    <a:pt x="1609" y="101"/>
                  </a:lnTo>
                  <a:lnTo>
                    <a:pt x="1613" y="101"/>
                  </a:lnTo>
                  <a:lnTo>
                    <a:pt x="1616" y="101"/>
                  </a:lnTo>
                  <a:lnTo>
                    <a:pt x="1620" y="104"/>
                  </a:lnTo>
                  <a:lnTo>
                    <a:pt x="1623" y="104"/>
                  </a:lnTo>
                  <a:lnTo>
                    <a:pt x="1627" y="108"/>
                  </a:lnTo>
                  <a:lnTo>
                    <a:pt x="1631" y="108"/>
                  </a:lnTo>
                  <a:lnTo>
                    <a:pt x="1634" y="112"/>
                  </a:lnTo>
                  <a:lnTo>
                    <a:pt x="1638" y="115"/>
                  </a:lnTo>
                  <a:lnTo>
                    <a:pt x="1641" y="119"/>
                  </a:lnTo>
                  <a:lnTo>
                    <a:pt x="1645" y="119"/>
                  </a:lnTo>
                  <a:lnTo>
                    <a:pt x="1649" y="122"/>
                  </a:lnTo>
                  <a:lnTo>
                    <a:pt x="1652" y="126"/>
                  </a:lnTo>
                  <a:lnTo>
                    <a:pt x="1656" y="130"/>
                  </a:lnTo>
                  <a:lnTo>
                    <a:pt x="1659" y="133"/>
                  </a:lnTo>
                  <a:lnTo>
                    <a:pt x="1663" y="137"/>
                  </a:lnTo>
                  <a:lnTo>
                    <a:pt x="1667" y="140"/>
                  </a:lnTo>
                  <a:lnTo>
                    <a:pt x="1670" y="144"/>
                  </a:lnTo>
                  <a:lnTo>
                    <a:pt x="1674" y="148"/>
                  </a:lnTo>
                  <a:lnTo>
                    <a:pt x="1677" y="151"/>
                  </a:lnTo>
                  <a:lnTo>
                    <a:pt x="1681" y="155"/>
                  </a:lnTo>
                  <a:lnTo>
                    <a:pt x="1685" y="158"/>
                  </a:lnTo>
                  <a:lnTo>
                    <a:pt x="1688" y="162"/>
                  </a:lnTo>
                  <a:lnTo>
                    <a:pt x="1692" y="166"/>
                  </a:lnTo>
                  <a:lnTo>
                    <a:pt x="1695" y="169"/>
                  </a:lnTo>
                  <a:lnTo>
                    <a:pt x="1699" y="173"/>
                  </a:lnTo>
                  <a:lnTo>
                    <a:pt x="1703" y="176"/>
                  </a:lnTo>
                  <a:lnTo>
                    <a:pt x="1706" y="176"/>
                  </a:lnTo>
                  <a:lnTo>
                    <a:pt x="1710" y="180"/>
                  </a:lnTo>
                  <a:lnTo>
                    <a:pt x="1713" y="184"/>
                  </a:lnTo>
                  <a:lnTo>
                    <a:pt x="1717" y="187"/>
                  </a:lnTo>
                  <a:lnTo>
                    <a:pt x="1721" y="187"/>
                  </a:lnTo>
                  <a:lnTo>
                    <a:pt x="1724" y="187"/>
                  </a:lnTo>
                  <a:lnTo>
                    <a:pt x="1728" y="191"/>
                  </a:lnTo>
                  <a:lnTo>
                    <a:pt x="1731" y="191"/>
                  </a:lnTo>
                  <a:lnTo>
                    <a:pt x="1735" y="191"/>
                  </a:lnTo>
                  <a:lnTo>
                    <a:pt x="1739" y="191"/>
                  </a:lnTo>
                  <a:lnTo>
                    <a:pt x="1742" y="194"/>
                  </a:lnTo>
                  <a:lnTo>
                    <a:pt x="1746" y="191"/>
                  </a:lnTo>
                  <a:lnTo>
                    <a:pt x="1749" y="191"/>
                  </a:lnTo>
                  <a:lnTo>
                    <a:pt x="1753" y="191"/>
                  </a:lnTo>
                  <a:lnTo>
                    <a:pt x="1757" y="191"/>
                  </a:lnTo>
                  <a:lnTo>
                    <a:pt x="1760" y="187"/>
                  </a:lnTo>
                  <a:lnTo>
                    <a:pt x="1764" y="187"/>
                  </a:lnTo>
                  <a:lnTo>
                    <a:pt x="1767" y="184"/>
                  </a:lnTo>
                  <a:lnTo>
                    <a:pt x="1771" y="184"/>
                  </a:lnTo>
                  <a:lnTo>
                    <a:pt x="1775" y="180"/>
                  </a:lnTo>
                  <a:lnTo>
                    <a:pt x="1778" y="176"/>
                  </a:lnTo>
                  <a:lnTo>
                    <a:pt x="1782" y="176"/>
                  </a:lnTo>
                  <a:lnTo>
                    <a:pt x="1785" y="173"/>
                  </a:lnTo>
                  <a:lnTo>
                    <a:pt x="1789" y="169"/>
                  </a:lnTo>
                  <a:lnTo>
                    <a:pt x="1793" y="166"/>
                  </a:lnTo>
                  <a:lnTo>
                    <a:pt x="1796" y="162"/>
                  </a:lnTo>
                  <a:lnTo>
                    <a:pt x="1800" y="158"/>
                  </a:lnTo>
                  <a:lnTo>
                    <a:pt x="1803" y="155"/>
                  </a:lnTo>
                  <a:lnTo>
                    <a:pt x="1807" y="151"/>
                  </a:lnTo>
                  <a:lnTo>
                    <a:pt x="1811" y="148"/>
                  </a:lnTo>
                  <a:lnTo>
                    <a:pt x="1814" y="144"/>
                  </a:lnTo>
                  <a:lnTo>
                    <a:pt x="1818" y="140"/>
                  </a:lnTo>
                  <a:lnTo>
                    <a:pt x="1821" y="137"/>
                  </a:lnTo>
                  <a:lnTo>
                    <a:pt x="1821" y="133"/>
                  </a:lnTo>
                  <a:lnTo>
                    <a:pt x="1825" y="130"/>
                  </a:lnTo>
                  <a:lnTo>
                    <a:pt x="1829" y="126"/>
                  </a:lnTo>
                  <a:lnTo>
                    <a:pt x="1832" y="122"/>
                  </a:lnTo>
                  <a:lnTo>
                    <a:pt x="1836" y="119"/>
                  </a:lnTo>
                  <a:lnTo>
                    <a:pt x="1839" y="115"/>
                  </a:lnTo>
                  <a:lnTo>
                    <a:pt x="1843" y="112"/>
                  </a:lnTo>
                  <a:lnTo>
                    <a:pt x="1847" y="108"/>
                  </a:lnTo>
                  <a:lnTo>
                    <a:pt x="1850" y="104"/>
                  </a:lnTo>
                  <a:lnTo>
                    <a:pt x="1854" y="104"/>
                  </a:lnTo>
                  <a:lnTo>
                    <a:pt x="1857" y="101"/>
                  </a:lnTo>
                  <a:lnTo>
                    <a:pt x="1861" y="97"/>
                  </a:lnTo>
                  <a:lnTo>
                    <a:pt x="1865" y="97"/>
                  </a:lnTo>
                  <a:lnTo>
                    <a:pt x="1868" y="97"/>
                  </a:lnTo>
                  <a:lnTo>
                    <a:pt x="1872" y="94"/>
                  </a:lnTo>
                  <a:lnTo>
                    <a:pt x="1875" y="94"/>
                  </a:lnTo>
                  <a:lnTo>
                    <a:pt x="1879" y="94"/>
                  </a:lnTo>
                  <a:lnTo>
                    <a:pt x="1883" y="94"/>
                  </a:lnTo>
                  <a:lnTo>
                    <a:pt x="1886" y="94"/>
                  </a:lnTo>
                  <a:lnTo>
                    <a:pt x="1890" y="94"/>
                  </a:lnTo>
                  <a:lnTo>
                    <a:pt x="1893" y="94"/>
                  </a:lnTo>
                  <a:lnTo>
                    <a:pt x="1897" y="97"/>
                  </a:lnTo>
                  <a:lnTo>
                    <a:pt x="1901" y="97"/>
                  </a:lnTo>
                  <a:lnTo>
                    <a:pt x="1904" y="101"/>
                  </a:lnTo>
                  <a:lnTo>
                    <a:pt x="1908" y="101"/>
                  </a:lnTo>
                  <a:lnTo>
                    <a:pt x="1911" y="104"/>
                  </a:lnTo>
                  <a:lnTo>
                    <a:pt x="1915" y="108"/>
                  </a:lnTo>
                  <a:lnTo>
                    <a:pt x="1919" y="112"/>
                  </a:lnTo>
                  <a:lnTo>
                    <a:pt x="1922" y="115"/>
                  </a:lnTo>
                  <a:lnTo>
                    <a:pt x="1926" y="119"/>
                  </a:lnTo>
                  <a:lnTo>
                    <a:pt x="1929" y="122"/>
                  </a:lnTo>
                  <a:lnTo>
                    <a:pt x="1933" y="126"/>
                  </a:lnTo>
                  <a:lnTo>
                    <a:pt x="1937" y="130"/>
                  </a:lnTo>
                  <a:lnTo>
                    <a:pt x="1940" y="133"/>
                  </a:lnTo>
                  <a:lnTo>
                    <a:pt x="1944" y="137"/>
                  </a:lnTo>
                  <a:lnTo>
                    <a:pt x="1947" y="140"/>
                  </a:lnTo>
                  <a:lnTo>
                    <a:pt x="1951" y="144"/>
                  </a:lnTo>
                  <a:lnTo>
                    <a:pt x="1955" y="148"/>
                  </a:lnTo>
                  <a:lnTo>
                    <a:pt x="1958" y="151"/>
                  </a:lnTo>
                  <a:lnTo>
                    <a:pt x="1958" y="155"/>
                  </a:lnTo>
                  <a:lnTo>
                    <a:pt x="1962" y="158"/>
                  </a:lnTo>
                  <a:lnTo>
                    <a:pt x="1965" y="162"/>
                  </a:lnTo>
                  <a:lnTo>
                    <a:pt x="1969" y="166"/>
                  </a:lnTo>
                  <a:lnTo>
                    <a:pt x="1973" y="169"/>
                  </a:lnTo>
                  <a:lnTo>
                    <a:pt x="1976" y="173"/>
                  </a:lnTo>
                  <a:lnTo>
                    <a:pt x="1980" y="176"/>
                  </a:lnTo>
                  <a:lnTo>
                    <a:pt x="1983" y="180"/>
                  </a:lnTo>
                  <a:lnTo>
                    <a:pt x="1987" y="184"/>
                  </a:lnTo>
                  <a:lnTo>
                    <a:pt x="1991" y="187"/>
                  </a:lnTo>
                  <a:lnTo>
                    <a:pt x="1994" y="191"/>
                  </a:lnTo>
                  <a:lnTo>
                    <a:pt x="1998" y="194"/>
                  </a:lnTo>
                  <a:lnTo>
                    <a:pt x="2001" y="194"/>
                  </a:lnTo>
                  <a:lnTo>
                    <a:pt x="2005" y="198"/>
                  </a:lnTo>
                  <a:lnTo>
                    <a:pt x="2009" y="198"/>
                  </a:lnTo>
                  <a:lnTo>
                    <a:pt x="2012" y="202"/>
                  </a:lnTo>
                  <a:lnTo>
                    <a:pt x="2016" y="202"/>
                  </a:lnTo>
                  <a:lnTo>
                    <a:pt x="2019" y="202"/>
                  </a:lnTo>
                  <a:lnTo>
                    <a:pt x="2023" y="202"/>
                  </a:lnTo>
                  <a:lnTo>
                    <a:pt x="2027" y="202"/>
                  </a:lnTo>
                  <a:lnTo>
                    <a:pt x="2030" y="202"/>
                  </a:lnTo>
                  <a:lnTo>
                    <a:pt x="2034" y="198"/>
                  </a:lnTo>
                  <a:lnTo>
                    <a:pt x="2037" y="198"/>
                  </a:lnTo>
                  <a:lnTo>
                    <a:pt x="2041" y="194"/>
                  </a:lnTo>
                  <a:lnTo>
                    <a:pt x="2045" y="194"/>
                  </a:lnTo>
                  <a:lnTo>
                    <a:pt x="2048" y="191"/>
                  </a:lnTo>
                  <a:lnTo>
                    <a:pt x="2052" y="187"/>
                  </a:lnTo>
                  <a:lnTo>
                    <a:pt x="2055" y="184"/>
                  </a:lnTo>
                  <a:lnTo>
                    <a:pt x="2059" y="180"/>
                  </a:lnTo>
                  <a:lnTo>
                    <a:pt x="2063" y="176"/>
                  </a:lnTo>
                  <a:lnTo>
                    <a:pt x="2066" y="173"/>
                  </a:lnTo>
                  <a:lnTo>
                    <a:pt x="2070" y="169"/>
                  </a:lnTo>
                  <a:lnTo>
                    <a:pt x="2073" y="166"/>
                  </a:lnTo>
                  <a:lnTo>
                    <a:pt x="2077" y="162"/>
                  </a:lnTo>
                  <a:lnTo>
                    <a:pt x="2081" y="158"/>
                  </a:lnTo>
                  <a:lnTo>
                    <a:pt x="2084" y="155"/>
                  </a:lnTo>
                  <a:lnTo>
                    <a:pt x="2088" y="151"/>
                  </a:lnTo>
                  <a:lnTo>
                    <a:pt x="2088" y="148"/>
                  </a:lnTo>
                  <a:lnTo>
                    <a:pt x="2091" y="144"/>
                  </a:lnTo>
                  <a:lnTo>
                    <a:pt x="2095" y="140"/>
                  </a:lnTo>
                  <a:lnTo>
                    <a:pt x="2099" y="137"/>
                  </a:lnTo>
                  <a:lnTo>
                    <a:pt x="2099" y="133"/>
                  </a:lnTo>
                  <a:lnTo>
                    <a:pt x="2102" y="130"/>
                  </a:lnTo>
                  <a:lnTo>
                    <a:pt x="2106" y="126"/>
                  </a:lnTo>
                  <a:lnTo>
                    <a:pt x="2109" y="122"/>
                  </a:lnTo>
                  <a:lnTo>
                    <a:pt x="2113" y="119"/>
                  </a:lnTo>
                  <a:lnTo>
                    <a:pt x="2113" y="115"/>
                  </a:lnTo>
                  <a:lnTo>
                    <a:pt x="2117" y="112"/>
                  </a:lnTo>
                  <a:lnTo>
                    <a:pt x="2120" y="108"/>
                  </a:lnTo>
                  <a:lnTo>
                    <a:pt x="2124" y="104"/>
                  </a:lnTo>
                  <a:lnTo>
                    <a:pt x="2127" y="101"/>
                  </a:lnTo>
                  <a:lnTo>
                    <a:pt x="2131" y="97"/>
                  </a:lnTo>
                  <a:lnTo>
                    <a:pt x="2135" y="94"/>
                  </a:lnTo>
                  <a:lnTo>
                    <a:pt x="2138" y="90"/>
                  </a:lnTo>
                  <a:lnTo>
                    <a:pt x="2142" y="90"/>
                  </a:lnTo>
                  <a:lnTo>
                    <a:pt x="2145" y="86"/>
                  </a:lnTo>
                  <a:lnTo>
                    <a:pt x="2149" y="86"/>
                  </a:lnTo>
                  <a:lnTo>
                    <a:pt x="2153" y="86"/>
                  </a:lnTo>
                  <a:lnTo>
                    <a:pt x="2156" y="83"/>
                  </a:lnTo>
                  <a:lnTo>
                    <a:pt x="2160" y="83"/>
                  </a:lnTo>
                  <a:lnTo>
                    <a:pt x="2163" y="83"/>
                  </a:lnTo>
                  <a:lnTo>
                    <a:pt x="2167" y="83"/>
                  </a:lnTo>
                  <a:lnTo>
                    <a:pt x="2171" y="86"/>
                  </a:lnTo>
                  <a:lnTo>
                    <a:pt x="2174" y="86"/>
                  </a:lnTo>
                  <a:lnTo>
                    <a:pt x="2178" y="86"/>
                  </a:lnTo>
                  <a:lnTo>
                    <a:pt x="2181" y="90"/>
                  </a:lnTo>
                  <a:lnTo>
                    <a:pt x="2185" y="94"/>
                  </a:lnTo>
                  <a:lnTo>
                    <a:pt x="2189" y="97"/>
                  </a:lnTo>
                  <a:lnTo>
                    <a:pt x="2192" y="101"/>
                  </a:lnTo>
                  <a:lnTo>
                    <a:pt x="2196" y="101"/>
                  </a:lnTo>
                  <a:lnTo>
                    <a:pt x="2199" y="104"/>
                  </a:lnTo>
                  <a:lnTo>
                    <a:pt x="2203" y="108"/>
                  </a:lnTo>
                  <a:lnTo>
                    <a:pt x="2207" y="112"/>
                  </a:lnTo>
                  <a:lnTo>
                    <a:pt x="2210" y="115"/>
                  </a:lnTo>
                  <a:lnTo>
                    <a:pt x="2210" y="119"/>
                  </a:lnTo>
                  <a:lnTo>
                    <a:pt x="2214" y="122"/>
                  </a:lnTo>
                  <a:lnTo>
                    <a:pt x="2217" y="126"/>
                  </a:lnTo>
                  <a:lnTo>
                    <a:pt x="2221" y="130"/>
                  </a:lnTo>
                  <a:lnTo>
                    <a:pt x="2225" y="133"/>
                  </a:lnTo>
                  <a:lnTo>
                    <a:pt x="2225" y="137"/>
                  </a:lnTo>
                  <a:lnTo>
                    <a:pt x="2228" y="140"/>
                  </a:lnTo>
                  <a:lnTo>
                    <a:pt x="2232" y="144"/>
                  </a:lnTo>
                  <a:lnTo>
                    <a:pt x="2232" y="148"/>
                  </a:lnTo>
                  <a:lnTo>
                    <a:pt x="2235" y="151"/>
                  </a:lnTo>
                  <a:lnTo>
                    <a:pt x="2235" y="155"/>
                  </a:lnTo>
                  <a:lnTo>
                    <a:pt x="2239" y="158"/>
                  </a:lnTo>
                  <a:lnTo>
                    <a:pt x="2243" y="162"/>
                  </a:lnTo>
                  <a:lnTo>
                    <a:pt x="2246" y="166"/>
                  </a:lnTo>
                  <a:lnTo>
                    <a:pt x="2250" y="169"/>
                  </a:lnTo>
                  <a:lnTo>
                    <a:pt x="2250" y="173"/>
                  </a:lnTo>
                  <a:lnTo>
                    <a:pt x="2253" y="176"/>
                  </a:lnTo>
                  <a:lnTo>
                    <a:pt x="2257" y="180"/>
                  </a:lnTo>
                  <a:lnTo>
                    <a:pt x="2261" y="184"/>
                  </a:lnTo>
                  <a:lnTo>
                    <a:pt x="2261" y="187"/>
                  </a:lnTo>
                  <a:lnTo>
                    <a:pt x="2264" y="191"/>
                  </a:lnTo>
                  <a:lnTo>
                    <a:pt x="2268" y="194"/>
                  </a:lnTo>
                  <a:lnTo>
                    <a:pt x="2271" y="198"/>
                  </a:lnTo>
                  <a:lnTo>
                    <a:pt x="2275" y="202"/>
                  </a:lnTo>
                  <a:lnTo>
                    <a:pt x="2279" y="205"/>
                  </a:lnTo>
                  <a:lnTo>
                    <a:pt x="2282" y="209"/>
                  </a:lnTo>
                  <a:lnTo>
                    <a:pt x="2286" y="209"/>
                  </a:lnTo>
                  <a:lnTo>
                    <a:pt x="2289" y="209"/>
                  </a:lnTo>
                  <a:lnTo>
                    <a:pt x="2293" y="212"/>
                  </a:lnTo>
                  <a:lnTo>
                    <a:pt x="2297" y="212"/>
                  </a:lnTo>
                  <a:lnTo>
                    <a:pt x="2300" y="212"/>
                  </a:lnTo>
                  <a:lnTo>
                    <a:pt x="2304" y="212"/>
                  </a:lnTo>
                  <a:lnTo>
                    <a:pt x="2307" y="212"/>
                  </a:lnTo>
                  <a:lnTo>
                    <a:pt x="2311" y="212"/>
                  </a:lnTo>
                  <a:lnTo>
                    <a:pt x="2315" y="209"/>
                  </a:lnTo>
                  <a:lnTo>
                    <a:pt x="2318" y="209"/>
                  </a:lnTo>
                  <a:lnTo>
                    <a:pt x="2322" y="205"/>
                  </a:lnTo>
                  <a:lnTo>
                    <a:pt x="2325" y="202"/>
                  </a:lnTo>
                  <a:lnTo>
                    <a:pt x="2329" y="198"/>
                  </a:lnTo>
                  <a:lnTo>
                    <a:pt x="2333" y="194"/>
                  </a:lnTo>
                  <a:lnTo>
                    <a:pt x="2336" y="191"/>
                  </a:lnTo>
                  <a:lnTo>
                    <a:pt x="2340" y="187"/>
                  </a:lnTo>
                  <a:lnTo>
                    <a:pt x="2343" y="184"/>
                  </a:lnTo>
                  <a:lnTo>
                    <a:pt x="2347" y="180"/>
                  </a:lnTo>
                  <a:lnTo>
                    <a:pt x="2351" y="176"/>
                  </a:lnTo>
                  <a:lnTo>
                    <a:pt x="2351" y="173"/>
                  </a:lnTo>
                  <a:lnTo>
                    <a:pt x="2354" y="169"/>
                  </a:lnTo>
                  <a:lnTo>
                    <a:pt x="2358" y="166"/>
                  </a:lnTo>
                  <a:lnTo>
                    <a:pt x="2361" y="162"/>
                  </a:lnTo>
                  <a:lnTo>
                    <a:pt x="2361" y="158"/>
                  </a:lnTo>
                  <a:lnTo>
                    <a:pt x="2365" y="155"/>
                  </a:lnTo>
                  <a:lnTo>
                    <a:pt x="2365" y="151"/>
                  </a:lnTo>
                  <a:lnTo>
                    <a:pt x="2369" y="148"/>
                  </a:lnTo>
                  <a:lnTo>
                    <a:pt x="2372" y="144"/>
                  </a:lnTo>
                  <a:lnTo>
                    <a:pt x="2372" y="140"/>
                  </a:lnTo>
                  <a:lnTo>
                    <a:pt x="2376" y="137"/>
                  </a:lnTo>
                  <a:lnTo>
                    <a:pt x="2379" y="133"/>
                  </a:lnTo>
                  <a:lnTo>
                    <a:pt x="2379" y="130"/>
                  </a:lnTo>
                  <a:lnTo>
                    <a:pt x="2383" y="126"/>
                  </a:lnTo>
                  <a:lnTo>
                    <a:pt x="2383" y="122"/>
                  </a:lnTo>
                  <a:lnTo>
                    <a:pt x="2387" y="119"/>
                  </a:lnTo>
                  <a:lnTo>
                    <a:pt x="2390" y="115"/>
                  </a:lnTo>
                  <a:lnTo>
                    <a:pt x="2390" y="112"/>
                  </a:lnTo>
                  <a:lnTo>
                    <a:pt x="2394" y="108"/>
                  </a:lnTo>
                  <a:lnTo>
                    <a:pt x="2397" y="104"/>
                  </a:lnTo>
                  <a:lnTo>
                    <a:pt x="2397" y="101"/>
                  </a:lnTo>
                  <a:lnTo>
                    <a:pt x="2401" y="97"/>
                  </a:lnTo>
                  <a:lnTo>
                    <a:pt x="2405" y="94"/>
                  </a:lnTo>
                  <a:lnTo>
                    <a:pt x="2408" y="90"/>
                  </a:lnTo>
                  <a:lnTo>
                    <a:pt x="2412" y="86"/>
                  </a:lnTo>
                  <a:lnTo>
                    <a:pt x="2415" y="83"/>
                  </a:lnTo>
                  <a:lnTo>
                    <a:pt x="2419" y="79"/>
                  </a:lnTo>
                  <a:lnTo>
                    <a:pt x="2423" y="76"/>
                  </a:lnTo>
                  <a:lnTo>
                    <a:pt x="2426" y="72"/>
                  </a:lnTo>
                  <a:lnTo>
                    <a:pt x="2430" y="72"/>
                  </a:lnTo>
                  <a:lnTo>
                    <a:pt x="2433" y="68"/>
                  </a:lnTo>
                  <a:lnTo>
                    <a:pt x="2437" y="68"/>
                  </a:lnTo>
                  <a:lnTo>
                    <a:pt x="2441" y="68"/>
                  </a:lnTo>
                  <a:lnTo>
                    <a:pt x="2444" y="68"/>
                  </a:lnTo>
                  <a:lnTo>
                    <a:pt x="2448" y="72"/>
                  </a:lnTo>
                  <a:lnTo>
                    <a:pt x="2451" y="72"/>
                  </a:lnTo>
                  <a:lnTo>
                    <a:pt x="2455" y="72"/>
                  </a:lnTo>
                  <a:lnTo>
                    <a:pt x="2459" y="76"/>
                  </a:lnTo>
                  <a:lnTo>
                    <a:pt x="2462" y="79"/>
                  </a:lnTo>
                  <a:lnTo>
                    <a:pt x="2466" y="83"/>
                  </a:lnTo>
                  <a:lnTo>
                    <a:pt x="2469" y="86"/>
                  </a:lnTo>
                  <a:lnTo>
                    <a:pt x="2473" y="90"/>
                  </a:lnTo>
                  <a:lnTo>
                    <a:pt x="2477" y="94"/>
                  </a:lnTo>
                  <a:lnTo>
                    <a:pt x="2480" y="97"/>
                  </a:lnTo>
                  <a:lnTo>
                    <a:pt x="2484" y="101"/>
                  </a:lnTo>
                  <a:lnTo>
                    <a:pt x="2484" y="104"/>
                  </a:lnTo>
                  <a:lnTo>
                    <a:pt x="2487" y="108"/>
                  </a:lnTo>
                  <a:lnTo>
                    <a:pt x="2491" y="112"/>
                  </a:lnTo>
                  <a:lnTo>
                    <a:pt x="2491" y="115"/>
                  </a:lnTo>
                  <a:lnTo>
                    <a:pt x="2495" y="119"/>
                  </a:lnTo>
                  <a:lnTo>
                    <a:pt x="2495" y="122"/>
                  </a:lnTo>
                  <a:lnTo>
                    <a:pt x="2498" y="126"/>
                  </a:lnTo>
                  <a:lnTo>
                    <a:pt x="2502" y="130"/>
                  </a:lnTo>
                  <a:lnTo>
                    <a:pt x="2502" y="133"/>
                  </a:lnTo>
                  <a:lnTo>
                    <a:pt x="2505" y="137"/>
                  </a:lnTo>
                  <a:lnTo>
                    <a:pt x="2505" y="140"/>
                  </a:lnTo>
                  <a:lnTo>
                    <a:pt x="2509" y="144"/>
                  </a:lnTo>
                  <a:lnTo>
                    <a:pt x="2509" y="148"/>
                  </a:lnTo>
                  <a:lnTo>
                    <a:pt x="2513" y="151"/>
                  </a:lnTo>
                  <a:lnTo>
                    <a:pt x="2513" y="155"/>
                  </a:lnTo>
                  <a:lnTo>
                    <a:pt x="2516" y="158"/>
                  </a:lnTo>
                  <a:lnTo>
                    <a:pt x="2520" y="162"/>
                  </a:lnTo>
                  <a:lnTo>
                    <a:pt x="2520" y="166"/>
                  </a:lnTo>
                  <a:lnTo>
                    <a:pt x="2523" y="169"/>
                  </a:lnTo>
                  <a:lnTo>
                    <a:pt x="2523" y="173"/>
                  </a:lnTo>
                  <a:lnTo>
                    <a:pt x="2527" y="176"/>
                  </a:lnTo>
                  <a:lnTo>
                    <a:pt x="2527" y="180"/>
                  </a:lnTo>
                  <a:lnTo>
                    <a:pt x="2531" y="184"/>
                  </a:lnTo>
                  <a:lnTo>
                    <a:pt x="2534" y="187"/>
                  </a:lnTo>
                  <a:lnTo>
                    <a:pt x="2534" y="191"/>
                  </a:lnTo>
                  <a:lnTo>
                    <a:pt x="2538" y="194"/>
                  </a:lnTo>
                  <a:lnTo>
                    <a:pt x="2541" y="198"/>
                  </a:lnTo>
                  <a:lnTo>
                    <a:pt x="2541" y="202"/>
                  </a:lnTo>
                  <a:lnTo>
                    <a:pt x="2545" y="205"/>
                  </a:lnTo>
                  <a:lnTo>
                    <a:pt x="2549" y="209"/>
                  </a:lnTo>
                  <a:lnTo>
                    <a:pt x="2552" y="212"/>
                  </a:lnTo>
                  <a:lnTo>
                    <a:pt x="2556" y="216"/>
                  </a:lnTo>
                  <a:lnTo>
                    <a:pt x="2559" y="220"/>
                  </a:lnTo>
                  <a:lnTo>
                    <a:pt x="2563" y="223"/>
                  </a:lnTo>
                  <a:lnTo>
                    <a:pt x="2567" y="227"/>
                  </a:lnTo>
                  <a:lnTo>
                    <a:pt x="2570" y="230"/>
                  </a:lnTo>
                  <a:lnTo>
                    <a:pt x="2574" y="230"/>
                  </a:lnTo>
                  <a:lnTo>
                    <a:pt x="2577" y="230"/>
                  </a:lnTo>
                  <a:lnTo>
                    <a:pt x="2581" y="230"/>
                  </a:lnTo>
                  <a:lnTo>
                    <a:pt x="2585" y="230"/>
                  </a:lnTo>
                  <a:lnTo>
                    <a:pt x="2588" y="230"/>
                  </a:lnTo>
                  <a:lnTo>
                    <a:pt x="2592" y="227"/>
                  </a:lnTo>
                  <a:lnTo>
                    <a:pt x="2595" y="227"/>
                  </a:lnTo>
                  <a:lnTo>
                    <a:pt x="2599" y="223"/>
                  </a:lnTo>
                  <a:lnTo>
                    <a:pt x="2603" y="220"/>
                  </a:lnTo>
                  <a:lnTo>
                    <a:pt x="2606" y="216"/>
                  </a:lnTo>
                  <a:lnTo>
                    <a:pt x="2610" y="212"/>
                  </a:lnTo>
                  <a:lnTo>
                    <a:pt x="2613" y="209"/>
                  </a:lnTo>
                  <a:lnTo>
                    <a:pt x="2617" y="205"/>
                  </a:lnTo>
                  <a:lnTo>
                    <a:pt x="2617" y="202"/>
                  </a:lnTo>
                  <a:lnTo>
                    <a:pt x="2621" y="198"/>
                  </a:lnTo>
                  <a:lnTo>
                    <a:pt x="2624" y="194"/>
                  </a:lnTo>
                  <a:lnTo>
                    <a:pt x="2624" y="191"/>
                  </a:lnTo>
                  <a:lnTo>
                    <a:pt x="2628" y="187"/>
                  </a:lnTo>
                  <a:lnTo>
                    <a:pt x="2628" y="184"/>
                  </a:lnTo>
                  <a:lnTo>
                    <a:pt x="2631" y="180"/>
                  </a:lnTo>
                  <a:lnTo>
                    <a:pt x="2631" y="176"/>
                  </a:lnTo>
                  <a:lnTo>
                    <a:pt x="2635" y="173"/>
                  </a:lnTo>
                  <a:lnTo>
                    <a:pt x="2639" y="169"/>
                  </a:lnTo>
                  <a:lnTo>
                    <a:pt x="2639" y="166"/>
                  </a:lnTo>
                  <a:lnTo>
                    <a:pt x="2639" y="162"/>
                  </a:lnTo>
                  <a:lnTo>
                    <a:pt x="2642" y="158"/>
                  </a:lnTo>
                  <a:lnTo>
                    <a:pt x="2642" y="155"/>
                  </a:lnTo>
                  <a:lnTo>
                    <a:pt x="2646" y="151"/>
                  </a:lnTo>
                  <a:lnTo>
                    <a:pt x="2646" y="148"/>
                  </a:lnTo>
                  <a:lnTo>
                    <a:pt x="2649" y="144"/>
                  </a:lnTo>
                  <a:lnTo>
                    <a:pt x="2649" y="140"/>
                  </a:lnTo>
                  <a:lnTo>
                    <a:pt x="2653" y="137"/>
                  </a:lnTo>
                  <a:lnTo>
                    <a:pt x="2653" y="133"/>
                  </a:lnTo>
                  <a:lnTo>
                    <a:pt x="2657" y="130"/>
                  </a:lnTo>
                  <a:lnTo>
                    <a:pt x="2657" y="126"/>
                  </a:lnTo>
                  <a:lnTo>
                    <a:pt x="2660" y="122"/>
                  </a:lnTo>
                  <a:lnTo>
                    <a:pt x="2660" y="119"/>
                  </a:lnTo>
                  <a:lnTo>
                    <a:pt x="2664" y="115"/>
                  </a:lnTo>
                  <a:lnTo>
                    <a:pt x="2664" y="112"/>
                  </a:lnTo>
                  <a:lnTo>
                    <a:pt x="2667" y="108"/>
                  </a:lnTo>
                  <a:lnTo>
                    <a:pt x="2667" y="104"/>
                  </a:lnTo>
                  <a:lnTo>
                    <a:pt x="2671" y="101"/>
                  </a:lnTo>
                  <a:lnTo>
                    <a:pt x="2671" y="97"/>
                  </a:lnTo>
                  <a:lnTo>
                    <a:pt x="2675" y="94"/>
                  </a:lnTo>
                  <a:lnTo>
                    <a:pt x="2675" y="90"/>
                  </a:lnTo>
                  <a:lnTo>
                    <a:pt x="2678" y="86"/>
                  </a:lnTo>
                  <a:lnTo>
                    <a:pt x="2682" y="83"/>
                  </a:lnTo>
                  <a:lnTo>
                    <a:pt x="2682" y="79"/>
                  </a:lnTo>
                  <a:lnTo>
                    <a:pt x="2685" y="76"/>
                  </a:lnTo>
                  <a:lnTo>
                    <a:pt x="2685" y="72"/>
                  </a:lnTo>
                  <a:lnTo>
                    <a:pt x="2689" y="68"/>
                  </a:lnTo>
                  <a:lnTo>
                    <a:pt x="2693" y="65"/>
                  </a:lnTo>
                  <a:lnTo>
                    <a:pt x="2696" y="61"/>
                  </a:lnTo>
                  <a:lnTo>
                    <a:pt x="2700" y="58"/>
                  </a:lnTo>
                  <a:lnTo>
                    <a:pt x="2703" y="54"/>
                  </a:lnTo>
                  <a:lnTo>
                    <a:pt x="2707" y="50"/>
                  </a:lnTo>
                  <a:lnTo>
                    <a:pt x="2711" y="47"/>
                  </a:lnTo>
                  <a:lnTo>
                    <a:pt x="2714" y="47"/>
                  </a:lnTo>
                  <a:lnTo>
                    <a:pt x="2718" y="47"/>
                  </a:lnTo>
                  <a:lnTo>
                    <a:pt x="2721" y="47"/>
                  </a:lnTo>
                  <a:lnTo>
                    <a:pt x="2725" y="47"/>
                  </a:lnTo>
                  <a:lnTo>
                    <a:pt x="2729" y="47"/>
                  </a:lnTo>
                  <a:lnTo>
                    <a:pt x="2732" y="50"/>
                  </a:lnTo>
                  <a:lnTo>
                    <a:pt x="2736" y="54"/>
                  </a:lnTo>
                  <a:lnTo>
                    <a:pt x="2739" y="58"/>
                  </a:lnTo>
                  <a:lnTo>
                    <a:pt x="2743" y="61"/>
                  </a:lnTo>
                  <a:lnTo>
                    <a:pt x="2747" y="65"/>
                  </a:lnTo>
                  <a:lnTo>
                    <a:pt x="2750" y="68"/>
                  </a:lnTo>
                  <a:lnTo>
                    <a:pt x="2754" y="72"/>
                  </a:lnTo>
                  <a:lnTo>
                    <a:pt x="2754" y="76"/>
                  </a:lnTo>
                  <a:lnTo>
                    <a:pt x="2757" y="79"/>
                  </a:lnTo>
                  <a:lnTo>
                    <a:pt x="2761" y="83"/>
                  </a:lnTo>
                  <a:lnTo>
                    <a:pt x="2761" y="86"/>
                  </a:lnTo>
                  <a:lnTo>
                    <a:pt x="2765" y="90"/>
                  </a:lnTo>
                  <a:lnTo>
                    <a:pt x="2765" y="94"/>
                  </a:lnTo>
                  <a:lnTo>
                    <a:pt x="2768" y="97"/>
                  </a:lnTo>
                  <a:lnTo>
                    <a:pt x="2768" y="101"/>
                  </a:lnTo>
                  <a:lnTo>
                    <a:pt x="2772" y="104"/>
                  </a:lnTo>
                  <a:lnTo>
                    <a:pt x="2772" y="108"/>
                  </a:lnTo>
                  <a:lnTo>
                    <a:pt x="2775" y="112"/>
                  </a:lnTo>
                  <a:lnTo>
                    <a:pt x="2775" y="115"/>
                  </a:lnTo>
                  <a:lnTo>
                    <a:pt x="2775" y="119"/>
                  </a:lnTo>
                  <a:lnTo>
                    <a:pt x="2779" y="122"/>
                  </a:lnTo>
                  <a:lnTo>
                    <a:pt x="2779" y="126"/>
                  </a:lnTo>
                  <a:lnTo>
                    <a:pt x="2779" y="130"/>
                  </a:lnTo>
                  <a:lnTo>
                    <a:pt x="2783" y="133"/>
                  </a:lnTo>
                  <a:lnTo>
                    <a:pt x="2786" y="137"/>
                  </a:lnTo>
                  <a:lnTo>
                    <a:pt x="2786" y="140"/>
                  </a:lnTo>
                  <a:lnTo>
                    <a:pt x="2786" y="144"/>
                  </a:lnTo>
                  <a:lnTo>
                    <a:pt x="2790" y="148"/>
                  </a:lnTo>
                  <a:lnTo>
                    <a:pt x="2790" y="151"/>
                  </a:lnTo>
                  <a:lnTo>
                    <a:pt x="2793" y="155"/>
                  </a:lnTo>
                  <a:lnTo>
                    <a:pt x="2793" y="158"/>
                  </a:lnTo>
                  <a:lnTo>
                    <a:pt x="2793" y="162"/>
                  </a:lnTo>
                  <a:lnTo>
                    <a:pt x="2797" y="166"/>
                  </a:lnTo>
                  <a:lnTo>
                    <a:pt x="2797" y="169"/>
                  </a:lnTo>
                  <a:lnTo>
                    <a:pt x="2797" y="173"/>
                  </a:lnTo>
                  <a:lnTo>
                    <a:pt x="2801" y="176"/>
                  </a:lnTo>
                  <a:lnTo>
                    <a:pt x="2801" y="180"/>
                  </a:lnTo>
                  <a:lnTo>
                    <a:pt x="2804" y="184"/>
                  </a:lnTo>
                  <a:lnTo>
                    <a:pt x="2804" y="187"/>
                  </a:lnTo>
                  <a:lnTo>
                    <a:pt x="2808" y="191"/>
                  </a:lnTo>
                  <a:lnTo>
                    <a:pt x="2808" y="194"/>
                  </a:lnTo>
                  <a:lnTo>
                    <a:pt x="2811" y="198"/>
                  </a:lnTo>
                  <a:lnTo>
                    <a:pt x="2811" y="202"/>
                  </a:lnTo>
                  <a:lnTo>
                    <a:pt x="2811" y="205"/>
                  </a:lnTo>
                  <a:lnTo>
                    <a:pt x="2815" y="209"/>
                  </a:lnTo>
                  <a:lnTo>
                    <a:pt x="2819" y="212"/>
                  </a:lnTo>
                  <a:lnTo>
                    <a:pt x="2819" y="216"/>
                  </a:lnTo>
                  <a:lnTo>
                    <a:pt x="2819" y="220"/>
                  </a:lnTo>
                  <a:lnTo>
                    <a:pt x="2822" y="223"/>
                  </a:lnTo>
                  <a:lnTo>
                    <a:pt x="2822" y="227"/>
                  </a:lnTo>
                  <a:lnTo>
                    <a:pt x="2826" y="230"/>
                  </a:lnTo>
                  <a:lnTo>
                    <a:pt x="2829" y="234"/>
                  </a:lnTo>
                  <a:lnTo>
                    <a:pt x="2829" y="238"/>
                  </a:lnTo>
                  <a:lnTo>
                    <a:pt x="2833" y="241"/>
                  </a:lnTo>
                  <a:lnTo>
                    <a:pt x="2837" y="245"/>
                  </a:lnTo>
                  <a:lnTo>
                    <a:pt x="2840" y="248"/>
                  </a:lnTo>
                  <a:lnTo>
                    <a:pt x="2840" y="252"/>
                  </a:lnTo>
                  <a:lnTo>
                    <a:pt x="2844" y="256"/>
                  </a:lnTo>
                  <a:lnTo>
                    <a:pt x="2847" y="259"/>
                  </a:lnTo>
                  <a:lnTo>
                    <a:pt x="2851" y="259"/>
                  </a:lnTo>
                  <a:lnTo>
                    <a:pt x="2855" y="263"/>
                  </a:lnTo>
                  <a:lnTo>
                    <a:pt x="2858" y="263"/>
                  </a:lnTo>
                  <a:lnTo>
                    <a:pt x="2862" y="263"/>
                  </a:lnTo>
                  <a:lnTo>
                    <a:pt x="2865" y="259"/>
                  </a:lnTo>
                  <a:lnTo>
                    <a:pt x="2869" y="259"/>
                  </a:lnTo>
                  <a:lnTo>
                    <a:pt x="2873" y="256"/>
                  </a:lnTo>
                  <a:lnTo>
                    <a:pt x="2876" y="252"/>
                  </a:lnTo>
                  <a:lnTo>
                    <a:pt x="2880" y="248"/>
                  </a:lnTo>
                  <a:lnTo>
                    <a:pt x="2883" y="245"/>
                  </a:lnTo>
                  <a:lnTo>
                    <a:pt x="2887" y="241"/>
                  </a:lnTo>
                  <a:lnTo>
                    <a:pt x="2891" y="238"/>
                  </a:lnTo>
                  <a:lnTo>
                    <a:pt x="2891" y="234"/>
                  </a:lnTo>
                  <a:lnTo>
                    <a:pt x="2894" y="230"/>
                  </a:lnTo>
                  <a:lnTo>
                    <a:pt x="2894" y="227"/>
                  </a:lnTo>
                  <a:lnTo>
                    <a:pt x="2898" y="223"/>
                  </a:lnTo>
                  <a:lnTo>
                    <a:pt x="2898" y="220"/>
                  </a:lnTo>
                  <a:lnTo>
                    <a:pt x="2901" y="216"/>
                  </a:lnTo>
                  <a:lnTo>
                    <a:pt x="2901" y="212"/>
                  </a:lnTo>
                  <a:lnTo>
                    <a:pt x="2905" y="209"/>
                  </a:lnTo>
                  <a:lnTo>
                    <a:pt x="2905" y="205"/>
                  </a:lnTo>
                  <a:lnTo>
                    <a:pt x="2905" y="202"/>
                  </a:lnTo>
                  <a:lnTo>
                    <a:pt x="2909" y="198"/>
                  </a:lnTo>
                  <a:lnTo>
                    <a:pt x="2909" y="194"/>
                  </a:lnTo>
                  <a:lnTo>
                    <a:pt x="2909" y="191"/>
                  </a:lnTo>
                  <a:lnTo>
                    <a:pt x="2912" y="187"/>
                  </a:lnTo>
                  <a:lnTo>
                    <a:pt x="2912" y="184"/>
                  </a:lnTo>
                  <a:lnTo>
                    <a:pt x="2916" y="180"/>
                  </a:lnTo>
                  <a:lnTo>
                    <a:pt x="2916" y="176"/>
                  </a:lnTo>
                  <a:lnTo>
                    <a:pt x="2916" y="173"/>
                  </a:lnTo>
                  <a:lnTo>
                    <a:pt x="2919" y="169"/>
                  </a:lnTo>
                  <a:lnTo>
                    <a:pt x="2919" y="166"/>
                  </a:lnTo>
                  <a:lnTo>
                    <a:pt x="2923" y="162"/>
                  </a:lnTo>
                  <a:lnTo>
                    <a:pt x="2923" y="158"/>
                  </a:lnTo>
                  <a:lnTo>
                    <a:pt x="2923" y="151"/>
                  </a:lnTo>
                  <a:lnTo>
                    <a:pt x="2927" y="148"/>
                  </a:lnTo>
                  <a:lnTo>
                    <a:pt x="2927" y="144"/>
                  </a:lnTo>
                  <a:lnTo>
                    <a:pt x="2927" y="140"/>
                  </a:lnTo>
                  <a:lnTo>
                    <a:pt x="2930" y="137"/>
                  </a:lnTo>
                  <a:lnTo>
                    <a:pt x="2930" y="133"/>
                  </a:lnTo>
                  <a:lnTo>
                    <a:pt x="2934" y="130"/>
                  </a:lnTo>
                  <a:lnTo>
                    <a:pt x="2934" y="126"/>
                  </a:lnTo>
                  <a:lnTo>
                    <a:pt x="2934" y="119"/>
                  </a:lnTo>
                  <a:lnTo>
                    <a:pt x="2937" y="115"/>
                  </a:lnTo>
                  <a:lnTo>
                    <a:pt x="2937" y="112"/>
                  </a:lnTo>
                  <a:lnTo>
                    <a:pt x="2941" y="108"/>
                  </a:lnTo>
                  <a:lnTo>
                    <a:pt x="2941" y="104"/>
                  </a:lnTo>
                  <a:lnTo>
                    <a:pt x="2941" y="101"/>
                  </a:lnTo>
                  <a:lnTo>
                    <a:pt x="2945" y="97"/>
                  </a:lnTo>
                  <a:lnTo>
                    <a:pt x="2945" y="94"/>
                  </a:lnTo>
                  <a:lnTo>
                    <a:pt x="2948" y="90"/>
                  </a:lnTo>
                  <a:lnTo>
                    <a:pt x="2948" y="86"/>
                  </a:lnTo>
                  <a:lnTo>
                    <a:pt x="2948" y="79"/>
                  </a:lnTo>
                  <a:lnTo>
                    <a:pt x="2952" y="76"/>
                  </a:lnTo>
                  <a:lnTo>
                    <a:pt x="2952" y="72"/>
                  </a:lnTo>
                  <a:lnTo>
                    <a:pt x="2952" y="68"/>
                  </a:lnTo>
                  <a:lnTo>
                    <a:pt x="2955" y="65"/>
                  </a:lnTo>
                  <a:lnTo>
                    <a:pt x="2955" y="61"/>
                  </a:lnTo>
                  <a:lnTo>
                    <a:pt x="2959" y="58"/>
                  </a:lnTo>
                  <a:lnTo>
                    <a:pt x="2959" y="54"/>
                  </a:lnTo>
                  <a:lnTo>
                    <a:pt x="2963" y="50"/>
                  </a:lnTo>
                  <a:lnTo>
                    <a:pt x="2963" y="47"/>
                  </a:lnTo>
                  <a:lnTo>
                    <a:pt x="2966" y="43"/>
                  </a:lnTo>
                  <a:lnTo>
                    <a:pt x="2966" y="40"/>
                  </a:lnTo>
                  <a:lnTo>
                    <a:pt x="2966" y="36"/>
                  </a:lnTo>
                  <a:lnTo>
                    <a:pt x="2970" y="32"/>
                  </a:lnTo>
                  <a:lnTo>
                    <a:pt x="2970" y="29"/>
                  </a:lnTo>
                  <a:lnTo>
                    <a:pt x="2973" y="25"/>
                  </a:lnTo>
                  <a:lnTo>
                    <a:pt x="2977" y="22"/>
                  </a:lnTo>
                  <a:lnTo>
                    <a:pt x="2977" y="18"/>
                  </a:lnTo>
                  <a:lnTo>
                    <a:pt x="2981" y="14"/>
                  </a:lnTo>
                  <a:lnTo>
                    <a:pt x="2984" y="11"/>
                  </a:lnTo>
                  <a:lnTo>
                    <a:pt x="2988" y="7"/>
                  </a:lnTo>
                  <a:lnTo>
                    <a:pt x="2991" y="4"/>
                  </a:lnTo>
                  <a:lnTo>
                    <a:pt x="2995" y="4"/>
                  </a:lnTo>
                  <a:lnTo>
                    <a:pt x="2999" y="0"/>
                  </a:lnTo>
                  <a:lnTo>
                    <a:pt x="3002" y="4"/>
                  </a:lnTo>
                  <a:lnTo>
                    <a:pt x="3006" y="4"/>
                  </a:lnTo>
                  <a:lnTo>
                    <a:pt x="3009" y="7"/>
                  </a:lnTo>
                  <a:lnTo>
                    <a:pt x="3013" y="11"/>
                  </a:lnTo>
                  <a:lnTo>
                    <a:pt x="3017" y="14"/>
                  </a:lnTo>
                  <a:lnTo>
                    <a:pt x="3020" y="18"/>
                  </a:lnTo>
                  <a:lnTo>
                    <a:pt x="3024" y="22"/>
                  </a:lnTo>
                  <a:lnTo>
                    <a:pt x="3027" y="25"/>
                  </a:lnTo>
                  <a:lnTo>
                    <a:pt x="3027" y="29"/>
                  </a:lnTo>
                  <a:lnTo>
                    <a:pt x="3027" y="32"/>
                  </a:lnTo>
                  <a:lnTo>
                    <a:pt x="3031" y="36"/>
                  </a:lnTo>
                  <a:lnTo>
                    <a:pt x="3035" y="40"/>
                  </a:lnTo>
                  <a:lnTo>
                    <a:pt x="3035" y="43"/>
                  </a:lnTo>
                  <a:lnTo>
                    <a:pt x="3035" y="47"/>
                  </a:lnTo>
                  <a:lnTo>
                    <a:pt x="3038" y="50"/>
                  </a:lnTo>
                  <a:lnTo>
                    <a:pt x="3038" y="54"/>
                  </a:lnTo>
                  <a:lnTo>
                    <a:pt x="3038" y="58"/>
                  </a:lnTo>
                  <a:lnTo>
                    <a:pt x="3042" y="61"/>
                  </a:lnTo>
                  <a:lnTo>
                    <a:pt x="3042" y="65"/>
                  </a:lnTo>
                  <a:lnTo>
                    <a:pt x="3045" y="72"/>
                  </a:lnTo>
                  <a:lnTo>
                    <a:pt x="3045" y="76"/>
                  </a:lnTo>
                  <a:lnTo>
                    <a:pt x="3045" y="79"/>
                  </a:lnTo>
                  <a:lnTo>
                    <a:pt x="3049" y="83"/>
                  </a:lnTo>
                  <a:lnTo>
                    <a:pt x="3049" y="86"/>
                  </a:lnTo>
                  <a:lnTo>
                    <a:pt x="3053" y="94"/>
                  </a:lnTo>
                  <a:lnTo>
                    <a:pt x="3053" y="97"/>
                  </a:lnTo>
                  <a:lnTo>
                    <a:pt x="3053" y="101"/>
                  </a:lnTo>
                  <a:lnTo>
                    <a:pt x="3056" y="104"/>
                  </a:lnTo>
                  <a:lnTo>
                    <a:pt x="3056" y="112"/>
                  </a:lnTo>
                  <a:lnTo>
                    <a:pt x="3056" y="115"/>
                  </a:lnTo>
                  <a:lnTo>
                    <a:pt x="3060" y="119"/>
                  </a:lnTo>
                  <a:lnTo>
                    <a:pt x="3060" y="126"/>
                  </a:lnTo>
                  <a:lnTo>
                    <a:pt x="3063" y="130"/>
                  </a:lnTo>
                  <a:lnTo>
                    <a:pt x="3063" y="133"/>
                  </a:lnTo>
                  <a:lnTo>
                    <a:pt x="3063" y="140"/>
                  </a:lnTo>
                  <a:lnTo>
                    <a:pt x="3067" y="144"/>
                  </a:lnTo>
                  <a:lnTo>
                    <a:pt x="3067" y="151"/>
                  </a:lnTo>
                  <a:lnTo>
                    <a:pt x="3071" y="155"/>
                  </a:lnTo>
                  <a:lnTo>
                    <a:pt x="3071" y="158"/>
                  </a:lnTo>
                  <a:lnTo>
                    <a:pt x="3071" y="166"/>
                  </a:lnTo>
                  <a:lnTo>
                    <a:pt x="3074" y="169"/>
                  </a:lnTo>
                  <a:lnTo>
                    <a:pt x="3074" y="176"/>
                  </a:lnTo>
                  <a:lnTo>
                    <a:pt x="3078" y="180"/>
                  </a:lnTo>
                  <a:lnTo>
                    <a:pt x="3078" y="187"/>
                  </a:lnTo>
                  <a:lnTo>
                    <a:pt x="3078" y="191"/>
                  </a:lnTo>
                  <a:lnTo>
                    <a:pt x="3081" y="194"/>
                  </a:lnTo>
                  <a:lnTo>
                    <a:pt x="3081" y="202"/>
                  </a:lnTo>
                  <a:lnTo>
                    <a:pt x="3081" y="205"/>
                  </a:lnTo>
                  <a:lnTo>
                    <a:pt x="3085" y="212"/>
                  </a:lnTo>
                  <a:lnTo>
                    <a:pt x="3085" y="216"/>
                  </a:lnTo>
                  <a:lnTo>
                    <a:pt x="3089" y="220"/>
                  </a:lnTo>
                  <a:lnTo>
                    <a:pt x="3089" y="227"/>
                  </a:lnTo>
                  <a:lnTo>
                    <a:pt x="3089" y="230"/>
                  </a:lnTo>
                  <a:lnTo>
                    <a:pt x="3092" y="234"/>
                  </a:lnTo>
                  <a:lnTo>
                    <a:pt x="3092" y="241"/>
                  </a:lnTo>
                  <a:lnTo>
                    <a:pt x="3096" y="245"/>
                  </a:lnTo>
                  <a:lnTo>
                    <a:pt x="3096" y="248"/>
                  </a:lnTo>
                  <a:lnTo>
                    <a:pt x="3096" y="252"/>
                  </a:lnTo>
                  <a:lnTo>
                    <a:pt x="3099" y="259"/>
                  </a:lnTo>
                  <a:lnTo>
                    <a:pt x="3099" y="263"/>
                  </a:lnTo>
                  <a:lnTo>
                    <a:pt x="3099" y="266"/>
                  </a:lnTo>
                  <a:lnTo>
                    <a:pt x="3103" y="270"/>
                  </a:lnTo>
                  <a:lnTo>
                    <a:pt x="3103" y="274"/>
                  </a:lnTo>
                  <a:lnTo>
                    <a:pt x="3107" y="277"/>
                  </a:lnTo>
                  <a:lnTo>
                    <a:pt x="3107" y="281"/>
                  </a:lnTo>
                  <a:lnTo>
                    <a:pt x="3107" y="284"/>
                  </a:lnTo>
                  <a:lnTo>
                    <a:pt x="3110" y="288"/>
                  </a:lnTo>
                  <a:lnTo>
                    <a:pt x="3110" y="292"/>
                  </a:lnTo>
                  <a:lnTo>
                    <a:pt x="3114" y="295"/>
                  </a:lnTo>
                  <a:lnTo>
                    <a:pt x="3114" y="299"/>
                  </a:lnTo>
                  <a:lnTo>
                    <a:pt x="3114" y="302"/>
                  </a:lnTo>
                  <a:lnTo>
                    <a:pt x="3117" y="306"/>
                  </a:lnTo>
                  <a:lnTo>
                    <a:pt x="3121" y="310"/>
                  </a:lnTo>
                  <a:lnTo>
                    <a:pt x="3121" y="313"/>
                  </a:lnTo>
                  <a:lnTo>
                    <a:pt x="3125" y="317"/>
                  </a:lnTo>
                  <a:lnTo>
                    <a:pt x="3125" y="320"/>
                  </a:lnTo>
                  <a:lnTo>
                    <a:pt x="3128" y="324"/>
                  </a:lnTo>
                  <a:lnTo>
                    <a:pt x="3132" y="328"/>
                  </a:lnTo>
                  <a:lnTo>
                    <a:pt x="3135" y="328"/>
                  </a:lnTo>
                  <a:lnTo>
                    <a:pt x="3139" y="331"/>
                  </a:lnTo>
                  <a:lnTo>
                    <a:pt x="3143" y="328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2" name="Freeform 140"/>
            <p:cNvSpPr>
              <a:spLocks/>
            </p:cNvSpPr>
            <p:nvPr/>
          </p:nvSpPr>
          <p:spPr bwMode="auto">
            <a:xfrm>
              <a:off x="3892" y="1048"/>
              <a:ext cx="478" cy="2462"/>
            </a:xfrm>
            <a:custGeom>
              <a:avLst/>
              <a:gdLst/>
              <a:ahLst/>
              <a:cxnLst>
                <a:cxn ang="0">
                  <a:pos x="14" y="2196"/>
                </a:cxn>
                <a:cxn ang="0">
                  <a:pos x="21" y="2178"/>
                </a:cxn>
                <a:cxn ang="0">
                  <a:pos x="28" y="2160"/>
                </a:cxn>
                <a:cxn ang="0">
                  <a:pos x="36" y="2138"/>
                </a:cxn>
                <a:cxn ang="0">
                  <a:pos x="43" y="2113"/>
                </a:cxn>
                <a:cxn ang="0">
                  <a:pos x="50" y="2081"/>
                </a:cxn>
                <a:cxn ang="0">
                  <a:pos x="57" y="2052"/>
                </a:cxn>
                <a:cxn ang="0">
                  <a:pos x="64" y="2016"/>
                </a:cxn>
                <a:cxn ang="0">
                  <a:pos x="72" y="1983"/>
                </a:cxn>
                <a:cxn ang="0">
                  <a:pos x="79" y="1947"/>
                </a:cxn>
                <a:cxn ang="0">
                  <a:pos x="86" y="1915"/>
                </a:cxn>
                <a:cxn ang="0">
                  <a:pos x="93" y="1883"/>
                </a:cxn>
                <a:cxn ang="0">
                  <a:pos x="100" y="1854"/>
                </a:cxn>
                <a:cxn ang="0">
                  <a:pos x="108" y="1825"/>
                </a:cxn>
                <a:cxn ang="0">
                  <a:pos x="111" y="1803"/>
                </a:cxn>
                <a:cxn ang="0">
                  <a:pos x="118" y="1785"/>
                </a:cxn>
                <a:cxn ang="0">
                  <a:pos x="133" y="1767"/>
                </a:cxn>
                <a:cxn ang="0">
                  <a:pos x="151" y="1775"/>
                </a:cxn>
                <a:cxn ang="0">
                  <a:pos x="158" y="1793"/>
                </a:cxn>
                <a:cxn ang="0">
                  <a:pos x="165" y="1818"/>
                </a:cxn>
                <a:cxn ang="0">
                  <a:pos x="172" y="1847"/>
                </a:cxn>
                <a:cxn ang="0">
                  <a:pos x="180" y="1879"/>
                </a:cxn>
                <a:cxn ang="0">
                  <a:pos x="187" y="1922"/>
                </a:cxn>
                <a:cxn ang="0">
                  <a:pos x="194" y="1965"/>
                </a:cxn>
                <a:cxn ang="0">
                  <a:pos x="201" y="2012"/>
                </a:cxn>
                <a:cxn ang="0">
                  <a:pos x="208" y="2066"/>
                </a:cxn>
                <a:cxn ang="0">
                  <a:pos x="216" y="2117"/>
                </a:cxn>
                <a:cxn ang="0">
                  <a:pos x="223" y="2171"/>
                </a:cxn>
                <a:cxn ang="0">
                  <a:pos x="230" y="2225"/>
                </a:cxn>
                <a:cxn ang="0">
                  <a:pos x="237" y="2275"/>
                </a:cxn>
                <a:cxn ang="0">
                  <a:pos x="241" y="2322"/>
                </a:cxn>
                <a:cxn ang="0">
                  <a:pos x="248" y="2365"/>
                </a:cxn>
                <a:cxn ang="0">
                  <a:pos x="255" y="2401"/>
                </a:cxn>
                <a:cxn ang="0">
                  <a:pos x="262" y="2430"/>
                </a:cxn>
                <a:cxn ang="0">
                  <a:pos x="273" y="2451"/>
                </a:cxn>
                <a:cxn ang="0">
                  <a:pos x="288" y="2459"/>
                </a:cxn>
                <a:cxn ang="0">
                  <a:pos x="295" y="2441"/>
                </a:cxn>
                <a:cxn ang="0">
                  <a:pos x="302" y="2412"/>
                </a:cxn>
                <a:cxn ang="0">
                  <a:pos x="309" y="2369"/>
                </a:cxn>
                <a:cxn ang="0">
                  <a:pos x="316" y="2315"/>
                </a:cxn>
                <a:cxn ang="0">
                  <a:pos x="324" y="2250"/>
                </a:cxn>
                <a:cxn ang="0">
                  <a:pos x="331" y="2171"/>
                </a:cxn>
                <a:cxn ang="0">
                  <a:pos x="338" y="2084"/>
                </a:cxn>
                <a:cxn ang="0">
                  <a:pos x="345" y="1983"/>
                </a:cxn>
                <a:cxn ang="0">
                  <a:pos x="352" y="1872"/>
                </a:cxn>
                <a:cxn ang="0">
                  <a:pos x="360" y="1753"/>
                </a:cxn>
                <a:cxn ang="0">
                  <a:pos x="367" y="1631"/>
                </a:cxn>
                <a:cxn ang="0">
                  <a:pos x="370" y="1497"/>
                </a:cxn>
                <a:cxn ang="0">
                  <a:pos x="378" y="1361"/>
                </a:cxn>
                <a:cxn ang="0">
                  <a:pos x="385" y="1224"/>
                </a:cxn>
                <a:cxn ang="0">
                  <a:pos x="392" y="1087"/>
                </a:cxn>
                <a:cxn ang="0">
                  <a:pos x="399" y="950"/>
                </a:cxn>
                <a:cxn ang="0">
                  <a:pos x="406" y="813"/>
                </a:cxn>
                <a:cxn ang="0">
                  <a:pos x="414" y="684"/>
                </a:cxn>
                <a:cxn ang="0">
                  <a:pos x="421" y="562"/>
                </a:cxn>
                <a:cxn ang="0">
                  <a:pos x="428" y="450"/>
                </a:cxn>
                <a:cxn ang="0">
                  <a:pos x="435" y="346"/>
                </a:cxn>
                <a:cxn ang="0">
                  <a:pos x="442" y="252"/>
                </a:cxn>
                <a:cxn ang="0">
                  <a:pos x="450" y="173"/>
                </a:cxn>
                <a:cxn ang="0">
                  <a:pos x="457" y="108"/>
                </a:cxn>
                <a:cxn ang="0">
                  <a:pos x="464" y="58"/>
                </a:cxn>
                <a:cxn ang="0">
                  <a:pos x="471" y="22"/>
                </a:cxn>
                <a:cxn ang="0">
                  <a:pos x="478" y="4"/>
                </a:cxn>
              </a:cxnLst>
              <a:rect l="0" t="0" r="r" b="b"/>
              <a:pathLst>
                <a:path w="478" h="2462">
                  <a:moveTo>
                    <a:pt x="0" y="2207"/>
                  </a:moveTo>
                  <a:lnTo>
                    <a:pt x="3" y="2207"/>
                  </a:lnTo>
                  <a:lnTo>
                    <a:pt x="7" y="2203"/>
                  </a:lnTo>
                  <a:lnTo>
                    <a:pt x="10" y="2199"/>
                  </a:lnTo>
                  <a:lnTo>
                    <a:pt x="14" y="2196"/>
                  </a:lnTo>
                  <a:lnTo>
                    <a:pt x="14" y="2192"/>
                  </a:lnTo>
                  <a:lnTo>
                    <a:pt x="18" y="2189"/>
                  </a:lnTo>
                  <a:lnTo>
                    <a:pt x="21" y="2185"/>
                  </a:lnTo>
                  <a:lnTo>
                    <a:pt x="21" y="2181"/>
                  </a:lnTo>
                  <a:lnTo>
                    <a:pt x="21" y="2178"/>
                  </a:lnTo>
                  <a:lnTo>
                    <a:pt x="25" y="2174"/>
                  </a:lnTo>
                  <a:lnTo>
                    <a:pt x="25" y="2171"/>
                  </a:lnTo>
                  <a:lnTo>
                    <a:pt x="25" y="2167"/>
                  </a:lnTo>
                  <a:lnTo>
                    <a:pt x="28" y="2163"/>
                  </a:lnTo>
                  <a:lnTo>
                    <a:pt x="28" y="2160"/>
                  </a:lnTo>
                  <a:lnTo>
                    <a:pt x="32" y="2156"/>
                  </a:lnTo>
                  <a:lnTo>
                    <a:pt x="32" y="2153"/>
                  </a:lnTo>
                  <a:lnTo>
                    <a:pt x="32" y="2145"/>
                  </a:lnTo>
                  <a:lnTo>
                    <a:pt x="36" y="2142"/>
                  </a:lnTo>
                  <a:lnTo>
                    <a:pt x="36" y="2138"/>
                  </a:lnTo>
                  <a:lnTo>
                    <a:pt x="39" y="2131"/>
                  </a:lnTo>
                  <a:lnTo>
                    <a:pt x="39" y="2127"/>
                  </a:lnTo>
                  <a:lnTo>
                    <a:pt x="39" y="2124"/>
                  </a:lnTo>
                  <a:lnTo>
                    <a:pt x="43" y="2117"/>
                  </a:lnTo>
                  <a:lnTo>
                    <a:pt x="43" y="2113"/>
                  </a:lnTo>
                  <a:lnTo>
                    <a:pt x="43" y="2106"/>
                  </a:lnTo>
                  <a:lnTo>
                    <a:pt x="46" y="2099"/>
                  </a:lnTo>
                  <a:lnTo>
                    <a:pt x="46" y="2095"/>
                  </a:lnTo>
                  <a:lnTo>
                    <a:pt x="50" y="2088"/>
                  </a:lnTo>
                  <a:lnTo>
                    <a:pt x="50" y="2081"/>
                  </a:lnTo>
                  <a:lnTo>
                    <a:pt x="50" y="2077"/>
                  </a:lnTo>
                  <a:lnTo>
                    <a:pt x="54" y="2070"/>
                  </a:lnTo>
                  <a:lnTo>
                    <a:pt x="54" y="2063"/>
                  </a:lnTo>
                  <a:lnTo>
                    <a:pt x="57" y="2055"/>
                  </a:lnTo>
                  <a:lnTo>
                    <a:pt x="57" y="2052"/>
                  </a:lnTo>
                  <a:lnTo>
                    <a:pt x="57" y="2045"/>
                  </a:lnTo>
                  <a:lnTo>
                    <a:pt x="61" y="2037"/>
                  </a:lnTo>
                  <a:lnTo>
                    <a:pt x="61" y="2030"/>
                  </a:lnTo>
                  <a:lnTo>
                    <a:pt x="64" y="2023"/>
                  </a:lnTo>
                  <a:lnTo>
                    <a:pt x="64" y="2016"/>
                  </a:lnTo>
                  <a:lnTo>
                    <a:pt x="64" y="2009"/>
                  </a:lnTo>
                  <a:lnTo>
                    <a:pt x="68" y="2005"/>
                  </a:lnTo>
                  <a:lnTo>
                    <a:pt x="68" y="1998"/>
                  </a:lnTo>
                  <a:lnTo>
                    <a:pt x="68" y="1991"/>
                  </a:lnTo>
                  <a:lnTo>
                    <a:pt x="72" y="1983"/>
                  </a:lnTo>
                  <a:lnTo>
                    <a:pt x="72" y="1976"/>
                  </a:lnTo>
                  <a:lnTo>
                    <a:pt x="75" y="1969"/>
                  </a:lnTo>
                  <a:lnTo>
                    <a:pt x="75" y="1962"/>
                  </a:lnTo>
                  <a:lnTo>
                    <a:pt x="75" y="1955"/>
                  </a:lnTo>
                  <a:lnTo>
                    <a:pt x="79" y="1947"/>
                  </a:lnTo>
                  <a:lnTo>
                    <a:pt x="79" y="1940"/>
                  </a:lnTo>
                  <a:lnTo>
                    <a:pt x="82" y="1937"/>
                  </a:lnTo>
                  <a:lnTo>
                    <a:pt x="82" y="1929"/>
                  </a:lnTo>
                  <a:lnTo>
                    <a:pt x="82" y="1922"/>
                  </a:lnTo>
                  <a:lnTo>
                    <a:pt x="86" y="1915"/>
                  </a:lnTo>
                  <a:lnTo>
                    <a:pt x="86" y="1908"/>
                  </a:lnTo>
                  <a:lnTo>
                    <a:pt x="90" y="1901"/>
                  </a:lnTo>
                  <a:lnTo>
                    <a:pt x="90" y="1893"/>
                  </a:lnTo>
                  <a:lnTo>
                    <a:pt x="90" y="1890"/>
                  </a:lnTo>
                  <a:lnTo>
                    <a:pt x="93" y="1883"/>
                  </a:lnTo>
                  <a:lnTo>
                    <a:pt x="93" y="1875"/>
                  </a:lnTo>
                  <a:lnTo>
                    <a:pt x="93" y="1872"/>
                  </a:lnTo>
                  <a:lnTo>
                    <a:pt x="97" y="1865"/>
                  </a:lnTo>
                  <a:lnTo>
                    <a:pt x="97" y="1857"/>
                  </a:lnTo>
                  <a:lnTo>
                    <a:pt x="100" y="1854"/>
                  </a:lnTo>
                  <a:lnTo>
                    <a:pt x="100" y="1847"/>
                  </a:lnTo>
                  <a:lnTo>
                    <a:pt x="100" y="1843"/>
                  </a:lnTo>
                  <a:lnTo>
                    <a:pt x="104" y="1836"/>
                  </a:lnTo>
                  <a:lnTo>
                    <a:pt x="104" y="1832"/>
                  </a:lnTo>
                  <a:lnTo>
                    <a:pt x="108" y="1825"/>
                  </a:lnTo>
                  <a:lnTo>
                    <a:pt x="108" y="1821"/>
                  </a:lnTo>
                  <a:lnTo>
                    <a:pt x="108" y="1818"/>
                  </a:lnTo>
                  <a:lnTo>
                    <a:pt x="111" y="1811"/>
                  </a:lnTo>
                  <a:lnTo>
                    <a:pt x="111" y="1807"/>
                  </a:lnTo>
                  <a:lnTo>
                    <a:pt x="111" y="1803"/>
                  </a:lnTo>
                  <a:lnTo>
                    <a:pt x="115" y="1800"/>
                  </a:lnTo>
                  <a:lnTo>
                    <a:pt x="115" y="1796"/>
                  </a:lnTo>
                  <a:lnTo>
                    <a:pt x="118" y="1793"/>
                  </a:lnTo>
                  <a:lnTo>
                    <a:pt x="118" y="1789"/>
                  </a:lnTo>
                  <a:lnTo>
                    <a:pt x="118" y="1785"/>
                  </a:lnTo>
                  <a:lnTo>
                    <a:pt x="122" y="1782"/>
                  </a:lnTo>
                  <a:lnTo>
                    <a:pt x="126" y="1778"/>
                  </a:lnTo>
                  <a:lnTo>
                    <a:pt x="126" y="1775"/>
                  </a:lnTo>
                  <a:lnTo>
                    <a:pt x="129" y="1771"/>
                  </a:lnTo>
                  <a:lnTo>
                    <a:pt x="133" y="1767"/>
                  </a:lnTo>
                  <a:lnTo>
                    <a:pt x="136" y="1764"/>
                  </a:lnTo>
                  <a:lnTo>
                    <a:pt x="140" y="1764"/>
                  </a:lnTo>
                  <a:lnTo>
                    <a:pt x="144" y="1767"/>
                  </a:lnTo>
                  <a:lnTo>
                    <a:pt x="147" y="1771"/>
                  </a:lnTo>
                  <a:lnTo>
                    <a:pt x="151" y="1775"/>
                  </a:lnTo>
                  <a:lnTo>
                    <a:pt x="154" y="1778"/>
                  </a:lnTo>
                  <a:lnTo>
                    <a:pt x="154" y="1782"/>
                  </a:lnTo>
                  <a:lnTo>
                    <a:pt x="154" y="1785"/>
                  </a:lnTo>
                  <a:lnTo>
                    <a:pt x="158" y="1789"/>
                  </a:lnTo>
                  <a:lnTo>
                    <a:pt x="158" y="1793"/>
                  </a:lnTo>
                  <a:lnTo>
                    <a:pt x="162" y="1796"/>
                  </a:lnTo>
                  <a:lnTo>
                    <a:pt x="162" y="1803"/>
                  </a:lnTo>
                  <a:lnTo>
                    <a:pt x="162" y="1807"/>
                  </a:lnTo>
                  <a:lnTo>
                    <a:pt x="165" y="1811"/>
                  </a:lnTo>
                  <a:lnTo>
                    <a:pt x="165" y="1818"/>
                  </a:lnTo>
                  <a:lnTo>
                    <a:pt x="169" y="1821"/>
                  </a:lnTo>
                  <a:lnTo>
                    <a:pt x="169" y="1829"/>
                  </a:lnTo>
                  <a:lnTo>
                    <a:pt x="169" y="1832"/>
                  </a:lnTo>
                  <a:lnTo>
                    <a:pt x="172" y="1839"/>
                  </a:lnTo>
                  <a:lnTo>
                    <a:pt x="172" y="1847"/>
                  </a:lnTo>
                  <a:lnTo>
                    <a:pt x="176" y="1850"/>
                  </a:lnTo>
                  <a:lnTo>
                    <a:pt x="176" y="1857"/>
                  </a:lnTo>
                  <a:lnTo>
                    <a:pt x="176" y="1865"/>
                  </a:lnTo>
                  <a:lnTo>
                    <a:pt x="180" y="1872"/>
                  </a:lnTo>
                  <a:lnTo>
                    <a:pt x="180" y="1879"/>
                  </a:lnTo>
                  <a:lnTo>
                    <a:pt x="180" y="1886"/>
                  </a:lnTo>
                  <a:lnTo>
                    <a:pt x="183" y="1897"/>
                  </a:lnTo>
                  <a:lnTo>
                    <a:pt x="183" y="1904"/>
                  </a:lnTo>
                  <a:lnTo>
                    <a:pt x="187" y="1911"/>
                  </a:lnTo>
                  <a:lnTo>
                    <a:pt x="187" y="1922"/>
                  </a:lnTo>
                  <a:lnTo>
                    <a:pt x="187" y="1929"/>
                  </a:lnTo>
                  <a:lnTo>
                    <a:pt x="190" y="1937"/>
                  </a:lnTo>
                  <a:lnTo>
                    <a:pt x="190" y="1947"/>
                  </a:lnTo>
                  <a:lnTo>
                    <a:pt x="194" y="1955"/>
                  </a:lnTo>
                  <a:lnTo>
                    <a:pt x="194" y="1965"/>
                  </a:lnTo>
                  <a:lnTo>
                    <a:pt x="194" y="1976"/>
                  </a:lnTo>
                  <a:lnTo>
                    <a:pt x="198" y="1983"/>
                  </a:lnTo>
                  <a:lnTo>
                    <a:pt x="198" y="1994"/>
                  </a:lnTo>
                  <a:lnTo>
                    <a:pt x="198" y="2005"/>
                  </a:lnTo>
                  <a:lnTo>
                    <a:pt x="201" y="2012"/>
                  </a:lnTo>
                  <a:lnTo>
                    <a:pt x="201" y="2023"/>
                  </a:lnTo>
                  <a:lnTo>
                    <a:pt x="205" y="2034"/>
                  </a:lnTo>
                  <a:lnTo>
                    <a:pt x="205" y="2045"/>
                  </a:lnTo>
                  <a:lnTo>
                    <a:pt x="205" y="2055"/>
                  </a:lnTo>
                  <a:lnTo>
                    <a:pt x="208" y="2066"/>
                  </a:lnTo>
                  <a:lnTo>
                    <a:pt x="208" y="2077"/>
                  </a:lnTo>
                  <a:lnTo>
                    <a:pt x="212" y="2088"/>
                  </a:lnTo>
                  <a:lnTo>
                    <a:pt x="212" y="2095"/>
                  </a:lnTo>
                  <a:lnTo>
                    <a:pt x="212" y="2106"/>
                  </a:lnTo>
                  <a:lnTo>
                    <a:pt x="216" y="2117"/>
                  </a:lnTo>
                  <a:lnTo>
                    <a:pt x="216" y="2127"/>
                  </a:lnTo>
                  <a:lnTo>
                    <a:pt x="219" y="2138"/>
                  </a:lnTo>
                  <a:lnTo>
                    <a:pt x="219" y="2149"/>
                  </a:lnTo>
                  <a:lnTo>
                    <a:pt x="219" y="2160"/>
                  </a:lnTo>
                  <a:lnTo>
                    <a:pt x="223" y="2171"/>
                  </a:lnTo>
                  <a:lnTo>
                    <a:pt x="223" y="2181"/>
                  </a:lnTo>
                  <a:lnTo>
                    <a:pt x="223" y="2192"/>
                  </a:lnTo>
                  <a:lnTo>
                    <a:pt x="226" y="2203"/>
                  </a:lnTo>
                  <a:lnTo>
                    <a:pt x="226" y="2214"/>
                  </a:lnTo>
                  <a:lnTo>
                    <a:pt x="230" y="2225"/>
                  </a:lnTo>
                  <a:lnTo>
                    <a:pt x="230" y="2235"/>
                  </a:lnTo>
                  <a:lnTo>
                    <a:pt x="230" y="2243"/>
                  </a:lnTo>
                  <a:lnTo>
                    <a:pt x="234" y="2253"/>
                  </a:lnTo>
                  <a:lnTo>
                    <a:pt x="234" y="2264"/>
                  </a:lnTo>
                  <a:lnTo>
                    <a:pt x="237" y="2275"/>
                  </a:lnTo>
                  <a:lnTo>
                    <a:pt x="237" y="2286"/>
                  </a:lnTo>
                  <a:lnTo>
                    <a:pt x="237" y="2293"/>
                  </a:lnTo>
                  <a:lnTo>
                    <a:pt x="241" y="2304"/>
                  </a:lnTo>
                  <a:lnTo>
                    <a:pt x="241" y="2311"/>
                  </a:lnTo>
                  <a:lnTo>
                    <a:pt x="241" y="2322"/>
                  </a:lnTo>
                  <a:lnTo>
                    <a:pt x="244" y="2329"/>
                  </a:lnTo>
                  <a:lnTo>
                    <a:pt x="244" y="2340"/>
                  </a:lnTo>
                  <a:lnTo>
                    <a:pt x="248" y="2347"/>
                  </a:lnTo>
                  <a:lnTo>
                    <a:pt x="248" y="2354"/>
                  </a:lnTo>
                  <a:lnTo>
                    <a:pt x="248" y="2365"/>
                  </a:lnTo>
                  <a:lnTo>
                    <a:pt x="252" y="2372"/>
                  </a:lnTo>
                  <a:lnTo>
                    <a:pt x="252" y="2379"/>
                  </a:lnTo>
                  <a:lnTo>
                    <a:pt x="255" y="2387"/>
                  </a:lnTo>
                  <a:lnTo>
                    <a:pt x="255" y="2394"/>
                  </a:lnTo>
                  <a:lnTo>
                    <a:pt x="255" y="2401"/>
                  </a:lnTo>
                  <a:lnTo>
                    <a:pt x="259" y="2408"/>
                  </a:lnTo>
                  <a:lnTo>
                    <a:pt x="259" y="2412"/>
                  </a:lnTo>
                  <a:lnTo>
                    <a:pt x="262" y="2419"/>
                  </a:lnTo>
                  <a:lnTo>
                    <a:pt x="262" y="2423"/>
                  </a:lnTo>
                  <a:lnTo>
                    <a:pt x="262" y="2430"/>
                  </a:lnTo>
                  <a:lnTo>
                    <a:pt x="266" y="2433"/>
                  </a:lnTo>
                  <a:lnTo>
                    <a:pt x="266" y="2437"/>
                  </a:lnTo>
                  <a:lnTo>
                    <a:pt x="266" y="2444"/>
                  </a:lnTo>
                  <a:lnTo>
                    <a:pt x="270" y="2448"/>
                  </a:lnTo>
                  <a:lnTo>
                    <a:pt x="273" y="2451"/>
                  </a:lnTo>
                  <a:lnTo>
                    <a:pt x="273" y="2455"/>
                  </a:lnTo>
                  <a:lnTo>
                    <a:pt x="277" y="2459"/>
                  </a:lnTo>
                  <a:lnTo>
                    <a:pt x="280" y="2462"/>
                  </a:lnTo>
                  <a:lnTo>
                    <a:pt x="284" y="2462"/>
                  </a:lnTo>
                  <a:lnTo>
                    <a:pt x="288" y="2459"/>
                  </a:lnTo>
                  <a:lnTo>
                    <a:pt x="291" y="2455"/>
                  </a:lnTo>
                  <a:lnTo>
                    <a:pt x="291" y="2451"/>
                  </a:lnTo>
                  <a:lnTo>
                    <a:pt x="291" y="2448"/>
                  </a:lnTo>
                  <a:lnTo>
                    <a:pt x="295" y="2444"/>
                  </a:lnTo>
                  <a:lnTo>
                    <a:pt x="295" y="2441"/>
                  </a:lnTo>
                  <a:lnTo>
                    <a:pt x="298" y="2437"/>
                  </a:lnTo>
                  <a:lnTo>
                    <a:pt x="298" y="2430"/>
                  </a:lnTo>
                  <a:lnTo>
                    <a:pt x="298" y="2426"/>
                  </a:lnTo>
                  <a:lnTo>
                    <a:pt x="302" y="2419"/>
                  </a:lnTo>
                  <a:lnTo>
                    <a:pt x="302" y="2412"/>
                  </a:lnTo>
                  <a:lnTo>
                    <a:pt x="306" y="2405"/>
                  </a:lnTo>
                  <a:lnTo>
                    <a:pt x="306" y="2397"/>
                  </a:lnTo>
                  <a:lnTo>
                    <a:pt x="306" y="2387"/>
                  </a:lnTo>
                  <a:lnTo>
                    <a:pt x="309" y="2379"/>
                  </a:lnTo>
                  <a:lnTo>
                    <a:pt x="309" y="2369"/>
                  </a:lnTo>
                  <a:lnTo>
                    <a:pt x="309" y="2361"/>
                  </a:lnTo>
                  <a:lnTo>
                    <a:pt x="313" y="2351"/>
                  </a:lnTo>
                  <a:lnTo>
                    <a:pt x="313" y="2340"/>
                  </a:lnTo>
                  <a:lnTo>
                    <a:pt x="316" y="2329"/>
                  </a:lnTo>
                  <a:lnTo>
                    <a:pt x="316" y="2315"/>
                  </a:lnTo>
                  <a:lnTo>
                    <a:pt x="316" y="2304"/>
                  </a:lnTo>
                  <a:lnTo>
                    <a:pt x="320" y="2293"/>
                  </a:lnTo>
                  <a:lnTo>
                    <a:pt x="320" y="2279"/>
                  </a:lnTo>
                  <a:lnTo>
                    <a:pt x="324" y="2264"/>
                  </a:lnTo>
                  <a:lnTo>
                    <a:pt x="324" y="2250"/>
                  </a:lnTo>
                  <a:lnTo>
                    <a:pt x="324" y="2235"/>
                  </a:lnTo>
                  <a:lnTo>
                    <a:pt x="327" y="2221"/>
                  </a:lnTo>
                  <a:lnTo>
                    <a:pt x="327" y="2203"/>
                  </a:lnTo>
                  <a:lnTo>
                    <a:pt x="327" y="2189"/>
                  </a:lnTo>
                  <a:lnTo>
                    <a:pt x="331" y="2171"/>
                  </a:lnTo>
                  <a:lnTo>
                    <a:pt x="331" y="2156"/>
                  </a:lnTo>
                  <a:lnTo>
                    <a:pt x="334" y="2138"/>
                  </a:lnTo>
                  <a:lnTo>
                    <a:pt x="334" y="2120"/>
                  </a:lnTo>
                  <a:lnTo>
                    <a:pt x="334" y="2102"/>
                  </a:lnTo>
                  <a:lnTo>
                    <a:pt x="338" y="2084"/>
                  </a:lnTo>
                  <a:lnTo>
                    <a:pt x="338" y="2063"/>
                  </a:lnTo>
                  <a:lnTo>
                    <a:pt x="342" y="2045"/>
                  </a:lnTo>
                  <a:lnTo>
                    <a:pt x="342" y="2023"/>
                  </a:lnTo>
                  <a:lnTo>
                    <a:pt x="342" y="2005"/>
                  </a:lnTo>
                  <a:lnTo>
                    <a:pt x="345" y="1983"/>
                  </a:lnTo>
                  <a:lnTo>
                    <a:pt x="345" y="1962"/>
                  </a:lnTo>
                  <a:lnTo>
                    <a:pt x="349" y="1940"/>
                  </a:lnTo>
                  <a:lnTo>
                    <a:pt x="349" y="1919"/>
                  </a:lnTo>
                  <a:lnTo>
                    <a:pt x="349" y="1897"/>
                  </a:lnTo>
                  <a:lnTo>
                    <a:pt x="352" y="1872"/>
                  </a:lnTo>
                  <a:lnTo>
                    <a:pt x="352" y="1850"/>
                  </a:lnTo>
                  <a:lnTo>
                    <a:pt x="352" y="1825"/>
                  </a:lnTo>
                  <a:lnTo>
                    <a:pt x="356" y="1803"/>
                  </a:lnTo>
                  <a:lnTo>
                    <a:pt x="356" y="1778"/>
                  </a:lnTo>
                  <a:lnTo>
                    <a:pt x="360" y="1753"/>
                  </a:lnTo>
                  <a:lnTo>
                    <a:pt x="360" y="1731"/>
                  </a:lnTo>
                  <a:lnTo>
                    <a:pt x="360" y="1706"/>
                  </a:lnTo>
                  <a:lnTo>
                    <a:pt x="363" y="1681"/>
                  </a:lnTo>
                  <a:lnTo>
                    <a:pt x="363" y="1656"/>
                  </a:lnTo>
                  <a:lnTo>
                    <a:pt x="367" y="1631"/>
                  </a:lnTo>
                  <a:lnTo>
                    <a:pt x="367" y="1602"/>
                  </a:lnTo>
                  <a:lnTo>
                    <a:pt x="367" y="1577"/>
                  </a:lnTo>
                  <a:lnTo>
                    <a:pt x="370" y="1551"/>
                  </a:lnTo>
                  <a:lnTo>
                    <a:pt x="370" y="1523"/>
                  </a:lnTo>
                  <a:lnTo>
                    <a:pt x="370" y="1497"/>
                  </a:lnTo>
                  <a:lnTo>
                    <a:pt x="374" y="1472"/>
                  </a:lnTo>
                  <a:lnTo>
                    <a:pt x="374" y="1443"/>
                  </a:lnTo>
                  <a:lnTo>
                    <a:pt x="378" y="1418"/>
                  </a:lnTo>
                  <a:lnTo>
                    <a:pt x="378" y="1389"/>
                  </a:lnTo>
                  <a:lnTo>
                    <a:pt x="378" y="1361"/>
                  </a:lnTo>
                  <a:lnTo>
                    <a:pt x="381" y="1335"/>
                  </a:lnTo>
                  <a:lnTo>
                    <a:pt x="381" y="1307"/>
                  </a:lnTo>
                  <a:lnTo>
                    <a:pt x="385" y="1281"/>
                  </a:lnTo>
                  <a:lnTo>
                    <a:pt x="385" y="1253"/>
                  </a:lnTo>
                  <a:lnTo>
                    <a:pt x="385" y="1224"/>
                  </a:lnTo>
                  <a:lnTo>
                    <a:pt x="388" y="1195"/>
                  </a:lnTo>
                  <a:lnTo>
                    <a:pt x="388" y="1170"/>
                  </a:lnTo>
                  <a:lnTo>
                    <a:pt x="392" y="1141"/>
                  </a:lnTo>
                  <a:lnTo>
                    <a:pt x="392" y="1112"/>
                  </a:lnTo>
                  <a:lnTo>
                    <a:pt x="392" y="1087"/>
                  </a:lnTo>
                  <a:lnTo>
                    <a:pt x="396" y="1058"/>
                  </a:lnTo>
                  <a:lnTo>
                    <a:pt x="396" y="1029"/>
                  </a:lnTo>
                  <a:lnTo>
                    <a:pt x="396" y="1004"/>
                  </a:lnTo>
                  <a:lnTo>
                    <a:pt x="399" y="975"/>
                  </a:lnTo>
                  <a:lnTo>
                    <a:pt x="399" y="950"/>
                  </a:lnTo>
                  <a:lnTo>
                    <a:pt x="403" y="921"/>
                  </a:lnTo>
                  <a:lnTo>
                    <a:pt x="403" y="896"/>
                  </a:lnTo>
                  <a:lnTo>
                    <a:pt x="403" y="867"/>
                  </a:lnTo>
                  <a:lnTo>
                    <a:pt x="406" y="842"/>
                  </a:lnTo>
                  <a:lnTo>
                    <a:pt x="406" y="813"/>
                  </a:lnTo>
                  <a:lnTo>
                    <a:pt x="410" y="788"/>
                  </a:lnTo>
                  <a:lnTo>
                    <a:pt x="410" y="763"/>
                  </a:lnTo>
                  <a:lnTo>
                    <a:pt x="410" y="738"/>
                  </a:lnTo>
                  <a:lnTo>
                    <a:pt x="414" y="709"/>
                  </a:lnTo>
                  <a:lnTo>
                    <a:pt x="414" y="684"/>
                  </a:lnTo>
                  <a:lnTo>
                    <a:pt x="414" y="659"/>
                  </a:lnTo>
                  <a:lnTo>
                    <a:pt x="417" y="637"/>
                  </a:lnTo>
                  <a:lnTo>
                    <a:pt x="417" y="612"/>
                  </a:lnTo>
                  <a:lnTo>
                    <a:pt x="421" y="587"/>
                  </a:lnTo>
                  <a:lnTo>
                    <a:pt x="421" y="562"/>
                  </a:lnTo>
                  <a:lnTo>
                    <a:pt x="421" y="540"/>
                  </a:lnTo>
                  <a:lnTo>
                    <a:pt x="424" y="515"/>
                  </a:lnTo>
                  <a:lnTo>
                    <a:pt x="424" y="493"/>
                  </a:lnTo>
                  <a:lnTo>
                    <a:pt x="428" y="472"/>
                  </a:lnTo>
                  <a:lnTo>
                    <a:pt x="428" y="450"/>
                  </a:lnTo>
                  <a:lnTo>
                    <a:pt x="428" y="428"/>
                  </a:lnTo>
                  <a:lnTo>
                    <a:pt x="432" y="407"/>
                  </a:lnTo>
                  <a:lnTo>
                    <a:pt x="432" y="385"/>
                  </a:lnTo>
                  <a:lnTo>
                    <a:pt x="435" y="364"/>
                  </a:lnTo>
                  <a:lnTo>
                    <a:pt x="435" y="346"/>
                  </a:lnTo>
                  <a:lnTo>
                    <a:pt x="435" y="324"/>
                  </a:lnTo>
                  <a:lnTo>
                    <a:pt x="439" y="306"/>
                  </a:lnTo>
                  <a:lnTo>
                    <a:pt x="439" y="288"/>
                  </a:lnTo>
                  <a:lnTo>
                    <a:pt x="439" y="270"/>
                  </a:lnTo>
                  <a:lnTo>
                    <a:pt x="442" y="252"/>
                  </a:lnTo>
                  <a:lnTo>
                    <a:pt x="442" y="234"/>
                  </a:lnTo>
                  <a:lnTo>
                    <a:pt x="446" y="220"/>
                  </a:lnTo>
                  <a:lnTo>
                    <a:pt x="446" y="202"/>
                  </a:lnTo>
                  <a:lnTo>
                    <a:pt x="446" y="187"/>
                  </a:lnTo>
                  <a:lnTo>
                    <a:pt x="450" y="173"/>
                  </a:lnTo>
                  <a:lnTo>
                    <a:pt x="450" y="158"/>
                  </a:lnTo>
                  <a:lnTo>
                    <a:pt x="453" y="144"/>
                  </a:lnTo>
                  <a:lnTo>
                    <a:pt x="453" y="133"/>
                  </a:lnTo>
                  <a:lnTo>
                    <a:pt x="453" y="119"/>
                  </a:lnTo>
                  <a:lnTo>
                    <a:pt x="457" y="108"/>
                  </a:lnTo>
                  <a:lnTo>
                    <a:pt x="457" y="97"/>
                  </a:lnTo>
                  <a:lnTo>
                    <a:pt x="457" y="86"/>
                  </a:lnTo>
                  <a:lnTo>
                    <a:pt x="460" y="76"/>
                  </a:lnTo>
                  <a:lnTo>
                    <a:pt x="460" y="65"/>
                  </a:lnTo>
                  <a:lnTo>
                    <a:pt x="464" y="58"/>
                  </a:lnTo>
                  <a:lnTo>
                    <a:pt x="464" y="50"/>
                  </a:lnTo>
                  <a:lnTo>
                    <a:pt x="464" y="40"/>
                  </a:lnTo>
                  <a:lnTo>
                    <a:pt x="468" y="36"/>
                  </a:lnTo>
                  <a:lnTo>
                    <a:pt x="468" y="29"/>
                  </a:lnTo>
                  <a:lnTo>
                    <a:pt x="471" y="22"/>
                  </a:lnTo>
                  <a:lnTo>
                    <a:pt x="471" y="18"/>
                  </a:lnTo>
                  <a:lnTo>
                    <a:pt x="471" y="14"/>
                  </a:lnTo>
                  <a:lnTo>
                    <a:pt x="475" y="11"/>
                  </a:lnTo>
                  <a:lnTo>
                    <a:pt x="475" y="7"/>
                  </a:lnTo>
                  <a:lnTo>
                    <a:pt x="478" y="4"/>
                  </a:lnTo>
                  <a:lnTo>
                    <a:pt x="478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3" name="Freeform 141"/>
            <p:cNvSpPr>
              <a:spLocks/>
            </p:cNvSpPr>
            <p:nvPr/>
          </p:nvSpPr>
          <p:spPr bwMode="auto">
            <a:xfrm>
              <a:off x="4374" y="1048"/>
              <a:ext cx="835" cy="2462"/>
            </a:xfrm>
            <a:custGeom>
              <a:avLst/>
              <a:gdLst/>
              <a:ahLst/>
              <a:cxnLst>
                <a:cxn ang="0">
                  <a:pos x="11" y="29"/>
                </a:cxn>
                <a:cxn ang="0">
                  <a:pos x="22" y="97"/>
                </a:cxn>
                <a:cxn ang="0">
                  <a:pos x="32" y="202"/>
                </a:cxn>
                <a:cxn ang="0">
                  <a:pos x="43" y="346"/>
                </a:cxn>
                <a:cxn ang="0">
                  <a:pos x="58" y="515"/>
                </a:cxn>
                <a:cxn ang="0">
                  <a:pos x="68" y="709"/>
                </a:cxn>
                <a:cxn ang="0">
                  <a:pos x="79" y="921"/>
                </a:cxn>
                <a:cxn ang="0">
                  <a:pos x="90" y="1141"/>
                </a:cxn>
                <a:cxn ang="0">
                  <a:pos x="101" y="1361"/>
                </a:cxn>
                <a:cxn ang="0">
                  <a:pos x="112" y="1577"/>
                </a:cxn>
                <a:cxn ang="0">
                  <a:pos x="122" y="1778"/>
                </a:cxn>
                <a:cxn ang="0">
                  <a:pos x="133" y="1962"/>
                </a:cxn>
                <a:cxn ang="0">
                  <a:pos x="144" y="2120"/>
                </a:cxn>
                <a:cxn ang="0">
                  <a:pos x="155" y="2250"/>
                </a:cxn>
                <a:cxn ang="0">
                  <a:pos x="169" y="2351"/>
                </a:cxn>
                <a:cxn ang="0">
                  <a:pos x="180" y="2419"/>
                </a:cxn>
                <a:cxn ang="0">
                  <a:pos x="191" y="2455"/>
                </a:cxn>
                <a:cxn ang="0">
                  <a:pos x="212" y="2444"/>
                </a:cxn>
                <a:cxn ang="0">
                  <a:pos x="223" y="2401"/>
                </a:cxn>
                <a:cxn ang="0">
                  <a:pos x="234" y="2340"/>
                </a:cxn>
                <a:cxn ang="0">
                  <a:pos x="245" y="2264"/>
                </a:cxn>
                <a:cxn ang="0">
                  <a:pos x="256" y="2181"/>
                </a:cxn>
                <a:cxn ang="0">
                  <a:pos x="266" y="2095"/>
                </a:cxn>
                <a:cxn ang="0">
                  <a:pos x="281" y="2012"/>
                </a:cxn>
                <a:cxn ang="0">
                  <a:pos x="292" y="1937"/>
                </a:cxn>
                <a:cxn ang="0">
                  <a:pos x="302" y="1872"/>
                </a:cxn>
                <a:cxn ang="0">
                  <a:pos x="313" y="1821"/>
                </a:cxn>
                <a:cxn ang="0">
                  <a:pos x="324" y="1785"/>
                </a:cxn>
                <a:cxn ang="0">
                  <a:pos x="346" y="1767"/>
                </a:cxn>
                <a:cxn ang="0">
                  <a:pos x="364" y="1793"/>
                </a:cxn>
                <a:cxn ang="0">
                  <a:pos x="374" y="1825"/>
                </a:cxn>
                <a:cxn ang="0">
                  <a:pos x="385" y="1872"/>
                </a:cxn>
                <a:cxn ang="0">
                  <a:pos x="396" y="1922"/>
                </a:cxn>
                <a:cxn ang="0">
                  <a:pos x="407" y="1976"/>
                </a:cxn>
                <a:cxn ang="0">
                  <a:pos x="418" y="2030"/>
                </a:cxn>
                <a:cxn ang="0">
                  <a:pos x="428" y="2081"/>
                </a:cxn>
                <a:cxn ang="0">
                  <a:pos x="439" y="2127"/>
                </a:cxn>
                <a:cxn ang="0">
                  <a:pos x="454" y="2163"/>
                </a:cxn>
                <a:cxn ang="0">
                  <a:pos x="464" y="2192"/>
                </a:cxn>
                <a:cxn ang="0">
                  <a:pos x="490" y="2207"/>
                </a:cxn>
                <a:cxn ang="0">
                  <a:pos x="508" y="2178"/>
                </a:cxn>
                <a:cxn ang="0">
                  <a:pos x="518" y="2149"/>
                </a:cxn>
                <a:cxn ang="0">
                  <a:pos x="533" y="2113"/>
                </a:cxn>
                <a:cxn ang="0">
                  <a:pos x="544" y="2073"/>
                </a:cxn>
                <a:cxn ang="0">
                  <a:pos x="554" y="2034"/>
                </a:cxn>
                <a:cxn ang="0">
                  <a:pos x="565" y="1994"/>
                </a:cxn>
                <a:cxn ang="0">
                  <a:pos x="576" y="1958"/>
                </a:cxn>
                <a:cxn ang="0">
                  <a:pos x="587" y="1926"/>
                </a:cxn>
                <a:cxn ang="0">
                  <a:pos x="601" y="1897"/>
                </a:cxn>
                <a:cxn ang="0">
                  <a:pos x="630" y="1883"/>
                </a:cxn>
                <a:cxn ang="0">
                  <a:pos x="655" y="1911"/>
                </a:cxn>
                <a:cxn ang="0">
                  <a:pos x="666" y="1940"/>
                </a:cxn>
                <a:cxn ang="0">
                  <a:pos x="677" y="1973"/>
                </a:cxn>
                <a:cxn ang="0">
                  <a:pos x="688" y="2005"/>
                </a:cxn>
                <a:cxn ang="0">
                  <a:pos x="698" y="2037"/>
                </a:cxn>
                <a:cxn ang="0">
                  <a:pos x="713" y="2066"/>
                </a:cxn>
                <a:cxn ang="0">
                  <a:pos x="724" y="2095"/>
                </a:cxn>
                <a:cxn ang="0">
                  <a:pos x="738" y="2124"/>
                </a:cxn>
                <a:cxn ang="0">
                  <a:pos x="767" y="2142"/>
                </a:cxn>
                <a:cxn ang="0">
                  <a:pos x="792" y="2117"/>
                </a:cxn>
                <a:cxn ang="0">
                  <a:pos x="810" y="2088"/>
                </a:cxn>
                <a:cxn ang="0">
                  <a:pos x="821" y="2059"/>
                </a:cxn>
                <a:cxn ang="0">
                  <a:pos x="832" y="2030"/>
                </a:cxn>
              </a:cxnLst>
              <a:rect l="0" t="0" r="r" b="b"/>
              <a:pathLst>
                <a:path w="835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9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4" name="Freeform 142"/>
            <p:cNvSpPr>
              <a:spLocks/>
            </p:cNvSpPr>
            <p:nvPr/>
          </p:nvSpPr>
          <p:spPr bwMode="auto">
            <a:xfrm>
              <a:off x="749" y="2927"/>
              <a:ext cx="3211" cy="263"/>
            </a:xfrm>
            <a:custGeom>
              <a:avLst/>
              <a:gdLst/>
              <a:ahLst/>
              <a:cxnLst>
                <a:cxn ang="0">
                  <a:pos x="57" y="122"/>
                </a:cxn>
                <a:cxn ang="0">
                  <a:pos x="119" y="133"/>
                </a:cxn>
                <a:cxn ang="0">
                  <a:pos x="180" y="166"/>
                </a:cxn>
                <a:cxn ang="0">
                  <a:pos x="241" y="162"/>
                </a:cxn>
                <a:cxn ang="0">
                  <a:pos x="302" y="130"/>
                </a:cxn>
                <a:cxn ang="0">
                  <a:pos x="363" y="119"/>
                </a:cxn>
                <a:cxn ang="0">
                  <a:pos x="425" y="151"/>
                </a:cxn>
                <a:cxn ang="0">
                  <a:pos x="486" y="173"/>
                </a:cxn>
                <a:cxn ang="0">
                  <a:pos x="547" y="151"/>
                </a:cxn>
                <a:cxn ang="0">
                  <a:pos x="608" y="119"/>
                </a:cxn>
                <a:cxn ang="0">
                  <a:pos x="669" y="130"/>
                </a:cxn>
                <a:cxn ang="0">
                  <a:pos x="731" y="166"/>
                </a:cxn>
                <a:cxn ang="0">
                  <a:pos x="792" y="169"/>
                </a:cxn>
                <a:cxn ang="0">
                  <a:pos x="853" y="133"/>
                </a:cxn>
                <a:cxn ang="0">
                  <a:pos x="914" y="115"/>
                </a:cxn>
                <a:cxn ang="0">
                  <a:pos x="975" y="148"/>
                </a:cxn>
                <a:cxn ang="0">
                  <a:pos x="1037" y="176"/>
                </a:cxn>
                <a:cxn ang="0">
                  <a:pos x="1098" y="155"/>
                </a:cxn>
                <a:cxn ang="0">
                  <a:pos x="1159" y="115"/>
                </a:cxn>
                <a:cxn ang="0">
                  <a:pos x="1220" y="122"/>
                </a:cxn>
                <a:cxn ang="0">
                  <a:pos x="1281" y="166"/>
                </a:cxn>
                <a:cxn ang="0">
                  <a:pos x="1343" y="180"/>
                </a:cxn>
                <a:cxn ang="0">
                  <a:pos x="1404" y="137"/>
                </a:cxn>
                <a:cxn ang="0">
                  <a:pos x="1465" y="104"/>
                </a:cxn>
                <a:cxn ang="0">
                  <a:pos x="1526" y="140"/>
                </a:cxn>
                <a:cxn ang="0">
                  <a:pos x="1587" y="184"/>
                </a:cxn>
                <a:cxn ang="0">
                  <a:pos x="1649" y="166"/>
                </a:cxn>
                <a:cxn ang="0">
                  <a:pos x="1710" y="112"/>
                </a:cxn>
                <a:cxn ang="0">
                  <a:pos x="1771" y="108"/>
                </a:cxn>
                <a:cxn ang="0">
                  <a:pos x="1832" y="166"/>
                </a:cxn>
                <a:cxn ang="0">
                  <a:pos x="1893" y="191"/>
                </a:cxn>
                <a:cxn ang="0">
                  <a:pos x="1955" y="140"/>
                </a:cxn>
                <a:cxn ang="0">
                  <a:pos x="2016" y="94"/>
                </a:cxn>
                <a:cxn ang="0">
                  <a:pos x="2077" y="130"/>
                </a:cxn>
                <a:cxn ang="0">
                  <a:pos x="2135" y="191"/>
                </a:cxn>
                <a:cxn ang="0">
                  <a:pos x="2196" y="184"/>
                </a:cxn>
                <a:cxn ang="0">
                  <a:pos x="2250" y="122"/>
                </a:cxn>
                <a:cxn ang="0">
                  <a:pos x="2307" y="83"/>
                </a:cxn>
                <a:cxn ang="0">
                  <a:pos x="2365" y="137"/>
                </a:cxn>
                <a:cxn ang="0">
                  <a:pos x="2412" y="198"/>
                </a:cxn>
                <a:cxn ang="0">
                  <a:pos x="2473" y="194"/>
                </a:cxn>
                <a:cxn ang="0">
                  <a:pos x="2516" y="133"/>
                </a:cxn>
                <a:cxn ang="0">
                  <a:pos x="2563" y="72"/>
                </a:cxn>
                <a:cxn ang="0">
                  <a:pos x="2621" y="101"/>
                </a:cxn>
                <a:cxn ang="0">
                  <a:pos x="2657" y="162"/>
                </a:cxn>
                <a:cxn ang="0">
                  <a:pos x="2700" y="223"/>
                </a:cxn>
                <a:cxn ang="0">
                  <a:pos x="2757" y="202"/>
                </a:cxn>
                <a:cxn ang="0">
                  <a:pos x="2790" y="140"/>
                </a:cxn>
                <a:cxn ang="0">
                  <a:pos x="2822" y="79"/>
                </a:cxn>
                <a:cxn ang="0">
                  <a:pos x="2876" y="54"/>
                </a:cxn>
                <a:cxn ang="0">
                  <a:pos x="2916" y="115"/>
                </a:cxn>
                <a:cxn ang="0">
                  <a:pos x="2941" y="176"/>
                </a:cxn>
                <a:cxn ang="0">
                  <a:pos x="2970" y="238"/>
                </a:cxn>
                <a:cxn ang="0">
                  <a:pos x="3027" y="241"/>
                </a:cxn>
                <a:cxn ang="0">
                  <a:pos x="3053" y="180"/>
                </a:cxn>
                <a:cxn ang="0">
                  <a:pos x="3078" y="112"/>
                </a:cxn>
                <a:cxn ang="0">
                  <a:pos x="3103" y="47"/>
                </a:cxn>
                <a:cxn ang="0">
                  <a:pos x="3150" y="7"/>
                </a:cxn>
                <a:cxn ang="0">
                  <a:pos x="3182" y="72"/>
                </a:cxn>
                <a:cxn ang="0">
                  <a:pos x="3207" y="151"/>
                </a:cxn>
              </a:cxnLst>
              <a:rect l="0" t="0" r="r" b="b"/>
              <a:pathLst>
                <a:path w="3211" h="263">
                  <a:moveTo>
                    <a:pt x="0" y="144"/>
                  </a:moveTo>
                  <a:lnTo>
                    <a:pt x="3" y="144"/>
                  </a:lnTo>
                  <a:lnTo>
                    <a:pt x="7" y="140"/>
                  </a:lnTo>
                  <a:lnTo>
                    <a:pt x="11" y="137"/>
                  </a:lnTo>
                  <a:lnTo>
                    <a:pt x="14" y="137"/>
                  </a:lnTo>
                  <a:lnTo>
                    <a:pt x="18" y="133"/>
                  </a:lnTo>
                  <a:lnTo>
                    <a:pt x="21" y="133"/>
                  </a:lnTo>
                  <a:lnTo>
                    <a:pt x="25" y="133"/>
                  </a:lnTo>
                  <a:lnTo>
                    <a:pt x="29" y="130"/>
                  </a:lnTo>
                  <a:lnTo>
                    <a:pt x="32" y="130"/>
                  </a:lnTo>
                  <a:lnTo>
                    <a:pt x="36" y="126"/>
                  </a:lnTo>
                  <a:lnTo>
                    <a:pt x="39" y="126"/>
                  </a:lnTo>
                  <a:lnTo>
                    <a:pt x="43" y="126"/>
                  </a:lnTo>
                  <a:lnTo>
                    <a:pt x="47" y="122"/>
                  </a:lnTo>
                  <a:lnTo>
                    <a:pt x="50" y="122"/>
                  </a:lnTo>
                  <a:lnTo>
                    <a:pt x="54" y="122"/>
                  </a:lnTo>
                  <a:lnTo>
                    <a:pt x="57" y="122"/>
                  </a:lnTo>
                  <a:lnTo>
                    <a:pt x="61" y="122"/>
                  </a:lnTo>
                  <a:lnTo>
                    <a:pt x="65" y="122"/>
                  </a:lnTo>
                  <a:lnTo>
                    <a:pt x="68" y="122"/>
                  </a:lnTo>
                  <a:lnTo>
                    <a:pt x="72" y="122"/>
                  </a:lnTo>
                  <a:lnTo>
                    <a:pt x="75" y="122"/>
                  </a:lnTo>
                  <a:lnTo>
                    <a:pt x="79" y="122"/>
                  </a:lnTo>
                  <a:lnTo>
                    <a:pt x="83" y="122"/>
                  </a:lnTo>
                  <a:lnTo>
                    <a:pt x="86" y="122"/>
                  </a:lnTo>
                  <a:lnTo>
                    <a:pt x="90" y="122"/>
                  </a:lnTo>
                  <a:lnTo>
                    <a:pt x="93" y="126"/>
                  </a:lnTo>
                  <a:lnTo>
                    <a:pt x="97" y="126"/>
                  </a:lnTo>
                  <a:lnTo>
                    <a:pt x="101" y="126"/>
                  </a:lnTo>
                  <a:lnTo>
                    <a:pt x="104" y="130"/>
                  </a:lnTo>
                  <a:lnTo>
                    <a:pt x="108" y="130"/>
                  </a:lnTo>
                  <a:lnTo>
                    <a:pt x="111" y="130"/>
                  </a:lnTo>
                  <a:lnTo>
                    <a:pt x="115" y="133"/>
                  </a:lnTo>
                  <a:lnTo>
                    <a:pt x="119" y="133"/>
                  </a:lnTo>
                  <a:lnTo>
                    <a:pt x="122" y="137"/>
                  </a:lnTo>
                  <a:lnTo>
                    <a:pt x="126" y="137"/>
                  </a:lnTo>
                  <a:lnTo>
                    <a:pt x="129" y="140"/>
                  </a:lnTo>
                  <a:lnTo>
                    <a:pt x="133" y="140"/>
                  </a:lnTo>
                  <a:lnTo>
                    <a:pt x="137" y="144"/>
                  </a:lnTo>
                  <a:lnTo>
                    <a:pt x="140" y="148"/>
                  </a:lnTo>
                  <a:lnTo>
                    <a:pt x="144" y="148"/>
                  </a:lnTo>
                  <a:lnTo>
                    <a:pt x="147" y="151"/>
                  </a:lnTo>
                  <a:lnTo>
                    <a:pt x="151" y="151"/>
                  </a:lnTo>
                  <a:lnTo>
                    <a:pt x="155" y="155"/>
                  </a:lnTo>
                  <a:lnTo>
                    <a:pt x="158" y="155"/>
                  </a:lnTo>
                  <a:lnTo>
                    <a:pt x="162" y="158"/>
                  </a:lnTo>
                  <a:lnTo>
                    <a:pt x="165" y="158"/>
                  </a:lnTo>
                  <a:lnTo>
                    <a:pt x="169" y="162"/>
                  </a:lnTo>
                  <a:lnTo>
                    <a:pt x="173" y="162"/>
                  </a:lnTo>
                  <a:lnTo>
                    <a:pt x="176" y="162"/>
                  </a:lnTo>
                  <a:lnTo>
                    <a:pt x="180" y="166"/>
                  </a:lnTo>
                  <a:lnTo>
                    <a:pt x="183" y="166"/>
                  </a:lnTo>
                  <a:lnTo>
                    <a:pt x="187" y="166"/>
                  </a:lnTo>
                  <a:lnTo>
                    <a:pt x="191" y="169"/>
                  </a:lnTo>
                  <a:lnTo>
                    <a:pt x="194" y="169"/>
                  </a:lnTo>
                  <a:lnTo>
                    <a:pt x="198" y="169"/>
                  </a:lnTo>
                  <a:lnTo>
                    <a:pt x="201" y="169"/>
                  </a:lnTo>
                  <a:lnTo>
                    <a:pt x="205" y="169"/>
                  </a:lnTo>
                  <a:lnTo>
                    <a:pt x="209" y="169"/>
                  </a:lnTo>
                  <a:lnTo>
                    <a:pt x="212" y="169"/>
                  </a:lnTo>
                  <a:lnTo>
                    <a:pt x="216" y="169"/>
                  </a:lnTo>
                  <a:lnTo>
                    <a:pt x="219" y="169"/>
                  </a:lnTo>
                  <a:lnTo>
                    <a:pt x="223" y="169"/>
                  </a:lnTo>
                  <a:lnTo>
                    <a:pt x="227" y="169"/>
                  </a:lnTo>
                  <a:lnTo>
                    <a:pt x="230" y="166"/>
                  </a:lnTo>
                  <a:lnTo>
                    <a:pt x="234" y="166"/>
                  </a:lnTo>
                  <a:lnTo>
                    <a:pt x="237" y="166"/>
                  </a:lnTo>
                  <a:lnTo>
                    <a:pt x="241" y="162"/>
                  </a:lnTo>
                  <a:lnTo>
                    <a:pt x="245" y="162"/>
                  </a:lnTo>
                  <a:lnTo>
                    <a:pt x="248" y="162"/>
                  </a:lnTo>
                  <a:lnTo>
                    <a:pt x="252" y="158"/>
                  </a:lnTo>
                  <a:lnTo>
                    <a:pt x="255" y="158"/>
                  </a:lnTo>
                  <a:lnTo>
                    <a:pt x="259" y="155"/>
                  </a:lnTo>
                  <a:lnTo>
                    <a:pt x="263" y="155"/>
                  </a:lnTo>
                  <a:lnTo>
                    <a:pt x="266" y="151"/>
                  </a:lnTo>
                  <a:lnTo>
                    <a:pt x="270" y="151"/>
                  </a:lnTo>
                  <a:lnTo>
                    <a:pt x="273" y="148"/>
                  </a:lnTo>
                  <a:lnTo>
                    <a:pt x="277" y="144"/>
                  </a:lnTo>
                  <a:lnTo>
                    <a:pt x="281" y="144"/>
                  </a:lnTo>
                  <a:lnTo>
                    <a:pt x="284" y="140"/>
                  </a:lnTo>
                  <a:lnTo>
                    <a:pt x="288" y="140"/>
                  </a:lnTo>
                  <a:lnTo>
                    <a:pt x="291" y="137"/>
                  </a:lnTo>
                  <a:lnTo>
                    <a:pt x="295" y="133"/>
                  </a:lnTo>
                  <a:lnTo>
                    <a:pt x="299" y="133"/>
                  </a:lnTo>
                  <a:lnTo>
                    <a:pt x="302" y="130"/>
                  </a:lnTo>
                  <a:lnTo>
                    <a:pt x="306" y="130"/>
                  </a:lnTo>
                  <a:lnTo>
                    <a:pt x="309" y="126"/>
                  </a:lnTo>
                  <a:lnTo>
                    <a:pt x="313" y="126"/>
                  </a:lnTo>
                  <a:lnTo>
                    <a:pt x="317" y="126"/>
                  </a:lnTo>
                  <a:lnTo>
                    <a:pt x="320" y="122"/>
                  </a:lnTo>
                  <a:lnTo>
                    <a:pt x="324" y="122"/>
                  </a:lnTo>
                  <a:lnTo>
                    <a:pt x="327" y="122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19"/>
                  </a:lnTo>
                  <a:lnTo>
                    <a:pt x="342" y="119"/>
                  </a:lnTo>
                  <a:lnTo>
                    <a:pt x="345" y="119"/>
                  </a:lnTo>
                  <a:lnTo>
                    <a:pt x="349" y="119"/>
                  </a:lnTo>
                  <a:lnTo>
                    <a:pt x="353" y="119"/>
                  </a:lnTo>
                  <a:lnTo>
                    <a:pt x="356" y="119"/>
                  </a:lnTo>
                  <a:lnTo>
                    <a:pt x="360" y="119"/>
                  </a:lnTo>
                  <a:lnTo>
                    <a:pt x="363" y="119"/>
                  </a:lnTo>
                  <a:lnTo>
                    <a:pt x="367" y="122"/>
                  </a:lnTo>
                  <a:lnTo>
                    <a:pt x="371" y="122"/>
                  </a:lnTo>
                  <a:lnTo>
                    <a:pt x="374" y="122"/>
                  </a:lnTo>
                  <a:lnTo>
                    <a:pt x="378" y="126"/>
                  </a:lnTo>
                  <a:lnTo>
                    <a:pt x="381" y="126"/>
                  </a:lnTo>
                  <a:lnTo>
                    <a:pt x="385" y="126"/>
                  </a:lnTo>
                  <a:lnTo>
                    <a:pt x="389" y="130"/>
                  </a:lnTo>
                  <a:lnTo>
                    <a:pt x="392" y="130"/>
                  </a:lnTo>
                  <a:lnTo>
                    <a:pt x="396" y="133"/>
                  </a:lnTo>
                  <a:lnTo>
                    <a:pt x="399" y="133"/>
                  </a:lnTo>
                  <a:lnTo>
                    <a:pt x="403" y="137"/>
                  </a:lnTo>
                  <a:lnTo>
                    <a:pt x="407" y="140"/>
                  </a:lnTo>
                  <a:lnTo>
                    <a:pt x="410" y="140"/>
                  </a:lnTo>
                  <a:lnTo>
                    <a:pt x="414" y="144"/>
                  </a:lnTo>
                  <a:lnTo>
                    <a:pt x="417" y="144"/>
                  </a:lnTo>
                  <a:lnTo>
                    <a:pt x="421" y="148"/>
                  </a:lnTo>
                  <a:lnTo>
                    <a:pt x="425" y="151"/>
                  </a:lnTo>
                  <a:lnTo>
                    <a:pt x="428" y="151"/>
                  </a:lnTo>
                  <a:lnTo>
                    <a:pt x="432" y="155"/>
                  </a:lnTo>
                  <a:lnTo>
                    <a:pt x="435" y="155"/>
                  </a:lnTo>
                  <a:lnTo>
                    <a:pt x="439" y="158"/>
                  </a:lnTo>
                  <a:lnTo>
                    <a:pt x="443" y="158"/>
                  </a:lnTo>
                  <a:lnTo>
                    <a:pt x="446" y="162"/>
                  </a:lnTo>
                  <a:lnTo>
                    <a:pt x="450" y="162"/>
                  </a:lnTo>
                  <a:lnTo>
                    <a:pt x="453" y="166"/>
                  </a:lnTo>
                  <a:lnTo>
                    <a:pt x="457" y="166"/>
                  </a:lnTo>
                  <a:lnTo>
                    <a:pt x="461" y="166"/>
                  </a:lnTo>
                  <a:lnTo>
                    <a:pt x="464" y="169"/>
                  </a:lnTo>
                  <a:lnTo>
                    <a:pt x="468" y="169"/>
                  </a:lnTo>
                  <a:lnTo>
                    <a:pt x="471" y="169"/>
                  </a:lnTo>
                  <a:lnTo>
                    <a:pt x="475" y="173"/>
                  </a:lnTo>
                  <a:lnTo>
                    <a:pt x="479" y="173"/>
                  </a:lnTo>
                  <a:lnTo>
                    <a:pt x="482" y="173"/>
                  </a:lnTo>
                  <a:lnTo>
                    <a:pt x="486" y="173"/>
                  </a:lnTo>
                  <a:lnTo>
                    <a:pt x="489" y="173"/>
                  </a:lnTo>
                  <a:lnTo>
                    <a:pt x="493" y="173"/>
                  </a:lnTo>
                  <a:lnTo>
                    <a:pt x="497" y="173"/>
                  </a:lnTo>
                  <a:lnTo>
                    <a:pt x="500" y="173"/>
                  </a:lnTo>
                  <a:lnTo>
                    <a:pt x="504" y="169"/>
                  </a:lnTo>
                  <a:lnTo>
                    <a:pt x="507" y="169"/>
                  </a:lnTo>
                  <a:lnTo>
                    <a:pt x="511" y="169"/>
                  </a:lnTo>
                  <a:lnTo>
                    <a:pt x="515" y="166"/>
                  </a:lnTo>
                  <a:lnTo>
                    <a:pt x="518" y="166"/>
                  </a:lnTo>
                  <a:lnTo>
                    <a:pt x="522" y="166"/>
                  </a:lnTo>
                  <a:lnTo>
                    <a:pt x="525" y="162"/>
                  </a:lnTo>
                  <a:lnTo>
                    <a:pt x="529" y="162"/>
                  </a:lnTo>
                  <a:lnTo>
                    <a:pt x="533" y="158"/>
                  </a:lnTo>
                  <a:lnTo>
                    <a:pt x="536" y="158"/>
                  </a:lnTo>
                  <a:lnTo>
                    <a:pt x="540" y="155"/>
                  </a:lnTo>
                  <a:lnTo>
                    <a:pt x="543" y="151"/>
                  </a:lnTo>
                  <a:lnTo>
                    <a:pt x="547" y="151"/>
                  </a:lnTo>
                  <a:lnTo>
                    <a:pt x="551" y="148"/>
                  </a:lnTo>
                  <a:lnTo>
                    <a:pt x="554" y="144"/>
                  </a:lnTo>
                  <a:lnTo>
                    <a:pt x="558" y="144"/>
                  </a:lnTo>
                  <a:lnTo>
                    <a:pt x="561" y="140"/>
                  </a:lnTo>
                  <a:lnTo>
                    <a:pt x="565" y="140"/>
                  </a:lnTo>
                  <a:lnTo>
                    <a:pt x="569" y="137"/>
                  </a:lnTo>
                  <a:lnTo>
                    <a:pt x="572" y="137"/>
                  </a:lnTo>
                  <a:lnTo>
                    <a:pt x="576" y="133"/>
                  </a:lnTo>
                  <a:lnTo>
                    <a:pt x="579" y="130"/>
                  </a:lnTo>
                  <a:lnTo>
                    <a:pt x="583" y="130"/>
                  </a:lnTo>
                  <a:lnTo>
                    <a:pt x="587" y="126"/>
                  </a:lnTo>
                  <a:lnTo>
                    <a:pt x="590" y="126"/>
                  </a:lnTo>
                  <a:lnTo>
                    <a:pt x="594" y="122"/>
                  </a:lnTo>
                  <a:lnTo>
                    <a:pt x="597" y="122"/>
                  </a:lnTo>
                  <a:lnTo>
                    <a:pt x="601" y="122"/>
                  </a:lnTo>
                  <a:lnTo>
                    <a:pt x="605" y="119"/>
                  </a:lnTo>
                  <a:lnTo>
                    <a:pt x="608" y="119"/>
                  </a:lnTo>
                  <a:lnTo>
                    <a:pt x="612" y="119"/>
                  </a:lnTo>
                  <a:lnTo>
                    <a:pt x="615" y="119"/>
                  </a:lnTo>
                  <a:lnTo>
                    <a:pt x="619" y="115"/>
                  </a:lnTo>
                  <a:lnTo>
                    <a:pt x="623" y="115"/>
                  </a:lnTo>
                  <a:lnTo>
                    <a:pt x="626" y="115"/>
                  </a:lnTo>
                  <a:lnTo>
                    <a:pt x="630" y="115"/>
                  </a:lnTo>
                  <a:lnTo>
                    <a:pt x="633" y="115"/>
                  </a:lnTo>
                  <a:lnTo>
                    <a:pt x="637" y="119"/>
                  </a:lnTo>
                  <a:lnTo>
                    <a:pt x="641" y="119"/>
                  </a:lnTo>
                  <a:lnTo>
                    <a:pt x="644" y="119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22"/>
                  </a:lnTo>
                  <a:lnTo>
                    <a:pt x="659" y="122"/>
                  </a:lnTo>
                  <a:lnTo>
                    <a:pt x="662" y="126"/>
                  </a:lnTo>
                  <a:lnTo>
                    <a:pt x="666" y="126"/>
                  </a:lnTo>
                  <a:lnTo>
                    <a:pt x="669" y="130"/>
                  </a:lnTo>
                  <a:lnTo>
                    <a:pt x="673" y="130"/>
                  </a:lnTo>
                  <a:lnTo>
                    <a:pt x="677" y="133"/>
                  </a:lnTo>
                  <a:lnTo>
                    <a:pt x="680" y="137"/>
                  </a:lnTo>
                  <a:lnTo>
                    <a:pt x="684" y="137"/>
                  </a:lnTo>
                  <a:lnTo>
                    <a:pt x="687" y="140"/>
                  </a:lnTo>
                  <a:lnTo>
                    <a:pt x="691" y="140"/>
                  </a:lnTo>
                  <a:lnTo>
                    <a:pt x="695" y="144"/>
                  </a:lnTo>
                  <a:lnTo>
                    <a:pt x="698" y="148"/>
                  </a:lnTo>
                  <a:lnTo>
                    <a:pt x="702" y="148"/>
                  </a:lnTo>
                  <a:lnTo>
                    <a:pt x="705" y="151"/>
                  </a:lnTo>
                  <a:lnTo>
                    <a:pt x="709" y="155"/>
                  </a:lnTo>
                  <a:lnTo>
                    <a:pt x="713" y="155"/>
                  </a:lnTo>
                  <a:lnTo>
                    <a:pt x="716" y="158"/>
                  </a:lnTo>
                  <a:lnTo>
                    <a:pt x="720" y="158"/>
                  </a:lnTo>
                  <a:lnTo>
                    <a:pt x="723" y="162"/>
                  </a:lnTo>
                  <a:lnTo>
                    <a:pt x="727" y="166"/>
                  </a:lnTo>
                  <a:lnTo>
                    <a:pt x="731" y="166"/>
                  </a:lnTo>
                  <a:lnTo>
                    <a:pt x="734" y="169"/>
                  </a:lnTo>
                  <a:lnTo>
                    <a:pt x="738" y="169"/>
                  </a:lnTo>
                  <a:lnTo>
                    <a:pt x="741" y="169"/>
                  </a:lnTo>
                  <a:lnTo>
                    <a:pt x="745" y="173"/>
                  </a:lnTo>
                  <a:lnTo>
                    <a:pt x="749" y="173"/>
                  </a:lnTo>
                  <a:lnTo>
                    <a:pt x="752" y="173"/>
                  </a:lnTo>
                  <a:lnTo>
                    <a:pt x="756" y="173"/>
                  </a:lnTo>
                  <a:lnTo>
                    <a:pt x="759" y="173"/>
                  </a:lnTo>
                  <a:lnTo>
                    <a:pt x="763" y="176"/>
                  </a:lnTo>
                  <a:lnTo>
                    <a:pt x="767" y="176"/>
                  </a:lnTo>
                  <a:lnTo>
                    <a:pt x="770" y="176"/>
                  </a:lnTo>
                  <a:lnTo>
                    <a:pt x="774" y="173"/>
                  </a:lnTo>
                  <a:lnTo>
                    <a:pt x="777" y="173"/>
                  </a:lnTo>
                  <a:lnTo>
                    <a:pt x="781" y="173"/>
                  </a:lnTo>
                  <a:lnTo>
                    <a:pt x="785" y="173"/>
                  </a:lnTo>
                  <a:lnTo>
                    <a:pt x="788" y="173"/>
                  </a:lnTo>
                  <a:lnTo>
                    <a:pt x="792" y="169"/>
                  </a:lnTo>
                  <a:lnTo>
                    <a:pt x="795" y="169"/>
                  </a:lnTo>
                  <a:lnTo>
                    <a:pt x="799" y="166"/>
                  </a:lnTo>
                  <a:lnTo>
                    <a:pt x="803" y="166"/>
                  </a:lnTo>
                  <a:lnTo>
                    <a:pt x="806" y="162"/>
                  </a:lnTo>
                  <a:lnTo>
                    <a:pt x="810" y="162"/>
                  </a:lnTo>
                  <a:lnTo>
                    <a:pt x="813" y="158"/>
                  </a:lnTo>
                  <a:lnTo>
                    <a:pt x="817" y="158"/>
                  </a:lnTo>
                  <a:lnTo>
                    <a:pt x="821" y="155"/>
                  </a:lnTo>
                  <a:lnTo>
                    <a:pt x="824" y="151"/>
                  </a:lnTo>
                  <a:lnTo>
                    <a:pt x="828" y="151"/>
                  </a:lnTo>
                  <a:lnTo>
                    <a:pt x="831" y="148"/>
                  </a:lnTo>
                  <a:lnTo>
                    <a:pt x="835" y="144"/>
                  </a:lnTo>
                  <a:lnTo>
                    <a:pt x="839" y="140"/>
                  </a:lnTo>
                  <a:lnTo>
                    <a:pt x="842" y="140"/>
                  </a:lnTo>
                  <a:lnTo>
                    <a:pt x="846" y="137"/>
                  </a:lnTo>
                  <a:lnTo>
                    <a:pt x="849" y="137"/>
                  </a:lnTo>
                  <a:lnTo>
                    <a:pt x="853" y="133"/>
                  </a:lnTo>
                  <a:lnTo>
                    <a:pt x="857" y="130"/>
                  </a:lnTo>
                  <a:lnTo>
                    <a:pt x="860" y="130"/>
                  </a:lnTo>
                  <a:lnTo>
                    <a:pt x="864" y="126"/>
                  </a:lnTo>
                  <a:lnTo>
                    <a:pt x="867" y="126"/>
                  </a:lnTo>
                  <a:lnTo>
                    <a:pt x="871" y="122"/>
                  </a:lnTo>
                  <a:lnTo>
                    <a:pt x="875" y="122"/>
                  </a:lnTo>
                  <a:lnTo>
                    <a:pt x="878" y="119"/>
                  </a:lnTo>
                  <a:lnTo>
                    <a:pt x="882" y="119"/>
                  </a:lnTo>
                  <a:lnTo>
                    <a:pt x="885" y="115"/>
                  </a:lnTo>
                  <a:lnTo>
                    <a:pt x="889" y="115"/>
                  </a:lnTo>
                  <a:lnTo>
                    <a:pt x="893" y="115"/>
                  </a:lnTo>
                  <a:lnTo>
                    <a:pt x="896" y="115"/>
                  </a:lnTo>
                  <a:lnTo>
                    <a:pt x="900" y="115"/>
                  </a:lnTo>
                  <a:lnTo>
                    <a:pt x="903" y="115"/>
                  </a:lnTo>
                  <a:lnTo>
                    <a:pt x="907" y="115"/>
                  </a:lnTo>
                  <a:lnTo>
                    <a:pt x="911" y="115"/>
                  </a:lnTo>
                  <a:lnTo>
                    <a:pt x="914" y="115"/>
                  </a:lnTo>
                  <a:lnTo>
                    <a:pt x="918" y="115"/>
                  </a:lnTo>
                  <a:lnTo>
                    <a:pt x="921" y="115"/>
                  </a:lnTo>
                  <a:lnTo>
                    <a:pt x="925" y="115"/>
                  </a:lnTo>
                  <a:lnTo>
                    <a:pt x="929" y="119"/>
                  </a:lnTo>
                  <a:lnTo>
                    <a:pt x="932" y="119"/>
                  </a:lnTo>
                  <a:lnTo>
                    <a:pt x="936" y="119"/>
                  </a:lnTo>
                  <a:lnTo>
                    <a:pt x="939" y="122"/>
                  </a:lnTo>
                  <a:lnTo>
                    <a:pt x="943" y="122"/>
                  </a:lnTo>
                  <a:lnTo>
                    <a:pt x="947" y="126"/>
                  </a:lnTo>
                  <a:lnTo>
                    <a:pt x="950" y="130"/>
                  </a:lnTo>
                  <a:lnTo>
                    <a:pt x="954" y="130"/>
                  </a:lnTo>
                  <a:lnTo>
                    <a:pt x="957" y="133"/>
                  </a:lnTo>
                  <a:lnTo>
                    <a:pt x="961" y="137"/>
                  </a:lnTo>
                  <a:lnTo>
                    <a:pt x="965" y="137"/>
                  </a:lnTo>
                  <a:lnTo>
                    <a:pt x="968" y="140"/>
                  </a:lnTo>
                  <a:lnTo>
                    <a:pt x="972" y="144"/>
                  </a:lnTo>
                  <a:lnTo>
                    <a:pt x="975" y="148"/>
                  </a:lnTo>
                  <a:lnTo>
                    <a:pt x="979" y="148"/>
                  </a:lnTo>
                  <a:lnTo>
                    <a:pt x="983" y="151"/>
                  </a:lnTo>
                  <a:lnTo>
                    <a:pt x="986" y="151"/>
                  </a:lnTo>
                  <a:lnTo>
                    <a:pt x="990" y="155"/>
                  </a:lnTo>
                  <a:lnTo>
                    <a:pt x="993" y="158"/>
                  </a:lnTo>
                  <a:lnTo>
                    <a:pt x="997" y="162"/>
                  </a:lnTo>
                  <a:lnTo>
                    <a:pt x="1001" y="162"/>
                  </a:lnTo>
                  <a:lnTo>
                    <a:pt x="1004" y="166"/>
                  </a:lnTo>
                  <a:lnTo>
                    <a:pt x="1008" y="166"/>
                  </a:lnTo>
                  <a:lnTo>
                    <a:pt x="1011" y="169"/>
                  </a:lnTo>
                  <a:lnTo>
                    <a:pt x="1015" y="169"/>
                  </a:lnTo>
                  <a:lnTo>
                    <a:pt x="1019" y="173"/>
                  </a:lnTo>
                  <a:lnTo>
                    <a:pt x="1022" y="173"/>
                  </a:lnTo>
                  <a:lnTo>
                    <a:pt x="1026" y="176"/>
                  </a:lnTo>
                  <a:lnTo>
                    <a:pt x="1029" y="176"/>
                  </a:lnTo>
                  <a:lnTo>
                    <a:pt x="1033" y="176"/>
                  </a:lnTo>
                  <a:lnTo>
                    <a:pt x="1037" y="176"/>
                  </a:lnTo>
                  <a:lnTo>
                    <a:pt x="1040" y="176"/>
                  </a:lnTo>
                  <a:lnTo>
                    <a:pt x="1044" y="176"/>
                  </a:lnTo>
                  <a:lnTo>
                    <a:pt x="1047" y="176"/>
                  </a:lnTo>
                  <a:lnTo>
                    <a:pt x="1051" y="176"/>
                  </a:lnTo>
                  <a:lnTo>
                    <a:pt x="1055" y="176"/>
                  </a:lnTo>
                  <a:lnTo>
                    <a:pt x="1058" y="176"/>
                  </a:lnTo>
                  <a:lnTo>
                    <a:pt x="1062" y="176"/>
                  </a:lnTo>
                  <a:lnTo>
                    <a:pt x="1065" y="173"/>
                  </a:lnTo>
                  <a:lnTo>
                    <a:pt x="1069" y="173"/>
                  </a:lnTo>
                  <a:lnTo>
                    <a:pt x="1073" y="173"/>
                  </a:lnTo>
                  <a:lnTo>
                    <a:pt x="1076" y="169"/>
                  </a:lnTo>
                  <a:lnTo>
                    <a:pt x="1080" y="169"/>
                  </a:lnTo>
                  <a:lnTo>
                    <a:pt x="1083" y="166"/>
                  </a:lnTo>
                  <a:lnTo>
                    <a:pt x="1087" y="162"/>
                  </a:lnTo>
                  <a:lnTo>
                    <a:pt x="1091" y="162"/>
                  </a:lnTo>
                  <a:lnTo>
                    <a:pt x="1094" y="158"/>
                  </a:lnTo>
                  <a:lnTo>
                    <a:pt x="1098" y="155"/>
                  </a:lnTo>
                  <a:lnTo>
                    <a:pt x="1101" y="155"/>
                  </a:lnTo>
                  <a:lnTo>
                    <a:pt x="1105" y="151"/>
                  </a:lnTo>
                  <a:lnTo>
                    <a:pt x="1109" y="148"/>
                  </a:lnTo>
                  <a:lnTo>
                    <a:pt x="1112" y="148"/>
                  </a:lnTo>
                  <a:lnTo>
                    <a:pt x="1116" y="144"/>
                  </a:lnTo>
                  <a:lnTo>
                    <a:pt x="1119" y="140"/>
                  </a:lnTo>
                  <a:lnTo>
                    <a:pt x="1123" y="137"/>
                  </a:lnTo>
                  <a:lnTo>
                    <a:pt x="1127" y="137"/>
                  </a:lnTo>
                  <a:lnTo>
                    <a:pt x="1130" y="133"/>
                  </a:lnTo>
                  <a:lnTo>
                    <a:pt x="1134" y="130"/>
                  </a:lnTo>
                  <a:lnTo>
                    <a:pt x="1137" y="126"/>
                  </a:lnTo>
                  <a:lnTo>
                    <a:pt x="1141" y="126"/>
                  </a:lnTo>
                  <a:lnTo>
                    <a:pt x="1145" y="122"/>
                  </a:lnTo>
                  <a:lnTo>
                    <a:pt x="1148" y="122"/>
                  </a:lnTo>
                  <a:lnTo>
                    <a:pt x="1152" y="119"/>
                  </a:lnTo>
                  <a:lnTo>
                    <a:pt x="1155" y="119"/>
                  </a:lnTo>
                  <a:lnTo>
                    <a:pt x="1159" y="115"/>
                  </a:lnTo>
                  <a:lnTo>
                    <a:pt x="1163" y="115"/>
                  </a:lnTo>
                  <a:lnTo>
                    <a:pt x="1166" y="112"/>
                  </a:lnTo>
                  <a:lnTo>
                    <a:pt x="1170" y="112"/>
                  </a:lnTo>
                  <a:lnTo>
                    <a:pt x="1173" y="112"/>
                  </a:lnTo>
                  <a:lnTo>
                    <a:pt x="1177" y="112"/>
                  </a:lnTo>
                  <a:lnTo>
                    <a:pt x="1181" y="112"/>
                  </a:lnTo>
                  <a:lnTo>
                    <a:pt x="1184" y="112"/>
                  </a:lnTo>
                  <a:lnTo>
                    <a:pt x="1188" y="112"/>
                  </a:lnTo>
                  <a:lnTo>
                    <a:pt x="1191" y="112"/>
                  </a:lnTo>
                  <a:lnTo>
                    <a:pt x="1195" y="112"/>
                  </a:lnTo>
                  <a:lnTo>
                    <a:pt x="1199" y="112"/>
                  </a:lnTo>
                  <a:lnTo>
                    <a:pt x="1202" y="112"/>
                  </a:lnTo>
                  <a:lnTo>
                    <a:pt x="1206" y="115"/>
                  </a:lnTo>
                  <a:lnTo>
                    <a:pt x="1209" y="115"/>
                  </a:lnTo>
                  <a:lnTo>
                    <a:pt x="1213" y="119"/>
                  </a:lnTo>
                  <a:lnTo>
                    <a:pt x="1217" y="119"/>
                  </a:lnTo>
                  <a:lnTo>
                    <a:pt x="1220" y="122"/>
                  </a:lnTo>
                  <a:lnTo>
                    <a:pt x="1224" y="122"/>
                  </a:lnTo>
                  <a:lnTo>
                    <a:pt x="1227" y="126"/>
                  </a:lnTo>
                  <a:lnTo>
                    <a:pt x="1231" y="130"/>
                  </a:lnTo>
                  <a:lnTo>
                    <a:pt x="1235" y="130"/>
                  </a:lnTo>
                  <a:lnTo>
                    <a:pt x="1238" y="133"/>
                  </a:lnTo>
                  <a:lnTo>
                    <a:pt x="1242" y="137"/>
                  </a:lnTo>
                  <a:lnTo>
                    <a:pt x="1245" y="137"/>
                  </a:lnTo>
                  <a:lnTo>
                    <a:pt x="1249" y="140"/>
                  </a:lnTo>
                  <a:lnTo>
                    <a:pt x="1253" y="144"/>
                  </a:lnTo>
                  <a:lnTo>
                    <a:pt x="1256" y="148"/>
                  </a:lnTo>
                  <a:lnTo>
                    <a:pt x="1260" y="151"/>
                  </a:lnTo>
                  <a:lnTo>
                    <a:pt x="1263" y="151"/>
                  </a:lnTo>
                  <a:lnTo>
                    <a:pt x="1267" y="155"/>
                  </a:lnTo>
                  <a:lnTo>
                    <a:pt x="1271" y="158"/>
                  </a:lnTo>
                  <a:lnTo>
                    <a:pt x="1274" y="162"/>
                  </a:lnTo>
                  <a:lnTo>
                    <a:pt x="1278" y="166"/>
                  </a:lnTo>
                  <a:lnTo>
                    <a:pt x="1281" y="166"/>
                  </a:lnTo>
                  <a:lnTo>
                    <a:pt x="1285" y="169"/>
                  </a:lnTo>
                  <a:lnTo>
                    <a:pt x="1289" y="169"/>
                  </a:lnTo>
                  <a:lnTo>
                    <a:pt x="1292" y="173"/>
                  </a:lnTo>
                  <a:lnTo>
                    <a:pt x="1296" y="176"/>
                  </a:lnTo>
                  <a:lnTo>
                    <a:pt x="1299" y="176"/>
                  </a:lnTo>
                  <a:lnTo>
                    <a:pt x="1303" y="176"/>
                  </a:lnTo>
                  <a:lnTo>
                    <a:pt x="1307" y="180"/>
                  </a:lnTo>
                  <a:lnTo>
                    <a:pt x="1310" y="180"/>
                  </a:lnTo>
                  <a:lnTo>
                    <a:pt x="1314" y="180"/>
                  </a:lnTo>
                  <a:lnTo>
                    <a:pt x="1317" y="180"/>
                  </a:lnTo>
                  <a:lnTo>
                    <a:pt x="1321" y="180"/>
                  </a:lnTo>
                  <a:lnTo>
                    <a:pt x="1325" y="180"/>
                  </a:lnTo>
                  <a:lnTo>
                    <a:pt x="1328" y="180"/>
                  </a:lnTo>
                  <a:lnTo>
                    <a:pt x="1332" y="180"/>
                  </a:lnTo>
                  <a:lnTo>
                    <a:pt x="1335" y="180"/>
                  </a:lnTo>
                  <a:lnTo>
                    <a:pt x="1339" y="180"/>
                  </a:lnTo>
                  <a:lnTo>
                    <a:pt x="1343" y="180"/>
                  </a:lnTo>
                  <a:lnTo>
                    <a:pt x="1346" y="176"/>
                  </a:lnTo>
                  <a:lnTo>
                    <a:pt x="1350" y="176"/>
                  </a:lnTo>
                  <a:lnTo>
                    <a:pt x="1353" y="173"/>
                  </a:lnTo>
                  <a:lnTo>
                    <a:pt x="1357" y="173"/>
                  </a:lnTo>
                  <a:lnTo>
                    <a:pt x="1361" y="169"/>
                  </a:lnTo>
                  <a:lnTo>
                    <a:pt x="1364" y="166"/>
                  </a:lnTo>
                  <a:lnTo>
                    <a:pt x="1368" y="166"/>
                  </a:lnTo>
                  <a:lnTo>
                    <a:pt x="1371" y="162"/>
                  </a:lnTo>
                  <a:lnTo>
                    <a:pt x="1375" y="158"/>
                  </a:lnTo>
                  <a:lnTo>
                    <a:pt x="1379" y="155"/>
                  </a:lnTo>
                  <a:lnTo>
                    <a:pt x="1382" y="155"/>
                  </a:lnTo>
                  <a:lnTo>
                    <a:pt x="1386" y="151"/>
                  </a:lnTo>
                  <a:lnTo>
                    <a:pt x="1389" y="148"/>
                  </a:lnTo>
                  <a:lnTo>
                    <a:pt x="1393" y="144"/>
                  </a:lnTo>
                  <a:lnTo>
                    <a:pt x="1397" y="140"/>
                  </a:lnTo>
                  <a:lnTo>
                    <a:pt x="1400" y="140"/>
                  </a:lnTo>
                  <a:lnTo>
                    <a:pt x="1404" y="137"/>
                  </a:lnTo>
                  <a:lnTo>
                    <a:pt x="1407" y="133"/>
                  </a:lnTo>
                  <a:lnTo>
                    <a:pt x="1411" y="130"/>
                  </a:lnTo>
                  <a:lnTo>
                    <a:pt x="1415" y="126"/>
                  </a:lnTo>
                  <a:lnTo>
                    <a:pt x="1418" y="126"/>
                  </a:lnTo>
                  <a:lnTo>
                    <a:pt x="1422" y="122"/>
                  </a:lnTo>
                  <a:lnTo>
                    <a:pt x="1425" y="119"/>
                  </a:lnTo>
                  <a:lnTo>
                    <a:pt x="1429" y="115"/>
                  </a:lnTo>
                  <a:lnTo>
                    <a:pt x="1433" y="115"/>
                  </a:lnTo>
                  <a:lnTo>
                    <a:pt x="1436" y="112"/>
                  </a:lnTo>
                  <a:lnTo>
                    <a:pt x="1440" y="112"/>
                  </a:lnTo>
                  <a:lnTo>
                    <a:pt x="1443" y="112"/>
                  </a:lnTo>
                  <a:lnTo>
                    <a:pt x="1447" y="108"/>
                  </a:lnTo>
                  <a:lnTo>
                    <a:pt x="1451" y="108"/>
                  </a:lnTo>
                  <a:lnTo>
                    <a:pt x="1454" y="108"/>
                  </a:lnTo>
                  <a:lnTo>
                    <a:pt x="1458" y="104"/>
                  </a:lnTo>
                  <a:lnTo>
                    <a:pt x="1461" y="104"/>
                  </a:lnTo>
                  <a:lnTo>
                    <a:pt x="1465" y="104"/>
                  </a:lnTo>
                  <a:lnTo>
                    <a:pt x="1469" y="108"/>
                  </a:lnTo>
                  <a:lnTo>
                    <a:pt x="1472" y="108"/>
                  </a:lnTo>
                  <a:lnTo>
                    <a:pt x="1476" y="108"/>
                  </a:lnTo>
                  <a:lnTo>
                    <a:pt x="1479" y="108"/>
                  </a:lnTo>
                  <a:lnTo>
                    <a:pt x="1483" y="112"/>
                  </a:lnTo>
                  <a:lnTo>
                    <a:pt x="1487" y="112"/>
                  </a:lnTo>
                  <a:lnTo>
                    <a:pt x="1490" y="112"/>
                  </a:lnTo>
                  <a:lnTo>
                    <a:pt x="1494" y="115"/>
                  </a:lnTo>
                  <a:lnTo>
                    <a:pt x="1497" y="115"/>
                  </a:lnTo>
                  <a:lnTo>
                    <a:pt x="1501" y="119"/>
                  </a:lnTo>
                  <a:lnTo>
                    <a:pt x="1505" y="122"/>
                  </a:lnTo>
                  <a:lnTo>
                    <a:pt x="1508" y="126"/>
                  </a:lnTo>
                  <a:lnTo>
                    <a:pt x="1512" y="130"/>
                  </a:lnTo>
                  <a:lnTo>
                    <a:pt x="1515" y="130"/>
                  </a:lnTo>
                  <a:lnTo>
                    <a:pt x="1519" y="133"/>
                  </a:lnTo>
                  <a:lnTo>
                    <a:pt x="1523" y="137"/>
                  </a:lnTo>
                  <a:lnTo>
                    <a:pt x="1526" y="140"/>
                  </a:lnTo>
                  <a:lnTo>
                    <a:pt x="1530" y="144"/>
                  </a:lnTo>
                  <a:lnTo>
                    <a:pt x="1533" y="148"/>
                  </a:lnTo>
                  <a:lnTo>
                    <a:pt x="1537" y="151"/>
                  </a:lnTo>
                  <a:lnTo>
                    <a:pt x="1541" y="151"/>
                  </a:lnTo>
                  <a:lnTo>
                    <a:pt x="1544" y="155"/>
                  </a:lnTo>
                  <a:lnTo>
                    <a:pt x="1548" y="158"/>
                  </a:lnTo>
                  <a:lnTo>
                    <a:pt x="1551" y="162"/>
                  </a:lnTo>
                  <a:lnTo>
                    <a:pt x="1555" y="166"/>
                  </a:lnTo>
                  <a:lnTo>
                    <a:pt x="1559" y="169"/>
                  </a:lnTo>
                  <a:lnTo>
                    <a:pt x="1562" y="169"/>
                  </a:lnTo>
                  <a:lnTo>
                    <a:pt x="1566" y="173"/>
                  </a:lnTo>
                  <a:lnTo>
                    <a:pt x="1569" y="176"/>
                  </a:lnTo>
                  <a:lnTo>
                    <a:pt x="1573" y="176"/>
                  </a:lnTo>
                  <a:lnTo>
                    <a:pt x="1577" y="180"/>
                  </a:lnTo>
                  <a:lnTo>
                    <a:pt x="1580" y="180"/>
                  </a:lnTo>
                  <a:lnTo>
                    <a:pt x="1584" y="184"/>
                  </a:lnTo>
                  <a:lnTo>
                    <a:pt x="1587" y="184"/>
                  </a:lnTo>
                  <a:lnTo>
                    <a:pt x="1591" y="184"/>
                  </a:lnTo>
                  <a:lnTo>
                    <a:pt x="1595" y="187"/>
                  </a:lnTo>
                  <a:lnTo>
                    <a:pt x="1598" y="187"/>
                  </a:lnTo>
                  <a:lnTo>
                    <a:pt x="1602" y="187"/>
                  </a:lnTo>
                  <a:lnTo>
                    <a:pt x="1605" y="187"/>
                  </a:lnTo>
                  <a:lnTo>
                    <a:pt x="1609" y="187"/>
                  </a:lnTo>
                  <a:lnTo>
                    <a:pt x="1613" y="184"/>
                  </a:lnTo>
                  <a:lnTo>
                    <a:pt x="1616" y="184"/>
                  </a:lnTo>
                  <a:lnTo>
                    <a:pt x="1620" y="184"/>
                  </a:lnTo>
                  <a:lnTo>
                    <a:pt x="1623" y="180"/>
                  </a:lnTo>
                  <a:lnTo>
                    <a:pt x="1627" y="180"/>
                  </a:lnTo>
                  <a:lnTo>
                    <a:pt x="1631" y="176"/>
                  </a:lnTo>
                  <a:lnTo>
                    <a:pt x="1634" y="176"/>
                  </a:lnTo>
                  <a:lnTo>
                    <a:pt x="1638" y="173"/>
                  </a:lnTo>
                  <a:lnTo>
                    <a:pt x="1641" y="169"/>
                  </a:lnTo>
                  <a:lnTo>
                    <a:pt x="1645" y="169"/>
                  </a:lnTo>
                  <a:lnTo>
                    <a:pt x="1649" y="166"/>
                  </a:lnTo>
                  <a:lnTo>
                    <a:pt x="1652" y="162"/>
                  </a:lnTo>
                  <a:lnTo>
                    <a:pt x="1656" y="158"/>
                  </a:lnTo>
                  <a:lnTo>
                    <a:pt x="1659" y="158"/>
                  </a:lnTo>
                  <a:lnTo>
                    <a:pt x="1663" y="155"/>
                  </a:lnTo>
                  <a:lnTo>
                    <a:pt x="1667" y="151"/>
                  </a:lnTo>
                  <a:lnTo>
                    <a:pt x="1670" y="148"/>
                  </a:lnTo>
                  <a:lnTo>
                    <a:pt x="1674" y="144"/>
                  </a:lnTo>
                  <a:lnTo>
                    <a:pt x="1677" y="140"/>
                  </a:lnTo>
                  <a:lnTo>
                    <a:pt x="1681" y="137"/>
                  </a:lnTo>
                  <a:lnTo>
                    <a:pt x="1685" y="133"/>
                  </a:lnTo>
                  <a:lnTo>
                    <a:pt x="1688" y="130"/>
                  </a:lnTo>
                  <a:lnTo>
                    <a:pt x="1692" y="126"/>
                  </a:lnTo>
                  <a:lnTo>
                    <a:pt x="1695" y="122"/>
                  </a:lnTo>
                  <a:lnTo>
                    <a:pt x="1699" y="119"/>
                  </a:lnTo>
                  <a:lnTo>
                    <a:pt x="1703" y="119"/>
                  </a:lnTo>
                  <a:lnTo>
                    <a:pt x="1706" y="115"/>
                  </a:lnTo>
                  <a:lnTo>
                    <a:pt x="1710" y="112"/>
                  </a:lnTo>
                  <a:lnTo>
                    <a:pt x="1713" y="108"/>
                  </a:lnTo>
                  <a:lnTo>
                    <a:pt x="1717" y="108"/>
                  </a:lnTo>
                  <a:lnTo>
                    <a:pt x="1721" y="104"/>
                  </a:lnTo>
                  <a:lnTo>
                    <a:pt x="1724" y="104"/>
                  </a:lnTo>
                  <a:lnTo>
                    <a:pt x="1728" y="101"/>
                  </a:lnTo>
                  <a:lnTo>
                    <a:pt x="1731" y="101"/>
                  </a:lnTo>
                  <a:lnTo>
                    <a:pt x="1735" y="101"/>
                  </a:lnTo>
                  <a:lnTo>
                    <a:pt x="1739" y="101"/>
                  </a:lnTo>
                  <a:lnTo>
                    <a:pt x="1742" y="101"/>
                  </a:lnTo>
                  <a:lnTo>
                    <a:pt x="1746" y="101"/>
                  </a:lnTo>
                  <a:lnTo>
                    <a:pt x="1749" y="101"/>
                  </a:lnTo>
                  <a:lnTo>
                    <a:pt x="1753" y="101"/>
                  </a:lnTo>
                  <a:lnTo>
                    <a:pt x="1757" y="104"/>
                  </a:lnTo>
                  <a:lnTo>
                    <a:pt x="1760" y="104"/>
                  </a:lnTo>
                  <a:lnTo>
                    <a:pt x="1764" y="104"/>
                  </a:lnTo>
                  <a:lnTo>
                    <a:pt x="1767" y="108"/>
                  </a:lnTo>
                  <a:lnTo>
                    <a:pt x="1771" y="108"/>
                  </a:lnTo>
                  <a:lnTo>
                    <a:pt x="1775" y="112"/>
                  </a:lnTo>
                  <a:lnTo>
                    <a:pt x="1778" y="115"/>
                  </a:lnTo>
                  <a:lnTo>
                    <a:pt x="1782" y="119"/>
                  </a:lnTo>
                  <a:lnTo>
                    <a:pt x="1785" y="119"/>
                  </a:lnTo>
                  <a:lnTo>
                    <a:pt x="1789" y="122"/>
                  </a:lnTo>
                  <a:lnTo>
                    <a:pt x="1793" y="126"/>
                  </a:lnTo>
                  <a:lnTo>
                    <a:pt x="1796" y="130"/>
                  </a:lnTo>
                  <a:lnTo>
                    <a:pt x="1800" y="133"/>
                  </a:lnTo>
                  <a:lnTo>
                    <a:pt x="1803" y="137"/>
                  </a:lnTo>
                  <a:lnTo>
                    <a:pt x="1807" y="140"/>
                  </a:lnTo>
                  <a:lnTo>
                    <a:pt x="1811" y="144"/>
                  </a:lnTo>
                  <a:lnTo>
                    <a:pt x="1814" y="148"/>
                  </a:lnTo>
                  <a:lnTo>
                    <a:pt x="1818" y="151"/>
                  </a:lnTo>
                  <a:lnTo>
                    <a:pt x="1821" y="155"/>
                  </a:lnTo>
                  <a:lnTo>
                    <a:pt x="1825" y="158"/>
                  </a:lnTo>
                  <a:lnTo>
                    <a:pt x="1829" y="162"/>
                  </a:lnTo>
                  <a:lnTo>
                    <a:pt x="1832" y="166"/>
                  </a:lnTo>
                  <a:lnTo>
                    <a:pt x="1836" y="169"/>
                  </a:lnTo>
                  <a:lnTo>
                    <a:pt x="1839" y="173"/>
                  </a:lnTo>
                  <a:lnTo>
                    <a:pt x="1843" y="176"/>
                  </a:lnTo>
                  <a:lnTo>
                    <a:pt x="1847" y="180"/>
                  </a:lnTo>
                  <a:lnTo>
                    <a:pt x="1850" y="180"/>
                  </a:lnTo>
                  <a:lnTo>
                    <a:pt x="1854" y="184"/>
                  </a:lnTo>
                  <a:lnTo>
                    <a:pt x="1857" y="187"/>
                  </a:lnTo>
                  <a:lnTo>
                    <a:pt x="1861" y="187"/>
                  </a:lnTo>
                  <a:lnTo>
                    <a:pt x="1865" y="191"/>
                  </a:lnTo>
                  <a:lnTo>
                    <a:pt x="1868" y="191"/>
                  </a:lnTo>
                  <a:lnTo>
                    <a:pt x="1872" y="191"/>
                  </a:lnTo>
                  <a:lnTo>
                    <a:pt x="1875" y="191"/>
                  </a:lnTo>
                  <a:lnTo>
                    <a:pt x="1879" y="191"/>
                  </a:lnTo>
                  <a:lnTo>
                    <a:pt x="1883" y="194"/>
                  </a:lnTo>
                  <a:lnTo>
                    <a:pt x="1886" y="191"/>
                  </a:lnTo>
                  <a:lnTo>
                    <a:pt x="1890" y="191"/>
                  </a:lnTo>
                  <a:lnTo>
                    <a:pt x="1893" y="191"/>
                  </a:lnTo>
                  <a:lnTo>
                    <a:pt x="1897" y="191"/>
                  </a:lnTo>
                  <a:lnTo>
                    <a:pt x="1901" y="187"/>
                  </a:lnTo>
                  <a:lnTo>
                    <a:pt x="1904" y="187"/>
                  </a:lnTo>
                  <a:lnTo>
                    <a:pt x="1908" y="184"/>
                  </a:lnTo>
                  <a:lnTo>
                    <a:pt x="1911" y="184"/>
                  </a:lnTo>
                  <a:lnTo>
                    <a:pt x="1915" y="180"/>
                  </a:lnTo>
                  <a:lnTo>
                    <a:pt x="1919" y="176"/>
                  </a:lnTo>
                  <a:lnTo>
                    <a:pt x="1922" y="173"/>
                  </a:lnTo>
                  <a:lnTo>
                    <a:pt x="1926" y="169"/>
                  </a:lnTo>
                  <a:lnTo>
                    <a:pt x="1929" y="166"/>
                  </a:lnTo>
                  <a:lnTo>
                    <a:pt x="1933" y="162"/>
                  </a:lnTo>
                  <a:lnTo>
                    <a:pt x="1937" y="158"/>
                  </a:lnTo>
                  <a:lnTo>
                    <a:pt x="1940" y="155"/>
                  </a:lnTo>
                  <a:lnTo>
                    <a:pt x="1944" y="151"/>
                  </a:lnTo>
                  <a:lnTo>
                    <a:pt x="1947" y="148"/>
                  </a:lnTo>
                  <a:lnTo>
                    <a:pt x="1951" y="144"/>
                  </a:lnTo>
                  <a:lnTo>
                    <a:pt x="1955" y="140"/>
                  </a:lnTo>
                  <a:lnTo>
                    <a:pt x="1958" y="137"/>
                  </a:lnTo>
                  <a:lnTo>
                    <a:pt x="1962" y="133"/>
                  </a:lnTo>
                  <a:lnTo>
                    <a:pt x="1965" y="130"/>
                  </a:lnTo>
                  <a:lnTo>
                    <a:pt x="1969" y="126"/>
                  </a:lnTo>
                  <a:lnTo>
                    <a:pt x="1973" y="122"/>
                  </a:lnTo>
                  <a:lnTo>
                    <a:pt x="1976" y="119"/>
                  </a:lnTo>
                  <a:lnTo>
                    <a:pt x="1980" y="115"/>
                  </a:lnTo>
                  <a:lnTo>
                    <a:pt x="1983" y="112"/>
                  </a:lnTo>
                  <a:lnTo>
                    <a:pt x="1987" y="108"/>
                  </a:lnTo>
                  <a:lnTo>
                    <a:pt x="1991" y="104"/>
                  </a:lnTo>
                  <a:lnTo>
                    <a:pt x="1994" y="101"/>
                  </a:lnTo>
                  <a:lnTo>
                    <a:pt x="1998" y="101"/>
                  </a:lnTo>
                  <a:lnTo>
                    <a:pt x="2001" y="97"/>
                  </a:lnTo>
                  <a:lnTo>
                    <a:pt x="2005" y="97"/>
                  </a:lnTo>
                  <a:lnTo>
                    <a:pt x="2009" y="94"/>
                  </a:lnTo>
                  <a:lnTo>
                    <a:pt x="2012" y="94"/>
                  </a:lnTo>
                  <a:lnTo>
                    <a:pt x="2016" y="94"/>
                  </a:lnTo>
                  <a:lnTo>
                    <a:pt x="2019" y="94"/>
                  </a:lnTo>
                  <a:lnTo>
                    <a:pt x="2023" y="94"/>
                  </a:lnTo>
                  <a:lnTo>
                    <a:pt x="2027" y="94"/>
                  </a:lnTo>
                  <a:lnTo>
                    <a:pt x="2030" y="94"/>
                  </a:lnTo>
                  <a:lnTo>
                    <a:pt x="2034" y="97"/>
                  </a:lnTo>
                  <a:lnTo>
                    <a:pt x="2037" y="97"/>
                  </a:lnTo>
                  <a:lnTo>
                    <a:pt x="2041" y="97"/>
                  </a:lnTo>
                  <a:lnTo>
                    <a:pt x="2045" y="101"/>
                  </a:lnTo>
                  <a:lnTo>
                    <a:pt x="2048" y="101"/>
                  </a:lnTo>
                  <a:lnTo>
                    <a:pt x="2052" y="104"/>
                  </a:lnTo>
                  <a:lnTo>
                    <a:pt x="2055" y="108"/>
                  </a:lnTo>
                  <a:lnTo>
                    <a:pt x="2059" y="112"/>
                  </a:lnTo>
                  <a:lnTo>
                    <a:pt x="2063" y="115"/>
                  </a:lnTo>
                  <a:lnTo>
                    <a:pt x="2066" y="119"/>
                  </a:lnTo>
                  <a:lnTo>
                    <a:pt x="2070" y="122"/>
                  </a:lnTo>
                  <a:lnTo>
                    <a:pt x="2073" y="126"/>
                  </a:lnTo>
                  <a:lnTo>
                    <a:pt x="2077" y="130"/>
                  </a:lnTo>
                  <a:lnTo>
                    <a:pt x="2081" y="133"/>
                  </a:lnTo>
                  <a:lnTo>
                    <a:pt x="2084" y="137"/>
                  </a:lnTo>
                  <a:lnTo>
                    <a:pt x="2088" y="140"/>
                  </a:lnTo>
                  <a:lnTo>
                    <a:pt x="2091" y="144"/>
                  </a:lnTo>
                  <a:lnTo>
                    <a:pt x="2095" y="148"/>
                  </a:lnTo>
                  <a:lnTo>
                    <a:pt x="2095" y="151"/>
                  </a:lnTo>
                  <a:lnTo>
                    <a:pt x="2099" y="155"/>
                  </a:lnTo>
                  <a:lnTo>
                    <a:pt x="2102" y="158"/>
                  </a:lnTo>
                  <a:lnTo>
                    <a:pt x="2106" y="162"/>
                  </a:lnTo>
                  <a:lnTo>
                    <a:pt x="2109" y="166"/>
                  </a:lnTo>
                  <a:lnTo>
                    <a:pt x="2113" y="169"/>
                  </a:lnTo>
                  <a:lnTo>
                    <a:pt x="2117" y="173"/>
                  </a:lnTo>
                  <a:lnTo>
                    <a:pt x="2120" y="176"/>
                  </a:lnTo>
                  <a:lnTo>
                    <a:pt x="2124" y="180"/>
                  </a:lnTo>
                  <a:lnTo>
                    <a:pt x="2127" y="184"/>
                  </a:lnTo>
                  <a:lnTo>
                    <a:pt x="2131" y="187"/>
                  </a:lnTo>
                  <a:lnTo>
                    <a:pt x="2135" y="191"/>
                  </a:lnTo>
                  <a:lnTo>
                    <a:pt x="2138" y="194"/>
                  </a:lnTo>
                  <a:lnTo>
                    <a:pt x="2142" y="198"/>
                  </a:lnTo>
                  <a:lnTo>
                    <a:pt x="2145" y="198"/>
                  </a:lnTo>
                  <a:lnTo>
                    <a:pt x="2149" y="198"/>
                  </a:lnTo>
                  <a:lnTo>
                    <a:pt x="2153" y="202"/>
                  </a:lnTo>
                  <a:lnTo>
                    <a:pt x="2156" y="202"/>
                  </a:lnTo>
                  <a:lnTo>
                    <a:pt x="2160" y="202"/>
                  </a:lnTo>
                  <a:lnTo>
                    <a:pt x="2163" y="202"/>
                  </a:lnTo>
                  <a:lnTo>
                    <a:pt x="2167" y="202"/>
                  </a:lnTo>
                  <a:lnTo>
                    <a:pt x="2171" y="198"/>
                  </a:lnTo>
                  <a:lnTo>
                    <a:pt x="2174" y="198"/>
                  </a:lnTo>
                  <a:lnTo>
                    <a:pt x="2178" y="198"/>
                  </a:lnTo>
                  <a:lnTo>
                    <a:pt x="2181" y="194"/>
                  </a:lnTo>
                  <a:lnTo>
                    <a:pt x="2185" y="191"/>
                  </a:lnTo>
                  <a:lnTo>
                    <a:pt x="2189" y="191"/>
                  </a:lnTo>
                  <a:lnTo>
                    <a:pt x="2192" y="187"/>
                  </a:lnTo>
                  <a:lnTo>
                    <a:pt x="2196" y="184"/>
                  </a:lnTo>
                  <a:lnTo>
                    <a:pt x="2199" y="180"/>
                  </a:lnTo>
                  <a:lnTo>
                    <a:pt x="2203" y="176"/>
                  </a:lnTo>
                  <a:lnTo>
                    <a:pt x="2207" y="173"/>
                  </a:lnTo>
                  <a:lnTo>
                    <a:pt x="2210" y="169"/>
                  </a:lnTo>
                  <a:lnTo>
                    <a:pt x="2214" y="166"/>
                  </a:lnTo>
                  <a:lnTo>
                    <a:pt x="2217" y="162"/>
                  </a:lnTo>
                  <a:lnTo>
                    <a:pt x="2221" y="158"/>
                  </a:lnTo>
                  <a:lnTo>
                    <a:pt x="2225" y="155"/>
                  </a:lnTo>
                  <a:lnTo>
                    <a:pt x="2225" y="151"/>
                  </a:lnTo>
                  <a:lnTo>
                    <a:pt x="2228" y="148"/>
                  </a:lnTo>
                  <a:lnTo>
                    <a:pt x="2232" y="144"/>
                  </a:lnTo>
                  <a:lnTo>
                    <a:pt x="2235" y="140"/>
                  </a:lnTo>
                  <a:lnTo>
                    <a:pt x="2235" y="137"/>
                  </a:lnTo>
                  <a:lnTo>
                    <a:pt x="2239" y="133"/>
                  </a:lnTo>
                  <a:lnTo>
                    <a:pt x="2243" y="130"/>
                  </a:lnTo>
                  <a:lnTo>
                    <a:pt x="2246" y="126"/>
                  </a:lnTo>
                  <a:lnTo>
                    <a:pt x="2250" y="122"/>
                  </a:lnTo>
                  <a:lnTo>
                    <a:pt x="2250" y="119"/>
                  </a:lnTo>
                  <a:lnTo>
                    <a:pt x="2253" y="115"/>
                  </a:lnTo>
                  <a:lnTo>
                    <a:pt x="2257" y="112"/>
                  </a:lnTo>
                  <a:lnTo>
                    <a:pt x="2261" y="108"/>
                  </a:lnTo>
                  <a:lnTo>
                    <a:pt x="2264" y="104"/>
                  </a:lnTo>
                  <a:lnTo>
                    <a:pt x="2268" y="101"/>
                  </a:lnTo>
                  <a:lnTo>
                    <a:pt x="2271" y="97"/>
                  </a:lnTo>
                  <a:lnTo>
                    <a:pt x="2275" y="94"/>
                  </a:lnTo>
                  <a:lnTo>
                    <a:pt x="2279" y="90"/>
                  </a:lnTo>
                  <a:lnTo>
                    <a:pt x="2282" y="90"/>
                  </a:lnTo>
                  <a:lnTo>
                    <a:pt x="2286" y="86"/>
                  </a:lnTo>
                  <a:lnTo>
                    <a:pt x="2289" y="86"/>
                  </a:lnTo>
                  <a:lnTo>
                    <a:pt x="2293" y="83"/>
                  </a:lnTo>
                  <a:lnTo>
                    <a:pt x="2297" y="83"/>
                  </a:lnTo>
                  <a:lnTo>
                    <a:pt x="2300" y="83"/>
                  </a:lnTo>
                  <a:lnTo>
                    <a:pt x="2304" y="83"/>
                  </a:lnTo>
                  <a:lnTo>
                    <a:pt x="2307" y="83"/>
                  </a:lnTo>
                  <a:lnTo>
                    <a:pt x="2311" y="86"/>
                  </a:lnTo>
                  <a:lnTo>
                    <a:pt x="2315" y="86"/>
                  </a:lnTo>
                  <a:lnTo>
                    <a:pt x="2318" y="90"/>
                  </a:lnTo>
                  <a:lnTo>
                    <a:pt x="2322" y="90"/>
                  </a:lnTo>
                  <a:lnTo>
                    <a:pt x="2325" y="94"/>
                  </a:lnTo>
                  <a:lnTo>
                    <a:pt x="2329" y="97"/>
                  </a:lnTo>
                  <a:lnTo>
                    <a:pt x="2333" y="101"/>
                  </a:lnTo>
                  <a:lnTo>
                    <a:pt x="2336" y="104"/>
                  </a:lnTo>
                  <a:lnTo>
                    <a:pt x="2340" y="108"/>
                  </a:lnTo>
                  <a:lnTo>
                    <a:pt x="2343" y="112"/>
                  </a:lnTo>
                  <a:lnTo>
                    <a:pt x="2347" y="115"/>
                  </a:lnTo>
                  <a:lnTo>
                    <a:pt x="2351" y="119"/>
                  </a:lnTo>
                  <a:lnTo>
                    <a:pt x="2354" y="122"/>
                  </a:lnTo>
                  <a:lnTo>
                    <a:pt x="2358" y="126"/>
                  </a:lnTo>
                  <a:lnTo>
                    <a:pt x="2361" y="130"/>
                  </a:lnTo>
                  <a:lnTo>
                    <a:pt x="2361" y="133"/>
                  </a:lnTo>
                  <a:lnTo>
                    <a:pt x="2365" y="137"/>
                  </a:lnTo>
                  <a:lnTo>
                    <a:pt x="2365" y="140"/>
                  </a:lnTo>
                  <a:lnTo>
                    <a:pt x="2369" y="144"/>
                  </a:lnTo>
                  <a:lnTo>
                    <a:pt x="2372" y="148"/>
                  </a:lnTo>
                  <a:lnTo>
                    <a:pt x="2372" y="151"/>
                  </a:lnTo>
                  <a:lnTo>
                    <a:pt x="2376" y="155"/>
                  </a:lnTo>
                  <a:lnTo>
                    <a:pt x="2379" y="158"/>
                  </a:lnTo>
                  <a:lnTo>
                    <a:pt x="2383" y="162"/>
                  </a:lnTo>
                  <a:lnTo>
                    <a:pt x="2383" y="166"/>
                  </a:lnTo>
                  <a:lnTo>
                    <a:pt x="2387" y="169"/>
                  </a:lnTo>
                  <a:lnTo>
                    <a:pt x="2390" y="173"/>
                  </a:lnTo>
                  <a:lnTo>
                    <a:pt x="2390" y="176"/>
                  </a:lnTo>
                  <a:lnTo>
                    <a:pt x="2394" y="180"/>
                  </a:lnTo>
                  <a:lnTo>
                    <a:pt x="2397" y="184"/>
                  </a:lnTo>
                  <a:lnTo>
                    <a:pt x="2401" y="187"/>
                  </a:lnTo>
                  <a:lnTo>
                    <a:pt x="2405" y="191"/>
                  </a:lnTo>
                  <a:lnTo>
                    <a:pt x="2408" y="194"/>
                  </a:lnTo>
                  <a:lnTo>
                    <a:pt x="2412" y="198"/>
                  </a:lnTo>
                  <a:lnTo>
                    <a:pt x="2415" y="202"/>
                  </a:lnTo>
                  <a:lnTo>
                    <a:pt x="2419" y="205"/>
                  </a:lnTo>
                  <a:lnTo>
                    <a:pt x="2423" y="209"/>
                  </a:lnTo>
                  <a:lnTo>
                    <a:pt x="2426" y="209"/>
                  </a:lnTo>
                  <a:lnTo>
                    <a:pt x="2430" y="212"/>
                  </a:lnTo>
                  <a:lnTo>
                    <a:pt x="2433" y="212"/>
                  </a:lnTo>
                  <a:lnTo>
                    <a:pt x="2437" y="212"/>
                  </a:lnTo>
                  <a:lnTo>
                    <a:pt x="2441" y="212"/>
                  </a:lnTo>
                  <a:lnTo>
                    <a:pt x="2444" y="212"/>
                  </a:lnTo>
                  <a:lnTo>
                    <a:pt x="2448" y="212"/>
                  </a:lnTo>
                  <a:lnTo>
                    <a:pt x="2451" y="209"/>
                  </a:lnTo>
                  <a:lnTo>
                    <a:pt x="2455" y="209"/>
                  </a:lnTo>
                  <a:lnTo>
                    <a:pt x="2459" y="205"/>
                  </a:lnTo>
                  <a:lnTo>
                    <a:pt x="2462" y="205"/>
                  </a:lnTo>
                  <a:lnTo>
                    <a:pt x="2466" y="202"/>
                  </a:lnTo>
                  <a:lnTo>
                    <a:pt x="2469" y="198"/>
                  </a:lnTo>
                  <a:lnTo>
                    <a:pt x="2473" y="194"/>
                  </a:lnTo>
                  <a:lnTo>
                    <a:pt x="2477" y="191"/>
                  </a:lnTo>
                  <a:lnTo>
                    <a:pt x="2480" y="187"/>
                  </a:lnTo>
                  <a:lnTo>
                    <a:pt x="2484" y="184"/>
                  </a:lnTo>
                  <a:lnTo>
                    <a:pt x="2487" y="180"/>
                  </a:lnTo>
                  <a:lnTo>
                    <a:pt x="2491" y="176"/>
                  </a:lnTo>
                  <a:lnTo>
                    <a:pt x="2491" y="173"/>
                  </a:lnTo>
                  <a:lnTo>
                    <a:pt x="2495" y="169"/>
                  </a:lnTo>
                  <a:lnTo>
                    <a:pt x="2495" y="166"/>
                  </a:lnTo>
                  <a:lnTo>
                    <a:pt x="2498" y="162"/>
                  </a:lnTo>
                  <a:lnTo>
                    <a:pt x="2502" y="158"/>
                  </a:lnTo>
                  <a:lnTo>
                    <a:pt x="2502" y="155"/>
                  </a:lnTo>
                  <a:lnTo>
                    <a:pt x="2505" y="151"/>
                  </a:lnTo>
                  <a:lnTo>
                    <a:pt x="2509" y="148"/>
                  </a:lnTo>
                  <a:lnTo>
                    <a:pt x="2509" y="144"/>
                  </a:lnTo>
                  <a:lnTo>
                    <a:pt x="2513" y="140"/>
                  </a:lnTo>
                  <a:lnTo>
                    <a:pt x="2513" y="137"/>
                  </a:lnTo>
                  <a:lnTo>
                    <a:pt x="2516" y="133"/>
                  </a:lnTo>
                  <a:lnTo>
                    <a:pt x="2520" y="130"/>
                  </a:lnTo>
                  <a:lnTo>
                    <a:pt x="2520" y="126"/>
                  </a:lnTo>
                  <a:lnTo>
                    <a:pt x="2523" y="122"/>
                  </a:lnTo>
                  <a:lnTo>
                    <a:pt x="2527" y="119"/>
                  </a:lnTo>
                  <a:lnTo>
                    <a:pt x="2527" y="115"/>
                  </a:lnTo>
                  <a:lnTo>
                    <a:pt x="2531" y="112"/>
                  </a:lnTo>
                  <a:lnTo>
                    <a:pt x="2534" y="108"/>
                  </a:lnTo>
                  <a:lnTo>
                    <a:pt x="2534" y="104"/>
                  </a:lnTo>
                  <a:lnTo>
                    <a:pt x="2538" y="101"/>
                  </a:lnTo>
                  <a:lnTo>
                    <a:pt x="2541" y="97"/>
                  </a:lnTo>
                  <a:lnTo>
                    <a:pt x="2545" y="94"/>
                  </a:lnTo>
                  <a:lnTo>
                    <a:pt x="2545" y="90"/>
                  </a:lnTo>
                  <a:lnTo>
                    <a:pt x="2549" y="86"/>
                  </a:lnTo>
                  <a:lnTo>
                    <a:pt x="2552" y="83"/>
                  </a:lnTo>
                  <a:lnTo>
                    <a:pt x="2556" y="79"/>
                  </a:lnTo>
                  <a:lnTo>
                    <a:pt x="2559" y="76"/>
                  </a:lnTo>
                  <a:lnTo>
                    <a:pt x="2563" y="72"/>
                  </a:lnTo>
                  <a:lnTo>
                    <a:pt x="2567" y="72"/>
                  </a:lnTo>
                  <a:lnTo>
                    <a:pt x="2570" y="72"/>
                  </a:lnTo>
                  <a:lnTo>
                    <a:pt x="2574" y="68"/>
                  </a:lnTo>
                  <a:lnTo>
                    <a:pt x="2577" y="68"/>
                  </a:lnTo>
                  <a:lnTo>
                    <a:pt x="2581" y="68"/>
                  </a:lnTo>
                  <a:lnTo>
                    <a:pt x="2585" y="68"/>
                  </a:lnTo>
                  <a:lnTo>
                    <a:pt x="2588" y="72"/>
                  </a:lnTo>
                  <a:lnTo>
                    <a:pt x="2592" y="72"/>
                  </a:lnTo>
                  <a:lnTo>
                    <a:pt x="2595" y="76"/>
                  </a:lnTo>
                  <a:lnTo>
                    <a:pt x="2599" y="76"/>
                  </a:lnTo>
                  <a:lnTo>
                    <a:pt x="2603" y="79"/>
                  </a:lnTo>
                  <a:lnTo>
                    <a:pt x="2606" y="83"/>
                  </a:lnTo>
                  <a:lnTo>
                    <a:pt x="2610" y="86"/>
                  </a:lnTo>
                  <a:lnTo>
                    <a:pt x="2613" y="90"/>
                  </a:lnTo>
                  <a:lnTo>
                    <a:pt x="2617" y="94"/>
                  </a:lnTo>
                  <a:lnTo>
                    <a:pt x="2621" y="97"/>
                  </a:lnTo>
                  <a:lnTo>
                    <a:pt x="2621" y="101"/>
                  </a:lnTo>
                  <a:lnTo>
                    <a:pt x="2624" y="104"/>
                  </a:lnTo>
                  <a:lnTo>
                    <a:pt x="2628" y="108"/>
                  </a:lnTo>
                  <a:lnTo>
                    <a:pt x="2628" y="112"/>
                  </a:lnTo>
                  <a:lnTo>
                    <a:pt x="2631" y="115"/>
                  </a:lnTo>
                  <a:lnTo>
                    <a:pt x="2635" y="119"/>
                  </a:lnTo>
                  <a:lnTo>
                    <a:pt x="2635" y="122"/>
                  </a:lnTo>
                  <a:lnTo>
                    <a:pt x="2639" y="126"/>
                  </a:lnTo>
                  <a:lnTo>
                    <a:pt x="2639" y="130"/>
                  </a:lnTo>
                  <a:lnTo>
                    <a:pt x="2642" y="133"/>
                  </a:lnTo>
                  <a:lnTo>
                    <a:pt x="2642" y="137"/>
                  </a:lnTo>
                  <a:lnTo>
                    <a:pt x="2646" y="140"/>
                  </a:lnTo>
                  <a:lnTo>
                    <a:pt x="2649" y="144"/>
                  </a:lnTo>
                  <a:lnTo>
                    <a:pt x="2649" y="148"/>
                  </a:lnTo>
                  <a:lnTo>
                    <a:pt x="2653" y="151"/>
                  </a:lnTo>
                  <a:lnTo>
                    <a:pt x="2653" y="155"/>
                  </a:lnTo>
                  <a:lnTo>
                    <a:pt x="2657" y="158"/>
                  </a:lnTo>
                  <a:lnTo>
                    <a:pt x="2657" y="162"/>
                  </a:lnTo>
                  <a:lnTo>
                    <a:pt x="2660" y="166"/>
                  </a:lnTo>
                  <a:lnTo>
                    <a:pt x="2664" y="169"/>
                  </a:lnTo>
                  <a:lnTo>
                    <a:pt x="2664" y="173"/>
                  </a:lnTo>
                  <a:lnTo>
                    <a:pt x="2667" y="176"/>
                  </a:lnTo>
                  <a:lnTo>
                    <a:pt x="2667" y="180"/>
                  </a:lnTo>
                  <a:lnTo>
                    <a:pt x="2671" y="184"/>
                  </a:lnTo>
                  <a:lnTo>
                    <a:pt x="2671" y="187"/>
                  </a:lnTo>
                  <a:lnTo>
                    <a:pt x="2675" y="191"/>
                  </a:lnTo>
                  <a:lnTo>
                    <a:pt x="2678" y="194"/>
                  </a:lnTo>
                  <a:lnTo>
                    <a:pt x="2682" y="198"/>
                  </a:lnTo>
                  <a:lnTo>
                    <a:pt x="2682" y="202"/>
                  </a:lnTo>
                  <a:lnTo>
                    <a:pt x="2685" y="205"/>
                  </a:lnTo>
                  <a:lnTo>
                    <a:pt x="2685" y="209"/>
                  </a:lnTo>
                  <a:lnTo>
                    <a:pt x="2689" y="212"/>
                  </a:lnTo>
                  <a:lnTo>
                    <a:pt x="2693" y="216"/>
                  </a:lnTo>
                  <a:lnTo>
                    <a:pt x="2696" y="220"/>
                  </a:lnTo>
                  <a:lnTo>
                    <a:pt x="2700" y="223"/>
                  </a:lnTo>
                  <a:lnTo>
                    <a:pt x="2703" y="227"/>
                  </a:lnTo>
                  <a:lnTo>
                    <a:pt x="2707" y="227"/>
                  </a:lnTo>
                  <a:lnTo>
                    <a:pt x="2711" y="230"/>
                  </a:lnTo>
                  <a:lnTo>
                    <a:pt x="2714" y="230"/>
                  </a:lnTo>
                  <a:lnTo>
                    <a:pt x="2718" y="230"/>
                  </a:lnTo>
                  <a:lnTo>
                    <a:pt x="2721" y="230"/>
                  </a:lnTo>
                  <a:lnTo>
                    <a:pt x="2725" y="230"/>
                  </a:lnTo>
                  <a:lnTo>
                    <a:pt x="2729" y="230"/>
                  </a:lnTo>
                  <a:lnTo>
                    <a:pt x="2732" y="227"/>
                  </a:lnTo>
                  <a:lnTo>
                    <a:pt x="2736" y="223"/>
                  </a:lnTo>
                  <a:lnTo>
                    <a:pt x="2739" y="223"/>
                  </a:lnTo>
                  <a:lnTo>
                    <a:pt x="2743" y="220"/>
                  </a:lnTo>
                  <a:lnTo>
                    <a:pt x="2747" y="216"/>
                  </a:lnTo>
                  <a:lnTo>
                    <a:pt x="2750" y="212"/>
                  </a:lnTo>
                  <a:lnTo>
                    <a:pt x="2754" y="209"/>
                  </a:lnTo>
                  <a:lnTo>
                    <a:pt x="2754" y="205"/>
                  </a:lnTo>
                  <a:lnTo>
                    <a:pt x="2757" y="202"/>
                  </a:lnTo>
                  <a:lnTo>
                    <a:pt x="2761" y="198"/>
                  </a:lnTo>
                  <a:lnTo>
                    <a:pt x="2761" y="194"/>
                  </a:lnTo>
                  <a:lnTo>
                    <a:pt x="2765" y="191"/>
                  </a:lnTo>
                  <a:lnTo>
                    <a:pt x="2768" y="187"/>
                  </a:lnTo>
                  <a:lnTo>
                    <a:pt x="2768" y="184"/>
                  </a:lnTo>
                  <a:lnTo>
                    <a:pt x="2768" y="180"/>
                  </a:lnTo>
                  <a:lnTo>
                    <a:pt x="2772" y="176"/>
                  </a:lnTo>
                  <a:lnTo>
                    <a:pt x="2775" y="173"/>
                  </a:lnTo>
                  <a:lnTo>
                    <a:pt x="2775" y="169"/>
                  </a:lnTo>
                  <a:lnTo>
                    <a:pt x="2779" y="166"/>
                  </a:lnTo>
                  <a:lnTo>
                    <a:pt x="2779" y="162"/>
                  </a:lnTo>
                  <a:lnTo>
                    <a:pt x="2779" y="158"/>
                  </a:lnTo>
                  <a:lnTo>
                    <a:pt x="2783" y="155"/>
                  </a:lnTo>
                  <a:lnTo>
                    <a:pt x="2786" y="151"/>
                  </a:lnTo>
                  <a:lnTo>
                    <a:pt x="2786" y="148"/>
                  </a:lnTo>
                  <a:lnTo>
                    <a:pt x="2786" y="144"/>
                  </a:lnTo>
                  <a:lnTo>
                    <a:pt x="2790" y="140"/>
                  </a:lnTo>
                  <a:lnTo>
                    <a:pt x="2793" y="137"/>
                  </a:lnTo>
                  <a:lnTo>
                    <a:pt x="2793" y="133"/>
                  </a:lnTo>
                  <a:lnTo>
                    <a:pt x="2793" y="130"/>
                  </a:lnTo>
                  <a:lnTo>
                    <a:pt x="2797" y="126"/>
                  </a:lnTo>
                  <a:lnTo>
                    <a:pt x="2797" y="122"/>
                  </a:lnTo>
                  <a:lnTo>
                    <a:pt x="2801" y="119"/>
                  </a:lnTo>
                  <a:lnTo>
                    <a:pt x="2801" y="115"/>
                  </a:lnTo>
                  <a:lnTo>
                    <a:pt x="2804" y="112"/>
                  </a:lnTo>
                  <a:lnTo>
                    <a:pt x="2804" y="108"/>
                  </a:lnTo>
                  <a:lnTo>
                    <a:pt x="2808" y="104"/>
                  </a:lnTo>
                  <a:lnTo>
                    <a:pt x="2811" y="101"/>
                  </a:lnTo>
                  <a:lnTo>
                    <a:pt x="2811" y="97"/>
                  </a:lnTo>
                  <a:lnTo>
                    <a:pt x="2811" y="94"/>
                  </a:lnTo>
                  <a:lnTo>
                    <a:pt x="2815" y="90"/>
                  </a:lnTo>
                  <a:lnTo>
                    <a:pt x="2819" y="86"/>
                  </a:lnTo>
                  <a:lnTo>
                    <a:pt x="2819" y="83"/>
                  </a:lnTo>
                  <a:lnTo>
                    <a:pt x="2822" y="79"/>
                  </a:lnTo>
                  <a:lnTo>
                    <a:pt x="2822" y="76"/>
                  </a:lnTo>
                  <a:lnTo>
                    <a:pt x="2826" y="72"/>
                  </a:lnTo>
                  <a:lnTo>
                    <a:pt x="2829" y="68"/>
                  </a:lnTo>
                  <a:lnTo>
                    <a:pt x="2833" y="65"/>
                  </a:lnTo>
                  <a:lnTo>
                    <a:pt x="2837" y="61"/>
                  </a:lnTo>
                  <a:lnTo>
                    <a:pt x="2837" y="58"/>
                  </a:lnTo>
                  <a:lnTo>
                    <a:pt x="2840" y="54"/>
                  </a:lnTo>
                  <a:lnTo>
                    <a:pt x="2844" y="50"/>
                  </a:lnTo>
                  <a:lnTo>
                    <a:pt x="2847" y="47"/>
                  </a:lnTo>
                  <a:lnTo>
                    <a:pt x="2851" y="47"/>
                  </a:lnTo>
                  <a:lnTo>
                    <a:pt x="2855" y="47"/>
                  </a:lnTo>
                  <a:lnTo>
                    <a:pt x="2858" y="47"/>
                  </a:lnTo>
                  <a:lnTo>
                    <a:pt x="2862" y="47"/>
                  </a:lnTo>
                  <a:lnTo>
                    <a:pt x="2865" y="47"/>
                  </a:lnTo>
                  <a:lnTo>
                    <a:pt x="2869" y="47"/>
                  </a:lnTo>
                  <a:lnTo>
                    <a:pt x="2873" y="50"/>
                  </a:lnTo>
                  <a:lnTo>
                    <a:pt x="2876" y="54"/>
                  </a:lnTo>
                  <a:lnTo>
                    <a:pt x="2880" y="58"/>
                  </a:lnTo>
                  <a:lnTo>
                    <a:pt x="2883" y="61"/>
                  </a:lnTo>
                  <a:lnTo>
                    <a:pt x="2887" y="65"/>
                  </a:lnTo>
                  <a:lnTo>
                    <a:pt x="2891" y="68"/>
                  </a:lnTo>
                  <a:lnTo>
                    <a:pt x="2891" y="72"/>
                  </a:lnTo>
                  <a:lnTo>
                    <a:pt x="2894" y="76"/>
                  </a:lnTo>
                  <a:lnTo>
                    <a:pt x="2898" y="79"/>
                  </a:lnTo>
                  <a:lnTo>
                    <a:pt x="2898" y="83"/>
                  </a:lnTo>
                  <a:lnTo>
                    <a:pt x="2901" y="86"/>
                  </a:lnTo>
                  <a:lnTo>
                    <a:pt x="2905" y="90"/>
                  </a:lnTo>
                  <a:lnTo>
                    <a:pt x="2905" y="94"/>
                  </a:lnTo>
                  <a:lnTo>
                    <a:pt x="2905" y="97"/>
                  </a:lnTo>
                  <a:lnTo>
                    <a:pt x="2909" y="101"/>
                  </a:lnTo>
                  <a:lnTo>
                    <a:pt x="2909" y="104"/>
                  </a:lnTo>
                  <a:lnTo>
                    <a:pt x="2912" y="108"/>
                  </a:lnTo>
                  <a:lnTo>
                    <a:pt x="2912" y="112"/>
                  </a:lnTo>
                  <a:lnTo>
                    <a:pt x="2916" y="115"/>
                  </a:lnTo>
                  <a:lnTo>
                    <a:pt x="2916" y="119"/>
                  </a:lnTo>
                  <a:lnTo>
                    <a:pt x="2916" y="122"/>
                  </a:lnTo>
                  <a:lnTo>
                    <a:pt x="2919" y="126"/>
                  </a:lnTo>
                  <a:lnTo>
                    <a:pt x="2919" y="130"/>
                  </a:lnTo>
                  <a:lnTo>
                    <a:pt x="2923" y="133"/>
                  </a:lnTo>
                  <a:lnTo>
                    <a:pt x="2923" y="137"/>
                  </a:lnTo>
                  <a:lnTo>
                    <a:pt x="2927" y="140"/>
                  </a:lnTo>
                  <a:lnTo>
                    <a:pt x="2927" y="144"/>
                  </a:lnTo>
                  <a:lnTo>
                    <a:pt x="2927" y="148"/>
                  </a:lnTo>
                  <a:lnTo>
                    <a:pt x="2930" y="151"/>
                  </a:lnTo>
                  <a:lnTo>
                    <a:pt x="2930" y="155"/>
                  </a:lnTo>
                  <a:lnTo>
                    <a:pt x="2934" y="158"/>
                  </a:lnTo>
                  <a:lnTo>
                    <a:pt x="2934" y="162"/>
                  </a:lnTo>
                  <a:lnTo>
                    <a:pt x="2934" y="166"/>
                  </a:lnTo>
                  <a:lnTo>
                    <a:pt x="2937" y="169"/>
                  </a:lnTo>
                  <a:lnTo>
                    <a:pt x="2937" y="173"/>
                  </a:lnTo>
                  <a:lnTo>
                    <a:pt x="2941" y="176"/>
                  </a:lnTo>
                  <a:lnTo>
                    <a:pt x="2941" y="180"/>
                  </a:lnTo>
                  <a:lnTo>
                    <a:pt x="2945" y="184"/>
                  </a:lnTo>
                  <a:lnTo>
                    <a:pt x="2945" y="187"/>
                  </a:lnTo>
                  <a:lnTo>
                    <a:pt x="2948" y="191"/>
                  </a:lnTo>
                  <a:lnTo>
                    <a:pt x="2948" y="194"/>
                  </a:lnTo>
                  <a:lnTo>
                    <a:pt x="2948" y="198"/>
                  </a:lnTo>
                  <a:lnTo>
                    <a:pt x="2952" y="202"/>
                  </a:lnTo>
                  <a:lnTo>
                    <a:pt x="2952" y="205"/>
                  </a:lnTo>
                  <a:lnTo>
                    <a:pt x="2955" y="209"/>
                  </a:lnTo>
                  <a:lnTo>
                    <a:pt x="2955" y="212"/>
                  </a:lnTo>
                  <a:lnTo>
                    <a:pt x="2959" y="216"/>
                  </a:lnTo>
                  <a:lnTo>
                    <a:pt x="2959" y="220"/>
                  </a:lnTo>
                  <a:lnTo>
                    <a:pt x="2963" y="223"/>
                  </a:lnTo>
                  <a:lnTo>
                    <a:pt x="2963" y="227"/>
                  </a:lnTo>
                  <a:lnTo>
                    <a:pt x="2966" y="230"/>
                  </a:lnTo>
                  <a:lnTo>
                    <a:pt x="2966" y="234"/>
                  </a:lnTo>
                  <a:lnTo>
                    <a:pt x="2970" y="238"/>
                  </a:lnTo>
                  <a:lnTo>
                    <a:pt x="2973" y="241"/>
                  </a:lnTo>
                  <a:lnTo>
                    <a:pt x="2977" y="245"/>
                  </a:lnTo>
                  <a:lnTo>
                    <a:pt x="2977" y="248"/>
                  </a:lnTo>
                  <a:lnTo>
                    <a:pt x="2981" y="252"/>
                  </a:lnTo>
                  <a:lnTo>
                    <a:pt x="2984" y="256"/>
                  </a:lnTo>
                  <a:lnTo>
                    <a:pt x="2988" y="259"/>
                  </a:lnTo>
                  <a:lnTo>
                    <a:pt x="2991" y="259"/>
                  </a:lnTo>
                  <a:lnTo>
                    <a:pt x="2995" y="263"/>
                  </a:lnTo>
                  <a:lnTo>
                    <a:pt x="2999" y="263"/>
                  </a:lnTo>
                  <a:lnTo>
                    <a:pt x="3002" y="263"/>
                  </a:lnTo>
                  <a:lnTo>
                    <a:pt x="3006" y="259"/>
                  </a:lnTo>
                  <a:lnTo>
                    <a:pt x="3009" y="259"/>
                  </a:lnTo>
                  <a:lnTo>
                    <a:pt x="3013" y="256"/>
                  </a:lnTo>
                  <a:lnTo>
                    <a:pt x="3017" y="252"/>
                  </a:lnTo>
                  <a:lnTo>
                    <a:pt x="3020" y="248"/>
                  </a:lnTo>
                  <a:lnTo>
                    <a:pt x="3024" y="245"/>
                  </a:lnTo>
                  <a:lnTo>
                    <a:pt x="3027" y="241"/>
                  </a:lnTo>
                  <a:lnTo>
                    <a:pt x="3027" y="238"/>
                  </a:lnTo>
                  <a:lnTo>
                    <a:pt x="3031" y="234"/>
                  </a:lnTo>
                  <a:lnTo>
                    <a:pt x="3035" y="230"/>
                  </a:lnTo>
                  <a:lnTo>
                    <a:pt x="3035" y="227"/>
                  </a:lnTo>
                  <a:lnTo>
                    <a:pt x="3035" y="223"/>
                  </a:lnTo>
                  <a:lnTo>
                    <a:pt x="3038" y="220"/>
                  </a:lnTo>
                  <a:lnTo>
                    <a:pt x="3038" y="216"/>
                  </a:lnTo>
                  <a:lnTo>
                    <a:pt x="3042" y="212"/>
                  </a:lnTo>
                  <a:lnTo>
                    <a:pt x="3042" y="209"/>
                  </a:lnTo>
                  <a:lnTo>
                    <a:pt x="3045" y="205"/>
                  </a:lnTo>
                  <a:lnTo>
                    <a:pt x="3045" y="202"/>
                  </a:lnTo>
                  <a:lnTo>
                    <a:pt x="3045" y="198"/>
                  </a:lnTo>
                  <a:lnTo>
                    <a:pt x="3049" y="194"/>
                  </a:lnTo>
                  <a:lnTo>
                    <a:pt x="3049" y="191"/>
                  </a:lnTo>
                  <a:lnTo>
                    <a:pt x="3053" y="187"/>
                  </a:lnTo>
                  <a:lnTo>
                    <a:pt x="3053" y="184"/>
                  </a:lnTo>
                  <a:lnTo>
                    <a:pt x="3053" y="180"/>
                  </a:lnTo>
                  <a:lnTo>
                    <a:pt x="3056" y="176"/>
                  </a:lnTo>
                  <a:lnTo>
                    <a:pt x="3056" y="173"/>
                  </a:lnTo>
                  <a:lnTo>
                    <a:pt x="3056" y="169"/>
                  </a:lnTo>
                  <a:lnTo>
                    <a:pt x="3060" y="166"/>
                  </a:lnTo>
                  <a:lnTo>
                    <a:pt x="3060" y="162"/>
                  </a:lnTo>
                  <a:lnTo>
                    <a:pt x="3063" y="158"/>
                  </a:lnTo>
                  <a:lnTo>
                    <a:pt x="3063" y="151"/>
                  </a:lnTo>
                  <a:lnTo>
                    <a:pt x="3063" y="148"/>
                  </a:lnTo>
                  <a:lnTo>
                    <a:pt x="3067" y="144"/>
                  </a:lnTo>
                  <a:lnTo>
                    <a:pt x="3067" y="140"/>
                  </a:lnTo>
                  <a:lnTo>
                    <a:pt x="3071" y="137"/>
                  </a:lnTo>
                  <a:lnTo>
                    <a:pt x="3071" y="133"/>
                  </a:lnTo>
                  <a:lnTo>
                    <a:pt x="3071" y="130"/>
                  </a:lnTo>
                  <a:lnTo>
                    <a:pt x="3074" y="126"/>
                  </a:lnTo>
                  <a:lnTo>
                    <a:pt x="3074" y="119"/>
                  </a:lnTo>
                  <a:lnTo>
                    <a:pt x="3078" y="115"/>
                  </a:lnTo>
                  <a:lnTo>
                    <a:pt x="3078" y="112"/>
                  </a:lnTo>
                  <a:lnTo>
                    <a:pt x="3078" y="108"/>
                  </a:lnTo>
                  <a:lnTo>
                    <a:pt x="3081" y="104"/>
                  </a:lnTo>
                  <a:lnTo>
                    <a:pt x="3081" y="101"/>
                  </a:lnTo>
                  <a:lnTo>
                    <a:pt x="3081" y="97"/>
                  </a:lnTo>
                  <a:lnTo>
                    <a:pt x="3085" y="94"/>
                  </a:lnTo>
                  <a:lnTo>
                    <a:pt x="3085" y="90"/>
                  </a:lnTo>
                  <a:lnTo>
                    <a:pt x="3089" y="86"/>
                  </a:lnTo>
                  <a:lnTo>
                    <a:pt x="3089" y="79"/>
                  </a:lnTo>
                  <a:lnTo>
                    <a:pt x="3089" y="76"/>
                  </a:lnTo>
                  <a:lnTo>
                    <a:pt x="3092" y="72"/>
                  </a:lnTo>
                  <a:lnTo>
                    <a:pt x="3092" y="68"/>
                  </a:lnTo>
                  <a:lnTo>
                    <a:pt x="3096" y="65"/>
                  </a:lnTo>
                  <a:lnTo>
                    <a:pt x="3096" y="61"/>
                  </a:lnTo>
                  <a:lnTo>
                    <a:pt x="3096" y="58"/>
                  </a:lnTo>
                  <a:lnTo>
                    <a:pt x="3099" y="54"/>
                  </a:lnTo>
                  <a:lnTo>
                    <a:pt x="3099" y="50"/>
                  </a:lnTo>
                  <a:lnTo>
                    <a:pt x="3103" y="47"/>
                  </a:lnTo>
                  <a:lnTo>
                    <a:pt x="3103" y="43"/>
                  </a:lnTo>
                  <a:lnTo>
                    <a:pt x="3107" y="40"/>
                  </a:lnTo>
                  <a:lnTo>
                    <a:pt x="3107" y="36"/>
                  </a:lnTo>
                  <a:lnTo>
                    <a:pt x="3110" y="32"/>
                  </a:lnTo>
                  <a:lnTo>
                    <a:pt x="3110" y="29"/>
                  </a:lnTo>
                  <a:lnTo>
                    <a:pt x="3114" y="25"/>
                  </a:lnTo>
                  <a:lnTo>
                    <a:pt x="3114" y="22"/>
                  </a:lnTo>
                  <a:lnTo>
                    <a:pt x="3117" y="18"/>
                  </a:lnTo>
                  <a:lnTo>
                    <a:pt x="3121" y="14"/>
                  </a:lnTo>
                  <a:lnTo>
                    <a:pt x="3125" y="11"/>
                  </a:lnTo>
                  <a:lnTo>
                    <a:pt x="3128" y="7"/>
                  </a:lnTo>
                  <a:lnTo>
                    <a:pt x="3132" y="4"/>
                  </a:lnTo>
                  <a:lnTo>
                    <a:pt x="3135" y="4"/>
                  </a:lnTo>
                  <a:lnTo>
                    <a:pt x="3139" y="0"/>
                  </a:lnTo>
                  <a:lnTo>
                    <a:pt x="3143" y="4"/>
                  </a:lnTo>
                  <a:lnTo>
                    <a:pt x="3146" y="4"/>
                  </a:lnTo>
                  <a:lnTo>
                    <a:pt x="3150" y="7"/>
                  </a:lnTo>
                  <a:lnTo>
                    <a:pt x="3153" y="11"/>
                  </a:lnTo>
                  <a:lnTo>
                    <a:pt x="3157" y="14"/>
                  </a:lnTo>
                  <a:lnTo>
                    <a:pt x="3161" y="18"/>
                  </a:lnTo>
                  <a:lnTo>
                    <a:pt x="3164" y="22"/>
                  </a:lnTo>
                  <a:lnTo>
                    <a:pt x="3164" y="25"/>
                  </a:lnTo>
                  <a:lnTo>
                    <a:pt x="3168" y="29"/>
                  </a:lnTo>
                  <a:lnTo>
                    <a:pt x="3168" y="32"/>
                  </a:lnTo>
                  <a:lnTo>
                    <a:pt x="3171" y="36"/>
                  </a:lnTo>
                  <a:lnTo>
                    <a:pt x="3171" y="40"/>
                  </a:lnTo>
                  <a:lnTo>
                    <a:pt x="3175" y="43"/>
                  </a:lnTo>
                  <a:lnTo>
                    <a:pt x="3175" y="47"/>
                  </a:lnTo>
                  <a:lnTo>
                    <a:pt x="3175" y="50"/>
                  </a:lnTo>
                  <a:lnTo>
                    <a:pt x="3179" y="54"/>
                  </a:lnTo>
                  <a:lnTo>
                    <a:pt x="3179" y="58"/>
                  </a:lnTo>
                  <a:lnTo>
                    <a:pt x="3182" y="61"/>
                  </a:lnTo>
                  <a:lnTo>
                    <a:pt x="3182" y="65"/>
                  </a:lnTo>
                  <a:lnTo>
                    <a:pt x="3182" y="72"/>
                  </a:lnTo>
                  <a:lnTo>
                    <a:pt x="3186" y="76"/>
                  </a:lnTo>
                  <a:lnTo>
                    <a:pt x="3186" y="79"/>
                  </a:lnTo>
                  <a:lnTo>
                    <a:pt x="3186" y="83"/>
                  </a:lnTo>
                  <a:lnTo>
                    <a:pt x="3189" y="86"/>
                  </a:lnTo>
                  <a:lnTo>
                    <a:pt x="3189" y="94"/>
                  </a:lnTo>
                  <a:lnTo>
                    <a:pt x="3193" y="97"/>
                  </a:lnTo>
                  <a:lnTo>
                    <a:pt x="3193" y="101"/>
                  </a:lnTo>
                  <a:lnTo>
                    <a:pt x="3193" y="104"/>
                  </a:lnTo>
                  <a:lnTo>
                    <a:pt x="3197" y="112"/>
                  </a:lnTo>
                  <a:lnTo>
                    <a:pt x="3197" y="115"/>
                  </a:lnTo>
                  <a:lnTo>
                    <a:pt x="3200" y="119"/>
                  </a:lnTo>
                  <a:lnTo>
                    <a:pt x="3200" y="126"/>
                  </a:lnTo>
                  <a:lnTo>
                    <a:pt x="3200" y="130"/>
                  </a:lnTo>
                  <a:lnTo>
                    <a:pt x="3204" y="133"/>
                  </a:lnTo>
                  <a:lnTo>
                    <a:pt x="3204" y="140"/>
                  </a:lnTo>
                  <a:lnTo>
                    <a:pt x="3207" y="144"/>
                  </a:lnTo>
                  <a:lnTo>
                    <a:pt x="3207" y="151"/>
                  </a:lnTo>
                  <a:lnTo>
                    <a:pt x="3207" y="155"/>
                  </a:lnTo>
                  <a:lnTo>
                    <a:pt x="3211" y="158"/>
                  </a:lnTo>
                  <a:lnTo>
                    <a:pt x="3211" y="166"/>
                  </a:lnTo>
                  <a:lnTo>
                    <a:pt x="3211" y="169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5" name="Freeform 143"/>
            <p:cNvSpPr>
              <a:spLocks/>
            </p:cNvSpPr>
            <p:nvPr/>
          </p:nvSpPr>
          <p:spPr bwMode="auto">
            <a:xfrm>
              <a:off x="3960" y="1048"/>
              <a:ext cx="551" cy="2462"/>
            </a:xfrm>
            <a:custGeom>
              <a:avLst/>
              <a:gdLst/>
              <a:ahLst/>
              <a:cxnLst>
                <a:cxn ang="0">
                  <a:pos x="7" y="2073"/>
                </a:cxn>
                <a:cxn ang="0">
                  <a:pos x="18" y="2106"/>
                </a:cxn>
                <a:cxn ang="0">
                  <a:pos x="25" y="2131"/>
                </a:cxn>
                <a:cxn ang="0">
                  <a:pos x="32" y="2156"/>
                </a:cxn>
                <a:cxn ang="0">
                  <a:pos x="43" y="2178"/>
                </a:cxn>
                <a:cxn ang="0">
                  <a:pos x="54" y="2199"/>
                </a:cxn>
                <a:cxn ang="0">
                  <a:pos x="76" y="2207"/>
                </a:cxn>
                <a:cxn ang="0">
                  <a:pos x="90" y="2185"/>
                </a:cxn>
                <a:cxn ang="0">
                  <a:pos x="101" y="2163"/>
                </a:cxn>
                <a:cxn ang="0">
                  <a:pos x="108" y="2138"/>
                </a:cxn>
                <a:cxn ang="0">
                  <a:pos x="115" y="2106"/>
                </a:cxn>
                <a:cxn ang="0">
                  <a:pos x="126" y="2070"/>
                </a:cxn>
                <a:cxn ang="0">
                  <a:pos x="133" y="2030"/>
                </a:cxn>
                <a:cxn ang="0">
                  <a:pos x="140" y="1991"/>
                </a:cxn>
                <a:cxn ang="0">
                  <a:pos x="151" y="1947"/>
                </a:cxn>
                <a:cxn ang="0">
                  <a:pos x="158" y="1908"/>
                </a:cxn>
                <a:cxn ang="0">
                  <a:pos x="166" y="1872"/>
                </a:cxn>
                <a:cxn ang="0">
                  <a:pos x="173" y="1836"/>
                </a:cxn>
                <a:cxn ang="0">
                  <a:pos x="184" y="1807"/>
                </a:cxn>
                <a:cxn ang="0">
                  <a:pos x="191" y="1785"/>
                </a:cxn>
                <a:cxn ang="0">
                  <a:pos x="205" y="1764"/>
                </a:cxn>
                <a:cxn ang="0">
                  <a:pos x="223" y="1778"/>
                </a:cxn>
                <a:cxn ang="0">
                  <a:pos x="234" y="1803"/>
                </a:cxn>
                <a:cxn ang="0">
                  <a:pos x="241" y="1832"/>
                </a:cxn>
                <a:cxn ang="0">
                  <a:pos x="248" y="1872"/>
                </a:cxn>
                <a:cxn ang="0">
                  <a:pos x="259" y="1922"/>
                </a:cxn>
                <a:cxn ang="0">
                  <a:pos x="266" y="1976"/>
                </a:cxn>
                <a:cxn ang="0">
                  <a:pos x="274" y="2034"/>
                </a:cxn>
                <a:cxn ang="0">
                  <a:pos x="284" y="2095"/>
                </a:cxn>
                <a:cxn ang="0">
                  <a:pos x="292" y="2160"/>
                </a:cxn>
                <a:cxn ang="0">
                  <a:pos x="299" y="2225"/>
                </a:cxn>
                <a:cxn ang="0">
                  <a:pos x="310" y="2286"/>
                </a:cxn>
                <a:cxn ang="0">
                  <a:pos x="317" y="2340"/>
                </a:cxn>
                <a:cxn ang="0">
                  <a:pos x="324" y="2387"/>
                </a:cxn>
                <a:cxn ang="0">
                  <a:pos x="335" y="2423"/>
                </a:cxn>
                <a:cxn ang="0">
                  <a:pos x="342" y="2451"/>
                </a:cxn>
                <a:cxn ang="0">
                  <a:pos x="360" y="2459"/>
                </a:cxn>
                <a:cxn ang="0">
                  <a:pos x="367" y="2437"/>
                </a:cxn>
                <a:cxn ang="0">
                  <a:pos x="378" y="2397"/>
                </a:cxn>
                <a:cxn ang="0">
                  <a:pos x="385" y="2340"/>
                </a:cxn>
                <a:cxn ang="0">
                  <a:pos x="392" y="2264"/>
                </a:cxn>
                <a:cxn ang="0">
                  <a:pos x="403" y="2171"/>
                </a:cxn>
                <a:cxn ang="0">
                  <a:pos x="410" y="2063"/>
                </a:cxn>
                <a:cxn ang="0">
                  <a:pos x="418" y="1940"/>
                </a:cxn>
                <a:cxn ang="0">
                  <a:pos x="428" y="1803"/>
                </a:cxn>
                <a:cxn ang="0">
                  <a:pos x="436" y="1656"/>
                </a:cxn>
                <a:cxn ang="0">
                  <a:pos x="443" y="1497"/>
                </a:cxn>
                <a:cxn ang="0">
                  <a:pos x="454" y="1335"/>
                </a:cxn>
                <a:cxn ang="0">
                  <a:pos x="461" y="1170"/>
                </a:cxn>
                <a:cxn ang="0">
                  <a:pos x="468" y="1004"/>
                </a:cxn>
                <a:cxn ang="0">
                  <a:pos x="475" y="842"/>
                </a:cxn>
                <a:cxn ang="0">
                  <a:pos x="486" y="684"/>
                </a:cxn>
                <a:cxn ang="0">
                  <a:pos x="493" y="540"/>
                </a:cxn>
                <a:cxn ang="0">
                  <a:pos x="500" y="407"/>
                </a:cxn>
                <a:cxn ang="0">
                  <a:pos x="511" y="288"/>
                </a:cxn>
                <a:cxn ang="0">
                  <a:pos x="518" y="187"/>
                </a:cxn>
                <a:cxn ang="0">
                  <a:pos x="526" y="108"/>
                </a:cxn>
                <a:cxn ang="0">
                  <a:pos x="536" y="50"/>
                </a:cxn>
                <a:cxn ang="0">
                  <a:pos x="544" y="14"/>
                </a:cxn>
              </a:cxnLst>
              <a:rect l="0" t="0" r="r" b="b"/>
              <a:pathLst>
                <a:path w="551" h="2462">
                  <a:moveTo>
                    <a:pt x="0" y="2048"/>
                  </a:moveTo>
                  <a:lnTo>
                    <a:pt x="4" y="2055"/>
                  </a:lnTo>
                  <a:lnTo>
                    <a:pt x="4" y="2059"/>
                  </a:lnTo>
                  <a:lnTo>
                    <a:pt x="7" y="2066"/>
                  </a:lnTo>
                  <a:lnTo>
                    <a:pt x="7" y="2070"/>
                  </a:lnTo>
                  <a:lnTo>
                    <a:pt x="7" y="2073"/>
                  </a:lnTo>
                  <a:lnTo>
                    <a:pt x="11" y="2081"/>
                  </a:lnTo>
                  <a:lnTo>
                    <a:pt x="11" y="2084"/>
                  </a:lnTo>
                  <a:lnTo>
                    <a:pt x="14" y="2091"/>
                  </a:lnTo>
                  <a:lnTo>
                    <a:pt x="14" y="2095"/>
                  </a:lnTo>
                  <a:lnTo>
                    <a:pt x="14" y="2099"/>
                  </a:lnTo>
                  <a:lnTo>
                    <a:pt x="18" y="2106"/>
                  </a:lnTo>
                  <a:lnTo>
                    <a:pt x="18" y="2109"/>
                  </a:lnTo>
                  <a:lnTo>
                    <a:pt x="22" y="2113"/>
                  </a:lnTo>
                  <a:lnTo>
                    <a:pt x="22" y="2120"/>
                  </a:lnTo>
                  <a:lnTo>
                    <a:pt x="22" y="2124"/>
                  </a:lnTo>
                  <a:lnTo>
                    <a:pt x="25" y="2127"/>
                  </a:lnTo>
                  <a:lnTo>
                    <a:pt x="25" y="2131"/>
                  </a:lnTo>
                  <a:lnTo>
                    <a:pt x="25" y="2138"/>
                  </a:lnTo>
                  <a:lnTo>
                    <a:pt x="29" y="2142"/>
                  </a:lnTo>
                  <a:lnTo>
                    <a:pt x="29" y="2145"/>
                  </a:lnTo>
                  <a:lnTo>
                    <a:pt x="32" y="2149"/>
                  </a:lnTo>
                  <a:lnTo>
                    <a:pt x="32" y="2153"/>
                  </a:lnTo>
                  <a:lnTo>
                    <a:pt x="32" y="2156"/>
                  </a:lnTo>
                  <a:lnTo>
                    <a:pt x="36" y="2160"/>
                  </a:lnTo>
                  <a:lnTo>
                    <a:pt x="36" y="2163"/>
                  </a:lnTo>
                  <a:lnTo>
                    <a:pt x="40" y="2167"/>
                  </a:lnTo>
                  <a:lnTo>
                    <a:pt x="40" y="2171"/>
                  </a:lnTo>
                  <a:lnTo>
                    <a:pt x="40" y="2174"/>
                  </a:lnTo>
                  <a:lnTo>
                    <a:pt x="43" y="2178"/>
                  </a:lnTo>
                  <a:lnTo>
                    <a:pt x="43" y="2181"/>
                  </a:lnTo>
                  <a:lnTo>
                    <a:pt x="47" y="2185"/>
                  </a:lnTo>
                  <a:lnTo>
                    <a:pt x="47" y="2189"/>
                  </a:lnTo>
                  <a:lnTo>
                    <a:pt x="50" y="2192"/>
                  </a:lnTo>
                  <a:lnTo>
                    <a:pt x="50" y="2196"/>
                  </a:lnTo>
                  <a:lnTo>
                    <a:pt x="54" y="2199"/>
                  </a:lnTo>
                  <a:lnTo>
                    <a:pt x="58" y="2203"/>
                  </a:lnTo>
                  <a:lnTo>
                    <a:pt x="61" y="2207"/>
                  </a:lnTo>
                  <a:lnTo>
                    <a:pt x="65" y="2207"/>
                  </a:lnTo>
                  <a:lnTo>
                    <a:pt x="68" y="2210"/>
                  </a:lnTo>
                  <a:lnTo>
                    <a:pt x="72" y="2207"/>
                  </a:lnTo>
                  <a:lnTo>
                    <a:pt x="76" y="2207"/>
                  </a:lnTo>
                  <a:lnTo>
                    <a:pt x="79" y="2203"/>
                  </a:lnTo>
                  <a:lnTo>
                    <a:pt x="83" y="2199"/>
                  </a:lnTo>
                  <a:lnTo>
                    <a:pt x="86" y="2196"/>
                  </a:lnTo>
                  <a:lnTo>
                    <a:pt x="86" y="2192"/>
                  </a:lnTo>
                  <a:lnTo>
                    <a:pt x="90" y="2189"/>
                  </a:lnTo>
                  <a:lnTo>
                    <a:pt x="90" y="2185"/>
                  </a:lnTo>
                  <a:lnTo>
                    <a:pt x="94" y="2181"/>
                  </a:lnTo>
                  <a:lnTo>
                    <a:pt x="94" y="2178"/>
                  </a:lnTo>
                  <a:lnTo>
                    <a:pt x="94" y="2174"/>
                  </a:lnTo>
                  <a:lnTo>
                    <a:pt x="97" y="2171"/>
                  </a:lnTo>
                  <a:lnTo>
                    <a:pt x="97" y="2167"/>
                  </a:lnTo>
                  <a:lnTo>
                    <a:pt x="101" y="2163"/>
                  </a:lnTo>
                  <a:lnTo>
                    <a:pt x="101" y="2160"/>
                  </a:lnTo>
                  <a:lnTo>
                    <a:pt x="101" y="2156"/>
                  </a:lnTo>
                  <a:lnTo>
                    <a:pt x="104" y="2153"/>
                  </a:lnTo>
                  <a:lnTo>
                    <a:pt x="104" y="2145"/>
                  </a:lnTo>
                  <a:lnTo>
                    <a:pt x="108" y="2142"/>
                  </a:lnTo>
                  <a:lnTo>
                    <a:pt x="108" y="2138"/>
                  </a:lnTo>
                  <a:lnTo>
                    <a:pt x="108" y="2131"/>
                  </a:lnTo>
                  <a:lnTo>
                    <a:pt x="112" y="2127"/>
                  </a:lnTo>
                  <a:lnTo>
                    <a:pt x="112" y="2124"/>
                  </a:lnTo>
                  <a:lnTo>
                    <a:pt x="112" y="2117"/>
                  </a:lnTo>
                  <a:lnTo>
                    <a:pt x="115" y="2113"/>
                  </a:lnTo>
                  <a:lnTo>
                    <a:pt x="115" y="2106"/>
                  </a:lnTo>
                  <a:lnTo>
                    <a:pt x="119" y="2099"/>
                  </a:lnTo>
                  <a:lnTo>
                    <a:pt x="119" y="2095"/>
                  </a:lnTo>
                  <a:lnTo>
                    <a:pt x="119" y="2088"/>
                  </a:lnTo>
                  <a:lnTo>
                    <a:pt x="122" y="2081"/>
                  </a:lnTo>
                  <a:lnTo>
                    <a:pt x="122" y="2077"/>
                  </a:lnTo>
                  <a:lnTo>
                    <a:pt x="126" y="2070"/>
                  </a:lnTo>
                  <a:lnTo>
                    <a:pt x="126" y="2063"/>
                  </a:lnTo>
                  <a:lnTo>
                    <a:pt x="126" y="2055"/>
                  </a:lnTo>
                  <a:lnTo>
                    <a:pt x="130" y="2052"/>
                  </a:lnTo>
                  <a:lnTo>
                    <a:pt x="130" y="2045"/>
                  </a:lnTo>
                  <a:lnTo>
                    <a:pt x="130" y="2037"/>
                  </a:lnTo>
                  <a:lnTo>
                    <a:pt x="133" y="2030"/>
                  </a:lnTo>
                  <a:lnTo>
                    <a:pt x="133" y="2023"/>
                  </a:lnTo>
                  <a:lnTo>
                    <a:pt x="137" y="2016"/>
                  </a:lnTo>
                  <a:lnTo>
                    <a:pt x="137" y="2009"/>
                  </a:lnTo>
                  <a:lnTo>
                    <a:pt x="137" y="2005"/>
                  </a:lnTo>
                  <a:lnTo>
                    <a:pt x="140" y="1998"/>
                  </a:lnTo>
                  <a:lnTo>
                    <a:pt x="140" y="1991"/>
                  </a:lnTo>
                  <a:lnTo>
                    <a:pt x="144" y="1983"/>
                  </a:lnTo>
                  <a:lnTo>
                    <a:pt x="144" y="1976"/>
                  </a:lnTo>
                  <a:lnTo>
                    <a:pt x="144" y="1969"/>
                  </a:lnTo>
                  <a:lnTo>
                    <a:pt x="148" y="1962"/>
                  </a:lnTo>
                  <a:lnTo>
                    <a:pt x="148" y="1955"/>
                  </a:lnTo>
                  <a:lnTo>
                    <a:pt x="151" y="1947"/>
                  </a:lnTo>
                  <a:lnTo>
                    <a:pt x="151" y="1940"/>
                  </a:lnTo>
                  <a:lnTo>
                    <a:pt x="151" y="1937"/>
                  </a:lnTo>
                  <a:lnTo>
                    <a:pt x="155" y="1929"/>
                  </a:lnTo>
                  <a:lnTo>
                    <a:pt x="155" y="1922"/>
                  </a:lnTo>
                  <a:lnTo>
                    <a:pt x="155" y="1915"/>
                  </a:lnTo>
                  <a:lnTo>
                    <a:pt x="158" y="1908"/>
                  </a:lnTo>
                  <a:lnTo>
                    <a:pt x="158" y="1901"/>
                  </a:lnTo>
                  <a:lnTo>
                    <a:pt x="162" y="1893"/>
                  </a:lnTo>
                  <a:lnTo>
                    <a:pt x="162" y="1890"/>
                  </a:lnTo>
                  <a:lnTo>
                    <a:pt x="162" y="1883"/>
                  </a:lnTo>
                  <a:lnTo>
                    <a:pt x="166" y="1875"/>
                  </a:lnTo>
                  <a:lnTo>
                    <a:pt x="166" y="1872"/>
                  </a:lnTo>
                  <a:lnTo>
                    <a:pt x="169" y="1865"/>
                  </a:lnTo>
                  <a:lnTo>
                    <a:pt x="169" y="1857"/>
                  </a:lnTo>
                  <a:lnTo>
                    <a:pt x="169" y="1854"/>
                  </a:lnTo>
                  <a:lnTo>
                    <a:pt x="173" y="1847"/>
                  </a:lnTo>
                  <a:lnTo>
                    <a:pt x="173" y="1843"/>
                  </a:lnTo>
                  <a:lnTo>
                    <a:pt x="173" y="1836"/>
                  </a:lnTo>
                  <a:lnTo>
                    <a:pt x="176" y="1832"/>
                  </a:lnTo>
                  <a:lnTo>
                    <a:pt x="176" y="1825"/>
                  </a:lnTo>
                  <a:lnTo>
                    <a:pt x="180" y="1821"/>
                  </a:lnTo>
                  <a:lnTo>
                    <a:pt x="180" y="1818"/>
                  </a:lnTo>
                  <a:lnTo>
                    <a:pt x="180" y="1811"/>
                  </a:lnTo>
                  <a:lnTo>
                    <a:pt x="184" y="1807"/>
                  </a:lnTo>
                  <a:lnTo>
                    <a:pt x="184" y="1803"/>
                  </a:lnTo>
                  <a:lnTo>
                    <a:pt x="187" y="1800"/>
                  </a:lnTo>
                  <a:lnTo>
                    <a:pt x="187" y="1796"/>
                  </a:lnTo>
                  <a:lnTo>
                    <a:pt x="187" y="1793"/>
                  </a:lnTo>
                  <a:lnTo>
                    <a:pt x="191" y="1789"/>
                  </a:lnTo>
                  <a:lnTo>
                    <a:pt x="191" y="1785"/>
                  </a:lnTo>
                  <a:lnTo>
                    <a:pt x="194" y="1782"/>
                  </a:lnTo>
                  <a:lnTo>
                    <a:pt x="194" y="1778"/>
                  </a:lnTo>
                  <a:lnTo>
                    <a:pt x="198" y="1775"/>
                  </a:lnTo>
                  <a:lnTo>
                    <a:pt x="198" y="1771"/>
                  </a:lnTo>
                  <a:lnTo>
                    <a:pt x="202" y="1767"/>
                  </a:lnTo>
                  <a:lnTo>
                    <a:pt x="205" y="1764"/>
                  </a:lnTo>
                  <a:lnTo>
                    <a:pt x="209" y="1764"/>
                  </a:lnTo>
                  <a:lnTo>
                    <a:pt x="212" y="1764"/>
                  </a:lnTo>
                  <a:lnTo>
                    <a:pt x="216" y="1767"/>
                  </a:lnTo>
                  <a:lnTo>
                    <a:pt x="220" y="1771"/>
                  </a:lnTo>
                  <a:lnTo>
                    <a:pt x="223" y="1775"/>
                  </a:lnTo>
                  <a:lnTo>
                    <a:pt x="223" y="1778"/>
                  </a:lnTo>
                  <a:lnTo>
                    <a:pt x="227" y="1782"/>
                  </a:lnTo>
                  <a:lnTo>
                    <a:pt x="227" y="1785"/>
                  </a:lnTo>
                  <a:lnTo>
                    <a:pt x="230" y="1789"/>
                  </a:lnTo>
                  <a:lnTo>
                    <a:pt x="230" y="1793"/>
                  </a:lnTo>
                  <a:lnTo>
                    <a:pt x="230" y="1796"/>
                  </a:lnTo>
                  <a:lnTo>
                    <a:pt x="234" y="1803"/>
                  </a:lnTo>
                  <a:lnTo>
                    <a:pt x="234" y="1807"/>
                  </a:lnTo>
                  <a:lnTo>
                    <a:pt x="238" y="1811"/>
                  </a:lnTo>
                  <a:lnTo>
                    <a:pt x="238" y="1818"/>
                  </a:lnTo>
                  <a:lnTo>
                    <a:pt x="238" y="1821"/>
                  </a:lnTo>
                  <a:lnTo>
                    <a:pt x="241" y="1829"/>
                  </a:lnTo>
                  <a:lnTo>
                    <a:pt x="241" y="1832"/>
                  </a:lnTo>
                  <a:lnTo>
                    <a:pt x="241" y="1839"/>
                  </a:lnTo>
                  <a:lnTo>
                    <a:pt x="245" y="1847"/>
                  </a:lnTo>
                  <a:lnTo>
                    <a:pt x="245" y="1850"/>
                  </a:lnTo>
                  <a:lnTo>
                    <a:pt x="248" y="1857"/>
                  </a:lnTo>
                  <a:lnTo>
                    <a:pt x="248" y="1865"/>
                  </a:lnTo>
                  <a:lnTo>
                    <a:pt x="248" y="1872"/>
                  </a:lnTo>
                  <a:lnTo>
                    <a:pt x="252" y="1879"/>
                  </a:lnTo>
                  <a:lnTo>
                    <a:pt x="252" y="1886"/>
                  </a:lnTo>
                  <a:lnTo>
                    <a:pt x="256" y="1897"/>
                  </a:lnTo>
                  <a:lnTo>
                    <a:pt x="256" y="1904"/>
                  </a:lnTo>
                  <a:lnTo>
                    <a:pt x="256" y="1911"/>
                  </a:lnTo>
                  <a:lnTo>
                    <a:pt x="259" y="1922"/>
                  </a:lnTo>
                  <a:lnTo>
                    <a:pt x="259" y="1929"/>
                  </a:lnTo>
                  <a:lnTo>
                    <a:pt x="259" y="1937"/>
                  </a:lnTo>
                  <a:lnTo>
                    <a:pt x="263" y="1947"/>
                  </a:lnTo>
                  <a:lnTo>
                    <a:pt x="263" y="1955"/>
                  </a:lnTo>
                  <a:lnTo>
                    <a:pt x="266" y="1965"/>
                  </a:lnTo>
                  <a:lnTo>
                    <a:pt x="266" y="1976"/>
                  </a:lnTo>
                  <a:lnTo>
                    <a:pt x="266" y="1983"/>
                  </a:lnTo>
                  <a:lnTo>
                    <a:pt x="270" y="1994"/>
                  </a:lnTo>
                  <a:lnTo>
                    <a:pt x="270" y="2005"/>
                  </a:lnTo>
                  <a:lnTo>
                    <a:pt x="274" y="2012"/>
                  </a:lnTo>
                  <a:lnTo>
                    <a:pt x="274" y="2023"/>
                  </a:lnTo>
                  <a:lnTo>
                    <a:pt x="274" y="2034"/>
                  </a:lnTo>
                  <a:lnTo>
                    <a:pt x="277" y="2045"/>
                  </a:lnTo>
                  <a:lnTo>
                    <a:pt x="277" y="2055"/>
                  </a:lnTo>
                  <a:lnTo>
                    <a:pt x="281" y="2066"/>
                  </a:lnTo>
                  <a:lnTo>
                    <a:pt x="281" y="2077"/>
                  </a:lnTo>
                  <a:lnTo>
                    <a:pt x="281" y="2088"/>
                  </a:lnTo>
                  <a:lnTo>
                    <a:pt x="284" y="2095"/>
                  </a:lnTo>
                  <a:lnTo>
                    <a:pt x="284" y="2106"/>
                  </a:lnTo>
                  <a:lnTo>
                    <a:pt x="284" y="2117"/>
                  </a:lnTo>
                  <a:lnTo>
                    <a:pt x="288" y="2127"/>
                  </a:lnTo>
                  <a:lnTo>
                    <a:pt x="288" y="2138"/>
                  </a:lnTo>
                  <a:lnTo>
                    <a:pt x="292" y="2149"/>
                  </a:lnTo>
                  <a:lnTo>
                    <a:pt x="292" y="2160"/>
                  </a:lnTo>
                  <a:lnTo>
                    <a:pt x="292" y="2171"/>
                  </a:lnTo>
                  <a:lnTo>
                    <a:pt x="295" y="2181"/>
                  </a:lnTo>
                  <a:lnTo>
                    <a:pt x="295" y="2192"/>
                  </a:lnTo>
                  <a:lnTo>
                    <a:pt x="299" y="2203"/>
                  </a:lnTo>
                  <a:lnTo>
                    <a:pt x="299" y="2214"/>
                  </a:lnTo>
                  <a:lnTo>
                    <a:pt x="299" y="2225"/>
                  </a:lnTo>
                  <a:lnTo>
                    <a:pt x="302" y="2235"/>
                  </a:lnTo>
                  <a:lnTo>
                    <a:pt x="302" y="2243"/>
                  </a:lnTo>
                  <a:lnTo>
                    <a:pt x="302" y="2253"/>
                  </a:lnTo>
                  <a:lnTo>
                    <a:pt x="306" y="2264"/>
                  </a:lnTo>
                  <a:lnTo>
                    <a:pt x="306" y="2275"/>
                  </a:lnTo>
                  <a:lnTo>
                    <a:pt x="310" y="2286"/>
                  </a:lnTo>
                  <a:lnTo>
                    <a:pt x="310" y="2293"/>
                  </a:lnTo>
                  <a:lnTo>
                    <a:pt x="310" y="2304"/>
                  </a:lnTo>
                  <a:lnTo>
                    <a:pt x="313" y="2311"/>
                  </a:lnTo>
                  <a:lnTo>
                    <a:pt x="313" y="2322"/>
                  </a:lnTo>
                  <a:lnTo>
                    <a:pt x="317" y="2329"/>
                  </a:lnTo>
                  <a:lnTo>
                    <a:pt x="317" y="2340"/>
                  </a:lnTo>
                  <a:lnTo>
                    <a:pt x="317" y="2347"/>
                  </a:lnTo>
                  <a:lnTo>
                    <a:pt x="320" y="2354"/>
                  </a:lnTo>
                  <a:lnTo>
                    <a:pt x="320" y="2365"/>
                  </a:lnTo>
                  <a:lnTo>
                    <a:pt x="324" y="2372"/>
                  </a:lnTo>
                  <a:lnTo>
                    <a:pt x="324" y="2379"/>
                  </a:lnTo>
                  <a:lnTo>
                    <a:pt x="324" y="2387"/>
                  </a:lnTo>
                  <a:lnTo>
                    <a:pt x="328" y="2394"/>
                  </a:lnTo>
                  <a:lnTo>
                    <a:pt x="328" y="2401"/>
                  </a:lnTo>
                  <a:lnTo>
                    <a:pt x="328" y="2408"/>
                  </a:lnTo>
                  <a:lnTo>
                    <a:pt x="331" y="2412"/>
                  </a:lnTo>
                  <a:lnTo>
                    <a:pt x="331" y="2419"/>
                  </a:lnTo>
                  <a:lnTo>
                    <a:pt x="335" y="2423"/>
                  </a:lnTo>
                  <a:lnTo>
                    <a:pt x="335" y="2430"/>
                  </a:lnTo>
                  <a:lnTo>
                    <a:pt x="335" y="2433"/>
                  </a:lnTo>
                  <a:lnTo>
                    <a:pt x="338" y="2437"/>
                  </a:lnTo>
                  <a:lnTo>
                    <a:pt x="338" y="2444"/>
                  </a:lnTo>
                  <a:lnTo>
                    <a:pt x="342" y="2448"/>
                  </a:lnTo>
                  <a:lnTo>
                    <a:pt x="342" y="2451"/>
                  </a:lnTo>
                  <a:lnTo>
                    <a:pt x="346" y="2455"/>
                  </a:lnTo>
                  <a:lnTo>
                    <a:pt x="346" y="2459"/>
                  </a:lnTo>
                  <a:lnTo>
                    <a:pt x="349" y="2462"/>
                  </a:lnTo>
                  <a:lnTo>
                    <a:pt x="353" y="2462"/>
                  </a:lnTo>
                  <a:lnTo>
                    <a:pt x="356" y="2462"/>
                  </a:lnTo>
                  <a:lnTo>
                    <a:pt x="360" y="2459"/>
                  </a:lnTo>
                  <a:lnTo>
                    <a:pt x="360" y="2455"/>
                  </a:lnTo>
                  <a:lnTo>
                    <a:pt x="364" y="2451"/>
                  </a:lnTo>
                  <a:lnTo>
                    <a:pt x="364" y="2448"/>
                  </a:lnTo>
                  <a:lnTo>
                    <a:pt x="367" y="2444"/>
                  </a:lnTo>
                  <a:lnTo>
                    <a:pt x="367" y="2441"/>
                  </a:lnTo>
                  <a:lnTo>
                    <a:pt x="367" y="2437"/>
                  </a:lnTo>
                  <a:lnTo>
                    <a:pt x="371" y="2430"/>
                  </a:lnTo>
                  <a:lnTo>
                    <a:pt x="371" y="2426"/>
                  </a:lnTo>
                  <a:lnTo>
                    <a:pt x="371" y="2419"/>
                  </a:lnTo>
                  <a:lnTo>
                    <a:pt x="374" y="2412"/>
                  </a:lnTo>
                  <a:lnTo>
                    <a:pt x="374" y="2405"/>
                  </a:lnTo>
                  <a:lnTo>
                    <a:pt x="378" y="2397"/>
                  </a:lnTo>
                  <a:lnTo>
                    <a:pt x="378" y="2387"/>
                  </a:lnTo>
                  <a:lnTo>
                    <a:pt x="378" y="2379"/>
                  </a:lnTo>
                  <a:lnTo>
                    <a:pt x="382" y="2369"/>
                  </a:lnTo>
                  <a:lnTo>
                    <a:pt x="382" y="2361"/>
                  </a:lnTo>
                  <a:lnTo>
                    <a:pt x="385" y="2351"/>
                  </a:lnTo>
                  <a:lnTo>
                    <a:pt x="385" y="2340"/>
                  </a:lnTo>
                  <a:lnTo>
                    <a:pt x="385" y="2329"/>
                  </a:lnTo>
                  <a:lnTo>
                    <a:pt x="389" y="2315"/>
                  </a:lnTo>
                  <a:lnTo>
                    <a:pt x="389" y="2304"/>
                  </a:lnTo>
                  <a:lnTo>
                    <a:pt x="389" y="2293"/>
                  </a:lnTo>
                  <a:lnTo>
                    <a:pt x="392" y="2279"/>
                  </a:lnTo>
                  <a:lnTo>
                    <a:pt x="392" y="2264"/>
                  </a:lnTo>
                  <a:lnTo>
                    <a:pt x="396" y="2250"/>
                  </a:lnTo>
                  <a:lnTo>
                    <a:pt x="396" y="2235"/>
                  </a:lnTo>
                  <a:lnTo>
                    <a:pt x="396" y="2221"/>
                  </a:lnTo>
                  <a:lnTo>
                    <a:pt x="400" y="2203"/>
                  </a:lnTo>
                  <a:lnTo>
                    <a:pt x="400" y="2189"/>
                  </a:lnTo>
                  <a:lnTo>
                    <a:pt x="403" y="2171"/>
                  </a:lnTo>
                  <a:lnTo>
                    <a:pt x="403" y="2156"/>
                  </a:lnTo>
                  <a:lnTo>
                    <a:pt x="403" y="2138"/>
                  </a:lnTo>
                  <a:lnTo>
                    <a:pt x="407" y="2120"/>
                  </a:lnTo>
                  <a:lnTo>
                    <a:pt x="407" y="2102"/>
                  </a:lnTo>
                  <a:lnTo>
                    <a:pt x="410" y="2084"/>
                  </a:lnTo>
                  <a:lnTo>
                    <a:pt x="410" y="2063"/>
                  </a:lnTo>
                  <a:lnTo>
                    <a:pt x="410" y="2045"/>
                  </a:lnTo>
                  <a:lnTo>
                    <a:pt x="414" y="2023"/>
                  </a:lnTo>
                  <a:lnTo>
                    <a:pt x="414" y="2005"/>
                  </a:lnTo>
                  <a:lnTo>
                    <a:pt x="414" y="1983"/>
                  </a:lnTo>
                  <a:lnTo>
                    <a:pt x="418" y="1962"/>
                  </a:lnTo>
                  <a:lnTo>
                    <a:pt x="418" y="1940"/>
                  </a:lnTo>
                  <a:lnTo>
                    <a:pt x="421" y="1919"/>
                  </a:lnTo>
                  <a:lnTo>
                    <a:pt x="421" y="1897"/>
                  </a:lnTo>
                  <a:lnTo>
                    <a:pt x="421" y="1872"/>
                  </a:lnTo>
                  <a:lnTo>
                    <a:pt x="425" y="1850"/>
                  </a:lnTo>
                  <a:lnTo>
                    <a:pt x="425" y="1825"/>
                  </a:lnTo>
                  <a:lnTo>
                    <a:pt x="428" y="1803"/>
                  </a:lnTo>
                  <a:lnTo>
                    <a:pt x="428" y="1778"/>
                  </a:lnTo>
                  <a:lnTo>
                    <a:pt x="428" y="1753"/>
                  </a:lnTo>
                  <a:lnTo>
                    <a:pt x="432" y="1731"/>
                  </a:lnTo>
                  <a:lnTo>
                    <a:pt x="432" y="1706"/>
                  </a:lnTo>
                  <a:lnTo>
                    <a:pt x="432" y="1681"/>
                  </a:lnTo>
                  <a:lnTo>
                    <a:pt x="436" y="1656"/>
                  </a:lnTo>
                  <a:lnTo>
                    <a:pt x="436" y="1631"/>
                  </a:lnTo>
                  <a:lnTo>
                    <a:pt x="439" y="1602"/>
                  </a:lnTo>
                  <a:lnTo>
                    <a:pt x="439" y="1577"/>
                  </a:lnTo>
                  <a:lnTo>
                    <a:pt x="439" y="1551"/>
                  </a:lnTo>
                  <a:lnTo>
                    <a:pt x="443" y="1523"/>
                  </a:lnTo>
                  <a:lnTo>
                    <a:pt x="443" y="1497"/>
                  </a:lnTo>
                  <a:lnTo>
                    <a:pt x="446" y="1472"/>
                  </a:lnTo>
                  <a:lnTo>
                    <a:pt x="446" y="1443"/>
                  </a:lnTo>
                  <a:lnTo>
                    <a:pt x="446" y="1418"/>
                  </a:lnTo>
                  <a:lnTo>
                    <a:pt x="450" y="1389"/>
                  </a:lnTo>
                  <a:lnTo>
                    <a:pt x="450" y="1361"/>
                  </a:lnTo>
                  <a:lnTo>
                    <a:pt x="454" y="1335"/>
                  </a:lnTo>
                  <a:lnTo>
                    <a:pt x="454" y="1307"/>
                  </a:lnTo>
                  <a:lnTo>
                    <a:pt x="454" y="1281"/>
                  </a:lnTo>
                  <a:lnTo>
                    <a:pt x="457" y="1253"/>
                  </a:lnTo>
                  <a:lnTo>
                    <a:pt x="457" y="1224"/>
                  </a:lnTo>
                  <a:lnTo>
                    <a:pt x="457" y="1195"/>
                  </a:lnTo>
                  <a:lnTo>
                    <a:pt x="461" y="1170"/>
                  </a:lnTo>
                  <a:lnTo>
                    <a:pt x="461" y="1141"/>
                  </a:lnTo>
                  <a:lnTo>
                    <a:pt x="464" y="1112"/>
                  </a:lnTo>
                  <a:lnTo>
                    <a:pt x="464" y="1087"/>
                  </a:lnTo>
                  <a:lnTo>
                    <a:pt x="464" y="1058"/>
                  </a:lnTo>
                  <a:lnTo>
                    <a:pt x="468" y="1029"/>
                  </a:lnTo>
                  <a:lnTo>
                    <a:pt x="468" y="1004"/>
                  </a:lnTo>
                  <a:lnTo>
                    <a:pt x="472" y="975"/>
                  </a:lnTo>
                  <a:lnTo>
                    <a:pt x="472" y="950"/>
                  </a:lnTo>
                  <a:lnTo>
                    <a:pt x="472" y="921"/>
                  </a:lnTo>
                  <a:lnTo>
                    <a:pt x="475" y="896"/>
                  </a:lnTo>
                  <a:lnTo>
                    <a:pt x="475" y="867"/>
                  </a:lnTo>
                  <a:lnTo>
                    <a:pt x="475" y="842"/>
                  </a:lnTo>
                  <a:lnTo>
                    <a:pt x="479" y="813"/>
                  </a:lnTo>
                  <a:lnTo>
                    <a:pt x="479" y="788"/>
                  </a:lnTo>
                  <a:lnTo>
                    <a:pt x="482" y="763"/>
                  </a:lnTo>
                  <a:lnTo>
                    <a:pt x="482" y="738"/>
                  </a:lnTo>
                  <a:lnTo>
                    <a:pt x="482" y="709"/>
                  </a:lnTo>
                  <a:lnTo>
                    <a:pt x="486" y="684"/>
                  </a:lnTo>
                  <a:lnTo>
                    <a:pt x="486" y="659"/>
                  </a:lnTo>
                  <a:lnTo>
                    <a:pt x="490" y="637"/>
                  </a:lnTo>
                  <a:lnTo>
                    <a:pt x="490" y="612"/>
                  </a:lnTo>
                  <a:lnTo>
                    <a:pt x="490" y="587"/>
                  </a:lnTo>
                  <a:lnTo>
                    <a:pt x="493" y="562"/>
                  </a:lnTo>
                  <a:lnTo>
                    <a:pt x="493" y="540"/>
                  </a:lnTo>
                  <a:lnTo>
                    <a:pt x="497" y="515"/>
                  </a:lnTo>
                  <a:lnTo>
                    <a:pt x="497" y="493"/>
                  </a:lnTo>
                  <a:lnTo>
                    <a:pt x="497" y="472"/>
                  </a:lnTo>
                  <a:lnTo>
                    <a:pt x="500" y="450"/>
                  </a:lnTo>
                  <a:lnTo>
                    <a:pt x="500" y="428"/>
                  </a:lnTo>
                  <a:lnTo>
                    <a:pt x="500" y="407"/>
                  </a:lnTo>
                  <a:lnTo>
                    <a:pt x="504" y="385"/>
                  </a:lnTo>
                  <a:lnTo>
                    <a:pt x="504" y="364"/>
                  </a:lnTo>
                  <a:lnTo>
                    <a:pt x="508" y="346"/>
                  </a:lnTo>
                  <a:lnTo>
                    <a:pt x="508" y="324"/>
                  </a:lnTo>
                  <a:lnTo>
                    <a:pt x="508" y="306"/>
                  </a:lnTo>
                  <a:lnTo>
                    <a:pt x="511" y="288"/>
                  </a:lnTo>
                  <a:lnTo>
                    <a:pt x="511" y="270"/>
                  </a:lnTo>
                  <a:lnTo>
                    <a:pt x="515" y="252"/>
                  </a:lnTo>
                  <a:lnTo>
                    <a:pt x="515" y="234"/>
                  </a:lnTo>
                  <a:lnTo>
                    <a:pt x="515" y="220"/>
                  </a:lnTo>
                  <a:lnTo>
                    <a:pt x="518" y="202"/>
                  </a:lnTo>
                  <a:lnTo>
                    <a:pt x="518" y="187"/>
                  </a:lnTo>
                  <a:lnTo>
                    <a:pt x="522" y="173"/>
                  </a:lnTo>
                  <a:lnTo>
                    <a:pt x="522" y="158"/>
                  </a:lnTo>
                  <a:lnTo>
                    <a:pt x="522" y="144"/>
                  </a:lnTo>
                  <a:lnTo>
                    <a:pt x="526" y="133"/>
                  </a:lnTo>
                  <a:lnTo>
                    <a:pt x="526" y="119"/>
                  </a:lnTo>
                  <a:lnTo>
                    <a:pt x="526" y="108"/>
                  </a:lnTo>
                  <a:lnTo>
                    <a:pt x="529" y="97"/>
                  </a:lnTo>
                  <a:lnTo>
                    <a:pt x="529" y="86"/>
                  </a:lnTo>
                  <a:lnTo>
                    <a:pt x="533" y="76"/>
                  </a:lnTo>
                  <a:lnTo>
                    <a:pt x="533" y="65"/>
                  </a:lnTo>
                  <a:lnTo>
                    <a:pt x="533" y="58"/>
                  </a:lnTo>
                  <a:lnTo>
                    <a:pt x="536" y="50"/>
                  </a:lnTo>
                  <a:lnTo>
                    <a:pt x="536" y="40"/>
                  </a:lnTo>
                  <a:lnTo>
                    <a:pt x="540" y="36"/>
                  </a:lnTo>
                  <a:lnTo>
                    <a:pt x="540" y="29"/>
                  </a:lnTo>
                  <a:lnTo>
                    <a:pt x="540" y="22"/>
                  </a:lnTo>
                  <a:lnTo>
                    <a:pt x="544" y="18"/>
                  </a:lnTo>
                  <a:lnTo>
                    <a:pt x="544" y="14"/>
                  </a:lnTo>
                  <a:lnTo>
                    <a:pt x="544" y="11"/>
                  </a:lnTo>
                  <a:lnTo>
                    <a:pt x="547" y="7"/>
                  </a:lnTo>
                  <a:lnTo>
                    <a:pt x="551" y="4"/>
                  </a:lnTo>
                  <a:lnTo>
                    <a:pt x="551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6" name="Freeform 144"/>
            <p:cNvSpPr>
              <a:spLocks/>
            </p:cNvSpPr>
            <p:nvPr/>
          </p:nvSpPr>
          <p:spPr bwMode="auto">
            <a:xfrm>
              <a:off x="4514" y="1048"/>
              <a:ext cx="695" cy="2462"/>
            </a:xfrm>
            <a:custGeom>
              <a:avLst/>
              <a:gdLst/>
              <a:ahLst/>
              <a:cxnLst>
                <a:cxn ang="0">
                  <a:pos x="11" y="22"/>
                </a:cxn>
                <a:cxn ang="0">
                  <a:pos x="18" y="76"/>
                </a:cxn>
                <a:cxn ang="0">
                  <a:pos x="29" y="158"/>
                </a:cxn>
                <a:cxn ang="0">
                  <a:pos x="40" y="270"/>
                </a:cxn>
                <a:cxn ang="0">
                  <a:pos x="47" y="407"/>
                </a:cxn>
                <a:cxn ang="0">
                  <a:pos x="58" y="562"/>
                </a:cxn>
                <a:cxn ang="0">
                  <a:pos x="69" y="738"/>
                </a:cxn>
                <a:cxn ang="0">
                  <a:pos x="76" y="921"/>
                </a:cxn>
                <a:cxn ang="0">
                  <a:pos x="87" y="1112"/>
                </a:cxn>
                <a:cxn ang="0">
                  <a:pos x="98" y="1307"/>
                </a:cxn>
                <a:cxn ang="0">
                  <a:pos x="108" y="1497"/>
                </a:cxn>
                <a:cxn ang="0">
                  <a:pos x="116" y="1681"/>
                </a:cxn>
                <a:cxn ang="0">
                  <a:pos x="126" y="1850"/>
                </a:cxn>
                <a:cxn ang="0">
                  <a:pos x="137" y="2005"/>
                </a:cxn>
                <a:cxn ang="0">
                  <a:pos x="144" y="2138"/>
                </a:cxn>
                <a:cxn ang="0">
                  <a:pos x="155" y="2250"/>
                </a:cxn>
                <a:cxn ang="0">
                  <a:pos x="166" y="2340"/>
                </a:cxn>
                <a:cxn ang="0">
                  <a:pos x="177" y="2405"/>
                </a:cxn>
                <a:cxn ang="0">
                  <a:pos x="184" y="2444"/>
                </a:cxn>
                <a:cxn ang="0">
                  <a:pos x="202" y="2459"/>
                </a:cxn>
                <a:cxn ang="0">
                  <a:pos x="216" y="2430"/>
                </a:cxn>
                <a:cxn ang="0">
                  <a:pos x="227" y="2387"/>
                </a:cxn>
                <a:cxn ang="0">
                  <a:pos x="234" y="2329"/>
                </a:cxn>
                <a:cxn ang="0">
                  <a:pos x="245" y="2264"/>
                </a:cxn>
                <a:cxn ang="0">
                  <a:pos x="256" y="2192"/>
                </a:cxn>
                <a:cxn ang="0">
                  <a:pos x="263" y="2117"/>
                </a:cxn>
                <a:cxn ang="0">
                  <a:pos x="274" y="2045"/>
                </a:cxn>
                <a:cxn ang="0">
                  <a:pos x="285" y="1976"/>
                </a:cxn>
                <a:cxn ang="0">
                  <a:pos x="292" y="1911"/>
                </a:cxn>
                <a:cxn ang="0">
                  <a:pos x="303" y="1857"/>
                </a:cxn>
                <a:cxn ang="0">
                  <a:pos x="314" y="1818"/>
                </a:cxn>
                <a:cxn ang="0">
                  <a:pos x="324" y="1785"/>
                </a:cxn>
                <a:cxn ang="0">
                  <a:pos x="342" y="1764"/>
                </a:cxn>
                <a:cxn ang="0">
                  <a:pos x="360" y="1789"/>
                </a:cxn>
                <a:cxn ang="0">
                  <a:pos x="371" y="1818"/>
                </a:cxn>
                <a:cxn ang="0">
                  <a:pos x="378" y="1854"/>
                </a:cxn>
                <a:cxn ang="0">
                  <a:pos x="389" y="1893"/>
                </a:cxn>
                <a:cxn ang="0">
                  <a:pos x="400" y="1940"/>
                </a:cxn>
                <a:cxn ang="0">
                  <a:pos x="411" y="1991"/>
                </a:cxn>
                <a:cxn ang="0">
                  <a:pos x="418" y="2037"/>
                </a:cxn>
                <a:cxn ang="0">
                  <a:pos x="429" y="2081"/>
                </a:cxn>
                <a:cxn ang="0">
                  <a:pos x="440" y="2124"/>
                </a:cxn>
                <a:cxn ang="0">
                  <a:pos x="447" y="2156"/>
                </a:cxn>
                <a:cxn ang="0">
                  <a:pos x="458" y="2181"/>
                </a:cxn>
                <a:cxn ang="0">
                  <a:pos x="476" y="2207"/>
                </a:cxn>
                <a:cxn ang="0">
                  <a:pos x="497" y="2196"/>
                </a:cxn>
                <a:cxn ang="0">
                  <a:pos x="512" y="2171"/>
                </a:cxn>
                <a:cxn ang="0">
                  <a:pos x="522" y="2145"/>
                </a:cxn>
                <a:cxn ang="0">
                  <a:pos x="530" y="2113"/>
                </a:cxn>
                <a:cxn ang="0">
                  <a:pos x="540" y="2081"/>
                </a:cxn>
                <a:cxn ang="0">
                  <a:pos x="551" y="2045"/>
                </a:cxn>
                <a:cxn ang="0">
                  <a:pos x="558" y="2009"/>
                </a:cxn>
                <a:cxn ang="0">
                  <a:pos x="569" y="1976"/>
                </a:cxn>
                <a:cxn ang="0">
                  <a:pos x="580" y="1944"/>
                </a:cxn>
                <a:cxn ang="0">
                  <a:pos x="591" y="1919"/>
                </a:cxn>
                <a:cxn ang="0">
                  <a:pos x="605" y="1893"/>
                </a:cxn>
                <a:cxn ang="0">
                  <a:pos x="630" y="1883"/>
                </a:cxn>
                <a:cxn ang="0">
                  <a:pos x="652" y="1908"/>
                </a:cxn>
                <a:cxn ang="0">
                  <a:pos x="663" y="1933"/>
                </a:cxn>
                <a:cxn ang="0">
                  <a:pos x="674" y="1958"/>
                </a:cxn>
                <a:cxn ang="0">
                  <a:pos x="684" y="1987"/>
                </a:cxn>
                <a:cxn ang="0">
                  <a:pos x="692" y="2016"/>
                </a:cxn>
              </a:cxnLst>
              <a:rect l="0" t="0" r="r" b="b"/>
              <a:pathLst>
                <a:path w="695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2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0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88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6" y="1904"/>
                  </a:lnTo>
                  <a:lnTo>
                    <a:pt x="296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4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68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6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4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2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2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0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48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6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4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5" y="202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7" name="Freeform 145"/>
            <p:cNvSpPr>
              <a:spLocks/>
            </p:cNvSpPr>
            <p:nvPr/>
          </p:nvSpPr>
          <p:spPr bwMode="auto">
            <a:xfrm>
              <a:off x="749" y="2927"/>
              <a:ext cx="3283" cy="263"/>
            </a:xfrm>
            <a:custGeom>
              <a:avLst/>
              <a:gdLst/>
              <a:ahLst/>
              <a:cxnLst>
                <a:cxn ang="0">
                  <a:pos x="57" y="169"/>
                </a:cxn>
                <a:cxn ang="0">
                  <a:pos x="119" y="155"/>
                </a:cxn>
                <a:cxn ang="0">
                  <a:pos x="180" y="126"/>
                </a:cxn>
                <a:cxn ang="0">
                  <a:pos x="241" y="126"/>
                </a:cxn>
                <a:cxn ang="0">
                  <a:pos x="302" y="158"/>
                </a:cxn>
                <a:cxn ang="0">
                  <a:pos x="363" y="169"/>
                </a:cxn>
                <a:cxn ang="0">
                  <a:pos x="425" y="140"/>
                </a:cxn>
                <a:cxn ang="0">
                  <a:pos x="486" y="119"/>
                </a:cxn>
                <a:cxn ang="0">
                  <a:pos x="547" y="140"/>
                </a:cxn>
                <a:cxn ang="0">
                  <a:pos x="608" y="169"/>
                </a:cxn>
                <a:cxn ang="0">
                  <a:pos x="669" y="162"/>
                </a:cxn>
                <a:cxn ang="0">
                  <a:pos x="731" y="126"/>
                </a:cxn>
                <a:cxn ang="0">
                  <a:pos x="792" y="122"/>
                </a:cxn>
                <a:cxn ang="0">
                  <a:pos x="853" y="155"/>
                </a:cxn>
                <a:cxn ang="0">
                  <a:pos x="914" y="173"/>
                </a:cxn>
                <a:cxn ang="0">
                  <a:pos x="975" y="144"/>
                </a:cxn>
                <a:cxn ang="0">
                  <a:pos x="1037" y="115"/>
                </a:cxn>
                <a:cxn ang="0">
                  <a:pos x="1098" y="133"/>
                </a:cxn>
                <a:cxn ang="0">
                  <a:pos x="1159" y="173"/>
                </a:cxn>
                <a:cxn ang="0">
                  <a:pos x="1220" y="169"/>
                </a:cxn>
                <a:cxn ang="0">
                  <a:pos x="1281" y="126"/>
                </a:cxn>
                <a:cxn ang="0">
                  <a:pos x="1343" y="112"/>
                </a:cxn>
                <a:cxn ang="0">
                  <a:pos x="1404" y="155"/>
                </a:cxn>
                <a:cxn ang="0">
                  <a:pos x="1465" y="180"/>
                </a:cxn>
                <a:cxn ang="0">
                  <a:pos x="1526" y="151"/>
                </a:cxn>
                <a:cxn ang="0">
                  <a:pos x="1587" y="108"/>
                </a:cxn>
                <a:cxn ang="0">
                  <a:pos x="1649" y="126"/>
                </a:cxn>
                <a:cxn ang="0">
                  <a:pos x="1710" y="176"/>
                </a:cxn>
                <a:cxn ang="0">
                  <a:pos x="1771" y="176"/>
                </a:cxn>
                <a:cxn ang="0">
                  <a:pos x="1832" y="126"/>
                </a:cxn>
                <a:cxn ang="0">
                  <a:pos x="1893" y="101"/>
                </a:cxn>
                <a:cxn ang="0">
                  <a:pos x="1955" y="148"/>
                </a:cxn>
                <a:cxn ang="0">
                  <a:pos x="2016" y="191"/>
                </a:cxn>
                <a:cxn ang="0">
                  <a:pos x="2077" y="158"/>
                </a:cxn>
                <a:cxn ang="0">
                  <a:pos x="2138" y="101"/>
                </a:cxn>
                <a:cxn ang="0">
                  <a:pos x="2199" y="112"/>
                </a:cxn>
                <a:cxn ang="0">
                  <a:pos x="2253" y="173"/>
                </a:cxn>
                <a:cxn ang="0">
                  <a:pos x="2315" y="198"/>
                </a:cxn>
                <a:cxn ang="0">
                  <a:pos x="2372" y="144"/>
                </a:cxn>
                <a:cxn ang="0">
                  <a:pos x="2426" y="86"/>
                </a:cxn>
                <a:cxn ang="0">
                  <a:pos x="2487" y="115"/>
                </a:cxn>
                <a:cxn ang="0">
                  <a:pos x="2531" y="176"/>
                </a:cxn>
                <a:cxn ang="0">
                  <a:pos x="2592" y="209"/>
                </a:cxn>
                <a:cxn ang="0">
                  <a:pos x="2642" y="155"/>
                </a:cxn>
                <a:cxn ang="0">
                  <a:pos x="2682" y="94"/>
                </a:cxn>
                <a:cxn ang="0">
                  <a:pos x="2743" y="79"/>
                </a:cxn>
                <a:cxn ang="0">
                  <a:pos x="2786" y="140"/>
                </a:cxn>
                <a:cxn ang="0">
                  <a:pos x="2822" y="202"/>
                </a:cxn>
                <a:cxn ang="0">
                  <a:pos x="2880" y="220"/>
                </a:cxn>
                <a:cxn ang="0">
                  <a:pos x="2919" y="158"/>
                </a:cxn>
                <a:cxn ang="0">
                  <a:pos x="2952" y="97"/>
                </a:cxn>
                <a:cxn ang="0">
                  <a:pos x="2999" y="47"/>
                </a:cxn>
                <a:cxn ang="0">
                  <a:pos x="3045" y="97"/>
                </a:cxn>
                <a:cxn ang="0">
                  <a:pos x="3071" y="158"/>
                </a:cxn>
                <a:cxn ang="0">
                  <a:pos x="3099" y="220"/>
                </a:cxn>
                <a:cxn ang="0">
                  <a:pos x="3150" y="256"/>
                </a:cxn>
                <a:cxn ang="0">
                  <a:pos x="3186" y="198"/>
                </a:cxn>
                <a:cxn ang="0">
                  <a:pos x="3211" y="133"/>
                </a:cxn>
                <a:cxn ang="0">
                  <a:pos x="3233" y="65"/>
                </a:cxn>
                <a:cxn ang="0">
                  <a:pos x="3269" y="4"/>
                </a:cxn>
              </a:cxnLst>
              <a:rect l="0" t="0" r="r" b="b"/>
              <a:pathLst>
                <a:path w="3283" h="263">
                  <a:moveTo>
                    <a:pt x="0" y="144"/>
                  </a:moveTo>
                  <a:lnTo>
                    <a:pt x="3" y="148"/>
                  </a:lnTo>
                  <a:lnTo>
                    <a:pt x="7" y="148"/>
                  </a:lnTo>
                  <a:lnTo>
                    <a:pt x="11" y="151"/>
                  </a:lnTo>
                  <a:lnTo>
                    <a:pt x="14" y="151"/>
                  </a:lnTo>
                  <a:lnTo>
                    <a:pt x="18" y="155"/>
                  </a:lnTo>
                  <a:lnTo>
                    <a:pt x="21" y="155"/>
                  </a:lnTo>
                  <a:lnTo>
                    <a:pt x="25" y="158"/>
                  </a:lnTo>
                  <a:lnTo>
                    <a:pt x="29" y="158"/>
                  </a:lnTo>
                  <a:lnTo>
                    <a:pt x="32" y="162"/>
                  </a:lnTo>
                  <a:lnTo>
                    <a:pt x="36" y="162"/>
                  </a:lnTo>
                  <a:lnTo>
                    <a:pt x="39" y="162"/>
                  </a:lnTo>
                  <a:lnTo>
                    <a:pt x="43" y="166"/>
                  </a:lnTo>
                  <a:lnTo>
                    <a:pt x="47" y="166"/>
                  </a:lnTo>
                  <a:lnTo>
                    <a:pt x="50" y="166"/>
                  </a:lnTo>
                  <a:lnTo>
                    <a:pt x="54" y="166"/>
                  </a:lnTo>
                  <a:lnTo>
                    <a:pt x="57" y="169"/>
                  </a:lnTo>
                  <a:lnTo>
                    <a:pt x="61" y="169"/>
                  </a:lnTo>
                  <a:lnTo>
                    <a:pt x="65" y="169"/>
                  </a:lnTo>
                  <a:lnTo>
                    <a:pt x="68" y="169"/>
                  </a:lnTo>
                  <a:lnTo>
                    <a:pt x="72" y="169"/>
                  </a:lnTo>
                  <a:lnTo>
                    <a:pt x="75" y="169"/>
                  </a:lnTo>
                  <a:lnTo>
                    <a:pt x="79" y="169"/>
                  </a:lnTo>
                  <a:lnTo>
                    <a:pt x="83" y="166"/>
                  </a:lnTo>
                  <a:lnTo>
                    <a:pt x="86" y="166"/>
                  </a:lnTo>
                  <a:lnTo>
                    <a:pt x="90" y="166"/>
                  </a:lnTo>
                  <a:lnTo>
                    <a:pt x="93" y="166"/>
                  </a:lnTo>
                  <a:lnTo>
                    <a:pt x="97" y="162"/>
                  </a:lnTo>
                  <a:lnTo>
                    <a:pt x="101" y="162"/>
                  </a:lnTo>
                  <a:lnTo>
                    <a:pt x="104" y="162"/>
                  </a:lnTo>
                  <a:lnTo>
                    <a:pt x="108" y="158"/>
                  </a:lnTo>
                  <a:lnTo>
                    <a:pt x="111" y="158"/>
                  </a:lnTo>
                  <a:lnTo>
                    <a:pt x="115" y="158"/>
                  </a:lnTo>
                  <a:lnTo>
                    <a:pt x="119" y="155"/>
                  </a:lnTo>
                  <a:lnTo>
                    <a:pt x="122" y="151"/>
                  </a:lnTo>
                  <a:lnTo>
                    <a:pt x="126" y="151"/>
                  </a:lnTo>
                  <a:lnTo>
                    <a:pt x="129" y="148"/>
                  </a:lnTo>
                  <a:lnTo>
                    <a:pt x="133" y="148"/>
                  </a:lnTo>
                  <a:lnTo>
                    <a:pt x="137" y="144"/>
                  </a:lnTo>
                  <a:lnTo>
                    <a:pt x="140" y="144"/>
                  </a:lnTo>
                  <a:lnTo>
                    <a:pt x="144" y="140"/>
                  </a:lnTo>
                  <a:lnTo>
                    <a:pt x="147" y="140"/>
                  </a:lnTo>
                  <a:lnTo>
                    <a:pt x="151" y="137"/>
                  </a:lnTo>
                  <a:lnTo>
                    <a:pt x="155" y="137"/>
                  </a:lnTo>
                  <a:lnTo>
                    <a:pt x="158" y="133"/>
                  </a:lnTo>
                  <a:lnTo>
                    <a:pt x="162" y="133"/>
                  </a:lnTo>
                  <a:lnTo>
                    <a:pt x="165" y="130"/>
                  </a:lnTo>
                  <a:lnTo>
                    <a:pt x="169" y="130"/>
                  </a:lnTo>
                  <a:lnTo>
                    <a:pt x="173" y="130"/>
                  </a:lnTo>
                  <a:lnTo>
                    <a:pt x="176" y="126"/>
                  </a:lnTo>
                  <a:lnTo>
                    <a:pt x="180" y="126"/>
                  </a:lnTo>
                  <a:lnTo>
                    <a:pt x="183" y="122"/>
                  </a:lnTo>
                  <a:lnTo>
                    <a:pt x="187" y="122"/>
                  </a:lnTo>
                  <a:lnTo>
                    <a:pt x="191" y="122"/>
                  </a:lnTo>
                  <a:lnTo>
                    <a:pt x="194" y="122"/>
                  </a:lnTo>
                  <a:lnTo>
                    <a:pt x="198" y="122"/>
                  </a:lnTo>
                  <a:lnTo>
                    <a:pt x="201" y="122"/>
                  </a:lnTo>
                  <a:lnTo>
                    <a:pt x="205" y="122"/>
                  </a:lnTo>
                  <a:lnTo>
                    <a:pt x="209" y="122"/>
                  </a:lnTo>
                  <a:lnTo>
                    <a:pt x="212" y="122"/>
                  </a:lnTo>
                  <a:lnTo>
                    <a:pt x="216" y="122"/>
                  </a:lnTo>
                  <a:lnTo>
                    <a:pt x="219" y="122"/>
                  </a:lnTo>
                  <a:lnTo>
                    <a:pt x="223" y="122"/>
                  </a:lnTo>
                  <a:lnTo>
                    <a:pt x="227" y="122"/>
                  </a:lnTo>
                  <a:lnTo>
                    <a:pt x="230" y="122"/>
                  </a:lnTo>
                  <a:lnTo>
                    <a:pt x="234" y="126"/>
                  </a:lnTo>
                  <a:lnTo>
                    <a:pt x="237" y="126"/>
                  </a:lnTo>
                  <a:lnTo>
                    <a:pt x="241" y="126"/>
                  </a:lnTo>
                  <a:lnTo>
                    <a:pt x="245" y="130"/>
                  </a:lnTo>
                  <a:lnTo>
                    <a:pt x="248" y="130"/>
                  </a:lnTo>
                  <a:lnTo>
                    <a:pt x="252" y="133"/>
                  </a:lnTo>
                  <a:lnTo>
                    <a:pt x="255" y="133"/>
                  </a:lnTo>
                  <a:lnTo>
                    <a:pt x="259" y="137"/>
                  </a:lnTo>
                  <a:lnTo>
                    <a:pt x="263" y="137"/>
                  </a:lnTo>
                  <a:lnTo>
                    <a:pt x="266" y="140"/>
                  </a:lnTo>
                  <a:lnTo>
                    <a:pt x="270" y="140"/>
                  </a:lnTo>
                  <a:lnTo>
                    <a:pt x="273" y="144"/>
                  </a:lnTo>
                  <a:lnTo>
                    <a:pt x="277" y="144"/>
                  </a:lnTo>
                  <a:lnTo>
                    <a:pt x="281" y="148"/>
                  </a:lnTo>
                  <a:lnTo>
                    <a:pt x="284" y="148"/>
                  </a:lnTo>
                  <a:lnTo>
                    <a:pt x="288" y="151"/>
                  </a:lnTo>
                  <a:lnTo>
                    <a:pt x="291" y="151"/>
                  </a:lnTo>
                  <a:lnTo>
                    <a:pt x="295" y="155"/>
                  </a:lnTo>
                  <a:lnTo>
                    <a:pt x="299" y="155"/>
                  </a:lnTo>
                  <a:lnTo>
                    <a:pt x="302" y="158"/>
                  </a:lnTo>
                  <a:lnTo>
                    <a:pt x="306" y="158"/>
                  </a:lnTo>
                  <a:lnTo>
                    <a:pt x="309" y="162"/>
                  </a:lnTo>
                  <a:lnTo>
                    <a:pt x="313" y="162"/>
                  </a:lnTo>
                  <a:lnTo>
                    <a:pt x="317" y="166"/>
                  </a:lnTo>
                  <a:lnTo>
                    <a:pt x="320" y="166"/>
                  </a:lnTo>
                  <a:lnTo>
                    <a:pt x="324" y="166"/>
                  </a:lnTo>
                  <a:lnTo>
                    <a:pt x="327" y="169"/>
                  </a:lnTo>
                  <a:lnTo>
                    <a:pt x="331" y="169"/>
                  </a:lnTo>
                  <a:lnTo>
                    <a:pt x="335" y="169"/>
                  </a:lnTo>
                  <a:lnTo>
                    <a:pt x="338" y="169"/>
                  </a:lnTo>
                  <a:lnTo>
                    <a:pt x="342" y="169"/>
                  </a:lnTo>
                  <a:lnTo>
                    <a:pt x="345" y="169"/>
                  </a:lnTo>
                  <a:lnTo>
                    <a:pt x="349" y="169"/>
                  </a:lnTo>
                  <a:lnTo>
                    <a:pt x="353" y="169"/>
                  </a:lnTo>
                  <a:lnTo>
                    <a:pt x="356" y="169"/>
                  </a:lnTo>
                  <a:lnTo>
                    <a:pt x="360" y="169"/>
                  </a:lnTo>
                  <a:lnTo>
                    <a:pt x="363" y="169"/>
                  </a:lnTo>
                  <a:lnTo>
                    <a:pt x="367" y="169"/>
                  </a:lnTo>
                  <a:lnTo>
                    <a:pt x="371" y="166"/>
                  </a:lnTo>
                  <a:lnTo>
                    <a:pt x="374" y="166"/>
                  </a:lnTo>
                  <a:lnTo>
                    <a:pt x="378" y="166"/>
                  </a:lnTo>
                  <a:lnTo>
                    <a:pt x="381" y="162"/>
                  </a:lnTo>
                  <a:lnTo>
                    <a:pt x="385" y="162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6" y="155"/>
                  </a:lnTo>
                  <a:lnTo>
                    <a:pt x="399" y="155"/>
                  </a:lnTo>
                  <a:lnTo>
                    <a:pt x="403" y="151"/>
                  </a:lnTo>
                  <a:lnTo>
                    <a:pt x="407" y="151"/>
                  </a:lnTo>
                  <a:lnTo>
                    <a:pt x="410" y="148"/>
                  </a:lnTo>
                  <a:lnTo>
                    <a:pt x="414" y="148"/>
                  </a:lnTo>
                  <a:lnTo>
                    <a:pt x="417" y="144"/>
                  </a:lnTo>
                  <a:lnTo>
                    <a:pt x="421" y="144"/>
                  </a:lnTo>
                  <a:lnTo>
                    <a:pt x="425" y="140"/>
                  </a:lnTo>
                  <a:lnTo>
                    <a:pt x="428" y="137"/>
                  </a:lnTo>
                  <a:lnTo>
                    <a:pt x="432" y="137"/>
                  </a:lnTo>
                  <a:lnTo>
                    <a:pt x="435" y="133"/>
                  </a:lnTo>
                  <a:lnTo>
                    <a:pt x="439" y="133"/>
                  </a:lnTo>
                  <a:lnTo>
                    <a:pt x="443" y="130"/>
                  </a:lnTo>
                  <a:lnTo>
                    <a:pt x="446" y="130"/>
                  </a:lnTo>
                  <a:lnTo>
                    <a:pt x="450" y="126"/>
                  </a:lnTo>
                  <a:lnTo>
                    <a:pt x="453" y="126"/>
                  </a:lnTo>
                  <a:lnTo>
                    <a:pt x="457" y="126"/>
                  </a:lnTo>
                  <a:lnTo>
                    <a:pt x="461" y="122"/>
                  </a:lnTo>
                  <a:lnTo>
                    <a:pt x="464" y="122"/>
                  </a:lnTo>
                  <a:lnTo>
                    <a:pt x="468" y="122"/>
                  </a:lnTo>
                  <a:lnTo>
                    <a:pt x="471" y="119"/>
                  </a:lnTo>
                  <a:lnTo>
                    <a:pt x="475" y="119"/>
                  </a:lnTo>
                  <a:lnTo>
                    <a:pt x="479" y="119"/>
                  </a:lnTo>
                  <a:lnTo>
                    <a:pt x="482" y="119"/>
                  </a:lnTo>
                  <a:lnTo>
                    <a:pt x="486" y="119"/>
                  </a:lnTo>
                  <a:lnTo>
                    <a:pt x="489" y="119"/>
                  </a:lnTo>
                  <a:lnTo>
                    <a:pt x="493" y="119"/>
                  </a:lnTo>
                  <a:lnTo>
                    <a:pt x="497" y="119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22"/>
                  </a:lnTo>
                  <a:lnTo>
                    <a:pt x="511" y="122"/>
                  </a:lnTo>
                  <a:lnTo>
                    <a:pt x="515" y="122"/>
                  </a:lnTo>
                  <a:lnTo>
                    <a:pt x="518" y="126"/>
                  </a:lnTo>
                  <a:lnTo>
                    <a:pt x="522" y="126"/>
                  </a:lnTo>
                  <a:lnTo>
                    <a:pt x="525" y="130"/>
                  </a:lnTo>
                  <a:lnTo>
                    <a:pt x="529" y="130"/>
                  </a:lnTo>
                  <a:lnTo>
                    <a:pt x="533" y="130"/>
                  </a:lnTo>
                  <a:lnTo>
                    <a:pt x="536" y="133"/>
                  </a:lnTo>
                  <a:lnTo>
                    <a:pt x="540" y="137"/>
                  </a:lnTo>
                  <a:lnTo>
                    <a:pt x="543" y="137"/>
                  </a:lnTo>
                  <a:lnTo>
                    <a:pt x="547" y="140"/>
                  </a:lnTo>
                  <a:lnTo>
                    <a:pt x="551" y="140"/>
                  </a:lnTo>
                  <a:lnTo>
                    <a:pt x="554" y="144"/>
                  </a:lnTo>
                  <a:lnTo>
                    <a:pt x="558" y="144"/>
                  </a:lnTo>
                  <a:lnTo>
                    <a:pt x="561" y="148"/>
                  </a:lnTo>
                  <a:lnTo>
                    <a:pt x="565" y="151"/>
                  </a:lnTo>
                  <a:lnTo>
                    <a:pt x="569" y="151"/>
                  </a:lnTo>
                  <a:lnTo>
                    <a:pt x="572" y="155"/>
                  </a:lnTo>
                  <a:lnTo>
                    <a:pt x="576" y="155"/>
                  </a:lnTo>
                  <a:lnTo>
                    <a:pt x="579" y="158"/>
                  </a:lnTo>
                  <a:lnTo>
                    <a:pt x="583" y="158"/>
                  </a:lnTo>
                  <a:lnTo>
                    <a:pt x="587" y="162"/>
                  </a:lnTo>
                  <a:lnTo>
                    <a:pt x="590" y="162"/>
                  </a:lnTo>
                  <a:lnTo>
                    <a:pt x="594" y="166"/>
                  </a:lnTo>
                  <a:lnTo>
                    <a:pt x="597" y="166"/>
                  </a:lnTo>
                  <a:lnTo>
                    <a:pt x="601" y="169"/>
                  </a:lnTo>
                  <a:lnTo>
                    <a:pt x="605" y="169"/>
                  </a:lnTo>
                  <a:lnTo>
                    <a:pt x="608" y="169"/>
                  </a:lnTo>
                  <a:lnTo>
                    <a:pt x="612" y="169"/>
                  </a:lnTo>
                  <a:lnTo>
                    <a:pt x="615" y="173"/>
                  </a:lnTo>
                  <a:lnTo>
                    <a:pt x="619" y="173"/>
                  </a:lnTo>
                  <a:lnTo>
                    <a:pt x="623" y="173"/>
                  </a:lnTo>
                  <a:lnTo>
                    <a:pt x="626" y="173"/>
                  </a:lnTo>
                  <a:lnTo>
                    <a:pt x="630" y="173"/>
                  </a:lnTo>
                  <a:lnTo>
                    <a:pt x="633" y="173"/>
                  </a:lnTo>
                  <a:lnTo>
                    <a:pt x="637" y="173"/>
                  </a:lnTo>
                  <a:lnTo>
                    <a:pt x="641" y="169"/>
                  </a:lnTo>
                  <a:lnTo>
                    <a:pt x="644" y="169"/>
                  </a:lnTo>
                  <a:lnTo>
                    <a:pt x="648" y="169"/>
                  </a:lnTo>
                  <a:lnTo>
                    <a:pt x="651" y="169"/>
                  </a:lnTo>
                  <a:lnTo>
                    <a:pt x="655" y="166"/>
                  </a:lnTo>
                  <a:lnTo>
                    <a:pt x="659" y="166"/>
                  </a:lnTo>
                  <a:lnTo>
                    <a:pt x="662" y="166"/>
                  </a:lnTo>
                  <a:lnTo>
                    <a:pt x="666" y="162"/>
                  </a:lnTo>
                  <a:lnTo>
                    <a:pt x="669" y="162"/>
                  </a:lnTo>
                  <a:lnTo>
                    <a:pt x="673" y="158"/>
                  </a:lnTo>
                  <a:lnTo>
                    <a:pt x="677" y="158"/>
                  </a:lnTo>
                  <a:lnTo>
                    <a:pt x="680" y="155"/>
                  </a:lnTo>
                  <a:lnTo>
                    <a:pt x="684" y="151"/>
                  </a:lnTo>
                  <a:lnTo>
                    <a:pt x="687" y="151"/>
                  </a:lnTo>
                  <a:lnTo>
                    <a:pt x="691" y="148"/>
                  </a:lnTo>
                  <a:lnTo>
                    <a:pt x="695" y="144"/>
                  </a:lnTo>
                  <a:lnTo>
                    <a:pt x="698" y="144"/>
                  </a:lnTo>
                  <a:lnTo>
                    <a:pt x="702" y="140"/>
                  </a:lnTo>
                  <a:lnTo>
                    <a:pt x="705" y="140"/>
                  </a:lnTo>
                  <a:lnTo>
                    <a:pt x="709" y="137"/>
                  </a:lnTo>
                  <a:lnTo>
                    <a:pt x="713" y="133"/>
                  </a:lnTo>
                  <a:lnTo>
                    <a:pt x="716" y="133"/>
                  </a:lnTo>
                  <a:lnTo>
                    <a:pt x="720" y="130"/>
                  </a:lnTo>
                  <a:lnTo>
                    <a:pt x="723" y="130"/>
                  </a:lnTo>
                  <a:lnTo>
                    <a:pt x="727" y="126"/>
                  </a:lnTo>
                  <a:lnTo>
                    <a:pt x="731" y="126"/>
                  </a:lnTo>
                  <a:lnTo>
                    <a:pt x="734" y="122"/>
                  </a:lnTo>
                  <a:lnTo>
                    <a:pt x="738" y="122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19"/>
                  </a:lnTo>
                  <a:lnTo>
                    <a:pt x="752" y="119"/>
                  </a:lnTo>
                  <a:lnTo>
                    <a:pt x="756" y="119"/>
                  </a:lnTo>
                  <a:lnTo>
                    <a:pt x="759" y="115"/>
                  </a:lnTo>
                  <a:lnTo>
                    <a:pt x="763" y="115"/>
                  </a:lnTo>
                  <a:lnTo>
                    <a:pt x="767" y="115"/>
                  </a:lnTo>
                  <a:lnTo>
                    <a:pt x="770" y="115"/>
                  </a:lnTo>
                  <a:lnTo>
                    <a:pt x="774" y="115"/>
                  </a:lnTo>
                  <a:lnTo>
                    <a:pt x="777" y="119"/>
                  </a:lnTo>
                  <a:lnTo>
                    <a:pt x="781" y="119"/>
                  </a:lnTo>
                  <a:lnTo>
                    <a:pt x="785" y="119"/>
                  </a:lnTo>
                  <a:lnTo>
                    <a:pt x="788" y="119"/>
                  </a:lnTo>
                  <a:lnTo>
                    <a:pt x="792" y="122"/>
                  </a:lnTo>
                  <a:lnTo>
                    <a:pt x="795" y="122"/>
                  </a:lnTo>
                  <a:lnTo>
                    <a:pt x="799" y="122"/>
                  </a:lnTo>
                  <a:lnTo>
                    <a:pt x="803" y="126"/>
                  </a:lnTo>
                  <a:lnTo>
                    <a:pt x="806" y="126"/>
                  </a:lnTo>
                  <a:lnTo>
                    <a:pt x="810" y="130"/>
                  </a:lnTo>
                  <a:lnTo>
                    <a:pt x="813" y="130"/>
                  </a:lnTo>
                  <a:lnTo>
                    <a:pt x="817" y="133"/>
                  </a:lnTo>
                  <a:lnTo>
                    <a:pt x="821" y="137"/>
                  </a:lnTo>
                  <a:lnTo>
                    <a:pt x="824" y="137"/>
                  </a:lnTo>
                  <a:lnTo>
                    <a:pt x="828" y="140"/>
                  </a:lnTo>
                  <a:lnTo>
                    <a:pt x="831" y="140"/>
                  </a:lnTo>
                  <a:lnTo>
                    <a:pt x="835" y="144"/>
                  </a:lnTo>
                  <a:lnTo>
                    <a:pt x="839" y="148"/>
                  </a:lnTo>
                  <a:lnTo>
                    <a:pt x="842" y="151"/>
                  </a:lnTo>
                  <a:lnTo>
                    <a:pt x="846" y="151"/>
                  </a:lnTo>
                  <a:lnTo>
                    <a:pt x="849" y="155"/>
                  </a:lnTo>
                  <a:lnTo>
                    <a:pt x="853" y="155"/>
                  </a:lnTo>
                  <a:lnTo>
                    <a:pt x="857" y="158"/>
                  </a:lnTo>
                  <a:lnTo>
                    <a:pt x="860" y="162"/>
                  </a:lnTo>
                  <a:lnTo>
                    <a:pt x="864" y="162"/>
                  </a:lnTo>
                  <a:lnTo>
                    <a:pt x="867" y="166"/>
                  </a:lnTo>
                  <a:lnTo>
                    <a:pt x="871" y="166"/>
                  </a:lnTo>
                  <a:lnTo>
                    <a:pt x="875" y="169"/>
                  </a:lnTo>
                  <a:lnTo>
                    <a:pt x="878" y="169"/>
                  </a:lnTo>
                  <a:lnTo>
                    <a:pt x="882" y="169"/>
                  </a:lnTo>
                  <a:lnTo>
                    <a:pt x="885" y="173"/>
                  </a:lnTo>
                  <a:lnTo>
                    <a:pt x="889" y="173"/>
                  </a:lnTo>
                  <a:lnTo>
                    <a:pt x="893" y="173"/>
                  </a:lnTo>
                  <a:lnTo>
                    <a:pt x="896" y="173"/>
                  </a:lnTo>
                  <a:lnTo>
                    <a:pt x="900" y="173"/>
                  </a:lnTo>
                  <a:lnTo>
                    <a:pt x="903" y="176"/>
                  </a:lnTo>
                  <a:lnTo>
                    <a:pt x="907" y="176"/>
                  </a:lnTo>
                  <a:lnTo>
                    <a:pt x="911" y="176"/>
                  </a:lnTo>
                  <a:lnTo>
                    <a:pt x="914" y="173"/>
                  </a:lnTo>
                  <a:lnTo>
                    <a:pt x="918" y="173"/>
                  </a:lnTo>
                  <a:lnTo>
                    <a:pt x="921" y="173"/>
                  </a:lnTo>
                  <a:lnTo>
                    <a:pt x="925" y="173"/>
                  </a:lnTo>
                  <a:lnTo>
                    <a:pt x="929" y="169"/>
                  </a:lnTo>
                  <a:lnTo>
                    <a:pt x="932" y="169"/>
                  </a:lnTo>
                  <a:lnTo>
                    <a:pt x="936" y="169"/>
                  </a:lnTo>
                  <a:lnTo>
                    <a:pt x="939" y="166"/>
                  </a:lnTo>
                  <a:lnTo>
                    <a:pt x="943" y="166"/>
                  </a:lnTo>
                  <a:lnTo>
                    <a:pt x="947" y="162"/>
                  </a:lnTo>
                  <a:lnTo>
                    <a:pt x="950" y="162"/>
                  </a:lnTo>
                  <a:lnTo>
                    <a:pt x="954" y="158"/>
                  </a:lnTo>
                  <a:lnTo>
                    <a:pt x="957" y="155"/>
                  </a:lnTo>
                  <a:lnTo>
                    <a:pt x="961" y="155"/>
                  </a:lnTo>
                  <a:lnTo>
                    <a:pt x="965" y="151"/>
                  </a:lnTo>
                  <a:lnTo>
                    <a:pt x="968" y="148"/>
                  </a:lnTo>
                  <a:lnTo>
                    <a:pt x="972" y="148"/>
                  </a:lnTo>
                  <a:lnTo>
                    <a:pt x="975" y="144"/>
                  </a:lnTo>
                  <a:lnTo>
                    <a:pt x="979" y="140"/>
                  </a:lnTo>
                  <a:lnTo>
                    <a:pt x="983" y="140"/>
                  </a:lnTo>
                  <a:lnTo>
                    <a:pt x="986" y="137"/>
                  </a:lnTo>
                  <a:lnTo>
                    <a:pt x="990" y="133"/>
                  </a:lnTo>
                  <a:lnTo>
                    <a:pt x="993" y="133"/>
                  </a:lnTo>
                  <a:lnTo>
                    <a:pt x="997" y="130"/>
                  </a:lnTo>
                  <a:lnTo>
                    <a:pt x="1001" y="126"/>
                  </a:lnTo>
                  <a:lnTo>
                    <a:pt x="1004" y="126"/>
                  </a:lnTo>
                  <a:lnTo>
                    <a:pt x="1008" y="122"/>
                  </a:lnTo>
                  <a:lnTo>
                    <a:pt x="1011" y="122"/>
                  </a:lnTo>
                  <a:lnTo>
                    <a:pt x="1015" y="119"/>
                  </a:lnTo>
                  <a:lnTo>
                    <a:pt x="1019" y="119"/>
                  </a:lnTo>
                  <a:lnTo>
                    <a:pt x="1022" y="119"/>
                  </a:lnTo>
                  <a:lnTo>
                    <a:pt x="1026" y="115"/>
                  </a:lnTo>
                  <a:lnTo>
                    <a:pt x="1029" y="115"/>
                  </a:lnTo>
                  <a:lnTo>
                    <a:pt x="1033" y="115"/>
                  </a:lnTo>
                  <a:lnTo>
                    <a:pt x="1037" y="115"/>
                  </a:lnTo>
                  <a:lnTo>
                    <a:pt x="1040" y="115"/>
                  </a:lnTo>
                  <a:lnTo>
                    <a:pt x="1044" y="115"/>
                  </a:lnTo>
                  <a:lnTo>
                    <a:pt x="1047" y="115"/>
                  </a:lnTo>
                  <a:lnTo>
                    <a:pt x="1051" y="115"/>
                  </a:lnTo>
                  <a:lnTo>
                    <a:pt x="1055" y="115"/>
                  </a:lnTo>
                  <a:lnTo>
                    <a:pt x="1058" y="115"/>
                  </a:lnTo>
                  <a:lnTo>
                    <a:pt x="1062" y="115"/>
                  </a:lnTo>
                  <a:lnTo>
                    <a:pt x="1065" y="115"/>
                  </a:lnTo>
                  <a:lnTo>
                    <a:pt x="1069" y="119"/>
                  </a:lnTo>
                  <a:lnTo>
                    <a:pt x="1073" y="119"/>
                  </a:lnTo>
                  <a:lnTo>
                    <a:pt x="1076" y="122"/>
                  </a:lnTo>
                  <a:lnTo>
                    <a:pt x="1080" y="122"/>
                  </a:lnTo>
                  <a:lnTo>
                    <a:pt x="1083" y="126"/>
                  </a:lnTo>
                  <a:lnTo>
                    <a:pt x="1087" y="126"/>
                  </a:lnTo>
                  <a:lnTo>
                    <a:pt x="1091" y="130"/>
                  </a:lnTo>
                  <a:lnTo>
                    <a:pt x="1094" y="130"/>
                  </a:lnTo>
                  <a:lnTo>
                    <a:pt x="1098" y="133"/>
                  </a:lnTo>
                  <a:lnTo>
                    <a:pt x="1101" y="137"/>
                  </a:lnTo>
                  <a:lnTo>
                    <a:pt x="1105" y="140"/>
                  </a:lnTo>
                  <a:lnTo>
                    <a:pt x="1109" y="140"/>
                  </a:lnTo>
                  <a:lnTo>
                    <a:pt x="1112" y="144"/>
                  </a:lnTo>
                  <a:lnTo>
                    <a:pt x="1116" y="148"/>
                  </a:lnTo>
                  <a:lnTo>
                    <a:pt x="1119" y="148"/>
                  </a:lnTo>
                  <a:lnTo>
                    <a:pt x="1123" y="151"/>
                  </a:lnTo>
                  <a:lnTo>
                    <a:pt x="1127" y="155"/>
                  </a:lnTo>
                  <a:lnTo>
                    <a:pt x="1130" y="158"/>
                  </a:lnTo>
                  <a:lnTo>
                    <a:pt x="1134" y="158"/>
                  </a:lnTo>
                  <a:lnTo>
                    <a:pt x="1137" y="162"/>
                  </a:lnTo>
                  <a:lnTo>
                    <a:pt x="1141" y="166"/>
                  </a:lnTo>
                  <a:lnTo>
                    <a:pt x="1145" y="166"/>
                  </a:lnTo>
                  <a:lnTo>
                    <a:pt x="1148" y="169"/>
                  </a:lnTo>
                  <a:lnTo>
                    <a:pt x="1152" y="169"/>
                  </a:lnTo>
                  <a:lnTo>
                    <a:pt x="1155" y="173"/>
                  </a:lnTo>
                  <a:lnTo>
                    <a:pt x="1159" y="173"/>
                  </a:lnTo>
                  <a:lnTo>
                    <a:pt x="1163" y="173"/>
                  </a:lnTo>
                  <a:lnTo>
                    <a:pt x="1166" y="176"/>
                  </a:lnTo>
                  <a:lnTo>
                    <a:pt x="1170" y="176"/>
                  </a:lnTo>
                  <a:lnTo>
                    <a:pt x="1173" y="176"/>
                  </a:lnTo>
                  <a:lnTo>
                    <a:pt x="1177" y="176"/>
                  </a:lnTo>
                  <a:lnTo>
                    <a:pt x="1181" y="176"/>
                  </a:lnTo>
                  <a:lnTo>
                    <a:pt x="1184" y="176"/>
                  </a:lnTo>
                  <a:lnTo>
                    <a:pt x="1188" y="176"/>
                  </a:lnTo>
                  <a:lnTo>
                    <a:pt x="1191" y="176"/>
                  </a:lnTo>
                  <a:lnTo>
                    <a:pt x="1195" y="176"/>
                  </a:lnTo>
                  <a:lnTo>
                    <a:pt x="1199" y="176"/>
                  </a:lnTo>
                  <a:lnTo>
                    <a:pt x="1202" y="176"/>
                  </a:lnTo>
                  <a:lnTo>
                    <a:pt x="1206" y="173"/>
                  </a:lnTo>
                  <a:lnTo>
                    <a:pt x="1209" y="173"/>
                  </a:lnTo>
                  <a:lnTo>
                    <a:pt x="1213" y="173"/>
                  </a:lnTo>
                  <a:lnTo>
                    <a:pt x="1217" y="169"/>
                  </a:lnTo>
                  <a:lnTo>
                    <a:pt x="1220" y="169"/>
                  </a:lnTo>
                  <a:lnTo>
                    <a:pt x="1224" y="166"/>
                  </a:lnTo>
                  <a:lnTo>
                    <a:pt x="1227" y="162"/>
                  </a:lnTo>
                  <a:lnTo>
                    <a:pt x="1231" y="162"/>
                  </a:lnTo>
                  <a:lnTo>
                    <a:pt x="1235" y="158"/>
                  </a:lnTo>
                  <a:lnTo>
                    <a:pt x="1238" y="155"/>
                  </a:lnTo>
                  <a:lnTo>
                    <a:pt x="1242" y="155"/>
                  </a:lnTo>
                  <a:lnTo>
                    <a:pt x="1245" y="151"/>
                  </a:lnTo>
                  <a:lnTo>
                    <a:pt x="1249" y="148"/>
                  </a:lnTo>
                  <a:lnTo>
                    <a:pt x="1253" y="144"/>
                  </a:lnTo>
                  <a:lnTo>
                    <a:pt x="1256" y="144"/>
                  </a:lnTo>
                  <a:lnTo>
                    <a:pt x="1260" y="140"/>
                  </a:lnTo>
                  <a:lnTo>
                    <a:pt x="1263" y="137"/>
                  </a:lnTo>
                  <a:lnTo>
                    <a:pt x="1267" y="133"/>
                  </a:lnTo>
                  <a:lnTo>
                    <a:pt x="1271" y="133"/>
                  </a:lnTo>
                  <a:lnTo>
                    <a:pt x="1274" y="130"/>
                  </a:lnTo>
                  <a:lnTo>
                    <a:pt x="1278" y="126"/>
                  </a:lnTo>
                  <a:lnTo>
                    <a:pt x="1281" y="126"/>
                  </a:lnTo>
                  <a:lnTo>
                    <a:pt x="1285" y="122"/>
                  </a:lnTo>
                  <a:lnTo>
                    <a:pt x="1289" y="122"/>
                  </a:lnTo>
                  <a:lnTo>
                    <a:pt x="1292" y="119"/>
                  </a:lnTo>
                  <a:lnTo>
                    <a:pt x="1296" y="115"/>
                  </a:lnTo>
                  <a:lnTo>
                    <a:pt x="1299" y="115"/>
                  </a:lnTo>
                  <a:lnTo>
                    <a:pt x="1303" y="115"/>
                  </a:lnTo>
                  <a:lnTo>
                    <a:pt x="1307" y="112"/>
                  </a:lnTo>
                  <a:lnTo>
                    <a:pt x="1310" y="112"/>
                  </a:lnTo>
                  <a:lnTo>
                    <a:pt x="1314" y="112"/>
                  </a:lnTo>
                  <a:lnTo>
                    <a:pt x="1317" y="112"/>
                  </a:lnTo>
                  <a:lnTo>
                    <a:pt x="1321" y="112"/>
                  </a:lnTo>
                  <a:lnTo>
                    <a:pt x="1325" y="112"/>
                  </a:lnTo>
                  <a:lnTo>
                    <a:pt x="1328" y="112"/>
                  </a:lnTo>
                  <a:lnTo>
                    <a:pt x="1332" y="112"/>
                  </a:lnTo>
                  <a:lnTo>
                    <a:pt x="1335" y="112"/>
                  </a:lnTo>
                  <a:lnTo>
                    <a:pt x="1339" y="112"/>
                  </a:lnTo>
                  <a:lnTo>
                    <a:pt x="1343" y="112"/>
                  </a:lnTo>
                  <a:lnTo>
                    <a:pt x="1346" y="115"/>
                  </a:lnTo>
                  <a:lnTo>
                    <a:pt x="1350" y="115"/>
                  </a:lnTo>
                  <a:lnTo>
                    <a:pt x="1353" y="119"/>
                  </a:lnTo>
                  <a:lnTo>
                    <a:pt x="1357" y="119"/>
                  </a:lnTo>
                  <a:lnTo>
                    <a:pt x="1361" y="122"/>
                  </a:lnTo>
                  <a:lnTo>
                    <a:pt x="1364" y="122"/>
                  </a:lnTo>
                  <a:lnTo>
                    <a:pt x="1368" y="126"/>
                  </a:lnTo>
                  <a:lnTo>
                    <a:pt x="1371" y="130"/>
                  </a:lnTo>
                  <a:lnTo>
                    <a:pt x="1375" y="130"/>
                  </a:lnTo>
                  <a:lnTo>
                    <a:pt x="1379" y="133"/>
                  </a:lnTo>
                  <a:lnTo>
                    <a:pt x="1382" y="137"/>
                  </a:lnTo>
                  <a:lnTo>
                    <a:pt x="1386" y="140"/>
                  </a:lnTo>
                  <a:lnTo>
                    <a:pt x="1389" y="144"/>
                  </a:lnTo>
                  <a:lnTo>
                    <a:pt x="1393" y="144"/>
                  </a:lnTo>
                  <a:lnTo>
                    <a:pt x="1397" y="148"/>
                  </a:lnTo>
                  <a:lnTo>
                    <a:pt x="1400" y="151"/>
                  </a:lnTo>
                  <a:lnTo>
                    <a:pt x="1404" y="155"/>
                  </a:lnTo>
                  <a:lnTo>
                    <a:pt x="1407" y="158"/>
                  </a:lnTo>
                  <a:lnTo>
                    <a:pt x="1411" y="158"/>
                  </a:lnTo>
                  <a:lnTo>
                    <a:pt x="1415" y="162"/>
                  </a:lnTo>
                  <a:lnTo>
                    <a:pt x="1418" y="166"/>
                  </a:lnTo>
                  <a:lnTo>
                    <a:pt x="1422" y="166"/>
                  </a:lnTo>
                  <a:lnTo>
                    <a:pt x="1425" y="169"/>
                  </a:lnTo>
                  <a:lnTo>
                    <a:pt x="1429" y="173"/>
                  </a:lnTo>
                  <a:lnTo>
                    <a:pt x="1433" y="173"/>
                  </a:lnTo>
                  <a:lnTo>
                    <a:pt x="1436" y="176"/>
                  </a:lnTo>
                  <a:lnTo>
                    <a:pt x="1440" y="176"/>
                  </a:lnTo>
                  <a:lnTo>
                    <a:pt x="1443" y="176"/>
                  </a:lnTo>
                  <a:lnTo>
                    <a:pt x="1447" y="180"/>
                  </a:lnTo>
                  <a:lnTo>
                    <a:pt x="1451" y="180"/>
                  </a:lnTo>
                  <a:lnTo>
                    <a:pt x="1454" y="180"/>
                  </a:lnTo>
                  <a:lnTo>
                    <a:pt x="1458" y="180"/>
                  </a:lnTo>
                  <a:lnTo>
                    <a:pt x="1461" y="180"/>
                  </a:lnTo>
                  <a:lnTo>
                    <a:pt x="1465" y="180"/>
                  </a:lnTo>
                  <a:lnTo>
                    <a:pt x="1469" y="180"/>
                  </a:lnTo>
                  <a:lnTo>
                    <a:pt x="1472" y="180"/>
                  </a:lnTo>
                  <a:lnTo>
                    <a:pt x="1476" y="180"/>
                  </a:lnTo>
                  <a:lnTo>
                    <a:pt x="1479" y="180"/>
                  </a:lnTo>
                  <a:lnTo>
                    <a:pt x="1483" y="176"/>
                  </a:lnTo>
                  <a:lnTo>
                    <a:pt x="1487" y="176"/>
                  </a:lnTo>
                  <a:lnTo>
                    <a:pt x="1490" y="176"/>
                  </a:lnTo>
                  <a:lnTo>
                    <a:pt x="1494" y="173"/>
                  </a:lnTo>
                  <a:lnTo>
                    <a:pt x="1497" y="173"/>
                  </a:lnTo>
                  <a:lnTo>
                    <a:pt x="1501" y="169"/>
                  </a:lnTo>
                  <a:lnTo>
                    <a:pt x="1505" y="166"/>
                  </a:lnTo>
                  <a:lnTo>
                    <a:pt x="1508" y="166"/>
                  </a:lnTo>
                  <a:lnTo>
                    <a:pt x="1512" y="162"/>
                  </a:lnTo>
                  <a:lnTo>
                    <a:pt x="1515" y="158"/>
                  </a:lnTo>
                  <a:lnTo>
                    <a:pt x="1519" y="155"/>
                  </a:lnTo>
                  <a:lnTo>
                    <a:pt x="1523" y="155"/>
                  </a:lnTo>
                  <a:lnTo>
                    <a:pt x="1526" y="151"/>
                  </a:lnTo>
                  <a:lnTo>
                    <a:pt x="1530" y="148"/>
                  </a:lnTo>
                  <a:lnTo>
                    <a:pt x="1533" y="144"/>
                  </a:lnTo>
                  <a:lnTo>
                    <a:pt x="1537" y="140"/>
                  </a:lnTo>
                  <a:lnTo>
                    <a:pt x="1541" y="137"/>
                  </a:lnTo>
                  <a:lnTo>
                    <a:pt x="1544" y="133"/>
                  </a:lnTo>
                  <a:lnTo>
                    <a:pt x="1548" y="133"/>
                  </a:lnTo>
                  <a:lnTo>
                    <a:pt x="1551" y="130"/>
                  </a:lnTo>
                  <a:lnTo>
                    <a:pt x="1555" y="126"/>
                  </a:lnTo>
                  <a:lnTo>
                    <a:pt x="1559" y="122"/>
                  </a:lnTo>
                  <a:lnTo>
                    <a:pt x="1562" y="119"/>
                  </a:lnTo>
                  <a:lnTo>
                    <a:pt x="1566" y="119"/>
                  </a:lnTo>
                  <a:lnTo>
                    <a:pt x="1569" y="115"/>
                  </a:lnTo>
                  <a:lnTo>
                    <a:pt x="1573" y="115"/>
                  </a:lnTo>
                  <a:lnTo>
                    <a:pt x="1577" y="112"/>
                  </a:lnTo>
                  <a:lnTo>
                    <a:pt x="1580" y="112"/>
                  </a:lnTo>
                  <a:lnTo>
                    <a:pt x="1584" y="108"/>
                  </a:lnTo>
                  <a:lnTo>
                    <a:pt x="1587" y="108"/>
                  </a:lnTo>
                  <a:lnTo>
                    <a:pt x="1591" y="108"/>
                  </a:lnTo>
                  <a:lnTo>
                    <a:pt x="1595" y="108"/>
                  </a:lnTo>
                  <a:lnTo>
                    <a:pt x="1598" y="104"/>
                  </a:lnTo>
                  <a:lnTo>
                    <a:pt x="1602" y="104"/>
                  </a:lnTo>
                  <a:lnTo>
                    <a:pt x="1605" y="104"/>
                  </a:lnTo>
                  <a:lnTo>
                    <a:pt x="1609" y="108"/>
                  </a:lnTo>
                  <a:lnTo>
                    <a:pt x="1613" y="108"/>
                  </a:lnTo>
                  <a:lnTo>
                    <a:pt x="1616" y="108"/>
                  </a:lnTo>
                  <a:lnTo>
                    <a:pt x="1620" y="108"/>
                  </a:lnTo>
                  <a:lnTo>
                    <a:pt x="1623" y="112"/>
                  </a:lnTo>
                  <a:lnTo>
                    <a:pt x="1627" y="112"/>
                  </a:lnTo>
                  <a:lnTo>
                    <a:pt x="1631" y="115"/>
                  </a:lnTo>
                  <a:lnTo>
                    <a:pt x="1634" y="115"/>
                  </a:lnTo>
                  <a:lnTo>
                    <a:pt x="1638" y="119"/>
                  </a:lnTo>
                  <a:lnTo>
                    <a:pt x="1641" y="119"/>
                  </a:lnTo>
                  <a:lnTo>
                    <a:pt x="1645" y="122"/>
                  </a:lnTo>
                  <a:lnTo>
                    <a:pt x="1649" y="126"/>
                  </a:lnTo>
                  <a:lnTo>
                    <a:pt x="1652" y="130"/>
                  </a:lnTo>
                  <a:lnTo>
                    <a:pt x="1656" y="130"/>
                  </a:lnTo>
                  <a:lnTo>
                    <a:pt x="1659" y="133"/>
                  </a:lnTo>
                  <a:lnTo>
                    <a:pt x="1663" y="137"/>
                  </a:lnTo>
                  <a:lnTo>
                    <a:pt x="1667" y="140"/>
                  </a:lnTo>
                  <a:lnTo>
                    <a:pt x="1670" y="144"/>
                  </a:lnTo>
                  <a:lnTo>
                    <a:pt x="1674" y="148"/>
                  </a:lnTo>
                  <a:lnTo>
                    <a:pt x="1677" y="151"/>
                  </a:lnTo>
                  <a:lnTo>
                    <a:pt x="1681" y="155"/>
                  </a:lnTo>
                  <a:lnTo>
                    <a:pt x="1685" y="158"/>
                  </a:lnTo>
                  <a:lnTo>
                    <a:pt x="1688" y="158"/>
                  </a:lnTo>
                  <a:lnTo>
                    <a:pt x="1692" y="162"/>
                  </a:lnTo>
                  <a:lnTo>
                    <a:pt x="1695" y="166"/>
                  </a:lnTo>
                  <a:lnTo>
                    <a:pt x="1699" y="169"/>
                  </a:lnTo>
                  <a:lnTo>
                    <a:pt x="1703" y="169"/>
                  </a:lnTo>
                  <a:lnTo>
                    <a:pt x="1706" y="173"/>
                  </a:lnTo>
                  <a:lnTo>
                    <a:pt x="1710" y="176"/>
                  </a:lnTo>
                  <a:lnTo>
                    <a:pt x="1713" y="176"/>
                  </a:lnTo>
                  <a:lnTo>
                    <a:pt x="1717" y="180"/>
                  </a:lnTo>
                  <a:lnTo>
                    <a:pt x="1721" y="180"/>
                  </a:lnTo>
                  <a:lnTo>
                    <a:pt x="1724" y="184"/>
                  </a:lnTo>
                  <a:lnTo>
                    <a:pt x="1728" y="184"/>
                  </a:lnTo>
                  <a:lnTo>
                    <a:pt x="1731" y="184"/>
                  </a:lnTo>
                  <a:lnTo>
                    <a:pt x="1735" y="187"/>
                  </a:lnTo>
                  <a:lnTo>
                    <a:pt x="1739" y="187"/>
                  </a:lnTo>
                  <a:lnTo>
                    <a:pt x="1742" y="187"/>
                  </a:lnTo>
                  <a:lnTo>
                    <a:pt x="1746" y="187"/>
                  </a:lnTo>
                  <a:lnTo>
                    <a:pt x="1749" y="187"/>
                  </a:lnTo>
                  <a:lnTo>
                    <a:pt x="1753" y="184"/>
                  </a:lnTo>
                  <a:lnTo>
                    <a:pt x="1757" y="184"/>
                  </a:lnTo>
                  <a:lnTo>
                    <a:pt x="1760" y="184"/>
                  </a:lnTo>
                  <a:lnTo>
                    <a:pt x="1764" y="180"/>
                  </a:lnTo>
                  <a:lnTo>
                    <a:pt x="1767" y="180"/>
                  </a:lnTo>
                  <a:lnTo>
                    <a:pt x="1771" y="176"/>
                  </a:lnTo>
                  <a:lnTo>
                    <a:pt x="1775" y="176"/>
                  </a:lnTo>
                  <a:lnTo>
                    <a:pt x="1778" y="173"/>
                  </a:lnTo>
                  <a:lnTo>
                    <a:pt x="1782" y="169"/>
                  </a:lnTo>
                  <a:lnTo>
                    <a:pt x="1785" y="169"/>
                  </a:lnTo>
                  <a:lnTo>
                    <a:pt x="1789" y="166"/>
                  </a:lnTo>
                  <a:lnTo>
                    <a:pt x="1793" y="162"/>
                  </a:lnTo>
                  <a:lnTo>
                    <a:pt x="1796" y="158"/>
                  </a:lnTo>
                  <a:lnTo>
                    <a:pt x="1800" y="155"/>
                  </a:lnTo>
                  <a:lnTo>
                    <a:pt x="1803" y="151"/>
                  </a:lnTo>
                  <a:lnTo>
                    <a:pt x="1807" y="148"/>
                  </a:lnTo>
                  <a:lnTo>
                    <a:pt x="1811" y="144"/>
                  </a:lnTo>
                  <a:lnTo>
                    <a:pt x="1814" y="144"/>
                  </a:lnTo>
                  <a:lnTo>
                    <a:pt x="1818" y="140"/>
                  </a:lnTo>
                  <a:lnTo>
                    <a:pt x="1821" y="137"/>
                  </a:lnTo>
                  <a:lnTo>
                    <a:pt x="1825" y="133"/>
                  </a:lnTo>
                  <a:lnTo>
                    <a:pt x="1829" y="130"/>
                  </a:lnTo>
                  <a:lnTo>
                    <a:pt x="1832" y="126"/>
                  </a:lnTo>
                  <a:lnTo>
                    <a:pt x="1836" y="122"/>
                  </a:lnTo>
                  <a:lnTo>
                    <a:pt x="1839" y="119"/>
                  </a:lnTo>
                  <a:lnTo>
                    <a:pt x="1843" y="115"/>
                  </a:lnTo>
                  <a:lnTo>
                    <a:pt x="1847" y="112"/>
                  </a:lnTo>
                  <a:lnTo>
                    <a:pt x="1850" y="112"/>
                  </a:lnTo>
                  <a:lnTo>
                    <a:pt x="1854" y="108"/>
                  </a:lnTo>
                  <a:lnTo>
                    <a:pt x="1857" y="108"/>
                  </a:lnTo>
                  <a:lnTo>
                    <a:pt x="1861" y="104"/>
                  </a:lnTo>
                  <a:lnTo>
                    <a:pt x="1865" y="104"/>
                  </a:lnTo>
                  <a:lnTo>
                    <a:pt x="1868" y="101"/>
                  </a:lnTo>
                  <a:lnTo>
                    <a:pt x="1872" y="101"/>
                  </a:lnTo>
                  <a:lnTo>
                    <a:pt x="1875" y="101"/>
                  </a:lnTo>
                  <a:lnTo>
                    <a:pt x="1879" y="101"/>
                  </a:lnTo>
                  <a:lnTo>
                    <a:pt x="1883" y="101"/>
                  </a:lnTo>
                  <a:lnTo>
                    <a:pt x="1886" y="101"/>
                  </a:lnTo>
                  <a:lnTo>
                    <a:pt x="1890" y="101"/>
                  </a:lnTo>
                  <a:lnTo>
                    <a:pt x="1893" y="101"/>
                  </a:lnTo>
                  <a:lnTo>
                    <a:pt x="1897" y="104"/>
                  </a:lnTo>
                  <a:lnTo>
                    <a:pt x="1901" y="104"/>
                  </a:lnTo>
                  <a:lnTo>
                    <a:pt x="1904" y="108"/>
                  </a:lnTo>
                  <a:lnTo>
                    <a:pt x="1908" y="108"/>
                  </a:lnTo>
                  <a:lnTo>
                    <a:pt x="1911" y="112"/>
                  </a:lnTo>
                  <a:lnTo>
                    <a:pt x="1915" y="112"/>
                  </a:lnTo>
                  <a:lnTo>
                    <a:pt x="1919" y="115"/>
                  </a:lnTo>
                  <a:lnTo>
                    <a:pt x="1922" y="119"/>
                  </a:lnTo>
                  <a:lnTo>
                    <a:pt x="1926" y="122"/>
                  </a:lnTo>
                  <a:lnTo>
                    <a:pt x="1929" y="126"/>
                  </a:lnTo>
                  <a:lnTo>
                    <a:pt x="1933" y="130"/>
                  </a:lnTo>
                  <a:lnTo>
                    <a:pt x="1937" y="130"/>
                  </a:lnTo>
                  <a:lnTo>
                    <a:pt x="1940" y="133"/>
                  </a:lnTo>
                  <a:lnTo>
                    <a:pt x="1944" y="137"/>
                  </a:lnTo>
                  <a:lnTo>
                    <a:pt x="1947" y="140"/>
                  </a:lnTo>
                  <a:lnTo>
                    <a:pt x="1951" y="144"/>
                  </a:lnTo>
                  <a:lnTo>
                    <a:pt x="1955" y="148"/>
                  </a:lnTo>
                  <a:lnTo>
                    <a:pt x="1958" y="151"/>
                  </a:lnTo>
                  <a:lnTo>
                    <a:pt x="1962" y="155"/>
                  </a:lnTo>
                  <a:lnTo>
                    <a:pt x="1965" y="158"/>
                  </a:lnTo>
                  <a:lnTo>
                    <a:pt x="1969" y="162"/>
                  </a:lnTo>
                  <a:lnTo>
                    <a:pt x="1973" y="166"/>
                  </a:lnTo>
                  <a:lnTo>
                    <a:pt x="1976" y="169"/>
                  </a:lnTo>
                  <a:lnTo>
                    <a:pt x="1980" y="173"/>
                  </a:lnTo>
                  <a:lnTo>
                    <a:pt x="1983" y="176"/>
                  </a:lnTo>
                  <a:lnTo>
                    <a:pt x="1987" y="180"/>
                  </a:lnTo>
                  <a:lnTo>
                    <a:pt x="1991" y="184"/>
                  </a:lnTo>
                  <a:lnTo>
                    <a:pt x="1994" y="184"/>
                  </a:lnTo>
                  <a:lnTo>
                    <a:pt x="1998" y="187"/>
                  </a:lnTo>
                  <a:lnTo>
                    <a:pt x="2001" y="187"/>
                  </a:lnTo>
                  <a:lnTo>
                    <a:pt x="2005" y="191"/>
                  </a:lnTo>
                  <a:lnTo>
                    <a:pt x="2009" y="191"/>
                  </a:lnTo>
                  <a:lnTo>
                    <a:pt x="2012" y="191"/>
                  </a:lnTo>
                  <a:lnTo>
                    <a:pt x="2016" y="191"/>
                  </a:lnTo>
                  <a:lnTo>
                    <a:pt x="2019" y="191"/>
                  </a:lnTo>
                  <a:lnTo>
                    <a:pt x="2023" y="194"/>
                  </a:lnTo>
                  <a:lnTo>
                    <a:pt x="2027" y="191"/>
                  </a:lnTo>
                  <a:lnTo>
                    <a:pt x="2030" y="191"/>
                  </a:lnTo>
                  <a:lnTo>
                    <a:pt x="2034" y="191"/>
                  </a:lnTo>
                  <a:lnTo>
                    <a:pt x="2037" y="191"/>
                  </a:lnTo>
                  <a:lnTo>
                    <a:pt x="2041" y="187"/>
                  </a:lnTo>
                  <a:lnTo>
                    <a:pt x="2045" y="187"/>
                  </a:lnTo>
                  <a:lnTo>
                    <a:pt x="2048" y="184"/>
                  </a:lnTo>
                  <a:lnTo>
                    <a:pt x="2052" y="180"/>
                  </a:lnTo>
                  <a:lnTo>
                    <a:pt x="2055" y="176"/>
                  </a:lnTo>
                  <a:lnTo>
                    <a:pt x="2059" y="176"/>
                  </a:lnTo>
                  <a:lnTo>
                    <a:pt x="2063" y="173"/>
                  </a:lnTo>
                  <a:lnTo>
                    <a:pt x="2066" y="169"/>
                  </a:lnTo>
                  <a:lnTo>
                    <a:pt x="2070" y="166"/>
                  </a:lnTo>
                  <a:lnTo>
                    <a:pt x="2073" y="162"/>
                  </a:lnTo>
                  <a:lnTo>
                    <a:pt x="2077" y="158"/>
                  </a:lnTo>
                  <a:lnTo>
                    <a:pt x="2081" y="155"/>
                  </a:lnTo>
                  <a:lnTo>
                    <a:pt x="2084" y="151"/>
                  </a:lnTo>
                  <a:lnTo>
                    <a:pt x="2088" y="148"/>
                  </a:lnTo>
                  <a:lnTo>
                    <a:pt x="2091" y="144"/>
                  </a:lnTo>
                  <a:lnTo>
                    <a:pt x="2095" y="140"/>
                  </a:lnTo>
                  <a:lnTo>
                    <a:pt x="2099" y="137"/>
                  </a:lnTo>
                  <a:lnTo>
                    <a:pt x="2102" y="133"/>
                  </a:lnTo>
                  <a:lnTo>
                    <a:pt x="2106" y="130"/>
                  </a:lnTo>
                  <a:lnTo>
                    <a:pt x="2109" y="126"/>
                  </a:lnTo>
                  <a:lnTo>
                    <a:pt x="2113" y="122"/>
                  </a:lnTo>
                  <a:lnTo>
                    <a:pt x="2117" y="119"/>
                  </a:lnTo>
                  <a:lnTo>
                    <a:pt x="2120" y="115"/>
                  </a:lnTo>
                  <a:lnTo>
                    <a:pt x="2124" y="112"/>
                  </a:lnTo>
                  <a:lnTo>
                    <a:pt x="2127" y="108"/>
                  </a:lnTo>
                  <a:lnTo>
                    <a:pt x="2131" y="104"/>
                  </a:lnTo>
                  <a:lnTo>
                    <a:pt x="2135" y="101"/>
                  </a:lnTo>
                  <a:lnTo>
                    <a:pt x="2138" y="101"/>
                  </a:lnTo>
                  <a:lnTo>
                    <a:pt x="2142" y="97"/>
                  </a:lnTo>
                  <a:lnTo>
                    <a:pt x="2145" y="97"/>
                  </a:lnTo>
                  <a:lnTo>
                    <a:pt x="2149" y="94"/>
                  </a:lnTo>
                  <a:lnTo>
                    <a:pt x="2153" y="94"/>
                  </a:lnTo>
                  <a:lnTo>
                    <a:pt x="2156" y="94"/>
                  </a:lnTo>
                  <a:lnTo>
                    <a:pt x="2160" y="94"/>
                  </a:lnTo>
                  <a:lnTo>
                    <a:pt x="2163" y="94"/>
                  </a:lnTo>
                  <a:lnTo>
                    <a:pt x="2167" y="94"/>
                  </a:lnTo>
                  <a:lnTo>
                    <a:pt x="2171" y="94"/>
                  </a:lnTo>
                  <a:lnTo>
                    <a:pt x="2174" y="97"/>
                  </a:lnTo>
                  <a:lnTo>
                    <a:pt x="2178" y="97"/>
                  </a:lnTo>
                  <a:lnTo>
                    <a:pt x="2181" y="101"/>
                  </a:lnTo>
                  <a:lnTo>
                    <a:pt x="2185" y="101"/>
                  </a:lnTo>
                  <a:lnTo>
                    <a:pt x="2189" y="104"/>
                  </a:lnTo>
                  <a:lnTo>
                    <a:pt x="2192" y="108"/>
                  </a:lnTo>
                  <a:lnTo>
                    <a:pt x="2196" y="108"/>
                  </a:lnTo>
                  <a:lnTo>
                    <a:pt x="2199" y="112"/>
                  </a:lnTo>
                  <a:lnTo>
                    <a:pt x="2203" y="115"/>
                  </a:lnTo>
                  <a:lnTo>
                    <a:pt x="2207" y="119"/>
                  </a:lnTo>
                  <a:lnTo>
                    <a:pt x="2210" y="122"/>
                  </a:lnTo>
                  <a:lnTo>
                    <a:pt x="2214" y="126"/>
                  </a:lnTo>
                  <a:lnTo>
                    <a:pt x="2217" y="130"/>
                  </a:lnTo>
                  <a:lnTo>
                    <a:pt x="2221" y="133"/>
                  </a:lnTo>
                  <a:lnTo>
                    <a:pt x="2225" y="137"/>
                  </a:lnTo>
                  <a:lnTo>
                    <a:pt x="2228" y="140"/>
                  </a:lnTo>
                  <a:lnTo>
                    <a:pt x="2232" y="144"/>
                  </a:lnTo>
                  <a:lnTo>
                    <a:pt x="2232" y="148"/>
                  </a:lnTo>
                  <a:lnTo>
                    <a:pt x="2235" y="151"/>
                  </a:lnTo>
                  <a:lnTo>
                    <a:pt x="2239" y="155"/>
                  </a:lnTo>
                  <a:lnTo>
                    <a:pt x="2243" y="158"/>
                  </a:lnTo>
                  <a:lnTo>
                    <a:pt x="2246" y="162"/>
                  </a:lnTo>
                  <a:lnTo>
                    <a:pt x="2250" y="166"/>
                  </a:lnTo>
                  <a:lnTo>
                    <a:pt x="2250" y="169"/>
                  </a:lnTo>
                  <a:lnTo>
                    <a:pt x="2253" y="173"/>
                  </a:lnTo>
                  <a:lnTo>
                    <a:pt x="2257" y="176"/>
                  </a:lnTo>
                  <a:lnTo>
                    <a:pt x="2261" y="180"/>
                  </a:lnTo>
                  <a:lnTo>
                    <a:pt x="2264" y="184"/>
                  </a:lnTo>
                  <a:lnTo>
                    <a:pt x="2268" y="187"/>
                  </a:lnTo>
                  <a:lnTo>
                    <a:pt x="2271" y="191"/>
                  </a:lnTo>
                  <a:lnTo>
                    <a:pt x="2275" y="191"/>
                  </a:lnTo>
                  <a:lnTo>
                    <a:pt x="2279" y="194"/>
                  </a:lnTo>
                  <a:lnTo>
                    <a:pt x="2282" y="198"/>
                  </a:lnTo>
                  <a:lnTo>
                    <a:pt x="2286" y="198"/>
                  </a:lnTo>
                  <a:lnTo>
                    <a:pt x="2289" y="198"/>
                  </a:lnTo>
                  <a:lnTo>
                    <a:pt x="2293" y="202"/>
                  </a:lnTo>
                  <a:lnTo>
                    <a:pt x="2297" y="202"/>
                  </a:lnTo>
                  <a:lnTo>
                    <a:pt x="2300" y="202"/>
                  </a:lnTo>
                  <a:lnTo>
                    <a:pt x="2304" y="202"/>
                  </a:lnTo>
                  <a:lnTo>
                    <a:pt x="2307" y="202"/>
                  </a:lnTo>
                  <a:lnTo>
                    <a:pt x="2311" y="198"/>
                  </a:lnTo>
                  <a:lnTo>
                    <a:pt x="2315" y="198"/>
                  </a:lnTo>
                  <a:lnTo>
                    <a:pt x="2318" y="194"/>
                  </a:lnTo>
                  <a:lnTo>
                    <a:pt x="2322" y="194"/>
                  </a:lnTo>
                  <a:lnTo>
                    <a:pt x="2325" y="191"/>
                  </a:lnTo>
                  <a:lnTo>
                    <a:pt x="2329" y="187"/>
                  </a:lnTo>
                  <a:lnTo>
                    <a:pt x="2333" y="187"/>
                  </a:lnTo>
                  <a:lnTo>
                    <a:pt x="2336" y="184"/>
                  </a:lnTo>
                  <a:lnTo>
                    <a:pt x="2340" y="180"/>
                  </a:lnTo>
                  <a:lnTo>
                    <a:pt x="2343" y="176"/>
                  </a:lnTo>
                  <a:lnTo>
                    <a:pt x="2347" y="173"/>
                  </a:lnTo>
                  <a:lnTo>
                    <a:pt x="2351" y="169"/>
                  </a:lnTo>
                  <a:lnTo>
                    <a:pt x="2354" y="166"/>
                  </a:lnTo>
                  <a:lnTo>
                    <a:pt x="2358" y="162"/>
                  </a:lnTo>
                  <a:lnTo>
                    <a:pt x="2361" y="158"/>
                  </a:lnTo>
                  <a:lnTo>
                    <a:pt x="2361" y="155"/>
                  </a:lnTo>
                  <a:lnTo>
                    <a:pt x="2365" y="151"/>
                  </a:lnTo>
                  <a:lnTo>
                    <a:pt x="2369" y="148"/>
                  </a:lnTo>
                  <a:lnTo>
                    <a:pt x="2372" y="144"/>
                  </a:lnTo>
                  <a:lnTo>
                    <a:pt x="2372" y="140"/>
                  </a:lnTo>
                  <a:lnTo>
                    <a:pt x="2376" y="137"/>
                  </a:lnTo>
                  <a:lnTo>
                    <a:pt x="2379" y="133"/>
                  </a:lnTo>
                  <a:lnTo>
                    <a:pt x="2383" y="130"/>
                  </a:lnTo>
                  <a:lnTo>
                    <a:pt x="2383" y="126"/>
                  </a:lnTo>
                  <a:lnTo>
                    <a:pt x="2387" y="122"/>
                  </a:lnTo>
                  <a:lnTo>
                    <a:pt x="2390" y="119"/>
                  </a:lnTo>
                  <a:lnTo>
                    <a:pt x="2394" y="115"/>
                  </a:lnTo>
                  <a:lnTo>
                    <a:pt x="2397" y="112"/>
                  </a:lnTo>
                  <a:lnTo>
                    <a:pt x="2401" y="108"/>
                  </a:lnTo>
                  <a:lnTo>
                    <a:pt x="2405" y="104"/>
                  </a:lnTo>
                  <a:lnTo>
                    <a:pt x="2408" y="101"/>
                  </a:lnTo>
                  <a:lnTo>
                    <a:pt x="2412" y="97"/>
                  </a:lnTo>
                  <a:lnTo>
                    <a:pt x="2415" y="94"/>
                  </a:lnTo>
                  <a:lnTo>
                    <a:pt x="2419" y="90"/>
                  </a:lnTo>
                  <a:lnTo>
                    <a:pt x="2423" y="86"/>
                  </a:lnTo>
                  <a:lnTo>
                    <a:pt x="2426" y="86"/>
                  </a:lnTo>
                  <a:lnTo>
                    <a:pt x="2430" y="86"/>
                  </a:lnTo>
                  <a:lnTo>
                    <a:pt x="2433" y="83"/>
                  </a:lnTo>
                  <a:lnTo>
                    <a:pt x="2437" y="83"/>
                  </a:lnTo>
                  <a:lnTo>
                    <a:pt x="2441" y="83"/>
                  </a:lnTo>
                  <a:lnTo>
                    <a:pt x="2444" y="83"/>
                  </a:lnTo>
                  <a:lnTo>
                    <a:pt x="2448" y="86"/>
                  </a:lnTo>
                  <a:lnTo>
                    <a:pt x="2451" y="86"/>
                  </a:lnTo>
                  <a:lnTo>
                    <a:pt x="2455" y="86"/>
                  </a:lnTo>
                  <a:lnTo>
                    <a:pt x="2459" y="90"/>
                  </a:lnTo>
                  <a:lnTo>
                    <a:pt x="2462" y="90"/>
                  </a:lnTo>
                  <a:lnTo>
                    <a:pt x="2466" y="94"/>
                  </a:lnTo>
                  <a:lnTo>
                    <a:pt x="2469" y="97"/>
                  </a:lnTo>
                  <a:lnTo>
                    <a:pt x="2473" y="101"/>
                  </a:lnTo>
                  <a:lnTo>
                    <a:pt x="2477" y="104"/>
                  </a:lnTo>
                  <a:lnTo>
                    <a:pt x="2480" y="108"/>
                  </a:lnTo>
                  <a:lnTo>
                    <a:pt x="2484" y="112"/>
                  </a:lnTo>
                  <a:lnTo>
                    <a:pt x="2487" y="115"/>
                  </a:lnTo>
                  <a:lnTo>
                    <a:pt x="2491" y="119"/>
                  </a:lnTo>
                  <a:lnTo>
                    <a:pt x="2495" y="122"/>
                  </a:lnTo>
                  <a:lnTo>
                    <a:pt x="2495" y="126"/>
                  </a:lnTo>
                  <a:lnTo>
                    <a:pt x="2498" y="130"/>
                  </a:lnTo>
                  <a:lnTo>
                    <a:pt x="2502" y="133"/>
                  </a:lnTo>
                  <a:lnTo>
                    <a:pt x="2502" y="137"/>
                  </a:lnTo>
                  <a:lnTo>
                    <a:pt x="2505" y="140"/>
                  </a:lnTo>
                  <a:lnTo>
                    <a:pt x="2509" y="144"/>
                  </a:lnTo>
                  <a:lnTo>
                    <a:pt x="2513" y="148"/>
                  </a:lnTo>
                  <a:lnTo>
                    <a:pt x="2513" y="151"/>
                  </a:lnTo>
                  <a:lnTo>
                    <a:pt x="2516" y="155"/>
                  </a:lnTo>
                  <a:lnTo>
                    <a:pt x="2520" y="158"/>
                  </a:lnTo>
                  <a:lnTo>
                    <a:pt x="2520" y="162"/>
                  </a:lnTo>
                  <a:lnTo>
                    <a:pt x="2523" y="166"/>
                  </a:lnTo>
                  <a:lnTo>
                    <a:pt x="2527" y="169"/>
                  </a:lnTo>
                  <a:lnTo>
                    <a:pt x="2531" y="173"/>
                  </a:lnTo>
                  <a:lnTo>
                    <a:pt x="2531" y="176"/>
                  </a:lnTo>
                  <a:lnTo>
                    <a:pt x="2534" y="180"/>
                  </a:lnTo>
                  <a:lnTo>
                    <a:pt x="2538" y="184"/>
                  </a:lnTo>
                  <a:lnTo>
                    <a:pt x="2541" y="187"/>
                  </a:lnTo>
                  <a:lnTo>
                    <a:pt x="2545" y="191"/>
                  </a:lnTo>
                  <a:lnTo>
                    <a:pt x="2549" y="194"/>
                  </a:lnTo>
                  <a:lnTo>
                    <a:pt x="2552" y="198"/>
                  </a:lnTo>
                  <a:lnTo>
                    <a:pt x="2556" y="202"/>
                  </a:lnTo>
                  <a:lnTo>
                    <a:pt x="2559" y="205"/>
                  </a:lnTo>
                  <a:lnTo>
                    <a:pt x="2563" y="209"/>
                  </a:lnTo>
                  <a:lnTo>
                    <a:pt x="2567" y="209"/>
                  </a:lnTo>
                  <a:lnTo>
                    <a:pt x="2570" y="212"/>
                  </a:lnTo>
                  <a:lnTo>
                    <a:pt x="2574" y="212"/>
                  </a:lnTo>
                  <a:lnTo>
                    <a:pt x="2577" y="212"/>
                  </a:lnTo>
                  <a:lnTo>
                    <a:pt x="2581" y="212"/>
                  </a:lnTo>
                  <a:lnTo>
                    <a:pt x="2585" y="212"/>
                  </a:lnTo>
                  <a:lnTo>
                    <a:pt x="2588" y="212"/>
                  </a:lnTo>
                  <a:lnTo>
                    <a:pt x="2592" y="209"/>
                  </a:lnTo>
                  <a:lnTo>
                    <a:pt x="2595" y="209"/>
                  </a:lnTo>
                  <a:lnTo>
                    <a:pt x="2599" y="205"/>
                  </a:lnTo>
                  <a:lnTo>
                    <a:pt x="2603" y="202"/>
                  </a:lnTo>
                  <a:lnTo>
                    <a:pt x="2606" y="198"/>
                  </a:lnTo>
                  <a:lnTo>
                    <a:pt x="2610" y="198"/>
                  </a:lnTo>
                  <a:lnTo>
                    <a:pt x="2613" y="194"/>
                  </a:lnTo>
                  <a:lnTo>
                    <a:pt x="2617" y="191"/>
                  </a:lnTo>
                  <a:lnTo>
                    <a:pt x="2621" y="187"/>
                  </a:lnTo>
                  <a:lnTo>
                    <a:pt x="2624" y="184"/>
                  </a:lnTo>
                  <a:lnTo>
                    <a:pt x="2624" y="180"/>
                  </a:lnTo>
                  <a:lnTo>
                    <a:pt x="2628" y="176"/>
                  </a:lnTo>
                  <a:lnTo>
                    <a:pt x="2631" y="173"/>
                  </a:lnTo>
                  <a:lnTo>
                    <a:pt x="2631" y="169"/>
                  </a:lnTo>
                  <a:lnTo>
                    <a:pt x="2635" y="166"/>
                  </a:lnTo>
                  <a:lnTo>
                    <a:pt x="2639" y="162"/>
                  </a:lnTo>
                  <a:lnTo>
                    <a:pt x="2639" y="158"/>
                  </a:lnTo>
                  <a:lnTo>
                    <a:pt x="2642" y="155"/>
                  </a:lnTo>
                  <a:lnTo>
                    <a:pt x="2642" y="151"/>
                  </a:lnTo>
                  <a:lnTo>
                    <a:pt x="2646" y="148"/>
                  </a:lnTo>
                  <a:lnTo>
                    <a:pt x="2649" y="144"/>
                  </a:lnTo>
                  <a:lnTo>
                    <a:pt x="2649" y="140"/>
                  </a:lnTo>
                  <a:lnTo>
                    <a:pt x="2653" y="137"/>
                  </a:lnTo>
                  <a:lnTo>
                    <a:pt x="2657" y="133"/>
                  </a:lnTo>
                  <a:lnTo>
                    <a:pt x="2657" y="130"/>
                  </a:lnTo>
                  <a:lnTo>
                    <a:pt x="2660" y="126"/>
                  </a:lnTo>
                  <a:lnTo>
                    <a:pt x="2664" y="122"/>
                  </a:lnTo>
                  <a:lnTo>
                    <a:pt x="2664" y="119"/>
                  </a:lnTo>
                  <a:lnTo>
                    <a:pt x="2667" y="115"/>
                  </a:lnTo>
                  <a:lnTo>
                    <a:pt x="2671" y="112"/>
                  </a:lnTo>
                  <a:lnTo>
                    <a:pt x="2671" y="108"/>
                  </a:lnTo>
                  <a:lnTo>
                    <a:pt x="2675" y="104"/>
                  </a:lnTo>
                  <a:lnTo>
                    <a:pt x="2678" y="101"/>
                  </a:lnTo>
                  <a:lnTo>
                    <a:pt x="2682" y="97"/>
                  </a:lnTo>
                  <a:lnTo>
                    <a:pt x="2682" y="94"/>
                  </a:lnTo>
                  <a:lnTo>
                    <a:pt x="2685" y="90"/>
                  </a:lnTo>
                  <a:lnTo>
                    <a:pt x="2689" y="86"/>
                  </a:lnTo>
                  <a:lnTo>
                    <a:pt x="2693" y="83"/>
                  </a:lnTo>
                  <a:lnTo>
                    <a:pt x="2696" y="79"/>
                  </a:lnTo>
                  <a:lnTo>
                    <a:pt x="2700" y="76"/>
                  </a:lnTo>
                  <a:lnTo>
                    <a:pt x="2703" y="72"/>
                  </a:lnTo>
                  <a:lnTo>
                    <a:pt x="2707" y="72"/>
                  </a:lnTo>
                  <a:lnTo>
                    <a:pt x="2711" y="68"/>
                  </a:lnTo>
                  <a:lnTo>
                    <a:pt x="2714" y="68"/>
                  </a:lnTo>
                  <a:lnTo>
                    <a:pt x="2718" y="68"/>
                  </a:lnTo>
                  <a:lnTo>
                    <a:pt x="2721" y="68"/>
                  </a:lnTo>
                  <a:lnTo>
                    <a:pt x="2725" y="68"/>
                  </a:lnTo>
                  <a:lnTo>
                    <a:pt x="2729" y="72"/>
                  </a:lnTo>
                  <a:lnTo>
                    <a:pt x="2732" y="72"/>
                  </a:lnTo>
                  <a:lnTo>
                    <a:pt x="2736" y="76"/>
                  </a:lnTo>
                  <a:lnTo>
                    <a:pt x="2739" y="76"/>
                  </a:lnTo>
                  <a:lnTo>
                    <a:pt x="2743" y="79"/>
                  </a:lnTo>
                  <a:lnTo>
                    <a:pt x="2747" y="83"/>
                  </a:lnTo>
                  <a:lnTo>
                    <a:pt x="2750" y="86"/>
                  </a:lnTo>
                  <a:lnTo>
                    <a:pt x="2754" y="90"/>
                  </a:lnTo>
                  <a:lnTo>
                    <a:pt x="2757" y="94"/>
                  </a:lnTo>
                  <a:lnTo>
                    <a:pt x="2761" y="97"/>
                  </a:lnTo>
                  <a:lnTo>
                    <a:pt x="2761" y="101"/>
                  </a:lnTo>
                  <a:lnTo>
                    <a:pt x="2765" y="104"/>
                  </a:lnTo>
                  <a:lnTo>
                    <a:pt x="2768" y="108"/>
                  </a:lnTo>
                  <a:lnTo>
                    <a:pt x="2768" y="112"/>
                  </a:lnTo>
                  <a:lnTo>
                    <a:pt x="2772" y="115"/>
                  </a:lnTo>
                  <a:lnTo>
                    <a:pt x="2775" y="119"/>
                  </a:lnTo>
                  <a:lnTo>
                    <a:pt x="2775" y="122"/>
                  </a:lnTo>
                  <a:lnTo>
                    <a:pt x="2779" y="126"/>
                  </a:lnTo>
                  <a:lnTo>
                    <a:pt x="2779" y="130"/>
                  </a:lnTo>
                  <a:lnTo>
                    <a:pt x="2783" y="133"/>
                  </a:lnTo>
                  <a:lnTo>
                    <a:pt x="2783" y="137"/>
                  </a:lnTo>
                  <a:lnTo>
                    <a:pt x="2786" y="140"/>
                  </a:lnTo>
                  <a:lnTo>
                    <a:pt x="2786" y="144"/>
                  </a:lnTo>
                  <a:lnTo>
                    <a:pt x="2790" y="148"/>
                  </a:lnTo>
                  <a:lnTo>
                    <a:pt x="2793" y="151"/>
                  </a:lnTo>
                  <a:lnTo>
                    <a:pt x="2793" y="155"/>
                  </a:lnTo>
                  <a:lnTo>
                    <a:pt x="2797" y="158"/>
                  </a:lnTo>
                  <a:lnTo>
                    <a:pt x="2797" y="162"/>
                  </a:lnTo>
                  <a:lnTo>
                    <a:pt x="2797" y="166"/>
                  </a:lnTo>
                  <a:lnTo>
                    <a:pt x="2801" y="169"/>
                  </a:lnTo>
                  <a:lnTo>
                    <a:pt x="2804" y="173"/>
                  </a:lnTo>
                  <a:lnTo>
                    <a:pt x="2804" y="176"/>
                  </a:lnTo>
                  <a:lnTo>
                    <a:pt x="2808" y="180"/>
                  </a:lnTo>
                  <a:lnTo>
                    <a:pt x="2811" y="184"/>
                  </a:lnTo>
                  <a:lnTo>
                    <a:pt x="2811" y="187"/>
                  </a:lnTo>
                  <a:lnTo>
                    <a:pt x="2815" y="191"/>
                  </a:lnTo>
                  <a:lnTo>
                    <a:pt x="2819" y="194"/>
                  </a:lnTo>
                  <a:lnTo>
                    <a:pt x="2819" y="198"/>
                  </a:lnTo>
                  <a:lnTo>
                    <a:pt x="2822" y="202"/>
                  </a:lnTo>
                  <a:lnTo>
                    <a:pt x="2822" y="205"/>
                  </a:lnTo>
                  <a:lnTo>
                    <a:pt x="2826" y="209"/>
                  </a:lnTo>
                  <a:lnTo>
                    <a:pt x="2829" y="212"/>
                  </a:lnTo>
                  <a:lnTo>
                    <a:pt x="2833" y="216"/>
                  </a:lnTo>
                  <a:lnTo>
                    <a:pt x="2837" y="220"/>
                  </a:lnTo>
                  <a:lnTo>
                    <a:pt x="2840" y="223"/>
                  </a:lnTo>
                  <a:lnTo>
                    <a:pt x="2844" y="227"/>
                  </a:lnTo>
                  <a:lnTo>
                    <a:pt x="2847" y="227"/>
                  </a:lnTo>
                  <a:lnTo>
                    <a:pt x="2851" y="230"/>
                  </a:lnTo>
                  <a:lnTo>
                    <a:pt x="2855" y="230"/>
                  </a:lnTo>
                  <a:lnTo>
                    <a:pt x="2858" y="230"/>
                  </a:lnTo>
                  <a:lnTo>
                    <a:pt x="2862" y="230"/>
                  </a:lnTo>
                  <a:lnTo>
                    <a:pt x="2865" y="230"/>
                  </a:lnTo>
                  <a:lnTo>
                    <a:pt x="2869" y="227"/>
                  </a:lnTo>
                  <a:lnTo>
                    <a:pt x="2873" y="227"/>
                  </a:lnTo>
                  <a:lnTo>
                    <a:pt x="2876" y="223"/>
                  </a:lnTo>
                  <a:lnTo>
                    <a:pt x="2880" y="220"/>
                  </a:lnTo>
                  <a:lnTo>
                    <a:pt x="2883" y="216"/>
                  </a:lnTo>
                  <a:lnTo>
                    <a:pt x="2887" y="212"/>
                  </a:lnTo>
                  <a:lnTo>
                    <a:pt x="2891" y="209"/>
                  </a:lnTo>
                  <a:lnTo>
                    <a:pt x="2894" y="205"/>
                  </a:lnTo>
                  <a:lnTo>
                    <a:pt x="2898" y="202"/>
                  </a:lnTo>
                  <a:lnTo>
                    <a:pt x="2898" y="198"/>
                  </a:lnTo>
                  <a:lnTo>
                    <a:pt x="2901" y="194"/>
                  </a:lnTo>
                  <a:lnTo>
                    <a:pt x="2905" y="191"/>
                  </a:lnTo>
                  <a:lnTo>
                    <a:pt x="2905" y="187"/>
                  </a:lnTo>
                  <a:lnTo>
                    <a:pt x="2909" y="184"/>
                  </a:lnTo>
                  <a:lnTo>
                    <a:pt x="2909" y="180"/>
                  </a:lnTo>
                  <a:lnTo>
                    <a:pt x="2912" y="176"/>
                  </a:lnTo>
                  <a:lnTo>
                    <a:pt x="2912" y="173"/>
                  </a:lnTo>
                  <a:lnTo>
                    <a:pt x="2916" y="169"/>
                  </a:lnTo>
                  <a:lnTo>
                    <a:pt x="2916" y="166"/>
                  </a:lnTo>
                  <a:lnTo>
                    <a:pt x="2919" y="162"/>
                  </a:lnTo>
                  <a:lnTo>
                    <a:pt x="2919" y="158"/>
                  </a:lnTo>
                  <a:lnTo>
                    <a:pt x="2923" y="155"/>
                  </a:lnTo>
                  <a:lnTo>
                    <a:pt x="2923" y="151"/>
                  </a:lnTo>
                  <a:lnTo>
                    <a:pt x="2927" y="148"/>
                  </a:lnTo>
                  <a:lnTo>
                    <a:pt x="2927" y="144"/>
                  </a:lnTo>
                  <a:lnTo>
                    <a:pt x="2930" y="140"/>
                  </a:lnTo>
                  <a:lnTo>
                    <a:pt x="2930" y="137"/>
                  </a:lnTo>
                  <a:lnTo>
                    <a:pt x="2934" y="133"/>
                  </a:lnTo>
                  <a:lnTo>
                    <a:pt x="2934" y="130"/>
                  </a:lnTo>
                  <a:lnTo>
                    <a:pt x="2937" y="126"/>
                  </a:lnTo>
                  <a:lnTo>
                    <a:pt x="2937" y="122"/>
                  </a:lnTo>
                  <a:lnTo>
                    <a:pt x="2941" y="119"/>
                  </a:lnTo>
                  <a:lnTo>
                    <a:pt x="2941" y="115"/>
                  </a:lnTo>
                  <a:lnTo>
                    <a:pt x="2945" y="112"/>
                  </a:lnTo>
                  <a:lnTo>
                    <a:pt x="2945" y="108"/>
                  </a:lnTo>
                  <a:lnTo>
                    <a:pt x="2948" y="104"/>
                  </a:lnTo>
                  <a:lnTo>
                    <a:pt x="2948" y="101"/>
                  </a:lnTo>
                  <a:lnTo>
                    <a:pt x="2952" y="97"/>
                  </a:lnTo>
                  <a:lnTo>
                    <a:pt x="2952" y="94"/>
                  </a:lnTo>
                  <a:lnTo>
                    <a:pt x="2955" y="90"/>
                  </a:lnTo>
                  <a:lnTo>
                    <a:pt x="2955" y="86"/>
                  </a:lnTo>
                  <a:lnTo>
                    <a:pt x="2959" y="83"/>
                  </a:lnTo>
                  <a:lnTo>
                    <a:pt x="2963" y="79"/>
                  </a:lnTo>
                  <a:lnTo>
                    <a:pt x="2963" y="76"/>
                  </a:lnTo>
                  <a:lnTo>
                    <a:pt x="2966" y="72"/>
                  </a:lnTo>
                  <a:lnTo>
                    <a:pt x="2970" y="68"/>
                  </a:lnTo>
                  <a:lnTo>
                    <a:pt x="2970" y="65"/>
                  </a:lnTo>
                  <a:lnTo>
                    <a:pt x="2973" y="61"/>
                  </a:lnTo>
                  <a:lnTo>
                    <a:pt x="2977" y="58"/>
                  </a:lnTo>
                  <a:lnTo>
                    <a:pt x="2981" y="54"/>
                  </a:lnTo>
                  <a:lnTo>
                    <a:pt x="2984" y="50"/>
                  </a:lnTo>
                  <a:lnTo>
                    <a:pt x="2988" y="47"/>
                  </a:lnTo>
                  <a:lnTo>
                    <a:pt x="2991" y="47"/>
                  </a:lnTo>
                  <a:lnTo>
                    <a:pt x="2995" y="47"/>
                  </a:lnTo>
                  <a:lnTo>
                    <a:pt x="2999" y="47"/>
                  </a:lnTo>
                  <a:lnTo>
                    <a:pt x="3002" y="47"/>
                  </a:lnTo>
                  <a:lnTo>
                    <a:pt x="3006" y="47"/>
                  </a:lnTo>
                  <a:lnTo>
                    <a:pt x="3009" y="50"/>
                  </a:lnTo>
                  <a:lnTo>
                    <a:pt x="3013" y="50"/>
                  </a:lnTo>
                  <a:lnTo>
                    <a:pt x="3017" y="54"/>
                  </a:lnTo>
                  <a:lnTo>
                    <a:pt x="3020" y="58"/>
                  </a:lnTo>
                  <a:lnTo>
                    <a:pt x="3024" y="61"/>
                  </a:lnTo>
                  <a:lnTo>
                    <a:pt x="3027" y="65"/>
                  </a:lnTo>
                  <a:lnTo>
                    <a:pt x="3031" y="68"/>
                  </a:lnTo>
                  <a:lnTo>
                    <a:pt x="3031" y="72"/>
                  </a:lnTo>
                  <a:lnTo>
                    <a:pt x="3035" y="76"/>
                  </a:lnTo>
                  <a:lnTo>
                    <a:pt x="3035" y="79"/>
                  </a:lnTo>
                  <a:lnTo>
                    <a:pt x="3038" y="83"/>
                  </a:lnTo>
                  <a:lnTo>
                    <a:pt x="3038" y="86"/>
                  </a:lnTo>
                  <a:lnTo>
                    <a:pt x="3042" y="90"/>
                  </a:lnTo>
                  <a:lnTo>
                    <a:pt x="3045" y="94"/>
                  </a:lnTo>
                  <a:lnTo>
                    <a:pt x="3045" y="97"/>
                  </a:lnTo>
                  <a:lnTo>
                    <a:pt x="3045" y="101"/>
                  </a:lnTo>
                  <a:lnTo>
                    <a:pt x="3049" y="104"/>
                  </a:lnTo>
                  <a:lnTo>
                    <a:pt x="3053" y="108"/>
                  </a:lnTo>
                  <a:lnTo>
                    <a:pt x="3053" y="112"/>
                  </a:lnTo>
                  <a:lnTo>
                    <a:pt x="3053" y="115"/>
                  </a:lnTo>
                  <a:lnTo>
                    <a:pt x="3056" y="119"/>
                  </a:lnTo>
                  <a:lnTo>
                    <a:pt x="3056" y="122"/>
                  </a:lnTo>
                  <a:lnTo>
                    <a:pt x="3056" y="126"/>
                  </a:lnTo>
                  <a:lnTo>
                    <a:pt x="3060" y="130"/>
                  </a:lnTo>
                  <a:lnTo>
                    <a:pt x="3063" y="133"/>
                  </a:lnTo>
                  <a:lnTo>
                    <a:pt x="3063" y="137"/>
                  </a:lnTo>
                  <a:lnTo>
                    <a:pt x="3063" y="140"/>
                  </a:lnTo>
                  <a:lnTo>
                    <a:pt x="3067" y="144"/>
                  </a:lnTo>
                  <a:lnTo>
                    <a:pt x="3067" y="148"/>
                  </a:lnTo>
                  <a:lnTo>
                    <a:pt x="3071" y="151"/>
                  </a:lnTo>
                  <a:lnTo>
                    <a:pt x="3071" y="155"/>
                  </a:lnTo>
                  <a:lnTo>
                    <a:pt x="3071" y="158"/>
                  </a:lnTo>
                  <a:lnTo>
                    <a:pt x="3074" y="162"/>
                  </a:lnTo>
                  <a:lnTo>
                    <a:pt x="3074" y="166"/>
                  </a:lnTo>
                  <a:lnTo>
                    <a:pt x="3078" y="169"/>
                  </a:lnTo>
                  <a:lnTo>
                    <a:pt x="3078" y="173"/>
                  </a:lnTo>
                  <a:lnTo>
                    <a:pt x="3078" y="176"/>
                  </a:lnTo>
                  <a:lnTo>
                    <a:pt x="3081" y="180"/>
                  </a:lnTo>
                  <a:lnTo>
                    <a:pt x="3081" y="184"/>
                  </a:lnTo>
                  <a:lnTo>
                    <a:pt x="3085" y="187"/>
                  </a:lnTo>
                  <a:lnTo>
                    <a:pt x="3085" y="191"/>
                  </a:lnTo>
                  <a:lnTo>
                    <a:pt x="3089" y="194"/>
                  </a:lnTo>
                  <a:lnTo>
                    <a:pt x="3089" y="198"/>
                  </a:lnTo>
                  <a:lnTo>
                    <a:pt x="3089" y="202"/>
                  </a:lnTo>
                  <a:lnTo>
                    <a:pt x="3092" y="205"/>
                  </a:lnTo>
                  <a:lnTo>
                    <a:pt x="3096" y="209"/>
                  </a:lnTo>
                  <a:lnTo>
                    <a:pt x="3096" y="212"/>
                  </a:lnTo>
                  <a:lnTo>
                    <a:pt x="3096" y="216"/>
                  </a:lnTo>
                  <a:lnTo>
                    <a:pt x="3099" y="220"/>
                  </a:lnTo>
                  <a:lnTo>
                    <a:pt x="3099" y="223"/>
                  </a:lnTo>
                  <a:lnTo>
                    <a:pt x="3103" y="227"/>
                  </a:lnTo>
                  <a:lnTo>
                    <a:pt x="3107" y="230"/>
                  </a:lnTo>
                  <a:lnTo>
                    <a:pt x="3107" y="234"/>
                  </a:lnTo>
                  <a:lnTo>
                    <a:pt x="3110" y="238"/>
                  </a:lnTo>
                  <a:lnTo>
                    <a:pt x="3114" y="241"/>
                  </a:lnTo>
                  <a:lnTo>
                    <a:pt x="3114" y="245"/>
                  </a:lnTo>
                  <a:lnTo>
                    <a:pt x="3117" y="248"/>
                  </a:lnTo>
                  <a:lnTo>
                    <a:pt x="3121" y="252"/>
                  </a:lnTo>
                  <a:lnTo>
                    <a:pt x="3125" y="256"/>
                  </a:lnTo>
                  <a:lnTo>
                    <a:pt x="3128" y="259"/>
                  </a:lnTo>
                  <a:lnTo>
                    <a:pt x="3132" y="263"/>
                  </a:lnTo>
                  <a:lnTo>
                    <a:pt x="3135" y="263"/>
                  </a:lnTo>
                  <a:lnTo>
                    <a:pt x="3139" y="263"/>
                  </a:lnTo>
                  <a:lnTo>
                    <a:pt x="3143" y="263"/>
                  </a:lnTo>
                  <a:lnTo>
                    <a:pt x="3146" y="259"/>
                  </a:lnTo>
                  <a:lnTo>
                    <a:pt x="3150" y="256"/>
                  </a:lnTo>
                  <a:lnTo>
                    <a:pt x="3153" y="256"/>
                  </a:lnTo>
                  <a:lnTo>
                    <a:pt x="3157" y="252"/>
                  </a:lnTo>
                  <a:lnTo>
                    <a:pt x="3161" y="248"/>
                  </a:lnTo>
                  <a:lnTo>
                    <a:pt x="3164" y="245"/>
                  </a:lnTo>
                  <a:lnTo>
                    <a:pt x="3164" y="241"/>
                  </a:lnTo>
                  <a:lnTo>
                    <a:pt x="3168" y="238"/>
                  </a:lnTo>
                  <a:lnTo>
                    <a:pt x="3168" y="234"/>
                  </a:lnTo>
                  <a:lnTo>
                    <a:pt x="3171" y="230"/>
                  </a:lnTo>
                  <a:lnTo>
                    <a:pt x="3175" y="227"/>
                  </a:lnTo>
                  <a:lnTo>
                    <a:pt x="3175" y="223"/>
                  </a:lnTo>
                  <a:lnTo>
                    <a:pt x="3175" y="220"/>
                  </a:lnTo>
                  <a:lnTo>
                    <a:pt x="3179" y="216"/>
                  </a:lnTo>
                  <a:lnTo>
                    <a:pt x="3182" y="212"/>
                  </a:lnTo>
                  <a:lnTo>
                    <a:pt x="3182" y="209"/>
                  </a:lnTo>
                  <a:lnTo>
                    <a:pt x="3182" y="205"/>
                  </a:lnTo>
                  <a:lnTo>
                    <a:pt x="3186" y="202"/>
                  </a:lnTo>
                  <a:lnTo>
                    <a:pt x="3186" y="198"/>
                  </a:lnTo>
                  <a:lnTo>
                    <a:pt x="3186" y="194"/>
                  </a:lnTo>
                  <a:lnTo>
                    <a:pt x="3189" y="191"/>
                  </a:lnTo>
                  <a:lnTo>
                    <a:pt x="3189" y="187"/>
                  </a:lnTo>
                  <a:lnTo>
                    <a:pt x="3193" y="184"/>
                  </a:lnTo>
                  <a:lnTo>
                    <a:pt x="3193" y="180"/>
                  </a:lnTo>
                  <a:lnTo>
                    <a:pt x="3193" y="176"/>
                  </a:lnTo>
                  <a:lnTo>
                    <a:pt x="3197" y="173"/>
                  </a:lnTo>
                  <a:lnTo>
                    <a:pt x="3197" y="169"/>
                  </a:lnTo>
                  <a:lnTo>
                    <a:pt x="3200" y="166"/>
                  </a:lnTo>
                  <a:lnTo>
                    <a:pt x="3200" y="162"/>
                  </a:lnTo>
                  <a:lnTo>
                    <a:pt x="3200" y="158"/>
                  </a:lnTo>
                  <a:lnTo>
                    <a:pt x="3204" y="151"/>
                  </a:lnTo>
                  <a:lnTo>
                    <a:pt x="3204" y="148"/>
                  </a:lnTo>
                  <a:lnTo>
                    <a:pt x="3207" y="144"/>
                  </a:lnTo>
                  <a:lnTo>
                    <a:pt x="3207" y="140"/>
                  </a:lnTo>
                  <a:lnTo>
                    <a:pt x="3207" y="137"/>
                  </a:lnTo>
                  <a:lnTo>
                    <a:pt x="3211" y="133"/>
                  </a:lnTo>
                  <a:lnTo>
                    <a:pt x="3211" y="130"/>
                  </a:lnTo>
                  <a:lnTo>
                    <a:pt x="3211" y="126"/>
                  </a:lnTo>
                  <a:lnTo>
                    <a:pt x="3215" y="119"/>
                  </a:lnTo>
                  <a:lnTo>
                    <a:pt x="3215" y="115"/>
                  </a:lnTo>
                  <a:lnTo>
                    <a:pt x="3218" y="112"/>
                  </a:lnTo>
                  <a:lnTo>
                    <a:pt x="3218" y="108"/>
                  </a:lnTo>
                  <a:lnTo>
                    <a:pt x="3218" y="104"/>
                  </a:lnTo>
                  <a:lnTo>
                    <a:pt x="3222" y="101"/>
                  </a:lnTo>
                  <a:lnTo>
                    <a:pt x="3222" y="97"/>
                  </a:lnTo>
                  <a:lnTo>
                    <a:pt x="3225" y="94"/>
                  </a:lnTo>
                  <a:lnTo>
                    <a:pt x="3225" y="90"/>
                  </a:lnTo>
                  <a:lnTo>
                    <a:pt x="3225" y="86"/>
                  </a:lnTo>
                  <a:lnTo>
                    <a:pt x="3229" y="79"/>
                  </a:lnTo>
                  <a:lnTo>
                    <a:pt x="3229" y="76"/>
                  </a:lnTo>
                  <a:lnTo>
                    <a:pt x="3233" y="72"/>
                  </a:lnTo>
                  <a:lnTo>
                    <a:pt x="3233" y="68"/>
                  </a:lnTo>
                  <a:lnTo>
                    <a:pt x="3233" y="65"/>
                  </a:lnTo>
                  <a:lnTo>
                    <a:pt x="3236" y="61"/>
                  </a:lnTo>
                  <a:lnTo>
                    <a:pt x="3236" y="58"/>
                  </a:lnTo>
                  <a:lnTo>
                    <a:pt x="3240" y="54"/>
                  </a:lnTo>
                  <a:lnTo>
                    <a:pt x="3240" y="50"/>
                  </a:lnTo>
                  <a:lnTo>
                    <a:pt x="3243" y="47"/>
                  </a:lnTo>
                  <a:lnTo>
                    <a:pt x="3243" y="43"/>
                  </a:lnTo>
                  <a:lnTo>
                    <a:pt x="3243" y="40"/>
                  </a:lnTo>
                  <a:lnTo>
                    <a:pt x="3247" y="36"/>
                  </a:lnTo>
                  <a:lnTo>
                    <a:pt x="3251" y="32"/>
                  </a:lnTo>
                  <a:lnTo>
                    <a:pt x="3251" y="29"/>
                  </a:lnTo>
                  <a:lnTo>
                    <a:pt x="3254" y="25"/>
                  </a:lnTo>
                  <a:lnTo>
                    <a:pt x="3254" y="22"/>
                  </a:lnTo>
                  <a:lnTo>
                    <a:pt x="3258" y="18"/>
                  </a:lnTo>
                  <a:lnTo>
                    <a:pt x="3261" y="14"/>
                  </a:lnTo>
                  <a:lnTo>
                    <a:pt x="3261" y="11"/>
                  </a:lnTo>
                  <a:lnTo>
                    <a:pt x="3265" y="7"/>
                  </a:lnTo>
                  <a:lnTo>
                    <a:pt x="3269" y="4"/>
                  </a:lnTo>
                  <a:lnTo>
                    <a:pt x="3272" y="4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8" name="Freeform 146"/>
            <p:cNvSpPr>
              <a:spLocks/>
            </p:cNvSpPr>
            <p:nvPr/>
          </p:nvSpPr>
          <p:spPr bwMode="auto">
            <a:xfrm>
              <a:off x="4032" y="1048"/>
              <a:ext cx="619" cy="2462"/>
            </a:xfrm>
            <a:custGeom>
              <a:avLst/>
              <a:gdLst/>
              <a:ahLst/>
              <a:cxnLst>
                <a:cxn ang="0">
                  <a:pos x="18" y="1901"/>
                </a:cxn>
                <a:cxn ang="0">
                  <a:pos x="32" y="1926"/>
                </a:cxn>
                <a:cxn ang="0">
                  <a:pos x="40" y="1955"/>
                </a:cxn>
                <a:cxn ang="0">
                  <a:pos x="50" y="1983"/>
                </a:cxn>
                <a:cxn ang="0">
                  <a:pos x="61" y="2019"/>
                </a:cxn>
                <a:cxn ang="0">
                  <a:pos x="72" y="2055"/>
                </a:cxn>
                <a:cxn ang="0">
                  <a:pos x="79" y="2091"/>
                </a:cxn>
                <a:cxn ang="0">
                  <a:pos x="90" y="2124"/>
                </a:cxn>
                <a:cxn ang="0">
                  <a:pos x="101" y="2153"/>
                </a:cxn>
                <a:cxn ang="0">
                  <a:pos x="108" y="2178"/>
                </a:cxn>
                <a:cxn ang="0">
                  <a:pos x="126" y="2203"/>
                </a:cxn>
                <a:cxn ang="0">
                  <a:pos x="151" y="2196"/>
                </a:cxn>
                <a:cxn ang="0">
                  <a:pos x="166" y="2171"/>
                </a:cxn>
                <a:cxn ang="0">
                  <a:pos x="173" y="2142"/>
                </a:cxn>
                <a:cxn ang="0">
                  <a:pos x="184" y="2106"/>
                </a:cxn>
                <a:cxn ang="0">
                  <a:pos x="194" y="2063"/>
                </a:cxn>
                <a:cxn ang="0">
                  <a:pos x="202" y="2016"/>
                </a:cxn>
                <a:cxn ang="0">
                  <a:pos x="212" y="1969"/>
                </a:cxn>
                <a:cxn ang="0">
                  <a:pos x="223" y="1922"/>
                </a:cxn>
                <a:cxn ang="0">
                  <a:pos x="230" y="1875"/>
                </a:cxn>
                <a:cxn ang="0">
                  <a:pos x="241" y="1836"/>
                </a:cxn>
                <a:cxn ang="0">
                  <a:pos x="252" y="1803"/>
                </a:cxn>
                <a:cxn ang="0">
                  <a:pos x="263" y="1778"/>
                </a:cxn>
                <a:cxn ang="0">
                  <a:pos x="284" y="1767"/>
                </a:cxn>
                <a:cxn ang="0">
                  <a:pos x="299" y="1793"/>
                </a:cxn>
                <a:cxn ang="0">
                  <a:pos x="306" y="1829"/>
                </a:cxn>
                <a:cxn ang="0">
                  <a:pos x="317" y="1872"/>
                </a:cxn>
                <a:cxn ang="0">
                  <a:pos x="328" y="1929"/>
                </a:cxn>
                <a:cxn ang="0">
                  <a:pos x="338" y="1994"/>
                </a:cxn>
                <a:cxn ang="0">
                  <a:pos x="346" y="2066"/>
                </a:cxn>
                <a:cxn ang="0">
                  <a:pos x="356" y="2138"/>
                </a:cxn>
                <a:cxn ang="0">
                  <a:pos x="367" y="2214"/>
                </a:cxn>
                <a:cxn ang="0">
                  <a:pos x="374" y="2286"/>
                </a:cxn>
                <a:cxn ang="0">
                  <a:pos x="385" y="2347"/>
                </a:cxn>
                <a:cxn ang="0">
                  <a:pos x="396" y="2401"/>
                </a:cxn>
                <a:cxn ang="0">
                  <a:pos x="403" y="2437"/>
                </a:cxn>
                <a:cxn ang="0">
                  <a:pos x="421" y="2462"/>
                </a:cxn>
                <a:cxn ang="0">
                  <a:pos x="436" y="2437"/>
                </a:cxn>
                <a:cxn ang="0">
                  <a:pos x="446" y="2387"/>
                </a:cxn>
                <a:cxn ang="0">
                  <a:pos x="454" y="2315"/>
                </a:cxn>
                <a:cxn ang="0">
                  <a:pos x="464" y="2221"/>
                </a:cxn>
                <a:cxn ang="0">
                  <a:pos x="475" y="2102"/>
                </a:cxn>
                <a:cxn ang="0">
                  <a:pos x="486" y="1962"/>
                </a:cxn>
                <a:cxn ang="0">
                  <a:pos x="493" y="1803"/>
                </a:cxn>
                <a:cxn ang="0">
                  <a:pos x="504" y="1631"/>
                </a:cxn>
                <a:cxn ang="0">
                  <a:pos x="515" y="1443"/>
                </a:cxn>
                <a:cxn ang="0">
                  <a:pos x="522" y="1253"/>
                </a:cxn>
                <a:cxn ang="0">
                  <a:pos x="533" y="1058"/>
                </a:cxn>
                <a:cxn ang="0">
                  <a:pos x="544" y="867"/>
                </a:cxn>
                <a:cxn ang="0">
                  <a:pos x="554" y="684"/>
                </a:cxn>
                <a:cxn ang="0">
                  <a:pos x="562" y="515"/>
                </a:cxn>
                <a:cxn ang="0">
                  <a:pos x="572" y="364"/>
                </a:cxn>
                <a:cxn ang="0">
                  <a:pos x="583" y="234"/>
                </a:cxn>
                <a:cxn ang="0">
                  <a:pos x="590" y="133"/>
                </a:cxn>
                <a:cxn ang="0">
                  <a:pos x="601" y="58"/>
                </a:cxn>
                <a:cxn ang="0">
                  <a:pos x="612" y="14"/>
                </a:cxn>
              </a:cxnLst>
              <a:rect l="0" t="0" r="r" b="b"/>
              <a:pathLst>
                <a:path w="619" h="2462">
                  <a:moveTo>
                    <a:pt x="0" y="1883"/>
                  </a:moveTo>
                  <a:lnTo>
                    <a:pt x="4" y="1883"/>
                  </a:lnTo>
                  <a:lnTo>
                    <a:pt x="7" y="1886"/>
                  </a:lnTo>
                  <a:lnTo>
                    <a:pt x="11" y="1890"/>
                  </a:lnTo>
                  <a:lnTo>
                    <a:pt x="14" y="1893"/>
                  </a:lnTo>
                  <a:lnTo>
                    <a:pt x="18" y="1897"/>
                  </a:lnTo>
                  <a:lnTo>
                    <a:pt x="18" y="1901"/>
                  </a:lnTo>
                  <a:lnTo>
                    <a:pt x="22" y="1904"/>
                  </a:lnTo>
                  <a:lnTo>
                    <a:pt x="22" y="1908"/>
                  </a:lnTo>
                  <a:lnTo>
                    <a:pt x="25" y="1911"/>
                  </a:lnTo>
                  <a:lnTo>
                    <a:pt x="29" y="1915"/>
                  </a:lnTo>
                  <a:lnTo>
                    <a:pt x="29" y="1919"/>
                  </a:lnTo>
                  <a:lnTo>
                    <a:pt x="29" y="1922"/>
                  </a:lnTo>
                  <a:lnTo>
                    <a:pt x="32" y="1926"/>
                  </a:lnTo>
                  <a:lnTo>
                    <a:pt x="32" y="1929"/>
                  </a:lnTo>
                  <a:lnTo>
                    <a:pt x="36" y="1933"/>
                  </a:lnTo>
                  <a:lnTo>
                    <a:pt x="36" y="1937"/>
                  </a:lnTo>
                  <a:lnTo>
                    <a:pt x="36" y="1940"/>
                  </a:lnTo>
                  <a:lnTo>
                    <a:pt x="40" y="1944"/>
                  </a:lnTo>
                  <a:lnTo>
                    <a:pt x="40" y="1951"/>
                  </a:lnTo>
                  <a:lnTo>
                    <a:pt x="40" y="1955"/>
                  </a:lnTo>
                  <a:lnTo>
                    <a:pt x="43" y="1958"/>
                  </a:lnTo>
                  <a:lnTo>
                    <a:pt x="43" y="1962"/>
                  </a:lnTo>
                  <a:lnTo>
                    <a:pt x="47" y="1965"/>
                  </a:lnTo>
                  <a:lnTo>
                    <a:pt x="47" y="1973"/>
                  </a:lnTo>
                  <a:lnTo>
                    <a:pt x="47" y="1976"/>
                  </a:lnTo>
                  <a:lnTo>
                    <a:pt x="50" y="1980"/>
                  </a:lnTo>
                  <a:lnTo>
                    <a:pt x="50" y="1983"/>
                  </a:lnTo>
                  <a:lnTo>
                    <a:pt x="54" y="1991"/>
                  </a:lnTo>
                  <a:lnTo>
                    <a:pt x="54" y="1994"/>
                  </a:lnTo>
                  <a:lnTo>
                    <a:pt x="54" y="1998"/>
                  </a:lnTo>
                  <a:lnTo>
                    <a:pt x="58" y="2005"/>
                  </a:lnTo>
                  <a:lnTo>
                    <a:pt x="58" y="2009"/>
                  </a:lnTo>
                  <a:lnTo>
                    <a:pt x="58" y="2012"/>
                  </a:lnTo>
                  <a:lnTo>
                    <a:pt x="61" y="2019"/>
                  </a:lnTo>
                  <a:lnTo>
                    <a:pt x="61" y="2023"/>
                  </a:lnTo>
                  <a:lnTo>
                    <a:pt x="65" y="2030"/>
                  </a:lnTo>
                  <a:lnTo>
                    <a:pt x="65" y="2034"/>
                  </a:lnTo>
                  <a:lnTo>
                    <a:pt x="65" y="2037"/>
                  </a:lnTo>
                  <a:lnTo>
                    <a:pt x="68" y="2045"/>
                  </a:lnTo>
                  <a:lnTo>
                    <a:pt x="68" y="2048"/>
                  </a:lnTo>
                  <a:lnTo>
                    <a:pt x="72" y="2055"/>
                  </a:lnTo>
                  <a:lnTo>
                    <a:pt x="72" y="2059"/>
                  </a:lnTo>
                  <a:lnTo>
                    <a:pt x="72" y="2066"/>
                  </a:lnTo>
                  <a:lnTo>
                    <a:pt x="76" y="2070"/>
                  </a:lnTo>
                  <a:lnTo>
                    <a:pt x="76" y="2073"/>
                  </a:lnTo>
                  <a:lnTo>
                    <a:pt x="79" y="2081"/>
                  </a:lnTo>
                  <a:lnTo>
                    <a:pt x="79" y="2084"/>
                  </a:lnTo>
                  <a:lnTo>
                    <a:pt x="79" y="2091"/>
                  </a:lnTo>
                  <a:lnTo>
                    <a:pt x="83" y="2095"/>
                  </a:lnTo>
                  <a:lnTo>
                    <a:pt x="83" y="2099"/>
                  </a:lnTo>
                  <a:lnTo>
                    <a:pt x="83" y="2106"/>
                  </a:lnTo>
                  <a:lnTo>
                    <a:pt x="86" y="2109"/>
                  </a:lnTo>
                  <a:lnTo>
                    <a:pt x="86" y="2113"/>
                  </a:lnTo>
                  <a:lnTo>
                    <a:pt x="90" y="2120"/>
                  </a:lnTo>
                  <a:lnTo>
                    <a:pt x="90" y="2124"/>
                  </a:lnTo>
                  <a:lnTo>
                    <a:pt x="90" y="2127"/>
                  </a:lnTo>
                  <a:lnTo>
                    <a:pt x="94" y="2131"/>
                  </a:lnTo>
                  <a:lnTo>
                    <a:pt x="94" y="2138"/>
                  </a:lnTo>
                  <a:lnTo>
                    <a:pt x="97" y="2142"/>
                  </a:lnTo>
                  <a:lnTo>
                    <a:pt x="97" y="2145"/>
                  </a:lnTo>
                  <a:lnTo>
                    <a:pt x="97" y="2149"/>
                  </a:lnTo>
                  <a:lnTo>
                    <a:pt x="101" y="2153"/>
                  </a:lnTo>
                  <a:lnTo>
                    <a:pt x="101" y="2156"/>
                  </a:lnTo>
                  <a:lnTo>
                    <a:pt x="101" y="2160"/>
                  </a:lnTo>
                  <a:lnTo>
                    <a:pt x="104" y="2163"/>
                  </a:lnTo>
                  <a:lnTo>
                    <a:pt x="104" y="2167"/>
                  </a:lnTo>
                  <a:lnTo>
                    <a:pt x="108" y="2171"/>
                  </a:lnTo>
                  <a:lnTo>
                    <a:pt x="108" y="2174"/>
                  </a:lnTo>
                  <a:lnTo>
                    <a:pt x="108" y="2178"/>
                  </a:lnTo>
                  <a:lnTo>
                    <a:pt x="112" y="2181"/>
                  </a:lnTo>
                  <a:lnTo>
                    <a:pt x="115" y="2185"/>
                  </a:lnTo>
                  <a:lnTo>
                    <a:pt x="115" y="2189"/>
                  </a:lnTo>
                  <a:lnTo>
                    <a:pt x="119" y="2192"/>
                  </a:lnTo>
                  <a:lnTo>
                    <a:pt x="119" y="2196"/>
                  </a:lnTo>
                  <a:lnTo>
                    <a:pt x="122" y="2199"/>
                  </a:lnTo>
                  <a:lnTo>
                    <a:pt x="126" y="2203"/>
                  </a:lnTo>
                  <a:lnTo>
                    <a:pt x="130" y="2207"/>
                  </a:lnTo>
                  <a:lnTo>
                    <a:pt x="133" y="2210"/>
                  </a:lnTo>
                  <a:lnTo>
                    <a:pt x="137" y="2210"/>
                  </a:lnTo>
                  <a:lnTo>
                    <a:pt x="140" y="2207"/>
                  </a:lnTo>
                  <a:lnTo>
                    <a:pt x="144" y="2203"/>
                  </a:lnTo>
                  <a:lnTo>
                    <a:pt x="148" y="2199"/>
                  </a:lnTo>
                  <a:lnTo>
                    <a:pt x="151" y="2196"/>
                  </a:lnTo>
                  <a:lnTo>
                    <a:pt x="155" y="2192"/>
                  </a:lnTo>
                  <a:lnTo>
                    <a:pt x="158" y="2189"/>
                  </a:lnTo>
                  <a:lnTo>
                    <a:pt x="158" y="2185"/>
                  </a:lnTo>
                  <a:lnTo>
                    <a:pt x="158" y="2181"/>
                  </a:lnTo>
                  <a:lnTo>
                    <a:pt x="162" y="2178"/>
                  </a:lnTo>
                  <a:lnTo>
                    <a:pt x="162" y="2174"/>
                  </a:lnTo>
                  <a:lnTo>
                    <a:pt x="166" y="2171"/>
                  </a:lnTo>
                  <a:lnTo>
                    <a:pt x="166" y="2167"/>
                  </a:lnTo>
                  <a:lnTo>
                    <a:pt x="166" y="2163"/>
                  </a:lnTo>
                  <a:lnTo>
                    <a:pt x="169" y="2160"/>
                  </a:lnTo>
                  <a:lnTo>
                    <a:pt x="169" y="2156"/>
                  </a:lnTo>
                  <a:lnTo>
                    <a:pt x="169" y="2153"/>
                  </a:lnTo>
                  <a:lnTo>
                    <a:pt x="173" y="2145"/>
                  </a:lnTo>
                  <a:lnTo>
                    <a:pt x="173" y="2142"/>
                  </a:lnTo>
                  <a:lnTo>
                    <a:pt x="176" y="2138"/>
                  </a:lnTo>
                  <a:lnTo>
                    <a:pt x="176" y="2131"/>
                  </a:lnTo>
                  <a:lnTo>
                    <a:pt x="176" y="2127"/>
                  </a:lnTo>
                  <a:lnTo>
                    <a:pt x="180" y="2124"/>
                  </a:lnTo>
                  <a:lnTo>
                    <a:pt x="180" y="2117"/>
                  </a:lnTo>
                  <a:lnTo>
                    <a:pt x="184" y="2113"/>
                  </a:lnTo>
                  <a:lnTo>
                    <a:pt x="184" y="2106"/>
                  </a:lnTo>
                  <a:lnTo>
                    <a:pt x="184" y="2099"/>
                  </a:lnTo>
                  <a:lnTo>
                    <a:pt x="187" y="2095"/>
                  </a:lnTo>
                  <a:lnTo>
                    <a:pt x="187" y="2088"/>
                  </a:lnTo>
                  <a:lnTo>
                    <a:pt x="187" y="2081"/>
                  </a:lnTo>
                  <a:lnTo>
                    <a:pt x="191" y="2077"/>
                  </a:lnTo>
                  <a:lnTo>
                    <a:pt x="191" y="2070"/>
                  </a:lnTo>
                  <a:lnTo>
                    <a:pt x="194" y="2063"/>
                  </a:lnTo>
                  <a:lnTo>
                    <a:pt x="194" y="2055"/>
                  </a:lnTo>
                  <a:lnTo>
                    <a:pt x="194" y="2052"/>
                  </a:lnTo>
                  <a:lnTo>
                    <a:pt x="198" y="2045"/>
                  </a:lnTo>
                  <a:lnTo>
                    <a:pt x="198" y="2037"/>
                  </a:lnTo>
                  <a:lnTo>
                    <a:pt x="202" y="2030"/>
                  </a:lnTo>
                  <a:lnTo>
                    <a:pt x="202" y="2023"/>
                  </a:lnTo>
                  <a:lnTo>
                    <a:pt x="202" y="2016"/>
                  </a:lnTo>
                  <a:lnTo>
                    <a:pt x="205" y="2009"/>
                  </a:lnTo>
                  <a:lnTo>
                    <a:pt x="205" y="2005"/>
                  </a:lnTo>
                  <a:lnTo>
                    <a:pt x="209" y="1998"/>
                  </a:lnTo>
                  <a:lnTo>
                    <a:pt x="209" y="1991"/>
                  </a:lnTo>
                  <a:lnTo>
                    <a:pt x="209" y="1983"/>
                  </a:lnTo>
                  <a:lnTo>
                    <a:pt x="212" y="1976"/>
                  </a:lnTo>
                  <a:lnTo>
                    <a:pt x="212" y="1969"/>
                  </a:lnTo>
                  <a:lnTo>
                    <a:pt x="212" y="1962"/>
                  </a:lnTo>
                  <a:lnTo>
                    <a:pt x="216" y="1955"/>
                  </a:lnTo>
                  <a:lnTo>
                    <a:pt x="216" y="1947"/>
                  </a:lnTo>
                  <a:lnTo>
                    <a:pt x="220" y="1940"/>
                  </a:lnTo>
                  <a:lnTo>
                    <a:pt x="220" y="1937"/>
                  </a:lnTo>
                  <a:lnTo>
                    <a:pt x="220" y="1929"/>
                  </a:lnTo>
                  <a:lnTo>
                    <a:pt x="223" y="1922"/>
                  </a:lnTo>
                  <a:lnTo>
                    <a:pt x="223" y="1915"/>
                  </a:lnTo>
                  <a:lnTo>
                    <a:pt x="227" y="1908"/>
                  </a:lnTo>
                  <a:lnTo>
                    <a:pt x="227" y="1901"/>
                  </a:lnTo>
                  <a:lnTo>
                    <a:pt x="227" y="1893"/>
                  </a:lnTo>
                  <a:lnTo>
                    <a:pt x="230" y="1890"/>
                  </a:lnTo>
                  <a:lnTo>
                    <a:pt x="230" y="1883"/>
                  </a:lnTo>
                  <a:lnTo>
                    <a:pt x="230" y="1875"/>
                  </a:lnTo>
                  <a:lnTo>
                    <a:pt x="234" y="1872"/>
                  </a:lnTo>
                  <a:lnTo>
                    <a:pt x="234" y="1865"/>
                  </a:lnTo>
                  <a:lnTo>
                    <a:pt x="238" y="1857"/>
                  </a:lnTo>
                  <a:lnTo>
                    <a:pt x="238" y="1854"/>
                  </a:lnTo>
                  <a:lnTo>
                    <a:pt x="238" y="1847"/>
                  </a:lnTo>
                  <a:lnTo>
                    <a:pt x="241" y="1843"/>
                  </a:lnTo>
                  <a:lnTo>
                    <a:pt x="241" y="1836"/>
                  </a:lnTo>
                  <a:lnTo>
                    <a:pt x="245" y="1832"/>
                  </a:lnTo>
                  <a:lnTo>
                    <a:pt x="245" y="1825"/>
                  </a:lnTo>
                  <a:lnTo>
                    <a:pt x="245" y="1821"/>
                  </a:lnTo>
                  <a:lnTo>
                    <a:pt x="248" y="1818"/>
                  </a:lnTo>
                  <a:lnTo>
                    <a:pt x="248" y="1811"/>
                  </a:lnTo>
                  <a:lnTo>
                    <a:pt x="252" y="1807"/>
                  </a:lnTo>
                  <a:lnTo>
                    <a:pt x="252" y="1803"/>
                  </a:lnTo>
                  <a:lnTo>
                    <a:pt x="252" y="1800"/>
                  </a:lnTo>
                  <a:lnTo>
                    <a:pt x="256" y="1796"/>
                  </a:lnTo>
                  <a:lnTo>
                    <a:pt x="256" y="1793"/>
                  </a:lnTo>
                  <a:lnTo>
                    <a:pt x="256" y="1789"/>
                  </a:lnTo>
                  <a:lnTo>
                    <a:pt x="259" y="1785"/>
                  </a:lnTo>
                  <a:lnTo>
                    <a:pt x="259" y="1782"/>
                  </a:lnTo>
                  <a:lnTo>
                    <a:pt x="263" y="1778"/>
                  </a:lnTo>
                  <a:lnTo>
                    <a:pt x="263" y="1775"/>
                  </a:lnTo>
                  <a:lnTo>
                    <a:pt x="266" y="1771"/>
                  </a:lnTo>
                  <a:lnTo>
                    <a:pt x="270" y="1767"/>
                  </a:lnTo>
                  <a:lnTo>
                    <a:pt x="274" y="1764"/>
                  </a:lnTo>
                  <a:lnTo>
                    <a:pt x="277" y="1764"/>
                  </a:lnTo>
                  <a:lnTo>
                    <a:pt x="281" y="1767"/>
                  </a:lnTo>
                  <a:lnTo>
                    <a:pt x="284" y="1767"/>
                  </a:lnTo>
                  <a:lnTo>
                    <a:pt x="288" y="1771"/>
                  </a:lnTo>
                  <a:lnTo>
                    <a:pt x="288" y="1775"/>
                  </a:lnTo>
                  <a:lnTo>
                    <a:pt x="292" y="1778"/>
                  </a:lnTo>
                  <a:lnTo>
                    <a:pt x="295" y="1782"/>
                  </a:lnTo>
                  <a:lnTo>
                    <a:pt x="295" y="1785"/>
                  </a:lnTo>
                  <a:lnTo>
                    <a:pt x="295" y="1789"/>
                  </a:lnTo>
                  <a:lnTo>
                    <a:pt x="299" y="1793"/>
                  </a:lnTo>
                  <a:lnTo>
                    <a:pt x="299" y="1796"/>
                  </a:lnTo>
                  <a:lnTo>
                    <a:pt x="299" y="1803"/>
                  </a:lnTo>
                  <a:lnTo>
                    <a:pt x="302" y="1807"/>
                  </a:lnTo>
                  <a:lnTo>
                    <a:pt x="302" y="1811"/>
                  </a:lnTo>
                  <a:lnTo>
                    <a:pt x="306" y="1818"/>
                  </a:lnTo>
                  <a:lnTo>
                    <a:pt x="306" y="1821"/>
                  </a:lnTo>
                  <a:lnTo>
                    <a:pt x="306" y="1829"/>
                  </a:lnTo>
                  <a:lnTo>
                    <a:pt x="310" y="1832"/>
                  </a:lnTo>
                  <a:lnTo>
                    <a:pt x="310" y="1839"/>
                  </a:lnTo>
                  <a:lnTo>
                    <a:pt x="313" y="1847"/>
                  </a:lnTo>
                  <a:lnTo>
                    <a:pt x="313" y="1850"/>
                  </a:lnTo>
                  <a:lnTo>
                    <a:pt x="313" y="1857"/>
                  </a:lnTo>
                  <a:lnTo>
                    <a:pt x="317" y="1865"/>
                  </a:lnTo>
                  <a:lnTo>
                    <a:pt x="317" y="1872"/>
                  </a:lnTo>
                  <a:lnTo>
                    <a:pt x="317" y="1879"/>
                  </a:lnTo>
                  <a:lnTo>
                    <a:pt x="320" y="1886"/>
                  </a:lnTo>
                  <a:lnTo>
                    <a:pt x="320" y="1897"/>
                  </a:lnTo>
                  <a:lnTo>
                    <a:pt x="324" y="1904"/>
                  </a:lnTo>
                  <a:lnTo>
                    <a:pt x="324" y="1911"/>
                  </a:lnTo>
                  <a:lnTo>
                    <a:pt x="324" y="1922"/>
                  </a:lnTo>
                  <a:lnTo>
                    <a:pt x="328" y="1929"/>
                  </a:lnTo>
                  <a:lnTo>
                    <a:pt x="328" y="1937"/>
                  </a:lnTo>
                  <a:lnTo>
                    <a:pt x="331" y="1947"/>
                  </a:lnTo>
                  <a:lnTo>
                    <a:pt x="331" y="1955"/>
                  </a:lnTo>
                  <a:lnTo>
                    <a:pt x="331" y="1965"/>
                  </a:lnTo>
                  <a:lnTo>
                    <a:pt x="335" y="1976"/>
                  </a:lnTo>
                  <a:lnTo>
                    <a:pt x="335" y="1983"/>
                  </a:lnTo>
                  <a:lnTo>
                    <a:pt x="338" y="1994"/>
                  </a:lnTo>
                  <a:lnTo>
                    <a:pt x="338" y="2005"/>
                  </a:lnTo>
                  <a:lnTo>
                    <a:pt x="338" y="2012"/>
                  </a:lnTo>
                  <a:lnTo>
                    <a:pt x="342" y="2023"/>
                  </a:lnTo>
                  <a:lnTo>
                    <a:pt x="342" y="2034"/>
                  </a:lnTo>
                  <a:lnTo>
                    <a:pt x="342" y="2045"/>
                  </a:lnTo>
                  <a:lnTo>
                    <a:pt x="346" y="2055"/>
                  </a:lnTo>
                  <a:lnTo>
                    <a:pt x="346" y="2066"/>
                  </a:lnTo>
                  <a:lnTo>
                    <a:pt x="349" y="2077"/>
                  </a:lnTo>
                  <a:lnTo>
                    <a:pt x="349" y="2088"/>
                  </a:lnTo>
                  <a:lnTo>
                    <a:pt x="349" y="2095"/>
                  </a:lnTo>
                  <a:lnTo>
                    <a:pt x="353" y="2106"/>
                  </a:lnTo>
                  <a:lnTo>
                    <a:pt x="353" y="2117"/>
                  </a:lnTo>
                  <a:lnTo>
                    <a:pt x="356" y="2127"/>
                  </a:lnTo>
                  <a:lnTo>
                    <a:pt x="356" y="2138"/>
                  </a:lnTo>
                  <a:lnTo>
                    <a:pt x="356" y="2149"/>
                  </a:lnTo>
                  <a:lnTo>
                    <a:pt x="360" y="2160"/>
                  </a:lnTo>
                  <a:lnTo>
                    <a:pt x="360" y="2171"/>
                  </a:lnTo>
                  <a:lnTo>
                    <a:pt x="360" y="2181"/>
                  </a:lnTo>
                  <a:lnTo>
                    <a:pt x="364" y="2192"/>
                  </a:lnTo>
                  <a:lnTo>
                    <a:pt x="364" y="2203"/>
                  </a:lnTo>
                  <a:lnTo>
                    <a:pt x="367" y="2214"/>
                  </a:lnTo>
                  <a:lnTo>
                    <a:pt x="367" y="2225"/>
                  </a:lnTo>
                  <a:lnTo>
                    <a:pt x="367" y="2235"/>
                  </a:lnTo>
                  <a:lnTo>
                    <a:pt x="371" y="2243"/>
                  </a:lnTo>
                  <a:lnTo>
                    <a:pt x="371" y="2253"/>
                  </a:lnTo>
                  <a:lnTo>
                    <a:pt x="374" y="2264"/>
                  </a:lnTo>
                  <a:lnTo>
                    <a:pt x="374" y="2275"/>
                  </a:lnTo>
                  <a:lnTo>
                    <a:pt x="374" y="2286"/>
                  </a:lnTo>
                  <a:lnTo>
                    <a:pt x="378" y="2293"/>
                  </a:lnTo>
                  <a:lnTo>
                    <a:pt x="378" y="2304"/>
                  </a:lnTo>
                  <a:lnTo>
                    <a:pt x="382" y="2311"/>
                  </a:lnTo>
                  <a:lnTo>
                    <a:pt x="382" y="2322"/>
                  </a:lnTo>
                  <a:lnTo>
                    <a:pt x="382" y="2329"/>
                  </a:lnTo>
                  <a:lnTo>
                    <a:pt x="385" y="2340"/>
                  </a:lnTo>
                  <a:lnTo>
                    <a:pt x="385" y="2347"/>
                  </a:lnTo>
                  <a:lnTo>
                    <a:pt x="385" y="2354"/>
                  </a:lnTo>
                  <a:lnTo>
                    <a:pt x="389" y="2365"/>
                  </a:lnTo>
                  <a:lnTo>
                    <a:pt x="389" y="2372"/>
                  </a:lnTo>
                  <a:lnTo>
                    <a:pt x="392" y="2379"/>
                  </a:lnTo>
                  <a:lnTo>
                    <a:pt x="392" y="2387"/>
                  </a:lnTo>
                  <a:lnTo>
                    <a:pt x="392" y="2394"/>
                  </a:lnTo>
                  <a:lnTo>
                    <a:pt x="396" y="2401"/>
                  </a:lnTo>
                  <a:lnTo>
                    <a:pt x="396" y="2408"/>
                  </a:lnTo>
                  <a:lnTo>
                    <a:pt x="400" y="2412"/>
                  </a:lnTo>
                  <a:lnTo>
                    <a:pt x="400" y="2419"/>
                  </a:lnTo>
                  <a:lnTo>
                    <a:pt x="400" y="2423"/>
                  </a:lnTo>
                  <a:lnTo>
                    <a:pt x="403" y="2430"/>
                  </a:lnTo>
                  <a:lnTo>
                    <a:pt x="403" y="2433"/>
                  </a:lnTo>
                  <a:lnTo>
                    <a:pt x="403" y="2437"/>
                  </a:lnTo>
                  <a:lnTo>
                    <a:pt x="407" y="2444"/>
                  </a:lnTo>
                  <a:lnTo>
                    <a:pt x="407" y="2448"/>
                  </a:lnTo>
                  <a:lnTo>
                    <a:pt x="410" y="2451"/>
                  </a:lnTo>
                  <a:lnTo>
                    <a:pt x="410" y="2455"/>
                  </a:lnTo>
                  <a:lnTo>
                    <a:pt x="414" y="2459"/>
                  </a:lnTo>
                  <a:lnTo>
                    <a:pt x="418" y="2462"/>
                  </a:lnTo>
                  <a:lnTo>
                    <a:pt x="421" y="2462"/>
                  </a:lnTo>
                  <a:lnTo>
                    <a:pt x="425" y="2459"/>
                  </a:lnTo>
                  <a:lnTo>
                    <a:pt x="428" y="2455"/>
                  </a:lnTo>
                  <a:lnTo>
                    <a:pt x="428" y="2451"/>
                  </a:lnTo>
                  <a:lnTo>
                    <a:pt x="432" y="2448"/>
                  </a:lnTo>
                  <a:lnTo>
                    <a:pt x="432" y="2444"/>
                  </a:lnTo>
                  <a:lnTo>
                    <a:pt x="436" y="2441"/>
                  </a:lnTo>
                  <a:lnTo>
                    <a:pt x="436" y="2437"/>
                  </a:lnTo>
                  <a:lnTo>
                    <a:pt x="436" y="2430"/>
                  </a:lnTo>
                  <a:lnTo>
                    <a:pt x="439" y="2426"/>
                  </a:lnTo>
                  <a:lnTo>
                    <a:pt x="439" y="2419"/>
                  </a:lnTo>
                  <a:lnTo>
                    <a:pt x="443" y="2412"/>
                  </a:lnTo>
                  <a:lnTo>
                    <a:pt x="443" y="2405"/>
                  </a:lnTo>
                  <a:lnTo>
                    <a:pt x="443" y="2397"/>
                  </a:lnTo>
                  <a:lnTo>
                    <a:pt x="446" y="2387"/>
                  </a:lnTo>
                  <a:lnTo>
                    <a:pt x="446" y="2379"/>
                  </a:lnTo>
                  <a:lnTo>
                    <a:pt x="450" y="2369"/>
                  </a:lnTo>
                  <a:lnTo>
                    <a:pt x="450" y="2361"/>
                  </a:lnTo>
                  <a:lnTo>
                    <a:pt x="450" y="2351"/>
                  </a:lnTo>
                  <a:lnTo>
                    <a:pt x="454" y="2340"/>
                  </a:lnTo>
                  <a:lnTo>
                    <a:pt x="454" y="2329"/>
                  </a:lnTo>
                  <a:lnTo>
                    <a:pt x="454" y="2315"/>
                  </a:lnTo>
                  <a:lnTo>
                    <a:pt x="457" y="2304"/>
                  </a:lnTo>
                  <a:lnTo>
                    <a:pt x="457" y="2293"/>
                  </a:lnTo>
                  <a:lnTo>
                    <a:pt x="461" y="2279"/>
                  </a:lnTo>
                  <a:lnTo>
                    <a:pt x="461" y="2264"/>
                  </a:lnTo>
                  <a:lnTo>
                    <a:pt x="461" y="2250"/>
                  </a:lnTo>
                  <a:lnTo>
                    <a:pt x="464" y="2235"/>
                  </a:lnTo>
                  <a:lnTo>
                    <a:pt x="464" y="2221"/>
                  </a:lnTo>
                  <a:lnTo>
                    <a:pt x="468" y="2203"/>
                  </a:lnTo>
                  <a:lnTo>
                    <a:pt x="468" y="2189"/>
                  </a:lnTo>
                  <a:lnTo>
                    <a:pt x="468" y="2171"/>
                  </a:lnTo>
                  <a:lnTo>
                    <a:pt x="472" y="2156"/>
                  </a:lnTo>
                  <a:lnTo>
                    <a:pt x="472" y="2138"/>
                  </a:lnTo>
                  <a:lnTo>
                    <a:pt x="472" y="2120"/>
                  </a:lnTo>
                  <a:lnTo>
                    <a:pt x="475" y="2102"/>
                  </a:lnTo>
                  <a:lnTo>
                    <a:pt x="475" y="2084"/>
                  </a:lnTo>
                  <a:lnTo>
                    <a:pt x="479" y="2063"/>
                  </a:lnTo>
                  <a:lnTo>
                    <a:pt x="479" y="2045"/>
                  </a:lnTo>
                  <a:lnTo>
                    <a:pt x="479" y="2023"/>
                  </a:lnTo>
                  <a:lnTo>
                    <a:pt x="482" y="2005"/>
                  </a:lnTo>
                  <a:lnTo>
                    <a:pt x="482" y="1983"/>
                  </a:lnTo>
                  <a:lnTo>
                    <a:pt x="486" y="1962"/>
                  </a:lnTo>
                  <a:lnTo>
                    <a:pt x="486" y="1940"/>
                  </a:lnTo>
                  <a:lnTo>
                    <a:pt x="486" y="1919"/>
                  </a:lnTo>
                  <a:lnTo>
                    <a:pt x="490" y="1897"/>
                  </a:lnTo>
                  <a:lnTo>
                    <a:pt x="490" y="1872"/>
                  </a:lnTo>
                  <a:lnTo>
                    <a:pt x="493" y="1850"/>
                  </a:lnTo>
                  <a:lnTo>
                    <a:pt x="493" y="1825"/>
                  </a:lnTo>
                  <a:lnTo>
                    <a:pt x="493" y="1803"/>
                  </a:lnTo>
                  <a:lnTo>
                    <a:pt x="497" y="1778"/>
                  </a:lnTo>
                  <a:lnTo>
                    <a:pt x="497" y="1753"/>
                  </a:lnTo>
                  <a:lnTo>
                    <a:pt x="497" y="1731"/>
                  </a:lnTo>
                  <a:lnTo>
                    <a:pt x="500" y="1706"/>
                  </a:lnTo>
                  <a:lnTo>
                    <a:pt x="500" y="1681"/>
                  </a:lnTo>
                  <a:lnTo>
                    <a:pt x="504" y="1656"/>
                  </a:lnTo>
                  <a:lnTo>
                    <a:pt x="504" y="1631"/>
                  </a:lnTo>
                  <a:lnTo>
                    <a:pt x="504" y="1602"/>
                  </a:lnTo>
                  <a:lnTo>
                    <a:pt x="508" y="1577"/>
                  </a:lnTo>
                  <a:lnTo>
                    <a:pt x="508" y="1551"/>
                  </a:lnTo>
                  <a:lnTo>
                    <a:pt x="511" y="1523"/>
                  </a:lnTo>
                  <a:lnTo>
                    <a:pt x="511" y="1497"/>
                  </a:lnTo>
                  <a:lnTo>
                    <a:pt x="511" y="1472"/>
                  </a:lnTo>
                  <a:lnTo>
                    <a:pt x="515" y="1443"/>
                  </a:lnTo>
                  <a:lnTo>
                    <a:pt x="515" y="1418"/>
                  </a:lnTo>
                  <a:lnTo>
                    <a:pt x="515" y="1389"/>
                  </a:lnTo>
                  <a:lnTo>
                    <a:pt x="518" y="1361"/>
                  </a:lnTo>
                  <a:lnTo>
                    <a:pt x="518" y="1335"/>
                  </a:lnTo>
                  <a:lnTo>
                    <a:pt x="522" y="1307"/>
                  </a:lnTo>
                  <a:lnTo>
                    <a:pt x="522" y="1281"/>
                  </a:lnTo>
                  <a:lnTo>
                    <a:pt x="522" y="1253"/>
                  </a:lnTo>
                  <a:lnTo>
                    <a:pt x="526" y="1224"/>
                  </a:lnTo>
                  <a:lnTo>
                    <a:pt x="526" y="1195"/>
                  </a:lnTo>
                  <a:lnTo>
                    <a:pt x="529" y="1170"/>
                  </a:lnTo>
                  <a:lnTo>
                    <a:pt x="529" y="1141"/>
                  </a:lnTo>
                  <a:lnTo>
                    <a:pt x="529" y="1112"/>
                  </a:lnTo>
                  <a:lnTo>
                    <a:pt x="533" y="1087"/>
                  </a:lnTo>
                  <a:lnTo>
                    <a:pt x="533" y="1058"/>
                  </a:lnTo>
                  <a:lnTo>
                    <a:pt x="536" y="1029"/>
                  </a:lnTo>
                  <a:lnTo>
                    <a:pt x="536" y="1004"/>
                  </a:lnTo>
                  <a:lnTo>
                    <a:pt x="536" y="975"/>
                  </a:lnTo>
                  <a:lnTo>
                    <a:pt x="540" y="950"/>
                  </a:lnTo>
                  <a:lnTo>
                    <a:pt x="540" y="921"/>
                  </a:lnTo>
                  <a:lnTo>
                    <a:pt x="540" y="896"/>
                  </a:lnTo>
                  <a:lnTo>
                    <a:pt x="544" y="867"/>
                  </a:lnTo>
                  <a:lnTo>
                    <a:pt x="544" y="842"/>
                  </a:lnTo>
                  <a:lnTo>
                    <a:pt x="547" y="813"/>
                  </a:lnTo>
                  <a:lnTo>
                    <a:pt x="547" y="788"/>
                  </a:lnTo>
                  <a:lnTo>
                    <a:pt x="547" y="763"/>
                  </a:lnTo>
                  <a:lnTo>
                    <a:pt x="551" y="738"/>
                  </a:lnTo>
                  <a:lnTo>
                    <a:pt x="551" y="709"/>
                  </a:lnTo>
                  <a:lnTo>
                    <a:pt x="554" y="684"/>
                  </a:lnTo>
                  <a:lnTo>
                    <a:pt x="554" y="659"/>
                  </a:lnTo>
                  <a:lnTo>
                    <a:pt x="554" y="637"/>
                  </a:lnTo>
                  <a:lnTo>
                    <a:pt x="558" y="612"/>
                  </a:lnTo>
                  <a:lnTo>
                    <a:pt x="558" y="587"/>
                  </a:lnTo>
                  <a:lnTo>
                    <a:pt x="558" y="562"/>
                  </a:lnTo>
                  <a:lnTo>
                    <a:pt x="562" y="540"/>
                  </a:lnTo>
                  <a:lnTo>
                    <a:pt x="562" y="515"/>
                  </a:lnTo>
                  <a:lnTo>
                    <a:pt x="565" y="493"/>
                  </a:lnTo>
                  <a:lnTo>
                    <a:pt x="565" y="472"/>
                  </a:lnTo>
                  <a:lnTo>
                    <a:pt x="565" y="450"/>
                  </a:lnTo>
                  <a:lnTo>
                    <a:pt x="569" y="428"/>
                  </a:lnTo>
                  <a:lnTo>
                    <a:pt x="569" y="407"/>
                  </a:lnTo>
                  <a:lnTo>
                    <a:pt x="572" y="385"/>
                  </a:lnTo>
                  <a:lnTo>
                    <a:pt x="572" y="364"/>
                  </a:lnTo>
                  <a:lnTo>
                    <a:pt x="572" y="346"/>
                  </a:lnTo>
                  <a:lnTo>
                    <a:pt x="576" y="324"/>
                  </a:lnTo>
                  <a:lnTo>
                    <a:pt x="576" y="306"/>
                  </a:lnTo>
                  <a:lnTo>
                    <a:pt x="580" y="288"/>
                  </a:lnTo>
                  <a:lnTo>
                    <a:pt x="580" y="270"/>
                  </a:lnTo>
                  <a:lnTo>
                    <a:pt x="580" y="252"/>
                  </a:lnTo>
                  <a:lnTo>
                    <a:pt x="583" y="234"/>
                  </a:lnTo>
                  <a:lnTo>
                    <a:pt x="583" y="220"/>
                  </a:lnTo>
                  <a:lnTo>
                    <a:pt x="583" y="202"/>
                  </a:lnTo>
                  <a:lnTo>
                    <a:pt x="587" y="187"/>
                  </a:lnTo>
                  <a:lnTo>
                    <a:pt x="587" y="173"/>
                  </a:lnTo>
                  <a:lnTo>
                    <a:pt x="590" y="158"/>
                  </a:lnTo>
                  <a:lnTo>
                    <a:pt x="590" y="144"/>
                  </a:lnTo>
                  <a:lnTo>
                    <a:pt x="590" y="133"/>
                  </a:lnTo>
                  <a:lnTo>
                    <a:pt x="594" y="119"/>
                  </a:lnTo>
                  <a:lnTo>
                    <a:pt x="594" y="108"/>
                  </a:lnTo>
                  <a:lnTo>
                    <a:pt x="598" y="97"/>
                  </a:lnTo>
                  <a:lnTo>
                    <a:pt x="598" y="86"/>
                  </a:lnTo>
                  <a:lnTo>
                    <a:pt x="598" y="76"/>
                  </a:lnTo>
                  <a:lnTo>
                    <a:pt x="601" y="65"/>
                  </a:lnTo>
                  <a:lnTo>
                    <a:pt x="601" y="58"/>
                  </a:lnTo>
                  <a:lnTo>
                    <a:pt x="601" y="50"/>
                  </a:lnTo>
                  <a:lnTo>
                    <a:pt x="605" y="40"/>
                  </a:lnTo>
                  <a:lnTo>
                    <a:pt x="605" y="36"/>
                  </a:lnTo>
                  <a:lnTo>
                    <a:pt x="608" y="29"/>
                  </a:lnTo>
                  <a:lnTo>
                    <a:pt x="608" y="22"/>
                  </a:lnTo>
                  <a:lnTo>
                    <a:pt x="608" y="18"/>
                  </a:lnTo>
                  <a:lnTo>
                    <a:pt x="612" y="14"/>
                  </a:lnTo>
                  <a:lnTo>
                    <a:pt x="612" y="11"/>
                  </a:lnTo>
                  <a:lnTo>
                    <a:pt x="616" y="7"/>
                  </a:lnTo>
                  <a:lnTo>
                    <a:pt x="616" y="4"/>
                  </a:lnTo>
                  <a:lnTo>
                    <a:pt x="61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19" name="Freeform 147"/>
            <p:cNvSpPr>
              <a:spLocks/>
            </p:cNvSpPr>
            <p:nvPr/>
          </p:nvSpPr>
          <p:spPr bwMode="auto">
            <a:xfrm>
              <a:off x="4655" y="1048"/>
              <a:ext cx="554" cy="2462"/>
            </a:xfrm>
            <a:custGeom>
              <a:avLst/>
              <a:gdLst/>
              <a:ahLst/>
              <a:cxnLst>
                <a:cxn ang="0">
                  <a:pos x="7" y="18"/>
                </a:cxn>
                <a:cxn ang="0">
                  <a:pos x="14" y="58"/>
                </a:cxn>
                <a:cxn ang="0">
                  <a:pos x="21" y="119"/>
                </a:cxn>
                <a:cxn ang="0">
                  <a:pos x="32" y="202"/>
                </a:cxn>
                <a:cxn ang="0">
                  <a:pos x="39" y="306"/>
                </a:cxn>
                <a:cxn ang="0">
                  <a:pos x="47" y="428"/>
                </a:cxn>
                <a:cxn ang="0">
                  <a:pos x="57" y="562"/>
                </a:cxn>
                <a:cxn ang="0">
                  <a:pos x="65" y="709"/>
                </a:cxn>
                <a:cxn ang="0">
                  <a:pos x="72" y="867"/>
                </a:cxn>
                <a:cxn ang="0">
                  <a:pos x="83" y="1029"/>
                </a:cxn>
                <a:cxn ang="0">
                  <a:pos x="90" y="1195"/>
                </a:cxn>
                <a:cxn ang="0">
                  <a:pos x="97" y="1361"/>
                </a:cxn>
                <a:cxn ang="0">
                  <a:pos x="108" y="1523"/>
                </a:cxn>
                <a:cxn ang="0">
                  <a:pos x="115" y="1681"/>
                </a:cxn>
                <a:cxn ang="0">
                  <a:pos x="122" y="1825"/>
                </a:cxn>
                <a:cxn ang="0">
                  <a:pos x="133" y="1962"/>
                </a:cxn>
                <a:cxn ang="0">
                  <a:pos x="140" y="2084"/>
                </a:cxn>
                <a:cxn ang="0">
                  <a:pos x="147" y="2189"/>
                </a:cxn>
                <a:cxn ang="0">
                  <a:pos x="158" y="2279"/>
                </a:cxn>
                <a:cxn ang="0">
                  <a:pos x="165" y="2351"/>
                </a:cxn>
                <a:cxn ang="0">
                  <a:pos x="173" y="2405"/>
                </a:cxn>
                <a:cxn ang="0">
                  <a:pos x="183" y="2441"/>
                </a:cxn>
                <a:cxn ang="0">
                  <a:pos x="194" y="2462"/>
                </a:cxn>
                <a:cxn ang="0">
                  <a:pos x="209" y="2444"/>
                </a:cxn>
                <a:cxn ang="0">
                  <a:pos x="219" y="2412"/>
                </a:cxn>
                <a:cxn ang="0">
                  <a:pos x="227" y="2372"/>
                </a:cxn>
                <a:cxn ang="0">
                  <a:pos x="234" y="2322"/>
                </a:cxn>
                <a:cxn ang="0">
                  <a:pos x="245" y="2264"/>
                </a:cxn>
                <a:cxn ang="0">
                  <a:pos x="252" y="2203"/>
                </a:cxn>
                <a:cxn ang="0">
                  <a:pos x="259" y="2138"/>
                </a:cxn>
                <a:cxn ang="0">
                  <a:pos x="270" y="2077"/>
                </a:cxn>
                <a:cxn ang="0">
                  <a:pos x="277" y="2012"/>
                </a:cxn>
                <a:cxn ang="0">
                  <a:pos x="284" y="1955"/>
                </a:cxn>
                <a:cxn ang="0">
                  <a:pos x="295" y="1904"/>
                </a:cxn>
                <a:cxn ang="0">
                  <a:pos x="302" y="1857"/>
                </a:cxn>
                <a:cxn ang="0">
                  <a:pos x="309" y="1821"/>
                </a:cxn>
                <a:cxn ang="0">
                  <a:pos x="320" y="1793"/>
                </a:cxn>
                <a:cxn ang="0">
                  <a:pos x="331" y="1771"/>
                </a:cxn>
                <a:cxn ang="0">
                  <a:pos x="353" y="1775"/>
                </a:cxn>
                <a:cxn ang="0">
                  <a:pos x="363" y="1796"/>
                </a:cxn>
                <a:cxn ang="0">
                  <a:pos x="371" y="1821"/>
                </a:cxn>
                <a:cxn ang="0">
                  <a:pos x="378" y="1854"/>
                </a:cxn>
                <a:cxn ang="0">
                  <a:pos x="389" y="1890"/>
                </a:cxn>
                <a:cxn ang="0">
                  <a:pos x="396" y="1929"/>
                </a:cxn>
                <a:cxn ang="0">
                  <a:pos x="403" y="1969"/>
                </a:cxn>
                <a:cxn ang="0">
                  <a:pos x="414" y="2009"/>
                </a:cxn>
                <a:cxn ang="0">
                  <a:pos x="421" y="2052"/>
                </a:cxn>
                <a:cxn ang="0">
                  <a:pos x="428" y="2088"/>
                </a:cxn>
                <a:cxn ang="0">
                  <a:pos x="435" y="2124"/>
                </a:cxn>
                <a:cxn ang="0">
                  <a:pos x="446" y="2153"/>
                </a:cxn>
                <a:cxn ang="0">
                  <a:pos x="453" y="2174"/>
                </a:cxn>
                <a:cxn ang="0">
                  <a:pos x="464" y="2196"/>
                </a:cxn>
                <a:cxn ang="0">
                  <a:pos x="486" y="2207"/>
                </a:cxn>
                <a:cxn ang="0">
                  <a:pos x="504" y="2185"/>
                </a:cxn>
                <a:cxn ang="0">
                  <a:pos x="511" y="2163"/>
                </a:cxn>
                <a:cxn ang="0">
                  <a:pos x="522" y="2142"/>
                </a:cxn>
                <a:cxn ang="0">
                  <a:pos x="529" y="2113"/>
                </a:cxn>
                <a:cxn ang="0">
                  <a:pos x="536" y="2084"/>
                </a:cxn>
                <a:cxn ang="0">
                  <a:pos x="547" y="2055"/>
                </a:cxn>
                <a:cxn ang="0">
                  <a:pos x="554" y="2023"/>
                </a:cxn>
              </a:cxnLst>
              <a:rect l="0" t="0" r="r" b="b"/>
              <a:pathLst>
                <a:path w="554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1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29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47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5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0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08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3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1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76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3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19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37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5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3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1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6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4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1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2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399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17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5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3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1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4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2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4" y="201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0" name="Freeform 148"/>
            <p:cNvSpPr>
              <a:spLocks/>
            </p:cNvSpPr>
            <p:nvPr/>
          </p:nvSpPr>
          <p:spPr bwMode="auto">
            <a:xfrm>
              <a:off x="749" y="2974"/>
              <a:ext cx="3348" cy="216"/>
            </a:xfrm>
            <a:custGeom>
              <a:avLst/>
              <a:gdLst/>
              <a:ahLst/>
              <a:cxnLst>
                <a:cxn ang="0">
                  <a:pos x="57" y="75"/>
                </a:cxn>
                <a:cxn ang="0">
                  <a:pos x="119" y="90"/>
                </a:cxn>
                <a:cxn ang="0">
                  <a:pos x="180" y="115"/>
                </a:cxn>
                <a:cxn ang="0">
                  <a:pos x="241" y="115"/>
                </a:cxn>
                <a:cxn ang="0">
                  <a:pos x="302" y="86"/>
                </a:cxn>
                <a:cxn ang="0">
                  <a:pos x="363" y="75"/>
                </a:cxn>
                <a:cxn ang="0">
                  <a:pos x="425" y="104"/>
                </a:cxn>
                <a:cxn ang="0">
                  <a:pos x="486" y="122"/>
                </a:cxn>
                <a:cxn ang="0">
                  <a:pos x="547" y="104"/>
                </a:cxn>
                <a:cxn ang="0">
                  <a:pos x="608" y="75"/>
                </a:cxn>
                <a:cxn ang="0">
                  <a:pos x="669" y="83"/>
                </a:cxn>
                <a:cxn ang="0">
                  <a:pos x="731" y="119"/>
                </a:cxn>
                <a:cxn ang="0">
                  <a:pos x="792" y="122"/>
                </a:cxn>
                <a:cxn ang="0">
                  <a:pos x="853" y="86"/>
                </a:cxn>
                <a:cxn ang="0">
                  <a:pos x="914" y="68"/>
                </a:cxn>
                <a:cxn ang="0">
                  <a:pos x="975" y="101"/>
                </a:cxn>
                <a:cxn ang="0">
                  <a:pos x="1037" y="126"/>
                </a:cxn>
                <a:cxn ang="0">
                  <a:pos x="1098" y="108"/>
                </a:cxn>
                <a:cxn ang="0">
                  <a:pos x="1159" y="72"/>
                </a:cxn>
                <a:cxn ang="0">
                  <a:pos x="1220" y="75"/>
                </a:cxn>
                <a:cxn ang="0">
                  <a:pos x="1281" y="119"/>
                </a:cxn>
                <a:cxn ang="0">
                  <a:pos x="1343" y="129"/>
                </a:cxn>
                <a:cxn ang="0">
                  <a:pos x="1404" y="90"/>
                </a:cxn>
                <a:cxn ang="0">
                  <a:pos x="1465" y="65"/>
                </a:cxn>
                <a:cxn ang="0">
                  <a:pos x="1526" y="93"/>
                </a:cxn>
                <a:cxn ang="0">
                  <a:pos x="1587" y="133"/>
                </a:cxn>
                <a:cxn ang="0">
                  <a:pos x="1649" y="115"/>
                </a:cxn>
                <a:cxn ang="0">
                  <a:pos x="1710" y="68"/>
                </a:cxn>
                <a:cxn ang="0">
                  <a:pos x="1771" y="68"/>
                </a:cxn>
                <a:cxn ang="0">
                  <a:pos x="1832" y="115"/>
                </a:cxn>
                <a:cxn ang="0">
                  <a:pos x="1893" y="137"/>
                </a:cxn>
                <a:cxn ang="0">
                  <a:pos x="1955" y="93"/>
                </a:cxn>
                <a:cxn ang="0">
                  <a:pos x="2016" y="54"/>
                </a:cxn>
                <a:cxn ang="0">
                  <a:pos x="2077" y="86"/>
                </a:cxn>
                <a:cxn ang="0">
                  <a:pos x="2138" y="140"/>
                </a:cxn>
                <a:cxn ang="0">
                  <a:pos x="2199" y="129"/>
                </a:cxn>
                <a:cxn ang="0">
                  <a:pos x="2257" y="68"/>
                </a:cxn>
                <a:cxn ang="0">
                  <a:pos x="2318" y="50"/>
                </a:cxn>
                <a:cxn ang="0">
                  <a:pos x="2376" y="104"/>
                </a:cxn>
                <a:cxn ang="0">
                  <a:pos x="2433" y="155"/>
                </a:cxn>
                <a:cxn ang="0">
                  <a:pos x="2495" y="119"/>
                </a:cxn>
                <a:cxn ang="0">
                  <a:pos x="2541" y="57"/>
                </a:cxn>
                <a:cxn ang="0">
                  <a:pos x="2603" y="47"/>
                </a:cxn>
                <a:cxn ang="0">
                  <a:pos x="2653" y="104"/>
                </a:cxn>
                <a:cxn ang="0">
                  <a:pos x="2703" y="162"/>
                </a:cxn>
                <a:cxn ang="0">
                  <a:pos x="2765" y="133"/>
                </a:cxn>
                <a:cxn ang="0">
                  <a:pos x="2804" y="72"/>
                </a:cxn>
                <a:cxn ang="0">
                  <a:pos x="2858" y="21"/>
                </a:cxn>
                <a:cxn ang="0">
                  <a:pos x="2912" y="72"/>
                </a:cxn>
                <a:cxn ang="0">
                  <a:pos x="2948" y="133"/>
                </a:cxn>
                <a:cxn ang="0">
                  <a:pos x="2999" y="183"/>
                </a:cxn>
                <a:cxn ang="0">
                  <a:pos x="3049" y="133"/>
                </a:cxn>
                <a:cxn ang="0">
                  <a:pos x="3078" y="72"/>
                </a:cxn>
                <a:cxn ang="0">
                  <a:pos x="3117" y="11"/>
                </a:cxn>
                <a:cxn ang="0">
                  <a:pos x="3175" y="29"/>
                </a:cxn>
                <a:cxn ang="0">
                  <a:pos x="3204" y="90"/>
                </a:cxn>
                <a:cxn ang="0">
                  <a:pos x="3229" y="151"/>
                </a:cxn>
                <a:cxn ang="0">
                  <a:pos x="3269" y="212"/>
                </a:cxn>
                <a:cxn ang="0">
                  <a:pos x="3319" y="169"/>
                </a:cxn>
                <a:cxn ang="0">
                  <a:pos x="3341" y="104"/>
                </a:cxn>
              </a:cxnLst>
              <a:rect l="0" t="0" r="r" b="b"/>
              <a:pathLst>
                <a:path w="3348" h="216">
                  <a:moveTo>
                    <a:pt x="0" y="97"/>
                  </a:moveTo>
                  <a:lnTo>
                    <a:pt x="3" y="97"/>
                  </a:lnTo>
                  <a:lnTo>
                    <a:pt x="7" y="93"/>
                  </a:lnTo>
                  <a:lnTo>
                    <a:pt x="11" y="93"/>
                  </a:lnTo>
                  <a:lnTo>
                    <a:pt x="14" y="90"/>
                  </a:lnTo>
                  <a:lnTo>
                    <a:pt x="18" y="90"/>
                  </a:lnTo>
                  <a:lnTo>
                    <a:pt x="21" y="86"/>
                  </a:lnTo>
                  <a:lnTo>
                    <a:pt x="25" y="86"/>
                  </a:lnTo>
                  <a:lnTo>
                    <a:pt x="29" y="83"/>
                  </a:lnTo>
                  <a:lnTo>
                    <a:pt x="32" y="83"/>
                  </a:lnTo>
                  <a:lnTo>
                    <a:pt x="36" y="83"/>
                  </a:lnTo>
                  <a:lnTo>
                    <a:pt x="39" y="79"/>
                  </a:lnTo>
                  <a:lnTo>
                    <a:pt x="43" y="79"/>
                  </a:lnTo>
                  <a:lnTo>
                    <a:pt x="47" y="79"/>
                  </a:lnTo>
                  <a:lnTo>
                    <a:pt x="50" y="79"/>
                  </a:lnTo>
                  <a:lnTo>
                    <a:pt x="54" y="75"/>
                  </a:lnTo>
                  <a:lnTo>
                    <a:pt x="57" y="75"/>
                  </a:lnTo>
                  <a:lnTo>
                    <a:pt x="61" y="75"/>
                  </a:lnTo>
                  <a:lnTo>
                    <a:pt x="65" y="75"/>
                  </a:lnTo>
                  <a:lnTo>
                    <a:pt x="68" y="75"/>
                  </a:lnTo>
                  <a:lnTo>
                    <a:pt x="72" y="75"/>
                  </a:lnTo>
                  <a:lnTo>
                    <a:pt x="75" y="75"/>
                  </a:lnTo>
                  <a:lnTo>
                    <a:pt x="79" y="75"/>
                  </a:lnTo>
                  <a:lnTo>
                    <a:pt x="83" y="75"/>
                  </a:lnTo>
                  <a:lnTo>
                    <a:pt x="86" y="75"/>
                  </a:lnTo>
                  <a:lnTo>
                    <a:pt x="90" y="79"/>
                  </a:lnTo>
                  <a:lnTo>
                    <a:pt x="93" y="79"/>
                  </a:lnTo>
                  <a:lnTo>
                    <a:pt x="97" y="79"/>
                  </a:lnTo>
                  <a:lnTo>
                    <a:pt x="101" y="83"/>
                  </a:lnTo>
                  <a:lnTo>
                    <a:pt x="104" y="83"/>
                  </a:lnTo>
                  <a:lnTo>
                    <a:pt x="108" y="83"/>
                  </a:lnTo>
                  <a:lnTo>
                    <a:pt x="111" y="86"/>
                  </a:lnTo>
                  <a:lnTo>
                    <a:pt x="115" y="86"/>
                  </a:lnTo>
                  <a:lnTo>
                    <a:pt x="119" y="90"/>
                  </a:lnTo>
                  <a:lnTo>
                    <a:pt x="122" y="90"/>
                  </a:lnTo>
                  <a:lnTo>
                    <a:pt x="126" y="90"/>
                  </a:lnTo>
                  <a:lnTo>
                    <a:pt x="129" y="93"/>
                  </a:lnTo>
                  <a:lnTo>
                    <a:pt x="133" y="93"/>
                  </a:lnTo>
                  <a:lnTo>
                    <a:pt x="137" y="97"/>
                  </a:lnTo>
                  <a:lnTo>
                    <a:pt x="140" y="101"/>
                  </a:lnTo>
                  <a:lnTo>
                    <a:pt x="144" y="101"/>
                  </a:lnTo>
                  <a:lnTo>
                    <a:pt x="147" y="104"/>
                  </a:lnTo>
                  <a:lnTo>
                    <a:pt x="151" y="104"/>
                  </a:lnTo>
                  <a:lnTo>
                    <a:pt x="155" y="108"/>
                  </a:lnTo>
                  <a:lnTo>
                    <a:pt x="158" y="108"/>
                  </a:lnTo>
                  <a:lnTo>
                    <a:pt x="162" y="111"/>
                  </a:lnTo>
                  <a:lnTo>
                    <a:pt x="165" y="111"/>
                  </a:lnTo>
                  <a:lnTo>
                    <a:pt x="169" y="111"/>
                  </a:lnTo>
                  <a:lnTo>
                    <a:pt x="173" y="115"/>
                  </a:lnTo>
                  <a:lnTo>
                    <a:pt x="176" y="115"/>
                  </a:lnTo>
                  <a:lnTo>
                    <a:pt x="180" y="115"/>
                  </a:lnTo>
                  <a:lnTo>
                    <a:pt x="183" y="119"/>
                  </a:lnTo>
                  <a:lnTo>
                    <a:pt x="187" y="119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22"/>
                  </a:lnTo>
                  <a:lnTo>
                    <a:pt x="201" y="122"/>
                  </a:lnTo>
                  <a:lnTo>
                    <a:pt x="205" y="122"/>
                  </a:lnTo>
                  <a:lnTo>
                    <a:pt x="209" y="122"/>
                  </a:lnTo>
                  <a:lnTo>
                    <a:pt x="212" y="122"/>
                  </a:lnTo>
                  <a:lnTo>
                    <a:pt x="216" y="122"/>
                  </a:lnTo>
                  <a:lnTo>
                    <a:pt x="219" y="122"/>
                  </a:lnTo>
                  <a:lnTo>
                    <a:pt x="223" y="119"/>
                  </a:lnTo>
                  <a:lnTo>
                    <a:pt x="227" y="119"/>
                  </a:lnTo>
                  <a:lnTo>
                    <a:pt x="230" y="119"/>
                  </a:lnTo>
                  <a:lnTo>
                    <a:pt x="234" y="119"/>
                  </a:lnTo>
                  <a:lnTo>
                    <a:pt x="237" y="115"/>
                  </a:lnTo>
                  <a:lnTo>
                    <a:pt x="241" y="115"/>
                  </a:lnTo>
                  <a:lnTo>
                    <a:pt x="245" y="115"/>
                  </a:lnTo>
                  <a:lnTo>
                    <a:pt x="248" y="111"/>
                  </a:lnTo>
                  <a:lnTo>
                    <a:pt x="252" y="111"/>
                  </a:lnTo>
                  <a:lnTo>
                    <a:pt x="255" y="108"/>
                  </a:lnTo>
                  <a:lnTo>
                    <a:pt x="259" y="108"/>
                  </a:lnTo>
                  <a:lnTo>
                    <a:pt x="263" y="104"/>
                  </a:lnTo>
                  <a:lnTo>
                    <a:pt x="266" y="104"/>
                  </a:lnTo>
                  <a:lnTo>
                    <a:pt x="270" y="101"/>
                  </a:lnTo>
                  <a:lnTo>
                    <a:pt x="273" y="101"/>
                  </a:lnTo>
                  <a:lnTo>
                    <a:pt x="277" y="97"/>
                  </a:lnTo>
                  <a:lnTo>
                    <a:pt x="281" y="97"/>
                  </a:lnTo>
                  <a:lnTo>
                    <a:pt x="284" y="93"/>
                  </a:lnTo>
                  <a:lnTo>
                    <a:pt x="288" y="93"/>
                  </a:lnTo>
                  <a:lnTo>
                    <a:pt x="291" y="90"/>
                  </a:lnTo>
                  <a:lnTo>
                    <a:pt x="295" y="90"/>
                  </a:lnTo>
                  <a:lnTo>
                    <a:pt x="299" y="86"/>
                  </a:lnTo>
                  <a:lnTo>
                    <a:pt x="302" y="86"/>
                  </a:lnTo>
                  <a:lnTo>
                    <a:pt x="306" y="83"/>
                  </a:lnTo>
                  <a:lnTo>
                    <a:pt x="309" y="83"/>
                  </a:lnTo>
                  <a:lnTo>
                    <a:pt x="313" y="83"/>
                  </a:lnTo>
                  <a:lnTo>
                    <a:pt x="317" y="79"/>
                  </a:lnTo>
                  <a:lnTo>
                    <a:pt x="320" y="79"/>
                  </a:lnTo>
                  <a:lnTo>
                    <a:pt x="324" y="75"/>
                  </a:lnTo>
                  <a:lnTo>
                    <a:pt x="327" y="75"/>
                  </a:lnTo>
                  <a:lnTo>
                    <a:pt x="331" y="75"/>
                  </a:lnTo>
                  <a:lnTo>
                    <a:pt x="335" y="75"/>
                  </a:lnTo>
                  <a:lnTo>
                    <a:pt x="338" y="75"/>
                  </a:lnTo>
                  <a:lnTo>
                    <a:pt x="342" y="75"/>
                  </a:lnTo>
                  <a:lnTo>
                    <a:pt x="345" y="75"/>
                  </a:lnTo>
                  <a:lnTo>
                    <a:pt x="349" y="75"/>
                  </a:lnTo>
                  <a:lnTo>
                    <a:pt x="353" y="75"/>
                  </a:lnTo>
                  <a:lnTo>
                    <a:pt x="356" y="75"/>
                  </a:lnTo>
                  <a:lnTo>
                    <a:pt x="360" y="75"/>
                  </a:lnTo>
                  <a:lnTo>
                    <a:pt x="363" y="75"/>
                  </a:lnTo>
                  <a:lnTo>
                    <a:pt x="367" y="75"/>
                  </a:lnTo>
                  <a:lnTo>
                    <a:pt x="371" y="75"/>
                  </a:lnTo>
                  <a:lnTo>
                    <a:pt x="374" y="79"/>
                  </a:lnTo>
                  <a:lnTo>
                    <a:pt x="378" y="79"/>
                  </a:lnTo>
                  <a:lnTo>
                    <a:pt x="381" y="79"/>
                  </a:lnTo>
                  <a:lnTo>
                    <a:pt x="385" y="83"/>
                  </a:lnTo>
                  <a:lnTo>
                    <a:pt x="389" y="83"/>
                  </a:lnTo>
                  <a:lnTo>
                    <a:pt x="392" y="86"/>
                  </a:lnTo>
                  <a:lnTo>
                    <a:pt x="396" y="86"/>
                  </a:lnTo>
                  <a:lnTo>
                    <a:pt x="399" y="90"/>
                  </a:lnTo>
                  <a:lnTo>
                    <a:pt x="403" y="90"/>
                  </a:lnTo>
                  <a:lnTo>
                    <a:pt x="407" y="93"/>
                  </a:lnTo>
                  <a:lnTo>
                    <a:pt x="410" y="93"/>
                  </a:lnTo>
                  <a:lnTo>
                    <a:pt x="414" y="97"/>
                  </a:lnTo>
                  <a:lnTo>
                    <a:pt x="417" y="97"/>
                  </a:lnTo>
                  <a:lnTo>
                    <a:pt x="421" y="101"/>
                  </a:lnTo>
                  <a:lnTo>
                    <a:pt x="425" y="104"/>
                  </a:lnTo>
                  <a:lnTo>
                    <a:pt x="428" y="104"/>
                  </a:lnTo>
                  <a:lnTo>
                    <a:pt x="432" y="108"/>
                  </a:lnTo>
                  <a:lnTo>
                    <a:pt x="435" y="108"/>
                  </a:lnTo>
                  <a:lnTo>
                    <a:pt x="439" y="111"/>
                  </a:lnTo>
                  <a:lnTo>
                    <a:pt x="443" y="111"/>
                  </a:lnTo>
                  <a:lnTo>
                    <a:pt x="446" y="115"/>
                  </a:lnTo>
                  <a:lnTo>
                    <a:pt x="450" y="115"/>
                  </a:lnTo>
                  <a:lnTo>
                    <a:pt x="453" y="115"/>
                  </a:lnTo>
                  <a:lnTo>
                    <a:pt x="457" y="119"/>
                  </a:lnTo>
                  <a:lnTo>
                    <a:pt x="461" y="119"/>
                  </a:lnTo>
                  <a:lnTo>
                    <a:pt x="464" y="119"/>
                  </a:lnTo>
                  <a:lnTo>
                    <a:pt x="468" y="122"/>
                  </a:lnTo>
                  <a:lnTo>
                    <a:pt x="471" y="122"/>
                  </a:lnTo>
                  <a:lnTo>
                    <a:pt x="475" y="122"/>
                  </a:lnTo>
                  <a:lnTo>
                    <a:pt x="479" y="122"/>
                  </a:lnTo>
                  <a:lnTo>
                    <a:pt x="482" y="122"/>
                  </a:lnTo>
                  <a:lnTo>
                    <a:pt x="486" y="122"/>
                  </a:lnTo>
                  <a:lnTo>
                    <a:pt x="489" y="122"/>
                  </a:lnTo>
                  <a:lnTo>
                    <a:pt x="493" y="122"/>
                  </a:lnTo>
                  <a:lnTo>
                    <a:pt x="497" y="122"/>
                  </a:lnTo>
                  <a:lnTo>
                    <a:pt x="500" y="122"/>
                  </a:lnTo>
                  <a:lnTo>
                    <a:pt x="504" y="122"/>
                  </a:lnTo>
                  <a:lnTo>
                    <a:pt x="507" y="122"/>
                  </a:lnTo>
                  <a:lnTo>
                    <a:pt x="511" y="119"/>
                  </a:lnTo>
                  <a:lnTo>
                    <a:pt x="515" y="119"/>
                  </a:lnTo>
                  <a:lnTo>
                    <a:pt x="518" y="119"/>
                  </a:lnTo>
                  <a:lnTo>
                    <a:pt x="522" y="115"/>
                  </a:lnTo>
                  <a:lnTo>
                    <a:pt x="525" y="115"/>
                  </a:lnTo>
                  <a:lnTo>
                    <a:pt x="529" y="111"/>
                  </a:lnTo>
                  <a:lnTo>
                    <a:pt x="533" y="111"/>
                  </a:lnTo>
                  <a:lnTo>
                    <a:pt x="536" y="108"/>
                  </a:lnTo>
                  <a:lnTo>
                    <a:pt x="540" y="108"/>
                  </a:lnTo>
                  <a:lnTo>
                    <a:pt x="543" y="104"/>
                  </a:lnTo>
                  <a:lnTo>
                    <a:pt x="547" y="104"/>
                  </a:lnTo>
                  <a:lnTo>
                    <a:pt x="551" y="101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93"/>
                  </a:lnTo>
                  <a:lnTo>
                    <a:pt x="565" y="93"/>
                  </a:lnTo>
                  <a:lnTo>
                    <a:pt x="569" y="90"/>
                  </a:lnTo>
                  <a:lnTo>
                    <a:pt x="572" y="90"/>
                  </a:lnTo>
                  <a:lnTo>
                    <a:pt x="576" y="86"/>
                  </a:lnTo>
                  <a:lnTo>
                    <a:pt x="579" y="86"/>
                  </a:lnTo>
                  <a:lnTo>
                    <a:pt x="583" y="83"/>
                  </a:lnTo>
                  <a:lnTo>
                    <a:pt x="587" y="83"/>
                  </a:lnTo>
                  <a:lnTo>
                    <a:pt x="590" y="79"/>
                  </a:lnTo>
                  <a:lnTo>
                    <a:pt x="594" y="79"/>
                  </a:lnTo>
                  <a:lnTo>
                    <a:pt x="597" y="75"/>
                  </a:lnTo>
                  <a:lnTo>
                    <a:pt x="601" y="75"/>
                  </a:lnTo>
                  <a:lnTo>
                    <a:pt x="605" y="75"/>
                  </a:lnTo>
                  <a:lnTo>
                    <a:pt x="608" y="75"/>
                  </a:lnTo>
                  <a:lnTo>
                    <a:pt x="612" y="72"/>
                  </a:lnTo>
                  <a:lnTo>
                    <a:pt x="615" y="72"/>
                  </a:lnTo>
                  <a:lnTo>
                    <a:pt x="619" y="72"/>
                  </a:lnTo>
                  <a:lnTo>
                    <a:pt x="623" y="72"/>
                  </a:lnTo>
                  <a:lnTo>
                    <a:pt x="626" y="72"/>
                  </a:lnTo>
                  <a:lnTo>
                    <a:pt x="630" y="72"/>
                  </a:lnTo>
                  <a:lnTo>
                    <a:pt x="633" y="72"/>
                  </a:lnTo>
                  <a:lnTo>
                    <a:pt x="637" y="72"/>
                  </a:lnTo>
                  <a:lnTo>
                    <a:pt x="641" y="72"/>
                  </a:lnTo>
                  <a:lnTo>
                    <a:pt x="644" y="75"/>
                  </a:lnTo>
                  <a:lnTo>
                    <a:pt x="648" y="75"/>
                  </a:lnTo>
                  <a:lnTo>
                    <a:pt x="651" y="75"/>
                  </a:lnTo>
                  <a:lnTo>
                    <a:pt x="655" y="75"/>
                  </a:lnTo>
                  <a:lnTo>
                    <a:pt x="659" y="79"/>
                  </a:lnTo>
                  <a:lnTo>
                    <a:pt x="662" y="79"/>
                  </a:lnTo>
                  <a:lnTo>
                    <a:pt x="666" y="83"/>
                  </a:lnTo>
                  <a:lnTo>
                    <a:pt x="669" y="83"/>
                  </a:lnTo>
                  <a:lnTo>
                    <a:pt x="673" y="86"/>
                  </a:lnTo>
                  <a:lnTo>
                    <a:pt x="677" y="86"/>
                  </a:lnTo>
                  <a:lnTo>
                    <a:pt x="680" y="90"/>
                  </a:lnTo>
                  <a:lnTo>
                    <a:pt x="684" y="90"/>
                  </a:lnTo>
                  <a:lnTo>
                    <a:pt x="687" y="93"/>
                  </a:lnTo>
                  <a:lnTo>
                    <a:pt x="691" y="97"/>
                  </a:lnTo>
                  <a:lnTo>
                    <a:pt x="695" y="97"/>
                  </a:lnTo>
                  <a:lnTo>
                    <a:pt x="698" y="101"/>
                  </a:lnTo>
                  <a:lnTo>
                    <a:pt x="702" y="101"/>
                  </a:lnTo>
                  <a:lnTo>
                    <a:pt x="705" y="104"/>
                  </a:lnTo>
                  <a:lnTo>
                    <a:pt x="709" y="108"/>
                  </a:lnTo>
                  <a:lnTo>
                    <a:pt x="713" y="108"/>
                  </a:lnTo>
                  <a:lnTo>
                    <a:pt x="716" y="111"/>
                  </a:lnTo>
                  <a:lnTo>
                    <a:pt x="720" y="111"/>
                  </a:lnTo>
                  <a:lnTo>
                    <a:pt x="723" y="115"/>
                  </a:lnTo>
                  <a:lnTo>
                    <a:pt x="727" y="115"/>
                  </a:lnTo>
                  <a:lnTo>
                    <a:pt x="731" y="119"/>
                  </a:lnTo>
                  <a:lnTo>
                    <a:pt x="734" y="119"/>
                  </a:lnTo>
                  <a:lnTo>
                    <a:pt x="738" y="119"/>
                  </a:lnTo>
                  <a:lnTo>
                    <a:pt x="741" y="122"/>
                  </a:lnTo>
                  <a:lnTo>
                    <a:pt x="745" y="122"/>
                  </a:lnTo>
                  <a:lnTo>
                    <a:pt x="749" y="122"/>
                  </a:lnTo>
                  <a:lnTo>
                    <a:pt x="752" y="126"/>
                  </a:lnTo>
                  <a:lnTo>
                    <a:pt x="756" y="126"/>
                  </a:lnTo>
                  <a:lnTo>
                    <a:pt x="759" y="126"/>
                  </a:lnTo>
                  <a:lnTo>
                    <a:pt x="763" y="126"/>
                  </a:lnTo>
                  <a:lnTo>
                    <a:pt x="767" y="126"/>
                  </a:lnTo>
                  <a:lnTo>
                    <a:pt x="770" y="126"/>
                  </a:lnTo>
                  <a:lnTo>
                    <a:pt x="774" y="126"/>
                  </a:lnTo>
                  <a:lnTo>
                    <a:pt x="777" y="126"/>
                  </a:lnTo>
                  <a:lnTo>
                    <a:pt x="781" y="122"/>
                  </a:lnTo>
                  <a:lnTo>
                    <a:pt x="785" y="122"/>
                  </a:lnTo>
                  <a:lnTo>
                    <a:pt x="788" y="122"/>
                  </a:lnTo>
                  <a:lnTo>
                    <a:pt x="792" y="122"/>
                  </a:lnTo>
                  <a:lnTo>
                    <a:pt x="795" y="119"/>
                  </a:lnTo>
                  <a:lnTo>
                    <a:pt x="799" y="119"/>
                  </a:lnTo>
                  <a:lnTo>
                    <a:pt x="803" y="115"/>
                  </a:lnTo>
                  <a:lnTo>
                    <a:pt x="806" y="115"/>
                  </a:lnTo>
                  <a:lnTo>
                    <a:pt x="810" y="111"/>
                  </a:lnTo>
                  <a:lnTo>
                    <a:pt x="813" y="111"/>
                  </a:lnTo>
                  <a:lnTo>
                    <a:pt x="817" y="108"/>
                  </a:lnTo>
                  <a:lnTo>
                    <a:pt x="821" y="108"/>
                  </a:lnTo>
                  <a:lnTo>
                    <a:pt x="824" y="104"/>
                  </a:lnTo>
                  <a:lnTo>
                    <a:pt x="828" y="101"/>
                  </a:lnTo>
                  <a:lnTo>
                    <a:pt x="831" y="101"/>
                  </a:lnTo>
                  <a:lnTo>
                    <a:pt x="835" y="97"/>
                  </a:lnTo>
                  <a:lnTo>
                    <a:pt x="839" y="97"/>
                  </a:lnTo>
                  <a:lnTo>
                    <a:pt x="842" y="93"/>
                  </a:lnTo>
                  <a:lnTo>
                    <a:pt x="846" y="90"/>
                  </a:lnTo>
                  <a:lnTo>
                    <a:pt x="849" y="90"/>
                  </a:lnTo>
                  <a:lnTo>
                    <a:pt x="853" y="86"/>
                  </a:lnTo>
                  <a:lnTo>
                    <a:pt x="857" y="86"/>
                  </a:lnTo>
                  <a:lnTo>
                    <a:pt x="860" y="83"/>
                  </a:lnTo>
                  <a:lnTo>
                    <a:pt x="864" y="79"/>
                  </a:lnTo>
                  <a:lnTo>
                    <a:pt x="867" y="79"/>
                  </a:lnTo>
                  <a:lnTo>
                    <a:pt x="871" y="79"/>
                  </a:lnTo>
                  <a:lnTo>
                    <a:pt x="875" y="75"/>
                  </a:lnTo>
                  <a:lnTo>
                    <a:pt x="878" y="75"/>
                  </a:lnTo>
                  <a:lnTo>
                    <a:pt x="882" y="72"/>
                  </a:lnTo>
                  <a:lnTo>
                    <a:pt x="885" y="72"/>
                  </a:lnTo>
                  <a:lnTo>
                    <a:pt x="889" y="72"/>
                  </a:lnTo>
                  <a:lnTo>
                    <a:pt x="893" y="72"/>
                  </a:lnTo>
                  <a:lnTo>
                    <a:pt x="896" y="68"/>
                  </a:lnTo>
                  <a:lnTo>
                    <a:pt x="900" y="68"/>
                  </a:lnTo>
                  <a:lnTo>
                    <a:pt x="903" y="68"/>
                  </a:lnTo>
                  <a:lnTo>
                    <a:pt x="907" y="68"/>
                  </a:lnTo>
                  <a:lnTo>
                    <a:pt x="911" y="68"/>
                  </a:lnTo>
                  <a:lnTo>
                    <a:pt x="914" y="68"/>
                  </a:lnTo>
                  <a:lnTo>
                    <a:pt x="918" y="72"/>
                  </a:lnTo>
                  <a:lnTo>
                    <a:pt x="921" y="72"/>
                  </a:lnTo>
                  <a:lnTo>
                    <a:pt x="925" y="72"/>
                  </a:lnTo>
                  <a:lnTo>
                    <a:pt x="929" y="72"/>
                  </a:lnTo>
                  <a:lnTo>
                    <a:pt x="932" y="75"/>
                  </a:lnTo>
                  <a:lnTo>
                    <a:pt x="936" y="75"/>
                  </a:lnTo>
                  <a:lnTo>
                    <a:pt x="939" y="79"/>
                  </a:lnTo>
                  <a:lnTo>
                    <a:pt x="943" y="79"/>
                  </a:lnTo>
                  <a:lnTo>
                    <a:pt x="947" y="83"/>
                  </a:lnTo>
                  <a:lnTo>
                    <a:pt x="950" y="83"/>
                  </a:lnTo>
                  <a:lnTo>
                    <a:pt x="954" y="86"/>
                  </a:lnTo>
                  <a:lnTo>
                    <a:pt x="957" y="86"/>
                  </a:lnTo>
                  <a:lnTo>
                    <a:pt x="961" y="90"/>
                  </a:lnTo>
                  <a:lnTo>
                    <a:pt x="965" y="90"/>
                  </a:lnTo>
                  <a:lnTo>
                    <a:pt x="968" y="93"/>
                  </a:lnTo>
                  <a:lnTo>
                    <a:pt x="972" y="97"/>
                  </a:lnTo>
                  <a:lnTo>
                    <a:pt x="975" y="101"/>
                  </a:lnTo>
                  <a:lnTo>
                    <a:pt x="979" y="101"/>
                  </a:lnTo>
                  <a:lnTo>
                    <a:pt x="983" y="104"/>
                  </a:lnTo>
                  <a:lnTo>
                    <a:pt x="986" y="104"/>
                  </a:lnTo>
                  <a:lnTo>
                    <a:pt x="990" y="108"/>
                  </a:lnTo>
                  <a:lnTo>
                    <a:pt x="993" y="111"/>
                  </a:lnTo>
                  <a:lnTo>
                    <a:pt x="997" y="111"/>
                  </a:lnTo>
                  <a:lnTo>
                    <a:pt x="1001" y="115"/>
                  </a:lnTo>
                  <a:lnTo>
                    <a:pt x="1004" y="115"/>
                  </a:lnTo>
                  <a:lnTo>
                    <a:pt x="1008" y="119"/>
                  </a:lnTo>
                  <a:lnTo>
                    <a:pt x="1011" y="119"/>
                  </a:lnTo>
                  <a:lnTo>
                    <a:pt x="1015" y="122"/>
                  </a:lnTo>
                  <a:lnTo>
                    <a:pt x="1019" y="122"/>
                  </a:lnTo>
                  <a:lnTo>
                    <a:pt x="1022" y="122"/>
                  </a:lnTo>
                  <a:lnTo>
                    <a:pt x="1026" y="126"/>
                  </a:lnTo>
                  <a:lnTo>
                    <a:pt x="1029" y="126"/>
                  </a:lnTo>
                  <a:lnTo>
                    <a:pt x="1033" y="126"/>
                  </a:lnTo>
                  <a:lnTo>
                    <a:pt x="1037" y="126"/>
                  </a:lnTo>
                  <a:lnTo>
                    <a:pt x="1040" y="129"/>
                  </a:lnTo>
                  <a:lnTo>
                    <a:pt x="1044" y="129"/>
                  </a:lnTo>
                  <a:lnTo>
                    <a:pt x="1047" y="129"/>
                  </a:lnTo>
                  <a:lnTo>
                    <a:pt x="1051" y="126"/>
                  </a:lnTo>
                  <a:lnTo>
                    <a:pt x="1055" y="126"/>
                  </a:lnTo>
                  <a:lnTo>
                    <a:pt x="1058" y="126"/>
                  </a:lnTo>
                  <a:lnTo>
                    <a:pt x="1062" y="126"/>
                  </a:lnTo>
                  <a:lnTo>
                    <a:pt x="1065" y="126"/>
                  </a:lnTo>
                  <a:lnTo>
                    <a:pt x="1069" y="122"/>
                  </a:lnTo>
                  <a:lnTo>
                    <a:pt x="1073" y="122"/>
                  </a:lnTo>
                  <a:lnTo>
                    <a:pt x="1076" y="122"/>
                  </a:lnTo>
                  <a:lnTo>
                    <a:pt x="1080" y="119"/>
                  </a:lnTo>
                  <a:lnTo>
                    <a:pt x="1083" y="119"/>
                  </a:lnTo>
                  <a:lnTo>
                    <a:pt x="1087" y="115"/>
                  </a:lnTo>
                  <a:lnTo>
                    <a:pt x="1091" y="115"/>
                  </a:lnTo>
                  <a:lnTo>
                    <a:pt x="1094" y="111"/>
                  </a:lnTo>
                  <a:lnTo>
                    <a:pt x="1098" y="108"/>
                  </a:lnTo>
                  <a:lnTo>
                    <a:pt x="1101" y="108"/>
                  </a:lnTo>
                  <a:lnTo>
                    <a:pt x="1105" y="104"/>
                  </a:lnTo>
                  <a:lnTo>
                    <a:pt x="1109" y="101"/>
                  </a:lnTo>
                  <a:lnTo>
                    <a:pt x="1112" y="101"/>
                  </a:lnTo>
                  <a:lnTo>
                    <a:pt x="1116" y="97"/>
                  </a:lnTo>
                  <a:lnTo>
                    <a:pt x="1119" y="93"/>
                  </a:lnTo>
                  <a:lnTo>
                    <a:pt x="1123" y="90"/>
                  </a:lnTo>
                  <a:lnTo>
                    <a:pt x="1127" y="90"/>
                  </a:lnTo>
                  <a:lnTo>
                    <a:pt x="1130" y="86"/>
                  </a:lnTo>
                  <a:lnTo>
                    <a:pt x="1134" y="86"/>
                  </a:lnTo>
                  <a:lnTo>
                    <a:pt x="1137" y="83"/>
                  </a:lnTo>
                  <a:lnTo>
                    <a:pt x="1141" y="79"/>
                  </a:lnTo>
                  <a:lnTo>
                    <a:pt x="1145" y="79"/>
                  </a:lnTo>
                  <a:lnTo>
                    <a:pt x="1148" y="75"/>
                  </a:lnTo>
                  <a:lnTo>
                    <a:pt x="1152" y="75"/>
                  </a:lnTo>
                  <a:lnTo>
                    <a:pt x="1155" y="72"/>
                  </a:lnTo>
                  <a:lnTo>
                    <a:pt x="1159" y="72"/>
                  </a:lnTo>
                  <a:lnTo>
                    <a:pt x="1163" y="72"/>
                  </a:lnTo>
                  <a:lnTo>
                    <a:pt x="1166" y="68"/>
                  </a:lnTo>
                  <a:lnTo>
                    <a:pt x="1170" y="68"/>
                  </a:lnTo>
                  <a:lnTo>
                    <a:pt x="1173" y="68"/>
                  </a:lnTo>
                  <a:lnTo>
                    <a:pt x="1177" y="68"/>
                  </a:lnTo>
                  <a:lnTo>
                    <a:pt x="1181" y="68"/>
                  </a:lnTo>
                  <a:lnTo>
                    <a:pt x="1184" y="68"/>
                  </a:lnTo>
                  <a:lnTo>
                    <a:pt x="1188" y="68"/>
                  </a:lnTo>
                  <a:lnTo>
                    <a:pt x="1191" y="68"/>
                  </a:lnTo>
                  <a:lnTo>
                    <a:pt x="1195" y="68"/>
                  </a:lnTo>
                  <a:lnTo>
                    <a:pt x="1199" y="68"/>
                  </a:lnTo>
                  <a:lnTo>
                    <a:pt x="1202" y="68"/>
                  </a:lnTo>
                  <a:lnTo>
                    <a:pt x="1206" y="72"/>
                  </a:lnTo>
                  <a:lnTo>
                    <a:pt x="1209" y="72"/>
                  </a:lnTo>
                  <a:lnTo>
                    <a:pt x="1213" y="72"/>
                  </a:lnTo>
                  <a:lnTo>
                    <a:pt x="1217" y="75"/>
                  </a:lnTo>
                  <a:lnTo>
                    <a:pt x="1220" y="75"/>
                  </a:lnTo>
                  <a:lnTo>
                    <a:pt x="1224" y="79"/>
                  </a:lnTo>
                  <a:lnTo>
                    <a:pt x="1227" y="83"/>
                  </a:lnTo>
                  <a:lnTo>
                    <a:pt x="1231" y="83"/>
                  </a:lnTo>
                  <a:lnTo>
                    <a:pt x="1235" y="86"/>
                  </a:lnTo>
                  <a:lnTo>
                    <a:pt x="1238" y="86"/>
                  </a:lnTo>
                  <a:lnTo>
                    <a:pt x="1242" y="90"/>
                  </a:lnTo>
                  <a:lnTo>
                    <a:pt x="1245" y="93"/>
                  </a:lnTo>
                  <a:lnTo>
                    <a:pt x="1249" y="93"/>
                  </a:lnTo>
                  <a:lnTo>
                    <a:pt x="1253" y="97"/>
                  </a:lnTo>
                  <a:lnTo>
                    <a:pt x="1256" y="101"/>
                  </a:lnTo>
                  <a:lnTo>
                    <a:pt x="1260" y="104"/>
                  </a:lnTo>
                  <a:lnTo>
                    <a:pt x="1263" y="104"/>
                  </a:lnTo>
                  <a:lnTo>
                    <a:pt x="1267" y="108"/>
                  </a:lnTo>
                  <a:lnTo>
                    <a:pt x="1271" y="111"/>
                  </a:lnTo>
                  <a:lnTo>
                    <a:pt x="1274" y="111"/>
                  </a:lnTo>
                  <a:lnTo>
                    <a:pt x="1278" y="115"/>
                  </a:lnTo>
                  <a:lnTo>
                    <a:pt x="1281" y="119"/>
                  </a:lnTo>
                  <a:lnTo>
                    <a:pt x="1285" y="119"/>
                  </a:lnTo>
                  <a:lnTo>
                    <a:pt x="1289" y="122"/>
                  </a:lnTo>
                  <a:lnTo>
                    <a:pt x="1292" y="122"/>
                  </a:lnTo>
                  <a:lnTo>
                    <a:pt x="1296" y="126"/>
                  </a:lnTo>
                  <a:lnTo>
                    <a:pt x="1299" y="126"/>
                  </a:lnTo>
                  <a:lnTo>
                    <a:pt x="1303" y="126"/>
                  </a:lnTo>
                  <a:lnTo>
                    <a:pt x="1307" y="129"/>
                  </a:lnTo>
                  <a:lnTo>
                    <a:pt x="1310" y="129"/>
                  </a:lnTo>
                  <a:lnTo>
                    <a:pt x="1314" y="129"/>
                  </a:lnTo>
                  <a:lnTo>
                    <a:pt x="1317" y="129"/>
                  </a:lnTo>
                  <a:lnTo>
                    <a:pt x="1321" y="129"/>
                  </a:lnTo>
                  <a:lnTo>
                    <a:pt x="1325" y="129"/>
                  </a:lnTo>
                  <a:lnTo>
                    <a:pt x="1328" y="129"/>
                  </a:lnTo>
                  <a:lnTo>
                    <a:pt x="1332" y="129"/>
                  </a:lnTo>
                  <a:lnTo>
                    <a:pt x="1335" y="129"/>
                  </a:lnTo>
                  <a:lnTo>
                    <a:pt x="1339" y="129"/>
                  </a:lnTo>
                  <a:lnTo>
                    <a:pt x="1343" y="129"/>
                  </a:lnTo>
                  <a:lnTo>
                    <a:pt x="1346" y="126"/>
                  </a:lnTo>
                  <a:lnTo>
                    <a:pt x="1350" y="126"/>
                  </a:lnTo>
                  <a:lnTo>
                    <a:pt x="1353" y="122"/>
                  </a:lnTo>
                  <a:lnTo>
                    <a:pt x="1357" y="122"/>
                  </a:lnTo>
                  <a:lnTo>
                    <a:pt x="1361" y="119"/>
                  </a:lnTo>
                  <a:lnTo>
                    <a:pt x="1364" y="119"/>
                  </a:lnTo>
                  <a:lnTo>
                    <a:pt x="1368" y="115"/>
                  </a:lnTo>
                  <a:lnTo>
                    <a:pt x="1371" y="111"/>
                  </a:lnTo>
                  <a:lnTo>
                    <a:pt x="1375" y="111"/>
                  </a:lnTo>
                  <a:lnTo>
                    <a:pt x="1379" y="108"/>
                  </a:lnTo>
                  <a:lnTo>
                    <a:pt x="1382" y="104"/>
                  </a:lnTo>
                  <a:lnTo>
                    <a:pt x="1386" y="104"/>
                  </a:lnTo>
                  <a:lnTo>
                    <a:pt x="1389" y="101"/>
                  </a:lnTo>
                  <a:lnTo>
                    <a:pt x="1393" y="97"/>
                  </a:lnTo>
                  <a:lnTo>
                    <a:pt x="1397" y="93"/>
                  </a:lnTo>
                  <a:lnTo>
                    <a:pt x="1400" y="93"/>
                  </a:lnTo>
                  <a:lnTo>
                    <a:pt x="1404" y="90"/>
                  </a:lnTo>
                  <a:lnTo>
                    <a:pt x="1407" y="86"/>
                  </a:lnTo>
                  <a:lnTo>
                    <a:pt x="1411" y="83"/>
                  </a:lnTo>
                  <a:lnTo>
                    <a:pt x="1415" y="83"/>
                  </a:lnTo>
                  <a:lnTo>
                    <a:pt x="1418" y="79"/>
                  </a:lnTo>
                  <a:lnTo>
                    <a:pt x="1422" y="75"/>
                  </a:lnTo>
                  <a:lnTo>
                    <a:pt x="1425" y="75"/>
                  </a:lnTo>
                  <a:lnTo>
                    <a:pt x="1429" y="72"/>
                  </a:lnTo>
                  <a:lnTo>
                    <a:pt x="1433" y="72"/>
                  </a:lnTo>
                  <a:lnTo>
                    <a:pt x="1436" y="68"/>
                  </a:lnTo>
                  <a:lnTo>
                    <a:pt x="1440" y="68"/>
                  </a:lnTo>
                  <a:lnTo>
                    <a:pt x="1443" y="68"/>
                  </a:lnTo>
                  <a:lnTo>
                    <a:pt x="1447" y="65"/>
                  </a:lnTo>
                  <a:lnTo>
                    <a:pt x="1451" y="65"/>
                  </a:lnTo>
                  <a:lnTo>
                    <a:pt x="1454" y="65"/>
                  </a:lnTo>
                  <a:lnTo>
                    <a:pt x="1458" y="65"/>
                  </a:lnTo>
                  <a:lnTo>
                    <a:pt x="1461" y="65"/>
                  </a:lnTo>
                  <a:lnTo>
                    <a:pt x="1465" y="65"/>
                  </a:lnTo>
                  <a:lnTo>
                    <a:pt x="1469" y="65"/>
                  </a:lnTo>
                  <a:lnTo>
                    <a:pt x="1472" y="65"/>
                  </a:lnTo>
                  <a:lnTo>
                    <a:pt x="1476" y="65"/>
                  </a:lnTo>
                  <a:lnTo>
                    <a:pt x="1479" y="65"/>
                  </a:lnTo>
                  <a:lnTo>
                    <a:pt x="1483" y="68"/>
                  </a:lnTo>
                  <a:lnTo>
                    <a:pt x="1487" y="68"/>
                  </a:lnTo>
                  <a:lnTo>
                    <a:pt x="1490" y="68"/>
                  </a:lnTo>
                  <a:lnTo>
                    <a:pt x="1494" y="72"/>
                  </a:lnTo>
                  <a:lnTo>
                    <a:pt x="1497" y="72"/>
                  </a:lnTo>
                  <a:lnTo>
                    <a:pt x="1501" y="75"/>
                  </a:lnTo>
                  <a:lnTo>
                    <a:pt x="1505" y="75"/>
                  </a:lnTo>
                  <a:lnTo>
                    <a:pt x="1508" y="79"/>
                  </a:lnTo>
                  <a:lnTo>
                    <a:pt x="1512" y="83"/>
                  </a:lnTo>
                  <a:lnTo>
                    <a:pt x="1515" y="86"/>
                  </a:lnTo>
                  <a:lnTo>
                    <a:pt x="1519" y="86"/>
                  </a:lnTo>
                  <a:lnTo>
                    <a:pt x="1523" y="90"/>
                  </a:lnTo>
                  <a:lnTo>
                    <a:pt x="1526" y="93"/>
                  </a:lnTo>
                  <a:lnTo>
                    <a:pt x="1530" y="97"/>
                  </a:lnTo>
                  <a:lnTo>
                    <a:pt x="1533" y="101"/>
                  </a:lnTo>
                  <a:lnTo>
                    <a:pt x="1537" y="101"/>
                  </a:lnTo>
                  <a:lnTo>
                    <a:pt x="1541" y="104"/>
                  </a:lnTo>
                  <a:lnTo>
                    <a:pt x="1544" y="108"/>
                  </a:lnTo>
                  <a:lnTo>
                    <a:pt x="1548" y="111"/>
                  </a:lnTo>
                  <a:lnTo>
                    <a:pt x="1551" y="115"/>
                  </a:lnTo>
                  <a:lnTo>
                    <a:pt x="1555" y="115"/>
                  </a:lnTo>
                  <a:lnTo>
                    <a:pt x="1559" y="119"/>
                  </a:lnTo>
                  <a:lnTo>
                    <a:pt x="1562" y="122"/>
                  </a:lnTo>
                  <a:lnTo>
                    <a:pt x="1566" y="122"/>
                  </a:lnTo>
                  <a:lnTo>
                    <a:pt x="1569" y="126"/>
                  </a:lnTo>
                  <a:lnTo>
                    <a:pt x="1573" y="126"/>
                  </a:lnTo>
                  <a:lnTo>
                    <a:pt x="1577" y="129"/>
                  </a:lnTo>
                  <a:lnTo>
                    <a:pt x="1580" y="129"/>
                  </a:lnTo>
                  <a:lnTo>
                    <a:pt x="1584" y="133"/>
                  </a:lnTo>
                  <a:lnTo>
                    <a:pt x="1587" y="133"/>
                  </a:lnTo>
                  <a:lnTo>
                    <a:pt x="1591" y="133"/>
                  </a:lnTo>
                  <a:lnTo>
                    <a:pt x="1595" y="133"/>
                  </a:lnTo>
                  <a:lnTo>
                    <a:pt x="1598" y="133"/>
                  </a:lnTo>
                  <a:lnTo>
                    <a:pt x="1602" y="133"/>
                  </a:lnTo>
                  <a:lnTo>
                    <a:pt x="1605" y="133"/>
                  </a:lnTo>
                  <a:lnTo>
                    <a:pt x="1609" y="133"/>
                  </a:lnTo>
                  <a:lnTo>
                    <a:pt x="1613" y="133"/>
                  </a:lnTo>
                  <a:lnTo>
                    <a:pt x="1616" y="133"/>
                  </a:lnTo>
                  <a:lnTo>
                    <a:pt x="1620" y="133"/>
                  </a:lnTo>
                  <a:lnTo>
                    <a:pt x="1623" y="129"/>
                  </a:lnTo>
                  <a:lnTo>
                    <a:pt x="1627" y="129"/>
                  </a:lnTo>
                  <a:lnTo>
                    <a:pt x="1631" y="126"/>
                  </a:lnTo>
                  <a:lnTo>
                    <a:pt x="1634" y="126"/>
                  </a:lnTo>
                  <a:lnTo>
                    <a:pt x="1638" y="122"/>
                  </a:lnTo>
                  <a:lnTo>
                    <a:pt x="1641" y="122"/>
                  </a:lnTo>
                  <a:lnTo>
                    <a:pt x="1645" y="119"/>
                  </a:lnTo>
                  <a:lnTo>
                    <a:pt x="1649" y="115"/>
                  </a:lnTo>
                  <a:lnTo>
                    <a:pt x="1652" y="115"/>
                  </a:lnTo>
                  <a:lnTo>
                    <a:pt x="1656" y="111"/>
                  </a:lnTo>
                  <a:lnTo>
                    <a:pt x="1659" y="108"/>
                  </a:lnTo>
                  <a:lnTo>
                    <a:pt x="1663" y="104"/>
                  </a:lnTo>
                  <a:lnTo>
                    <a:pt x="1667" y="101"/>
                  </a:lnTo>
                  <a:lnTo>
                    <a:pt x="1670" y="101"/>
                  </a:lnTo>
                  <a:lnTo>
                    <a:pt x="1674" y="97"/>
                  </a:lnTo>
                  <a:lnTo>
                    <a:pt x="1677" y="93"/>
                  </a:lnTo>
                  <a:lnTo>
                    <a:pt x="1681" y="90"/>
                  </a:lnTo>
                  <a:lnTo>
                    <a:pt x="1685" y="86"/>
                  </a:lnTo>
                  <a:lnTo>
                    <a:pt x="1688" y="83"/>
                  </a:lnTo>
                  <a:lnTo>
                    <a:pt x="1692" y="79"/>
                  </a:lnTo>
                  <a:lnTo>
                    <a:pt x="1695" y="79"/>
                  </a:lnTo>
                  <a:lnTo>
                    <a:pt x="1699" y="75"/>
                  </a:lnTo>
                  <a:lnTo>
                    <a:pt x="1703" y="72"/>
                  </a:lnTo>
                  <a:lnTo>
                    <a:pt x="1706" y="72"/>
                  </a:lnTo>
                  <a:lnTo>
                    <a:pt x="1710" y="68"/>
                  </a:lnTo>
                  <a:lnTo>
                    <a:pt x="1713" y="68"/>
                  </a:lnTo>
                  <a:lnTo>
                    <a:pt x="1717" y="65"/>
                  </a:lnTo>
                  <a:lnTo>
                    <a:pt x="1721" y="65"/>
                  </a:lnTo>
                  <a:lnTo>
                    <a:pt x="1724" y="61"/>
                  </a:lnTo>
                  <a:lnTo>
                    <a:pt x="1728" y="61"/>
                  </a:lnTo>
                  <a:lnTo>
                    <a:pt x="1731" y="61"/>
                  </a:lnTo>
                  <a:lnTo>
                    <a:pt x="1735" y="61"/>
                  </a:lnTo>
                  <a:lnTo>
                    <a:pt x="1739" y="57"/>
                  </a:lnTo>
                  <a:lnTo>
                    <a:pt x="1742" y="57"/>
                  </a:lnTo>
                  <a:lnTo>
                    <a:pt x="1746" y="57"/>
                  </a:lnTo>
                  <a:lnTo>
                    <a:pt x="1749" y="61"/>
                  </a:lnTo>
                  <a:lnTo>
                    <a:pt x="1753" y="61"/>
                  </a:lnTo>
                  <a:lnTo>
                    <a:pt x="1757" y="61"/>
                  </a:lnTo>
                  <a:lnTo>
                    <a:pt x="1760" y="61"/>
                  </a:lnTo>
                  <a:lnTo>
                    <a:pt x="1764" y="65"/>
                  </a:lnTo>
                  <a:lnTo>
                    <a:pt x="1767" y="65"/>
                  </a:lnTo>
                  <a:lnTo>
                    <a:pt x="1771" y="68"/>
                  </a:lnTo>
                  <a:lnTo>
                    <a:pt x="1775" y="68"/>
                  </a:lnTo>
                  <a:lnTo>
                    <a:pt x="1778" y="72"/>
                  </a:lnTo>
                  <a:lnTo>
                    <a:pt x="1782" y="72"/>
                  </a:lnTo>
                  <a:lnTo>
                    <a:pt x="1785" y="75"/>
                  </a:lnTo>
                  <a:lnTo>
                    <a:pt x="1789" y="79"/>
                  </a:lnTo>
                  <a:lnTo>
                    <a:pt x="1793" y="83"/>
                  </a:lnTo>
                  <a:lnTo>
                    <a:pt x="1796" y="86"/>
                  </a:lnTo>
                  <a:lnTo>
                    <a:pt x="1800" y="86"/>
                  </a:lnTo>
                  <a:lnTo>
                    <a:pt x="1803" y="90"/>
                  </a:lnTo>
                  <a:lnTo>
                    <a:pt x="1807" y="93"/>
                  </a:lnTo>
                  <a:lnTo>
                    <a:pt x="1811" y="97"/>
                  </a:lnTo>
                  <a:lnTo>
                    <a:pt x="1814" y="101"/>
                  </a:lnTo>
                  <a:lnTo>
                    <a:pt x="1818" y="104"/>
                  </a:lnTo>
                  <a:lnTo>
                    <a:pt x="1821" y="108"/>
                  </a:lnTo>
                  <a:lnTo>
                    <a:pt x="1825" y="111"/>
                  </a:lnTo>
                  <a:lnTo>
                    <a:pt x="1829" y="115"/>
                  </a:lnTo>
                  <a:lnTo>
                    <a:pt x="1832" y="115"/>
                  </a:lnTo>
                  <a:lnTo>
                    <a:pt x="1836" y="119"/>
                  </a:lnTo>
                  <a:lnTo>
                    <a:pt x="1839" y="122"/>
                  </a:lnTo>
                  <a:lnTo>
                    <a:pt x="1843" y="126"/>
                  </a:lnTo>
                  <a:lnTo>
                    <a:pt x="1847" y="129"/>
                  </a:lnTo>
                  <a:lnTo>
                    <a:pt x="1850" y="129"/>
                  </a:lnTo>
                  <a:lnTo>
                    <a:pt x="1854" y="133"/>
                  </a:lnTo>
                  <a:lnTo>
                    <a:pt x="1857" y="133"/>
                  </a:lnTo>
                  <a:lnTo>
                    <a:pt x="1861" y="137"/>
                  </a:lnTo>
                  <a:lnTo>
                    <a:pt x="1865" y="137"/>
                  </a:lnTo>
                  <a:lnTo>
                    <a:pt x="1868" y="137"/>
                  </a:lnTo>
                  <a:lnTo>
                    <a:pt x="1872" y="140"/>
                  </a:lnTo>
                  <a:lnTo>
                    <a:pt x="1875" y="140"/>
                  </a:lnTo>
                  <a:lnTo>
                    <a:pt x="1879" y="140"/>
                  </a:lnTo>
                  <a:lnTo>
                    <a:pt x="1883" y="140"/>
                  </a:lnTo>
                  <a:lnTo>
                    <a:pt x="1886" y="140"/>
                  </a:lnTo>
                  <a:lnTo>
                    <a:pt x="1890" y="140"/>
                  </a:lnTo>
                  <a:lnTo>
                    <a:pt x="1893" y="137"/>
                  </a:lnTo>
                  <a:lnTo>
                    <a:pt x="1897" y="137"/>
                  </a:lnTo>
                  <a:lnTo>
                    <a:pt x="1901" y="137"/>
                  </a:lnTo>
                  <a:lnTo>
                    <a:pt x="1904" y="133"/>
                  </a:lnTo>
                  <a:lnTo>
                    <a:pt x="1908" y="133"/>
                  </a:lnTo>
                  <a:lnTo>
                    <a:pt x="1911" y="129"/>
                  </a:lnTo>
                  <a:lnTo>
                    <a:pt x="1915" y="129"/>
                  </a:lnTo>
                  <a:lnTo>
                    <a:pt x="1919" y="126"/>
                  </a:lnTo>
                  <a:lnTo>
                    <a:pt x="1922" y="122"/>
                  </a:lnTo>
                  <a:lnTo>
                    <a:pt x="1926" y="119"/>
                  </a:lnTo>
                  <a:lnTo>
                    <a:pt x="1929" y="119"/>
                  </a:lnTo>
                  <a:lnTo>
                    <a:pt x="1933" y="115"/>
                  </a:lnTo>
                  <a:lnTo>
                    <a:pt x="1937" y="111"/>
                  </a:lnTo>
                  <a:lnTo>
                    <a:pt x="1940" y="108"/>
                  </a:lnTo>
                  <a:lnTo>
                    <a:pt x="1944" y="104"/>
                  </a:lnTo>
                  <a:lnTo>
                    <a:pt x="1947" y="101"/>
                  </a:lnTo>
                  <a:lnTo>
                    <a:pt x="1951" y="97"/>
                  </a:lnTo>
                  <a:lnTo>
                    <a:pt x="1955" y="93"/>
                  </a:lnTo>
                  <a:lnTo>
                    <a:pt x="1958" y="90"/>
                  </a:lnTo>
                  <a:lnTo>
                    <a:pt x="1962" y="86"/>
                  </a:lnTo>
                  <a:lnTo>
                    <a:pt x="1965" y="83"/>
                  </a:lnTo>
                  <a:lnTo>
                    <a:pt x="1969" y="79"/>
                  </a:lnTo>
                  <a:lnTo>
                    <a:pt x="1973" y="75"/>
                  </a:lnTo>
                  <a:lnTo>
                    <a:pt x="1976" y="72"/>
                  </a:lnTo>
                  <a:lnTo>
                    <a:pt x="1980" y="72"/>
                  </a:lnTo>
                  <a:lnTo>
                    <a:pt x="1983" y="68"/>
                  </a:lnTo>
                  <a:lnTo>
                    <a:pt x="1987" y="65"/>
                  </a:lnTo>
                  <a:lnTo>
                    <a:pt x="1991" y="65"/>
                  </a:lnTo>
                  <a:lnTo>
                    <a:pt x="1994" y="61"/>
                  </a:lnTo>
                  <a:lnTo>
                    <a:pt x="1998" y="61"/>
                  </a:lnTo>
                  <a:lnTo>
                    <a:pt x="2001" y="57"/>
                  </a:lnTo>
                  <a:lnTo>
                    <a:pt x="2005" y="57"/>
                  </a:lnTo>
                  <a:lnTo>
                    <a:pt x="2009" y="54"/>
                  </a:lnTo>
                  <a:lnTo>
                    <a:pt x="2012" y="54"/>
                  </a:lnTo>
                  <a:lnTo>
                    <a:pt x="2016" y="54"/>
                  </a:lnTo>
                  <a:lnTo>
                    <a:pt x="2019" y="54"/>
                  </a:lnTo>
                  <a:lnTo>
                    <a:pt x="2023" y="54"/>
                  </a:lnTo>
                  <a:lnTo>
                    <a:pt x="2027" y="54"/>
                  </a:lnTo>
                  <a:lnTo>
                    <a:pt x="2030" y="54"/>
                  </a:lnTo>
                  <a:lnTo>
                    <a:pt x="2034" y="54"/>
                  </a:lnTo>
                  <a:lnTo>
                    <a:pt x="2037" y="57"/>
                  </a:lnTo>
                  <a:lnTo>
                    <a:pt x="2041" y="57"/>
                  </a:lnTo>
                  <a:lnTo>
                    <a:pt x="2045" y="61"/>
                  </a:lnTo>
                  <a:lnTo>
                    <a:pt x="2048" y="61"/>
                  </a:lnTo>
                  <a:lnTo>
                    <a:pt x="2052" y="65"/>
                  </a:lnTo>
                  <a:lnTo>
                    <a:pt x="2055" y="68"/>
                  </a:lnTo>
                  <a:lnTo>
                    <a:pt x="2059" y="68"/>
                  </a:lnTo>
                  <a:lnTo>
                    <a:pt x="2063" y="72"/>
                  </a:lnTo>
                  <a:lnTo>
                    <a:pt x="2066" y="75"/>
                  </a:lnTo>
                  <a:lnTo>
                    <a:pt x="2070" y="79"/>
                  </a:lnTo>
                  <a:lnTo>
                    <a:pt x="2073" y="83"/>
                  </a:lnTo>
                  <a:lnTo>
                    <a:pt x="2077" y="86"/>
                  </a:lnTo>
                  <a:lnTo>
                    <a:pt x="2081" y="90"/>
                  </a:lnTo>
                  <a:lnTo>
                    <a:pt x="2084" y="93"/>
                  </a:lnTo>
                  <a:lnTo>
                    <a:pt x="2088" y="97"/>
                  </a:lnTo>
                  <a:lnTo>
                    <a:pt x="2091" y="101"/>
                  </a:lnTo>
                  <a:lnTo>
                    <a:pt x="2095" y="104"/>
                  </a:lnTo>
                  <a:lnTo>
                    <a:pt x="2099" y="108"/>
                  </a:lnTo>
                  <a:lnTo>
                    <a:pt x="2102" y="111"/>
                  </a:lnTo>
                  <a:lnTo>
                    <a:pt x="2106" y="115"/>
                  </a:lnTo>
                  <a:lnTo>
                    <a:pt x="2109" y="119"/>
                  </a:lnTo>
                  <a:lnTo>
                    <a:pt x="2113" y="122"/>
                  </a:lnTo>
                  <a:lnTo>
                    <a:pt x="2117" y="126"/>
                  </a:lnTo>
                  <a:lnTo>
                    <a:pt x="2120" y="129"/>
                  </a:lnTo>
                  <a:lnTo>
                    <a:pt x="2124" y="129"/>
                  </a:lnTo>
                  <a:lnTo>
                    <a:pt x="2127" y="133"/>
                  </a:lnTo>
                  <a:lnTo>
                    <a:pt x="2131" y="137"/>
                  </a:lnTo>
                  <a:lnTo>
                    <a:pt x="2135" y="137"/>
                  </a:lnTo>
                  <a:lnTo>
                    <a:pt x="2138" y="140"/>
                  </a:lnTo>
                  <a:lnTo>
                    <a:pt x="2142" y="140"/>
                  </a:lnTo>
                  <a:lnTo>
                    <a:pt x="2145" y="144"/>
                  </a:lnTo>
                  <a:lnTo>
                    <a:pt x="2149" y="144"/>
                  </a:lnTo>
                  <a:lnTo>
                    <a:pt x="2153" y="144"/>
                  </a:lnTo>
                  <a:lnTo>
                    <a:pt x="2156" y="144"/>
                  </a:lnTo>
                  <a:lnTo>
                    <a:pt x="2160" y="144"/>
                  </a:lnTo>
                  <a:lnTo>
                    <a:pt x="2163" y="147"/>
                  </a:lnTo>
                  <a:lnTo>
                    <a:pt x="2167" y="144"/>
                  </a:lnTo>
                  <a:lnTo>
                    <a:pt x="2171" y="144"/>
                  </a:lnTo>
                  <a:lnTo>
                    <a:pt x="2174" y="144"/>
                  </a:lnTo>
                  <a:lnTo>
                    <a:pt x="2178" y="144"/>
                  </a:lnTo>
                  <a:lnTo>
                    <a:pt x="2181" y="140"/>
                  </a:lnTo>
                  <a:lnTo>
                    <a:pt x="2185" y="137"/>
                  </a:lnTo>
                  <a:lnTo>
                    <a:pt x="2189" y="137"/>
                  </a:lnTo>
                  <a:lnTo>
                    <a:pt x="2192" y="133"/>
                  </a:lnTo>
                  <a:lnTo>
                    <a:pt x="2196" y="129"/>
                  </a:lnTo>
                  <a:lnTo>
                    <a:pt x="2199" y="129"/>
                  </a:lnTo>
                  <a:lnTo>
                    <a:pt x="2203" y="126"/>
                  </a:lnTo>
                  <a:lnTo>
                    <a:pt x="2207" y="122"/>
                  </a:lnTo>
                  <a:lnTo>
                    <a:pt x="2210" y="119"/>
                  </a:lnTo>
                  <a:lnTo>
                    <a:pt x="2214" y="115"/>
                  </a:lnTo>
                  <a:lnTo>
                    <a:pt x="2217" y="111"/>
                  </a:lnTo>
                  <a:lnTo>
                    <a:pt x="2221" y="108"/>
                  </a:lnTo>
                  <a:lnTo>
                    <a:pt x="2225" y="104"/>
                  </a:lnTo>
                  <a:lnTo>
                    <a:pt x="2228" y="101"/>
                  </a:lnTo>
                  <a:lnTo>
                    <a:pt x="2232" y="97"/>
                  </a:lnTo>
                  <a:lnTo>
                    <a:pt x="2235" y="93"/>
                  </a:lnTo>
                  <a:lnTo>
                    <a:pt x="2239" y="90"/>
                  </a:lnTo>
                  <a:lnTo>
                    <a:pt x="2243" y="86"/>
                  </a:lnTo>
                  <a:lnTo>
                    <a:pt x="2246" y="83"/>
                  </a:lnTo>
                  <a:lnTo>
                    <a:pt x="2250" y="79"/>
                  </a:lnTo>
                  <a:lnTo>
                    <a:pt x="2253" y="75"/>
                  </a:lnTo>
                  <a:lnTo>
                    <a:pt x="2253" y="72"/>
                  </a:lnTo>
                  <a:lnTo>
                    <a:pt x="2257" y="68"/>
                  </a:lnTo>
                  <a:lnTo>
                    <a:pt x="2261" y="65"/>
                  </a:lnTo>
                  <a:lnTo>
                    <a:pt x="2264" y="61"/>
                  </a:lnTo>
                  <a:lnTo>
                    <a:pt x="2268" y="57"/>
                  </a:lnTo>
                  <a:lnTo>
                    <a:pt x="2271" y="57"/>
                  </a:lnTo>
                  <a:lnTo>
                    <a:pt x="2275" y="54"/>
                  </a:lnTo>
                  <a:lnTo>
                    <a:pt x="2279" y="50"/>
                  </a:lnTo>
                  <a:lnTo>
                    <a:pt x="2282" y="50"/>
                  </a:lnTo>
                  <a:lnTo>
                    <a:pt x="2286" y="50"/>
                  </a:lnTo>
                  <a:lnTo>
                    <a:pt x="2289" y="47"/>
                  </a:lnTo>
                  <a:lnTo>
                    <a:pt x="2293" y="47"/>
                  </a:lnTo>
                  <a:lnTo>
                    <a:pt x="2297" y="47"/>
                  </a:lnTo>
                  <a:lnTo>
                    <a:pt x="2300" y="47"/>
                  </a:lnTo>
                  <a:lnTo>
                    <a:pt x="2304" y="47"/>
                  </a:lnTo>
                  <a:lnTo>
                    <a:pt x="2307" y="47"/>
                  </a:lnTo>
                  <a:lnTo>
                    <a:pt x="2311" y="47"/>
                  </a:lnTo>
                  <a:lnTo>
                    <a:pt x="2315" y="50"/>
                  </a:lnTo>
                  <a:lnTo>
                    <a:pt x="2318" y="50"/>
                  </a:lnTo>
                  <a:lnTo>
                    <a:pt x="2322" y="54"/>
                  </a:lnTo>
                  <a:lnTo>
                    <a:pt x="2325" y="54"/>
                  </a:lnTo>
                  <a:lnTo>
                    <a:pt x="2329" y="57"/>
                  </a:lnTo>
                  <a:lnTo>
                    <a:pt x="2333" y="61"/>
                  </a:lnTo>
                  <a:lnTo>
                    <a:pt x="2336" y="65"/>
                  </a:lnTo>
                  <a:lnTo>
                    <a:pt x="2340" y="68"/>
                  </a:lnTo>
                  <a:lnTo>
                    <a:pt x="2343" y="68"/>
                  </a:lnTo>
                  <a:lnTo>
                    <a:pt x="2347" y="72"/>
                  </a:lnTo>
                  <a:lnTo>
                    <a:pt x="2351" y="75"/>
                  </a:lnTo>
                  <a:lnTo>
                    <a:pt x="2354" y="79"/>
                  </a:lnTo>
                  <a:lnTo>
                    <a:pt x="2358" y="83"/>
                  </a:lnTo>
                  <a:lnTo>
                    <a:pt x="2361" y="86"/>
                  </a:lnTo>
                  <a:lnTo>
                    <a:pt x="2365" y="90"/>
                  </a:lnTo>
                  <a:lnTo>
                    <a:pt x="2365" y="93"/>
                  </a:lnTo>
                  <a:lnTo>
                    <a:pt x="2369" y="97"/>
                  </a:lnTo>
                  <a:lnTo>
                    <a:pt x="2372" y="101"/>
                  </a:lnTo>
                  <a:lnTo>
                    <a:pt x="2376" y="104"/>
                  </a:lnTo>
                  <a:lnTo>
                    <a:pt x="2379" y="108"/>
                  </a:lnTo>
                  <a:lnTo>
                    <a:pt x="2383" y="111"/>
                  </a:lnTo>
                  <a:lnTo>
                    <a:pt x="2383" y="115"/>
                  </a:lnTo>
                  <a:lnTo>
                    <a:pt x="2387" y="119"/>
                  </a:lnTo>
                  <a:lnTo>
                    <a:pt x="2390" y="122"/>
                  </a:lnTo>
                  <a:lnTo>
                    <a:pt x="2394" y="126"/>
                  </a:lnTo>
                  <a:lnTo>
                    <a:pt x="2397" y="129"/>
                  </a:lnTo>
                  <a:lnTo>
                    <a:pt x="2401" y="133"/>
                  </a:lnTo>
                  <a:lnTo>
                    <a:pt x="2405" y="137"/>
                  </a:lnTo>
                  <a:lnTo>
                    <a:pt x="2408" y="140"/>
                  </a:lnTo>
                  <a:lnTo>
                    <a:pt x="2412" y="144"/>
                  </a:lnTo>
                  <a:lnTo>
                    <a:pt x="2415" y="147"/>
                  </a:lnTo>
                  <a:lnTo>
                    <a:pt x="2419" y="147"/>
                  </a:lnTo>
                  <a:lnTo>
                    <a:pt x="2423" y="151"/>
                  </a:lnTo>
                  <a:lnTo>
                    <a:pt x="2426" y="151"/>
                  </a:lnTo>
                  <a:lnTo>
                    <a:pt x="2430" y="151"/>
                  </a:lnTo>
                  <a:lnTo>
                    <a:pt x="2433" y="155"/>
                  </a:lnTo>
                  <a:lnTo>
                    <a:pt x="2437" y="155"/>
                  </a:lnTo>
                  <a:lnTo>
                    <a:pt x="2441" y="155"/>
                  </a:lnTo>
                  <a:lnTo>
                    <a:pt x="2444" y="155"/>
                  </a:lnTo>
                  <a:lnTo>
                    <a:pt x="2448" y="155"/>
                  </a:lnTo>
                  <a:lnTo>
                    <a:pt x="2451" y="151"/>
                  </a:lnTo>
                  <a:lnTo>
                    <a:pt x="2455" y="151"/>
                  </a:lnTo>
                  <a:lnTo>
                    <a:pt x="2459" y="147"/>
                  </a:lnTo>
                  <a:lnTo>
                    <a:pt x="2462" y="147"/>
                  </a:lnTo>
                  <a:lnTo>
                    <a:pt x="2466" y="144"/>
                  </a:lnTo>
                  <a:lnTo>
                    <a:pt x="2469" y="140"/>
                  </a:lnTo>
                  <a:lnTo>
                    <a:pt x="2473" y="137"/>
                  </a:lnTo>
                  <a:lnTo>
                    <a:pt x="2477" y="133"/>
                  </a:lnTo>
                  <a:lnTo>
                    <a:pt x="2480" y="133"/>
                  </a:lnTo>
                  <a:lnTo>
                    <a:pt x="2484" y="129"/>
                  </a:lnTo>
                  <a:lnTo>
                    <a:pt x="2487" y="126"/>
                  </a:lnTo>
                  <a:lnTo>
                    <a:pt x="2491" y="122"/>
                  </a:lnTo>
                  <a:lnTo>
                    <a:pt x="2495" y="119"/>
                  </a:lnTo>
                  <a:lnTo>
                    <a:pt x="2495" y="115"/>
                  </a:lnTo>
                  <a:lnTo>
                    <a:pt x="2498" y="111"/>
                  </a:lnTo>
                  <a:lnTo>
                    <a:pt x="2502" y="108"/>
                  </a:lnTo>
                  <a:lnTo>
                    <a:pt x="2505" y="104"/>
                  </a:lnTo>
                  <a:lnTo>
                    <a:pt x="2509" y="101"/>
                  </a:lnTo>
                  <a:lnTo>
                    <a:pt x="2509" y="97"/>
                  </a:lnTo>
                  <a:lnTo>
                    <a:pt x="2513" y="93"/>
                  </a:lnTo>
                  <a:lnTo>
                    <a:pt x="2516" y="90"/>
                  </a:lnTo>
                  <a:lnTo>
                    <a:pt x="2520" y="86"/>
                  </a:lnTo>
                  <a:lnTo>
                    <a:pt x="2520" y="83"/>
                  </a:lnTo>
                  <a:lnTo>
                    <a:pt x="2523" y="79"/>
                  </a:lnTo>
                  <a:lnTo>
                    <a:pt x="2527" y="75"/>
                  </a:lnTo>
                  <a:lnTo>
                    <a:pt x="2531" y="72"/>
                  </a:lnTo>
                  <a:lnTo>
                    <a:pt x="2534" y="68"/>
                  </a:lnTo>
                  <a:lnTo>
                    <a:pt x="2538" y="65"/>
                  </a:lnTo>
                  <a:lnTo>
                    <a:pt x="2538" y="61"/>
                  </a:lnTo>
                  <a:lnTo>
                    <a:pt x="2541" y="57"/>
                  </a:lnTo>
                  <a:lnTo>
                    <a:pt x="2545" y="54"/>
                  </a:lnTo>
                  <a:lnTo>
                    <a:pt x="2549" y="50"/>
                  </a:lnTo>
                  <a:lnTo>
                    <a:pt x="2552" y="47"/>
                  </a:lnTo>
                  <a:lnTo>
                    <a:pt x="2556" y="43"/>
                  </a:lnTo>
                  <a:lnTo>
                    <a:pt x="2559" y="43"/>
                  </a:lnTo>
                  <a:lnTo>
                    <a:pt x="2563" y="39"/>
                  </a:lnTo>
                  <a:lnTo>
                    <a:pt x="2567" y="39"/>
                  </a:lnTo>
                  <a:lnTo>
                    <a:pt x="2570" y="39"/>
                  </a:lnTo>
                  <a:lnTo>
                    <a:pt x="2574" y="36"/>
                  </a:lnTo>
                  <a:lnTo>
                    <a:pt x="2577" y="36"/>
                  </a:lnTo>
                  <a:lnTo>
                    <a:pt x="2581" y="36"/>
                  </a:lnTo>
                  <a:lnTo>
                    <a:pt x="2585" y="36"/>
                  </a:lnTo>
                  <a:lnTo>
                    <a:pt x="2588" y="39"/>
                  </a:lnTo>
                  <a:lnTo>
                    <a:pt x="2592" y="39"/>
                  </a:lnTo>
                  <a:lnTo>
                    <a:pt x="2595" y="39"/>
                  </a:lnTo>
                  <a:lnTo>
                    <a:pt x="2599" y="43"/>
                  </a:lnTo>
                  <a:lnTo>
                    <a:pt x="2603" y="47"/>
                  </a:lnTo>
                  <a:lnTo>
                    <a:pt x="2606" y="50"/>
                  </a:lnTo>
                  <a:lnTo>
                    <a:pt x="2610" y="50"/>
                  </a:lnTo>
                  <a:lnTo>
                    <a:pt x="2613" y="54"/>
                  </a:lnTo>
                  <a:lnTo>
                    <a:pt x="2617" y="57"/>
                  </a:lnTo>
                  <a:lnTo>
                    <a:pt x="2621" y="61"/>
                  </a:lnTo>
                  <a:lnTo>
                    <a:pt x="2624" y="65"/>
                  </a:lnTo>
                  <a:lnTo>
                    <a:pt x="2628" y="68"/>
                  </a:lnTo>
                  <a:lnTo>
                    <a:pt x="2631" y="72"/>
                  </a:lnTo>
                  <a:lnTo>
                    <a:pt x="2631" y="75"/>
                  </a:lnTo>
                  <a:lnTo>
                    <a:pt x="2635" y="79"/>
                  </a:lnTo>
                  <a:lnTo>
                    <a:pt x="2639" y="83"/>
                  </a:lnTo>
                  <a:lnTo>
                    <a:pt x="2642" y="86"/>
                  </a:lnTo>
                  <a:lnTo>
                    <a:pt x="2642" y="90"/>
                  </a:lnTo>
                  <a:lnTo>
                    <a:pt x="2646" y="93"/>
                  </a:lnTo>
                  <a:lnTo>
                    <a:pt x="2649" y="97"/>
                  </a:lnTo>
                  <a:lnTo>
                    <a:pt x="2649" y="101"/>
                  </a:lnTo>
                  <a:lnTo>
                    <a:pt x="2653" y="104"/>
                  </a:lnTo>
                  <a:lnTo>
                    <a:pt x="2657" y="108"/>
                  </a:lnTo>
                  <a:lnTo>
                    <a:pt x="2657" y="111"/>
                  </a:lnTo>
                  <a:lnTo>
                    <a:pt x="2660" y="115"/>
                  </a:lnTo>
                  <a:lnTo>
                    <a:pt x="2664" y="119"/>
                  </a:lnTo>
                  <a:lnTo>
                    <a:pt x="2667" y="122"/>
                  </a:lnTo>
                  <a:lnTo>
                    <a:pt x="2667" y="126"/>
                  </a:lnTo>
                  <a:lnTo>
                    <a:pt x="2671" y="129"/>
                  </a:lnTo>
                  <a:lnTo>
                    <a:pt x="2675" y="133"/>
                  </a:lnTo>
                  <a:lnTo>
                    <a:pt x="2678" y="137"/>
                  </a:lnTo>
                  <a:lnTo>
                    <a:pt x="2682" y="140"/>
                  </a:lnTo>
                  <a:lnTo>
                    <a:pt x="2682" y="144"/>
                  </a:lnTo>
                  <a:lnTo>
                    <a:pt x="2685" y="147"/>
                  </a:lnTo>
                  <a:lnTo>
                    <a:pt x="2689" y="151"/>
                  </a:lnTo>
                  <a:lnTo>
                    <a:pt x="2693" y="155"/>
                  </a:lnTo>
                  <a:lnTo>
                    <a:pt x="2696" y="158"/>
                  </a:lnTo>
                  <a:lnTo>
                    <a:pt x="2700" y="162"/>
                  </a:lnTo>
                  <a:lnTo>
                    <a:pt x="2703" y="162"/>
                  </a:lnTo>
                  <a:lnTo>
                    <a:pt x="2707" y="162"/>
                  </a:lnTo>
                  <a:lnTo>
                    <a:pt x="2711" y="165"/>
                  </a:lnTo>
                  <a:lnTo>
                    <a:pt x="2714" y="165"/>
                  </a:lnTo>
                  <a:lnTo>
                    <a:pt x="2718" y="165"/>
                  </a:lnTo>
                  <a:lnTo>
                    <a:pt x="2721" y="165"/>
                  </a:lnTo>
                  <a:lnTo>
                    <a:pt x="2725" y="165"/>
                  </a:lnTo>
                  <a:lnTo>
                    <a:pt x="2729" y="165"/>
                  </a:lnTo>
                  <a:lnTo>
                    <a:pt x="2732" y="162"/>
                  </a:lnTo>
                  <a:lnTo>
                    <a:pt x="2736" y="162"/>
                  </a:lnTo>
                  <a:lnTo>
                    <a:pt x="2739" y="158"/>
                  </a:lnTo>
                  <a:lnTo>
                    <a:pt x="2743" y="155"/>
                  </a:lnTo>
                  <a:lnTo>
                    <a:pt x="2747" y="151"/>
                  </a:lnTo>
                  <a:lnTo>
                    <a:pt x="2750" y="147"/>
                  </a:lnTo>
                  <a:lnTo>
                    <a:pt x="2754" y="144"/>
                  </a:lnTo>
                  <a:lnTo>
                    <a:pt x="2757" y="140"/>
                  </a:lnTo>
                  <a:lnTo>
                    <a:pt x="2761" y="137"/>
                  </a:lnTo>
                  <a:lnTo>
                    <a:pt x="2765" y="133"/>
                  </a:lnTo>
                  <a:lnTo>
                    <a:pt x="2768" y="129"/>
                  </a:lnTo>
                  <a:lnTo>
                    <a:pt x="2768" y="126"/>
                  </a:lnTo>
                  <a:lnTo>
                    <a:pt x="2772" y="122"/>
                  </a:lnTo>
                  <a:lnTo>
                    <a:pt x="2775" y="119"/>
                  </a:lnTo>
                  <a:lnTo>
                    <a:pt x="2779" y="115"/>
                  </a:lnTo>
                  <a:lnTo>
                    <a:pt x="2779" y="111"/>
                  </a:lnTo>
                  <a:lnTo>
                    <a:pt x="2783" y="108"/>
                  </a:lnTo>
                  <a:lnTo>
                    <a:pt x="2783" y="104"/>
                  </a:lnTo>
                  <a:lnTo>
                    <a:pt x="2786" y="101"/>
                  </a:lnTo>
                  <a:lnTo>
                    <a:pt x="2790" y="97"/>
                  </a:lnTo>
                  <a:lnTo>
                    <a:pt x="2790" y="93"/>
                  </a:lnTo>
                  <a:lnTo>
                    <a:pt x="2793" y="90"/>
                  </a:lnTo>
                  <a:lnTo>
                    <a:pt x="2797" y="86"/>
                  </a:lnTo>
                  <a:lnTo>
                    <a:pt x="2797" y="83"/>
                  </a:lnTo>
                  <a:lnTo>
                    <a:pt x="2801" y="79"/>
                  </a:lnTo>
                  <a:lnTo>
                    <a:pt x="2801" y="75"/>
                  </a:lnTo>
                  <a:lnTo>
                    <a:pt x="2804" y="72"/>
                  </a:lnTo>
                  <a:lnTo>
                    <a:pt x="2808" y="68"/>
                  </a:lnTo>
                  <a:lnTo>
                    <a:pt x="2811" y="65"/>
                  </a:lnTo>
                  <a:lnTo>
                    <a:pt x="2811" y="61"/>
                  </a:lnTo>
                  <a:lnTo>
                    <a:pt x="2815" y="57"/>
                  </a:lnTo>
                  <a:lnTo>
                    <a:pt x="2819" y="54"/>
                  </a:lnTo>
                  <a:lnTo>
                    <a:pt x="2819" y="50"/>
                  </a:lnTo>
                  <a:lnTo>
                    <a:pt x="2822" y="47"/>
                  </a:lnTo>
                  <a:lnTo>
                    <a:pt x="2826" y="43"/>
                  </a:lnTo>
                  <a:lnTo>
                    <a:pt x="2829" y="39"/>
                  </a:lnTo>
                  <a:lnTo>
                    <a:pt x="2833" y="36"/>
                  </a:lnTo>
                  <a:lnTo>
                    <a:pt x="2837" y="32"/>
                  </a:lnTo>
                  <a:lnTo>
                    <a:pt x="2840" y="29"/>
                  </a:lnTo>
                  <a:lnTo>
                    <a:pt x="2844" y="25"/>
                  </a:lnTo>
                  <a:lnTo>
                    <a:pt x="2847" y="25"/>
                  </a:lnTo>
                  <a:lnTo>
                    <a:pt x="2851" y="21"/>
                  </a:lnTo>
                  <a:lnTo>
                    <a:pt x="2855" y="21"/>
                  </a:lnTo>
                  <a:lnTo>
                    <a:pt x="2858" y="21"/>
                  </a:lnTo>
                  <a:lnTo>
                    <a:pt x="2862" y="21"/>
                  </a:lnTo>
                  <a:lnTo>
                    <a:pt x="2865" y="25"/>
                  </a:lnTo>
                  <a:lnTo>
                    <a:pt x="2869" y="25"/>
                  </a:lnTo>
                  <a:lnTo>
                    <a:pt x="2873" y="25"/>
                  </a:lnTo>
                  <a:lnTo>
                    <a:pt x="2876" y="29"/>
                  </a:lnTo>
                  <a:lnTo>
                    <a:pt x="2880" y="32"/>
                  </a:lnTo>
                  <a:lnTo>
                    <a:pt x="2883" y="36"/>
                  </a:lnTo>
                  <a:lnTo>
                    <a:pt x="2887" y="39"/>
                  </a:lnTo>
                  <a:lnTo>
                    <a:pt x="2891" y="43"/>
                  </a:lnTo>
                  <a:lnTo>
                    <a:pt x="2894" y="47"/>
                  </a:lnTo>
                  <a:lnTo>
                    <a:pt x="2898" y="50"/>
                  </a:lnTo>
                  <a:lnTo>
                    <a:pt x="2901" y="54"/>
                  </a:lnTo>
                  <a:lnTo>
                    <a:pt x="2905" y="57"/>
                  </a:lnTo>
                  <a:lnTo>
                    <a:pt x="2905" y="61"/>
                  </a:lnTo>
                  <a:lnTo>
                    <a:pt x="2909" y="65"/>
                  </a:lnTo>
                  <a:lnTo>
                    <a:pt x="2909" y="68"/>
                  </a:lnTo>
                  <a:lnTo>
                    <a:pt x="2912" y="72"/>
                  </a:lnTo>
                  <a:lnTo>
                    <a:pt x="2916" y="75"/>
                  </a:lnTo>
                  <a:lnTo>
                    <a:pt x="2916" y="79"/>
                  </a:lnTo>
                  <a:lnTo>
                    <a:pt x="2919" y="83"/>
                  </a:lnTo>
                  <a:lnTo>
                    <a:pt x="2923" y="86"/>
                  </a:lnTo>
                  <a:lnTo>
                    <a:pt x="2923" y="90"/>
                  </a:lnTo>
                  <a:lnTo>
                    <a:pt x="2923" y="93"/>
                  </a:lnTo>
                  <a:lnTo>
                    <a:pt x="2927" y="97"/>
                  </a:lnTo>
                  <a:lnTo>
                    <a:pt x="2927" y="101"/>
                  </a:lnTo>
                  <a:lnTo>
                    <a:pt x="2930" y="104"/>
                  </a:lnTo>
                  <a:lnTo>
                    <a:pt x="2934" y="108"/>
                  </a:lnTo>
                  <a:lnTo>
                    <a:pt x="2934" y="111"/>
                  </a:lnTo>
                  <a:lnTo>
                    <a:pt x="2937" y="115"/>
                  </a:lnTo>
                  <a:lnTo>
                    <a:pt x="2937" y="119"/>
                  </a:lnTo>
                  <a:lnTo>
                    <a:pt x="2941" y="122"/>
                  </a:lnTo>
                  <a:lnTo>
                    <a:pt x="2941" y="126"/>
                  </a:lnTo>
                  <a:lnTo>
                    <a:pt x="2945" y="129"/>
                  </a:lnTo>
                  <a:lnTo>
                    <a:pt x="2948" y="133"/>
                  </a:lnTo>
                  <a:lnTo>
                    <a:pt x="2948" y="137"/>
                  </a:lnTo>
                  <a:lnTo>
                    <a:pt x="2952" y="140"/>
                  </a:lnTo>
                  <a:lnTo>
                    <a:pt x="2952" y="144"/>
                  </a:lnTo>
                  <a:lnTo>
                    <a:pt x="2955" y="147"/>
                  </a:lnTo>
                  <a:lnTo>
                    <a:pt x="2959" y="151"/>
                  </a:lnTo>
                  <a:lnTo>
                    <a:pt x="2959" y="155"/>
                  </a:lnTo>
                  <a:lnTo>
                    <a:pt x="2963" y="158"/>
                  </a:lnTo>
                  <a:lnTo>
                    <a:pt x="2966" y="162"/>
                  </a:lnTo>
                  <a:lnTo>
                    <a:pt x="2970" y="165"/>
                  </a:lnTo>
                  <a:lnTo>
                    <a:pt x="2973" y="169"/>
                  </a:lnTo>
                  <a:lnTo>
                    <a:pt x="2977" y="173"/>
                  </a:lnTo>
                  <a:lnTo>
                    <a:pt x="2981" y="176"/>
                  </a:lnTo>
                  <a:lnTo>
                    <a:pt x="2984" y="180"/>
                  </a:lnTo>
                  <a:lnTo>
                    <a:pt x="2988" y="180"/>
                  </a:lnTo>
                  <a:lnTo>
                    <a:pt x="2991" y="183"/>
                  </a:lnTo>
                  <a:lnTo>
                    <a:pt x="2995" y="183"/>
                  </a:lnTo>
                  <a:lnTo>
                    <a:pt x="2999" y="183"/>
                  </a:lnTo>
                  <a:lnTo>
                    <a:pt x="3002" y="183"/>
                  </a:lnTo>
                  <a:lnTo>
                    <a:pt x="3006" y="183"/>
                  </a:lnTo>
                  <a:lnTo>
                    <a:pt x="3009" y="180"/>
                  </a:lnTo>
                  <a:lnTo>
                    <a:pt x="3013" y="180"/>
                  </a:lnTo>
                  <a:lnTo>
                    <a:pt x="3017" y="176"/>
                  </a:lnTo>
                  <a:lnTo>
                    <a:pt x="3020" y="173"/>
                  </a:lnTo>
                  <a:lnTo>
                    <a:pt x="3024" y="169"/>
                  </a:lnTo>
                  <a:lnTo>
                    <a:pt x="3027" y="165"/>
                  </a:lnTo>
                  <a:lnTo>
                    <a:pt x="3031" y="162"/>
                  </a:lnTo>
                  <a:lnTo>
                    <a:pt x="3035" y="158"/>
                  </a:lnTo>
                  <a:lnTo>
                    <a:pt x="3035" y="155"/>
                  </a:lnTo>
                  <a:lnTo>
                    <a:pt x="3038" y="151"/>
                  </a:lnTo>
                  <a:lnTo>
                    <a:pt x="3042" y="147"/>
                  </a:lnTo>
                  <a:lnTo>
                    <a:pt x="3042" y="144"/>
                  </a:lnTo>
                  <a:lnTo>
                    <a:pt x="3045" y="140"/>
                  </a:lnTo>
                  <a:lnTo>
                    <a:pt x="3045" y="137"/>
                  </a:lnTo>
                  <a:lnTo>
                    <a:pt x="3049" y="133"/>
                  </a:lnTo>
                  <a:lnTo>
                    <a:pt x="3053" y="129"/>
                  </a:lnTo>
                  <a:lnTo>
                    <a:pt x="3053" y="126"/>
                  </a:lnTo>
                  <a:lnTo>
                    <a:pt x="3056" y="122"/>
                  </a:lnTo>
                  <a:lnTo>
                    <a:pt x="3056" y="119"/>
                  </a:lnTo>
                  <a:lnTo>
                    <a:pt x="3056" y="115"/>
                  </a:lnTo>
                  <a:lnTo>
                    <a:pt x="3060" y="111"/>
                  </a:lnTo>
                  <a:lnTo>
                    <a:pt x="3063" y="108"/>
                  </a:lnTo>
                  <a:lnTo>
                    <a:pt x="3063" y="104"/>
                  </a:lnTo>
                  <a:lnTo>
                    <a:pt x="3063" y="101"/>
                  </a:lnTo>
                  <a:lnTo>
                    <a:pt x="3067" y="97"/>
                  </a:lnTo>
                  <a:lnTo>
                    <a:pt x="3071" y="93"/>
                  </a:lnTo>
                  <a:lnTo>
                    <a:pt x="3071" y="90"/>
                  </a:lnTo>
                  <a:lnTo>
                    <a:pt x="3071" y="86"/>
                  </a:lnTo>
                  <a:lnTo>
                    <a:pt x="3074" y="83"/>
                  </a:lnTo>
                  <a:lnTo>
                    <a:pt x="3078" y="79"/>
                  </a:lnTo>
                  <a:lnTo>
                    <a:pt x="3078" y="75"/>
                  </a:lnTo>
                  <a:lnTo>
                    <a:pt x="3078" y="72"/>
                  </a:lnTo>
                  <a:lnTo>
                    <a:pt x="3081" y="68"/>
                  </a:lnTo>
                  <a:lnTo>
                    <a:pt x="3081" y="65"/>
                  </a:lnTo>
                  <a:lnTo>
                    <a:pt x="3085" y="61"/>
                  </a:lnTo>
                  <a:lnTo>
                    <a:pt x="3085" y="57"/>
                  </a:lnTo>
                  <a:lnTo>
                    <a:pt x="3089" y="54"/>
                  </a:lnTo>
                  <a:lnTo>
                    <a:pt x="3089" y="50"/>
                  </a:lnTo>
                  <a:lnTo>
                    <a:pt x="3092" y="47"/>
                  </a:lnTo>
                  <a:lnTo>
                    <a:pt x="3096" y="43"/>
                  </a:lnTo>
                  <a:lnTo>
                    <a:pt x="3096" y="39"/>
                  </a:lnTo>
                  <a:lnTo>
                    <a:pt x="3099" y="36"/>
                  </a:lnTo>
                  <a:lnTo>
                    <a:pt x="3099" y="32"/>
                  </a:lnTo>
                  <a:lnTo>
                    <a:pt x="3103" y="29"/>
                  </a:lnTo>
                  <a:lnTo>
                    <a:pt x="3107" y="25"/>
                  </a:lnTo>
                  <a:lnTo>
                    <a:pt x="3107" y="21"/>
                  </a:lnTo>
                  <a:lnTo>
                    <a:pt x="3110" y="18"/>
                  </a:lnTo>
                  <a:lnTo>
                    <a:pt x="3114" y="14"/>
                  </a:lnTo>
                  <a:lnTo>
                    <a:pt x="3117" y="11"/>
                  </a:lnTo>
                  <a:lnTo>
                    <a:pt x="3121" y="7"/>
                  </a:lnTo>
                  <a:lnTo>
                    <a:pt x="3125" y="3"/>
                  </a:lnTo>
                  <a:lnTo>
                    <a:pt x="3128" y="0"/>
                  </a:lnTo>
                  <a:lnTo>
                    <a:pt x="3132" y="0"/>
                  </a:lnTo>
                  <a:lnTo>
                    <a:pt x="3135" y="0"/>
                  </a:lnTo>
                  <a:lnTo>
                    <a:pt x="3139" y="0"/>
                  </a:lnTo>
                  <a:lnTo>
                    <a:pt x="3143" y="0"/>
                  </a:lnTo>
                  <a:lnTo>
                    <a:pt x="3146" y="0"/>
                  </a:lnTo>
                  <a:lnTo>
                    <a:pt x="3150" y="3"/>
                  </a:lnTo>
                  <a:lnTo>
                    <a:pt x="3153" y="3"/>
                  </a:lnTo>
                  <a:lnTo>
                    <a:pt x="3157" y="7"/>
                  </a:lnTo>
                  <a:lnTo>
                    <a:pt x="3161" y="11"/>
                  </a:lnTo>
                  <a:lnTo>
                    <a:pt x="3164" y="14"/>
                  </a:lnTo>
                  <a:lnTo>
                    <a:pt x="3168" y="18"/>
                  </a:lnTo>
                  <a:lnTo>
                    <a:pt x="3168" y="21"/>
                  </a:lnTo>
                  <a:lnTo>
                    <a:pt x="3171" y="25"/>
                  </a:lnTo>
                  <a:lnTo>
                    <a:pt x="3175" y="29"/>
                  </a:lnTo>
                  <a:lnTo>
                    <a:pt x="3175" y="32"/>
                  </a:lnTo>
                  <a:lnTo>
                    <a:pt x="3179" y="36"/>
                  </a:lnTo>
                  <a:lnTo>
                    <a:pt x="3179" y="39"/>
                  </a:lnTo>
                  <a:lnTo>
                    <a:pt x="3182" y="43"/>
                  </a:lnTo>
                  <a:lnTo>
                    <a:pt x="3182" y="47"/>
                  </a:lnTo>
                  <a:lnTo>
                    <a:pt x="3186" y="50"/>
                  </a:lnTo>
                  <a:lnTo>
                    <a:pt x="3186" y="54"/>
                  </a:lnTo>
                  <a:lnTo>
                    <a:pt x="3189" y="57"/>
                  </a:lnTo>
                  <a:lnTo>
                    <a:pt x="3189" y="61"/>
                  </a:lnTo>
                  <a:lnTo>
                    <a:pt x="3193" y="65"/>
                  </a:lnTo>
                  <a:lnTo>
                    <a:pt x="3193" y="68"/>
                  </a:lnTo>
                  <a:lnTo>
                    <a:pt x="3193" y="72"/>
                  </a:lnTo>
                  <a:lnTo>
                    <a:pt x="3197" y="75"/>
                  </a:lnTo>
                  <a:lnTo>
                    <a:pt x="3197" y="79"/>
                  </a:lnTo>
                  <a:lnTo>
                    <a:pt x="3200" y="83"/>
                  </a:lnTo>
                  <a:lnTo>
                    <a:pt x="3200" y="86"/>
                  </a:lnTo>
                  <a:lnTo>
                    <a:pt x="3204" y="90"/>
                  </a:lnTo>
                  <a:lnTo>
                    <a:pt x="3204" y="93"/>
                  </a:lnTo>
                  <a:lnTo>
                    <a:pt x="3207" y="97"/>
                  </a:lnTo>
                  <a:lnTo>
                    <a:pt x="3207" y="101"/>
                  </a:lnTo>
                  <a:lnTo>
                    <a:pt x="3207" y="104"/>
                  </a:lnTo>
                  <a:lnTo>
                    <a:pt x="3211" y="108"/>
                  </a:lnTo>
                  <a:lnTo>
                    <a:pt x="3211" y="111"/>
                  </a:lnTo>
                  <a:lnTo>
                    <a:pt x="3211" y="115"/>
                  </a:lnTo>
                  <a:lnTo>
                    <a:pt x="3215" y="119"/>
                  </a:lnTo>
                  <a:lnTo>
                    <a:pt x="3215" y="122"/>
                  </a:lnTo>
                  <a:lnTo>
                    <a:pt x="3218" y="126"/>
                  </a:lnTo>
                  <a:lnTo>
                    <a:pt x="3218" y="129"/>
                  </a:lnTo>
                  <a:lnTo>
                    <a:pt x="3218" y="133"/>
                  </a:lnTo>
                  <a:lnTo>
                    <a:pt x="3222" y="137"/>
                  </a:lnTo>
                  <a:lnTo>
                    <a:pt x="3225" y="140"/>
                  </a:lnTo>
                  <a:lnTo>
                    <a:pt x="3225" y="144"/>
                  </a:lnTo>
                  <a:lnTo>
                    <a:pt x="3225" y="147"/>
                  </a:lnTo>
                  <a:lnTo>
                    <a:pt x="3229" y="151"/>
                  </a:lnTo>
                  <a:lnTo>
                    <a:pt x="3229" y="155"/>
                  </a:lnTo>
                  <a:lnTo>
                    <a:pt x="3233" y="158"/>
                  </a:lnTo>
                  <a:lnTo>
                    <a:pt x="3233" y="162"/>
                  </a:lnTo>
                  <a:lnTo>
                    <a:pt x="3236" y="165"/>
                  </a:lnTo>
                  <a:lnTo>
                    <a:pt x="3236" y="169"/>
                  </a:lnTo>
                  <a:lnTo>
                    <a:pt x="3236" y="173"/>
                  </a:lnTo>
                  <a:lnTo>
                    <a:pt x="3240" y="176"/>
                  </a:lnTo>
                  <a:lnTo>
                    <a:pt x="3243" y="180"/>
                  </a:lnTo>
                  <a:lnTo>
                    <a:pt x="3243" y="183"/>
                  </a:lnTo>
                  <a:lnTo>
                    <a:pt x="3247" y="187"/>
                  </a:lnTo>
                  <a:lnTo>
                    <a:pt x="3251" y="191"/>
                  </a:lnTo>
                  <a:lnTo>
                    <a:pt x="3251" y="194"/>
                  </a:lnTo>
                  <a:lnTo>
                    <a:pt x="3254" y="198"/>
                  </a:lnTo>
                  <a:lnTo>
                    <a:pt x="3258" y="201"/>
                  </a:lnTo>
                  <a:lnTo>
                    <a:pt x="3261" y="205"/>
                  </a:lnTo>
                  <a:lnTo>
                    <a:pt x="3265" y="209"/>
                  </a:lnTo>
                  <a:lnTo>
                    <a:pt x="3269" y="212"/>
                  </a:lnTo>
                  <a:lnTo>
                    <a:pt x="3272" y="216"/>
                  </a:lnTo>
                  <a:lnTo>
                    <a:pt x="3276" y="216"/>
                  </a:lnTo>
                  <a:lnTo>
                    <a:pt x="3279" y="216"/>
                  </a:lnTo>
                  <a:lnTo>
                    <a:pt x="3283" y="216"/>
                  </a:lnTo>
                  <a:lnTo>
                    <a:pt x="3287" y="212"/>
                  </a:lnTo>
                  <a:lnTo>
                    <a:pt x="3290" y="209"/>
                  </a:lnTo>
                  <a:lnTo>
                    <a:pt x="3294" y="205"/>
                  </a:lnTo>
                  <a:lnTo>
                    <a:pt x="3297" y="201"/>
                  </a:lnTo>
                  <a:lnTo>
                    <a:pt x="3301" y="198"/>
                  </a:lnTo>
                  <a:lnTo>
                    <a:pt x="3305" y="194"/>
                  </a:lnTo>
                  <a:lnTo>
                    <a:pt x="3308" y="191"/>
                  </a:lnTo>
                  <a:lnTo>
                    <a:pt x="3308" y="187"/>
                  </a:lnTo>
                  <a:lnTo>
                    <a:pt x="3312" y="183"/>
                  </a:lnTo>
                  <a:lnTo>
                    <a:pt x="3312" y="180"/>
                  </a:lnTo>
                  <a:lnTo>
                    <a:pt x="3315" y="176"/>
                  </a:lnTo>
                  <a:lnTo>
                    <a:pt x="3315" y="173"/>
                  </a:lnTo>
                  <a:lnTo>
                    <a:pt x="3319" y="169"/>
                  </a:lnTo>
                  <a:lnTo>
                    <a:pt x="3319" y="165"/>
                  </a:lnTo>
                  <a:lnTo>
                    <a:pt x="3323" y="162"/>
                  </a:lnTo>
                  <a:lnTo>
                    <a:pt x="3323" y="158"/>
                  </a:lnTo>
                  <a:lnTo>
                    <a:pt x="3323" y="155"/>
                  </a:lnTo>
                  <a:lnTo>
                    <a:pt x="3326" y="151"/>
                  </a:lnTo>
                  <a:lnTo>
                    <a:pt x="3326" y="147"/>
                  </a:lnTo>
                  <a:lnTo>
                    <a:pt x="3330" y="144"/>
                  </a:lnTo>
                  <a:lnTo>
                    <a:pt x="3330" y="140"/>
                  </a:lnTo>
                  <a:lnTo>
                    <a:pt x="3330" y="137"/>
                  </a:lnTo>
                  <a:lnTo>
                    <a:pt x="3333" y="133"/>
                  </a:lnTo>
                  <a:lnTo>
                    <a:pt x="3333" y="129"/>
                  </a:lnTo>
                  <a:lnTo>
                    <a:pt x="3337" y="126"/>
                  </a:lnTo>
                  <a:lnTo>
                    <a:pt x="3337" y="122"/>
                  </a:lnTo>
                  <a:lnTo>
                    <a:pt x="3337" y="119"/>
                  </a:lnTo>
                  <a:lnTo>
                    <a:pt x="3341" y="115"/>
                  </a:lnTo>
                  <a:lnTo>
                    <a:pt x="3341" y="111"/>
                  </a:lnTo>
                  <a:lnTo>
                    <a:pt x="3341" y="104"/>
                  </a:lnTo>
                  <a:lnTo>
                    <a:pt x="3344" y="101"/>
                  </a:lnTo>
                  <a:lnTo>
                    <a:pt x="3344" y="97"/>
                  </a:lnTo>
                  <a:lnTo>
                    <a:pt x="3348" y="93"/>
                  </a:lnTo>
                  <a:lnTo>
                    <a:pt x="3348" y="9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1" name="Freeform 149"/>
            <p:cNvSpPr>
              <a:spLocks/>
            </p:cNvSpPr>
            <p:nvPr/>
          </p:nvSpPr>
          <p:spPr bwMode="auto">
            <a:xfrm>
              <a:off x="4097" y="1048"/>
              <a:ext cx="691" cy="2462"/>
            </a:xfrm>
            <a:custGeom>
              <a:avLst/>
              <a:gdLst/>
              <a:ahLst/>
              <a:cxnLst>
                <a:cxn ang="0">
                  <a:pos x="7" y="1991"/>
                </a:cxn>
                <a:cxn ang="0">
                  <a:pos x="18" y="1965"/>
                </a:cxn>
                <a:cxn ang="0">
                  <a:pos x="29" y="1937"/>
                </a:cxn>
                <a:cxn ang="0">
                  <a:pos x="39" y="1911"/>
                </a:cxn>
                <a:cxn ang="0">
                  <a:pos x="57" y="1886"/>
                </a:cxn>
                <a:cxn ang="0">
                  <a:pos x="83" y="1886"/>
                </a:cxn>
                <a:cxn ang="0">
                  <a:pos x="101" y="1911"/>
                </a:cxn>
                <a:cxn ang="0">
                  <a:pos x="111" y="1937"/>
                </a:cxn>
                <a:cxn ang="0">
                  <a:pos x="119" y="1965"/>
                </a:cxn>
                <a:cxn ang="0">
                  <a:pos x="129" y="1998"/>
                </a:cxn>
                <a:cxn ang="0">
                  <a:pos x="140" y="2034"/>
                </a:cxn>
                <a:cxn ang="0">
                  <a:pos x="147" y="2070"/>
                </a:cxn>
                <a:cxn ang="0">
                  <a:pos x="158" y="2106"/>
                </a:cxn>
                <a:cxn ang="0">
                  <a:pos x="169" y="2138"/>
                </a:cxn>
                <a:cxn ang="0">
                  <a:pos x="180" y="2163"/>
                </a:cxn>
                <a:cxn ang="0">
                  <a:pos x="191" y="2189"/>
                </a:cxn>
                <a:cxn ang="0">
                  <a:pos x="212" y="2207"/>
                </a:cxn>
                <a:cxn ang="0">
                  <a:pos x="234" y="2185"/>
                </a:cxn>
                <a:cxn ang="0">
                  <a:pos x="241" y="2160"/>
                </a:cxn>
                <a:cxn ang="0">
                  <a:pos x="252" y="2127"/>
                </a:cxn>
                <a:cxn ang="0">
                  <a:pos x="263" y="2088"/>
                </a:cxn>
                <a:cxn ang="0">
                  <a:pos x="273" y="2045"/>
                </a:cxn>
                <a:cxn ang="0">
                  <a:pos x="281" y="1998"/>
                </a:cxn>
                <a:cxn ang="0">
                  <a:pos x="291" y="1947"/>
                </a:cxn>
                <a:cxn ang="0">
                  <a:pos x="302" y="1901"/>
                </a:cxn>
                <a:cxn ang="0">
                  <a:pos x="309" y="1857"/>
                </a:cxn>
                <a:cxn ang="0">
                  <a:pos x="320" y="1821"/>
                </a:cxn>
                <a:cxn ang="0">
                  <a:pos x="331" y="1793"/>
                </a:cxn>
                <a:cxn ang="0">
                  <a:pos x="345" y="1767"/>
                </a:cxn>
                <a:cxn ang="0">
                  <a:pos x="367" y="1782"/>
                </a:cxn>
                <a:cxn ang="0">
                  <a:pos x="378" y="1811"/>
                </a:cxn>
                <a:cxn ang="0">
                  <a:pos x="389" y="1850"/>
                </a:cxn>
                <a:cxn ang="0">
                  <a:pos x="396" y="1904"/>
                </a:cxn>
                <a:cxn ang="0">
                  <a:pos x="407" y="1965"/>
                </a:cxn>
                <a:cxn ang="0">
                  <a:pos x="417" y="2034"/>
                </a:cxn>
                <a:cxn ang="0">
                  <a:pos x="428" y="2106"/>
                </a:cxn>
                <a:cxn ang="0">
                  <a:pos x="435" y="2181"/>
                </a:cxn>
                <a:cxn ang="0">
                  <a:pos x="446" y="2253"/>
                </a:cxn>
                <a:cxn ang="0">
                  <a:pos x="457" y="2322"/>
                </a:cxn>
                <a:cxn ang="0">
                  <a:pos x="464" y="2379"/>
                </a:cxn>
                <a:cxn ang="0">
                  <a:pos x="475" y="2423"/>
                </a:cxn>
                <a:cxn ang="0">
                  <a:pos x="486" y="2455"/>
                </a:cxn>
                <a:cxn ang="0">
                  <a:pos x="507" y="2448"/>
                </a:cxn>
                <a:cxn ang="0">
                  <a:pos x="515" y="2412"/>
                </a:cxn>
                <a:cxn ang="0">
                  <a:pos x="525" y="2351"/>
                </a:cxn>
                <a:cxn ang="0">
                  <a:pos x="536" y="2264"/>
                </a:cxn>
                <a:cxn ang="0">
                  <a:pos x="543" y="2156"/>
                </a:cxn>
                <a:cxn ang="0">
                  <a:pos x="554" y="2023"/>
                </a:cxn>
                <a:cxn ang="0">
                  <a:pos x="565" y="1872"/>
                </a:cxn>
                <a:cxn ang="0">
                  <a:pos x="576" y="1706"/>
                </a:cxn>
                <a:cxn ang="0">
                  <a:pos x="583" y="1523"/>
                </a:cxn>
                <a:cxn ang="0">
                  <a:pos x="594" y="1335"/>
                </a:cxn>
                <a:cxn ang="0">
                  <a:pos x="605" y="1141"/>
                </a:cxn>
                <a:cxn ang="0">
                  <a:pos x="612" y="950"/>
                </a:cxn>
                <a:cxn ang="0">
                  <a:pos x="623" y="763"/>
                </a:cxn>
                <a:cxn ang="0">
                  <a:pos x="633" y="587"/>
                </a:cxn>
                <a:cxn ang="0">
                  <a:pos x="644" y="428"/>
                </a:cxn>
                <a:cxn ang="0">
                  <a:pos x="651" y="288"/>
                </a:cxn>
                <a:cxn ang="0">
                  <a:pos x="662" y="173"/>
                </a:cxn>
                <a:cxn ang="0">
                  <a:pos x="673" y="86"/>
                </a:cxn>
                <a:cxn ang="0">
                  <a:pos x="680" y="29"/>
                </a:cxn>
                <a:cxn ang="0">
                  <a:pos x="691" y="0"/>
                </a:cxn>
              </a:cxnLst>
              <a:rect l="0" t="0" r="r" b="b"/>
              <a:pathLst>
                <a:path w="691" h="2462">
                  <a:moveTo>
                    <a:pt x="0" y="2016"/>
                  </a:moveTo>
                  <a:lnTo>
                    <a:pt x="0" y="2012"/>
                  </a:lnTo>
                  <a:lnTo>
                    <a:pt x="3" y="2009"/>
                  </a:lnTo>
                  <a:lnTo>
                    <a:pt x="3" y="2005"/>
                  </a:lnTo>
                  <a:lnTo>
                    <a:pt x="7" y="1998"/>
                  </a:lnTo>
                  <a:lnTo>
                    <a:pt x="7" y="1994"/>
                  </a:lnTo>
                  <a:lnTo>
                    <a:pt x="7" y="1991"/>
                  </a:lnTo>
                  <a:lnTo>
                    <a:pt x="11" y="1987"/>
                  </a:lnTo>
                  <a:lnTo>
                    <a:pt x="11" y="1983"/>
                  </a:lnTo>
                  <a:lnTo>
                    <a:pt x="14" y="1980"/>
                  </a:lnTo>
                  <a:lnTo>
                    <a:pt x="14" y="1976"/>
                  </a:lnTo>
                  <a:lnTo>
                    <a:pt x="14" y="1973"/>
                  </a:lnTo>
                  <a:lnTo>
                    <a:pt x="18" y="1969"/>
                  </a:lnTo>
                  <a:lnTo>
                    <a:pt x="18" y="1965"/>
                  </a:lnTo>
                  <a:lnTo>
                    <a:pt x="18" y="1958"/>
                  </a:lnTo>
                  <a:lnTo>
                    <a:pt x="21" y="1955"/>
                  </a:lnTo>
                  <a:lnTo>
                    <a:pt x="21" y="1951"/>
                  </a:lnTo>
                  <a:lnTo>
                    <a:pt x="25" y="1947"/>
                  </a:lnTo>
                  <a:lnTo>
                    <a:pt x="25" y="1944"/>
                  </a:lnTo>
                  <a:lnTo>
                    <a:pt x="25" y="1940"/>
                  </a:lnTo>
                  <a:lnTo>
                    <a:pt x="29" y="1937"/>
                  </a:lnTo>
                  <a:lnTo>
                    <a:pt x="32" y="1933"/>
                  </a:lnTo>
                  <a:lnTo>
                    <a:pt x="32" y="1929"/>
                  </a:lnTo>
                  <a:lnTo>
                    <a:pt x="32" y="1926"/>
                  </a:lnTo>
                  <a:lnTo>
                    <a:pt x="36" y="1922"/>
                  </a:lnTo>
                  <a:lnTo>
                    <a:pt x="36" y="1919"/>
                  </a:lnTo>
                  <a:lnTo>
                    <a:pt x="36" y="1915"/>
                  </a:lnTo>
                  <a:lnTo>
                    <a:pt x="39" y="1911"/>
                  </a:lnTo>
                  <a:lnTo>
                    <a:pt x="43" y="1908"/>
                  </a:lnTo>
                  <a:lnTo>
                    <a:pt x="43" y="1904"/>
                  </a:lnTo>
                  <a:lnTo>
                    <a:pt x="47" y="1901"/>
                  </a:lnTo>
                  <a:lnTo>
                    <a:pt x="50" y="1897"/>
                  </a:lnTo>
                  <a:lnTo>
                    <a:pt x="50" y="1893"/>
                  </a:lnTo>
                  <a:lnTo>
                    <a:pt x="54" y="1890"/>
                  </a:lnTo>
                  <a:lnTo>
                    <a:pt x="57" y="1886"/>
                  </a:lnTo>
                  <a:lnTo>
                    <a:pt x="61" y="1883"/>
                  </a:lnTo>
                  <a:lnTo>
                    <a:pt x="65" y="1883"/>
                  </a:lnTo>
                  <a:lnTo>
                    <a:pt x="68" y="1879"/>
                  </a:lnTo>
                  <a:lnTo>
                    <a:pt x="72" y="1879"/>
                  </a:lnTo>
                  <a:lnTo>
                    <a:pt x="75" y="1883"/>
                  </a:lnTo>
                  <a:lnTo>
                    <a:pt x="79" y="1886"/>
                  </a:lnTo>
                  <a:lnTo>
                    <a:pt x="83" y="1886"/>
                  </a:lnTo>
                  <a:lnTo>
                    <a:pt x="86" y="1890"/>
                  </a:lnTo>
                  <a:lnTo>
                    <a:pt x="90" y="1893"/>
                  </a:lnTo>
                  <a:lnTo>
                    <a:pt x="93" y="1897"/>
                  </a:lnTo>
                  <a:lnTo>
                    <a:pt x="93" y="1901"/>
                  </a:lnTo>
                  <a:lnTo>
                    <a:pt x="97" y="1904"/>
                  </a:lnTo>
                  <a:lnTo>
                    <a:pt x="97" y="1908"/>
                  </a:lnTo>
                  <a:lnTo>
                    <a:pt x="101" y="1911"/>
                  </a:lnTo>
                  <a:lnTo>
                    <a:pt x="101" y="1915"/>
                  </a:lnTo>
                  <a:lnTo>
                    <a:pt x="104" y="1919"/>
                  </a:lnTo>
                  <a:lnTo>
                    <a:pt x="104" y="1922"/>
                  </a:lnTo>
                  <a:lnTo>
                    <a:pt x="104" y="1926"/>
                  </a:lnTo>
                  <a:lnTo>
                    <a:pt x="108" y="1929"/>
                  </a:lnTo>
                  <a:lnTo>
                    <a:pt x="108" y="1933"/>
                  </a:lnTo>
                  <a:lnTo>
                    <a:pt x="111" y="1937"/>
                  </a:lnTo>
                  <a:lnTo>
                    <a:pt x="111" y="1940"/>
                  </a:lnTo>
                  <a:lnTo>
                    <a:pt x="111" y="1944"/>
                  </a:lnTo>
                  <a:lnTo>
                    <a:pt x="115" y="1951"/>
                  </a:lnTo>
                  <a:lnTo>
                    <a:pt x="115" y="1955"/>
                  </a:lnTo>
                  <a:lnTo>
                    <a:pt x="119" y="1958"/>
                  </a:lnTo>
                  <a:lnTo>
                    <a:pt x="119" y="1962"/>
                  </a:lnTo>
                  <a:lnTo>
                    <a:pt x="119" y="1965"/>
                  </a:lnTo>
                  <a:lnTo>
                    <a:pt x="122" y="1973"/>
                  </a:lnTo>
                  <a:lnTo>
                    <a:pt x="122" y="1976"/>
                  </a:lnTo>
                  <a:lnTo>
                    <a:pt x="122" y="1980"/>
                  </a:lnTo>
                  <a:lnTo>
                    <a:pt x="126" y="1983"/>
                  </a:lnTo>
                  <a:lnTo>
                    <a:pt x="126" y="1991"/>
                  </a:lnTo>
                  <a:lnTo>
                    <a:pt x="129" y="1994"/>
                  </a:lnTo>
                  <a:lnTo>
                    <a:pt x="129" y="1998"/>
                  </a:lnTo>
                  <a:lnTo>
                    <a:pt x="129" y="2005"/>
                  </a:lnTo>
                  <a:lnTo>
                    <a:pt x="133" y="2009"/>
                  </a:lnTo>
                  <a:lnTo>
                    <a:pt x="133" y="2012"/>
                  </a:lnTo>
                  <a:lnTo>
                    <a:pt x="137" y="2019"/>
                  </a:lnTo>
                  <a:lnTo>
                    <a:pt x="137" y="2023"/>
                  </a:lnTo>
                  <a:lnTo>
                    <a:pt x="137" y="2030"/>
                  </a:lnTo>
                  <a:lnTo>
                    <a:pt x="140" y="2034"/>
                  </a:lnTo>
                  <a:lnTo>
                    <a:pt x="140" y="2037"/>
                  </a:lnTo>
                  <a:lnTo>
                    <a:pt x="144" y="2045"/>
                  </a:lnTo>
                  <a:lnTo>
                    <a:pt x="144" y="2048"/>
                  </a:lnTo>
                  <a:lnTo>
                    <a:pt x="144" y="2055"/>
                  </a:lnTo>
                  <a:lnTo>
                    <a:pt x="147" y="2059"/>
                  </a:lnTo>
                  <a:lnTo>
                    <a:pt x="147" y="2066"/>
                  </a:lnTo>
                  <a:lnTo>
                    <a:pt x="147" y="2070"/>
                  </a:lnTo>
                  <a:lnTo>
                    <a:pt x="151" y="2073"/>
                  </a:lnTo>
                  <a:lnTo>
                    <a:pt x="151" y="2081"/>
                  </a:lnTo>
                  <a:lnTo>
                    <a:pt x="155" y="2084"/>
                  </a:lnTo>
                  <a:lnTo>
                    <a:pt x="155" y="2091"/>
                  </a:lnTo>
                  <a:lnTo>
                    <a:pt x="155" y="2095"/>
                  </a:lnTo>
                  <a:lnTo>
                    <a:pt x="158" y="2099"/>
                  </a:lnTo>
                  <a:lnTo>
                    <a:pt x="158" y="2106"/>
                  </a:lnTo>
                  <a:lnTo>
                    <a:pt x="162" y="2109"/>
                  </a:lnTo>
                  <a:lnTo>
                    <a:pt x="162" y="2113"/>
                  </a:lnTo>
                  <a:lnTo>
                    <a:pt x="162" y="2120"/>
                  </a:lnTo>
                  <a:lnTo>
                    <a:pt x="165" y="2124"/>
                  </a:lnTo>
                  <a:lnTo>
                    <a:pt x="165" y="2127"/>
                  </a:lnTo>
                  <a:lnTo>
                    <a:pt x="165" y="2131"/>
                  </a:lnTo>
                  <a:lnTo>
                    <a:pt x="169" y="2138"/>
                  </a:lnTo>
                  <a:lnTo>
                    <a:pt x="169" y="2142"/>
                  </a:lnTo>
                  <a:lnTo>
                    <a:pt x="173" y="2145"/>
                  </a:lnTo>
                  <a:lnTo>
                    <a:pt x="173" y="2149"/>
                  </a:lnTo>
                  <a:lnTo>
                    <a:pt x="173" y="2153"/>
                  </a:lnTo>
                  <a:lnTo>
                    <a:pt x="176" y="2156"/>
                  </a:lnTo>
                  <a:lnTo>
                    <a:pt x="176" y="2160"/>
                  </a:lnTo>
                  <a:lnTo>
                    <a:pt x="180" y="2163"/>
                  </a:lnTo>
                  <a:lnTo>
                    <a:pt x="180" y="2167"/>
                  </a:lnTo>
                  <a:lnTo>
                    <a:pt x="180" y="2171"/>
                  </a:lnTo>
                  <a:lnTo>
                    <a:pt x="183" y="2174"/>
                  </a:lnTo>
                  <a:lnTo>
                    <a:pt x="183" y="2178"/>
                  </a:lnTo>
                  <a:lnTo>
                    <a:pt x="187" y="2181"/>
                  </a:lnTo>
                  <a:lnTo>
                    <a:pt x="187" y="2185"/>
                  </a:lnTo>
                  <a:lnTo>
                    <a:pt x="191" y="2189"/>
                  </a:lnTo>
                  <a:lnTo>
                    <a:pt x="191" y="2192"/>
                  </a:lnTo>
                  <a:lnTo>
                    <a:pt x="194" y="2196"/>
                  </a:lnTo>
                  <a:lnTo>
                    <a:pt x="198" y="2199"/>
                  </a:lnTo>
                  <a:lnTo>
                    <a:pt x="201" y="2203"/>
                  </a:lnTo>
                  <a:lnTo>
                    <a:pt x="205" y="2207"/>
                  </a:lnTo>
                  <a:lnTo>
                    <a:pt x="209" y="2210"/>
                  </a:lnTo>
                  <a:lnTo>
                    <a:pt x="212" y="2207"/>
                  </a:lnTo>
                  <a:lnTo>
                    <a:pt x="216" y="2207"/>
                  </a:lnTo>
                  <a:lnTo>
                    <a:pt x="219" y="2203"/>
                  </a:lnTo>
                  <a:lnTo>
                    <a:pt x="223" y="2199"/>
                  </a:lnTo>
                  <a:lnTo>
                    <a:pt x="227" y="2196"/>
                  </a:lnTo>
                  <a:lnTo>
                    <a:pt x="230" y="2192"/>
                  </a:lnTo>
                  <a:lnTo>
                    <a:pt x="230" y="2189"/>
                  </a:lnTo>
                  <a:lnTo>
                    <a:pt x="234" y="2185"/>
                  </a:lnTo>
                  <a:lnTo>
                    <a:pt x="234" y="2181"/>
                  </a:lnTo>
                  <a:lnTo>
                    <a:pt x="234" y="2178"/>
                  </a:lnTo>
                  <a:lnTo>
                    <a:pt x="237" y="2174"/>
                  </a:lnTo>
                  <a:lnTo>
                    <a:pt x="237" y="2171"/>
                  </a:lnTo>
                  <a:lnTo>
                    <a:pt x="241" y="2167"/>
                  </a:lnTo>
                  <a:lnTo>
                    <a:pt x="241" y="2163"/>
                  </a:lnTo>
                  <a:lnTo>
                    <a:pt x="241" y="2160"/>
                  </a:lnTo>
                  <a:lnTo>
                    <a:pt x="245" y="2156"/>
                  </a:lnTo>
                  <a:lnTo>
                    <a:pt x="245" y="2153"/>
                  </a:lnTo>
                  <a:lnTo>
                    <a:pt x="248" y="2145"/>
                  </a:lnTo>
                  <a:lnTo>
                    <a:pt x="248" y="2142"/>
                  </a:lnTo>
                  <a:lnTo>
                    <a:pt x="248" y="2138"/>
                  </a:lnTo>
                  <a:lnTo>
                    <a:pt x="252" y="2131"/>
                  </a:lnTo>
                  <a:lnTo>
                    <a:pt x="252" y="2127"/>
                  </a:lnTo>
                  <a:lnTo>
                    <a:pt x="252" y="2124"/>
                  </a:lnTo>
                  <a:lnTo>
                    <a:pt x="255" y="2117"/>
                  </a:lnTo>
                  <a:lnTo>
                    <a:pt x="255" y="2113"/>
                  </a:lnTo>
                  <a:lnTo>
                    <a:pt x="259" y="2106"/>
                  </a:lnTo>
                  <a:lnTo>
                    <a:pt x="259" y="2099"/>
                  </a:lnTo>
                  <a:lnTo>
                    <a:pt x="259" y="2095"/>
                  </a:lnTo>
                  <a:lnTo>
                    <a:pt x="263" y="2088"/>
                  </a:lnTo>
                  <a:lnTo>
                    <a:pt x="263" y="2081"/>
                  </a:lnTo>
                  <a:lnTo>
                    <a:pt x="266" y="2077"/>
                  </a:lnTo>
                  <a:lnTo>
                    <a:pt x="266" y="2070"/>
                  </a:lnTo>
                  <a:lnTo>
                    <a:pt x="266" y="2063"/>
                  </a:lnTo>
                  <a:lnTo>
                    <a:pt x="270" y="2055"/>
                  </a:lnTo>
                  <a:lnTo>
                    <a:pt x="270" y="2052"/>
                  </a:lnTo>
                  <a:lnTo>
                    <a:pt x="273" y="2045"/>
                  </a:lnTo>
                  <a:lnTo>
                    <a:pt x="273" y="2037"/>
                  </a:lnTo>
                  <a:lnTo>
                    <a:pt x="273" y="2030"/>
                  </a:lnTo>
                  <a:lnTo>
                    <a:pt x="277" y="2023"/>
                  </a:lnTo>
                  <a:lnTo>
                    <a:pt x="277" y="2016"/>
                  </a:lnTo>
                  <a:lnTo>
                    <a:pt x="277" y="2009"/>
                  </a:lnTo>
                  <a:lnTo>
                    <a:pt x="281" y="2005"/>
                  </a:lnTo>
                  <a:lnTo>
                    <a:pt x="281" y="1998"/>
                  </a:lnTo>
                  <a:lnTo>
                    <a:pt x="284" y="1991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9"/>
                  </a:lnTo>
                  <a:lnTo>
                    <a:pt x="288" y="1962"/>
                  </a:lnTo>
                  <a:lnTo>
                    <a:pt x="291" y="1955"/>
                  </a:lnTo>
                  <a:lnTo>
                    <a:pt x="291" y="1947"/>
                  </a:lnTo>
                  <a:lnTo>
                    <a:pt x="291" y="1940"/>
                  </a:lnTo>
                  <a:lnTo>
                    <a:pt x="295" y="1937"/>
                  </a:lnTo>
                  <a:lnTo>
                    <a:pt x="295" y="1929"/>
                  </a:lnTo>
                  <a:lnTo>
                    <a:pt x="295" y="1922"/>
                  </a:lnTo>
                  <a:lnTo>
                    <a:pt x="299" y="1915"/>
                  </a:lnTo>
                  <a:lnTo>
                    <a:pt x="299" y="1908"/>
                  </a:lnTo>
                  <a:lnTo>
                    <a:pt x="302" y="1901"/>
                  </a:lnTo>
                  <a:lnTo>
                    <a:pt x="302" y="1893"/>
                  </a:lnTo>
                  <a:lnTo>
                    <a:pt x="302" y="1890"/>
                  </a:lnTo>
                  <a:lnTo>
                    <a:pt x="306" y="1883"/>
                  </a:lnTo>
                  <a:lnTo>
                    <a:pt x="306" y="1875"/>
                  </a:lnTo>
                  <a:lnTo>
                    <a:pt x="309" y="1872"/>
                  </a:lnTo>
                  <a:lnTo>
                    <a:pt x="309" y="1865"/>
                  </a:lnTo>
                  <a:lnTo>
                    <a:pt x="309" y="1857"/>
                  </a:lnTo>
                  <a:lnTo>
                    <a:pt x="313" y="1854"/>
                  </a:lnTo>
                  <a:lnTo>
                    <a:pt x="313" y="1847"/>
                  </a:lnTo>
                  <a:lnTo>
                    <a:pt x="317" y="1843"/>
                  </a:lnTo>
                  <a:lnTo>
                    <a:pt x="317" y="1836"/>
                  </a:lnTo>
                  <a:lnTo>
                    <a:pt x="317" y="1832"/>
                  </a:lnTo>
                  <a:lnTo>
                    <a:pt x="320" y="1825"/>
                  </a:lnTo>
                  <a:lnTo>
                    <a:pt x="320" y="1821"/>
                  </a:lnTo>
                  <a:lnTo>
                    <a:pt x="320" y="1818"/>
                  </a:lnTo>
                  <a:lnTo>
                    <a:pt x="324" y="1811"/>
                  </a:lnTo>
                  <a:lnTo>
                    <a:pt x="324" y="1807"/>
                  </a:lnTo>
                  <a:lnTo>
                    <a:pt x="327" y="1803"/>
                  </a:lnTo>
                  <a:lnTo>
                    <a:pt x="327" y="1800"/>
                  </a:lnTo>
                  <a:lnTo>
                    <a:pt x="327" y="1796"/>
                  </a:lnTo>
                  <a:lnTo>
                    <a:pt x="331" y="1793"/>
                  </a:lnTo>
                  <a:lnTo>
                    <a:pt x="331" y="1789"/>
                  </a:lnTo>
                  <a:lnTo>
                    <a:pt x="335" y="1785"/>
                  </a:lnTo>
                  <a:lnTo>
                    <a:pt x="335" y="1782"/>
                  </a:lnTo>
                  <a:lnTo>
                    <a:pt x="338" y="1778"/>
                  </a:lnTo>
                  <a:lnTo>
                    <a:pt x="338" y="1775"/>
                  </a:lnTo>
                  <a:lnTo>
                    <a:pt x="342" y="1771"/>
                  </a:lnTo>
                  <a:lnTo>
                    <a:pt x="345" y="1767"/>
                  </a:lnTo>
                  <a:lnTo>
                    <a:pt x="349" y="1764"/>
                  </a:lnTo>
                  <a:lnTo>
                    <a:pt x="353" y="1764"/>
                  </a:lnTo>
                  <a:lnTo>
                    <a:pt x="356" y="1767"/>
                  </a:lnTo>
                  <a:lnTo>
                    <a:pt x="360" y="1771"/>
                  </a:lnTo>
                  <a:lnTo>
                    <a:pt x="363" y="1775"/>
                  </a:lnTo>
                  <a:lnTo>
                    <a:pt x="367" y="1778"/>
                  </a:lnTo>
                  <a:lnTo>
                    <a:pt x="367" y="1782"/>
                  </a:lnTo>
                  <a:lnTo>
                    <a:pt x="371" y="1785"/>
                  </a:lnTo>
                  <a:lnTo>
                    <a:pt x="371" y="1789"/>
                  </a:lnTo>
                  <a:lnTo>
                    <a:pt x="371" y="1793"/>
                  </a:lnTo>
                  <a:lnTo>
                    <a:pt x="374" y="1796"/>
                  </a:lnTo>
                  <a:lnTo>
                    <a:pt x="374" y="1803"/>
                  </a:lnTo>
                  <a:lnTo>
                    <a:pt x="378" y="1807"/>
                  </a:lnTo>
                  <a:lnTo>
                    <a:pt x="378" y="1811"/>
                  </a:lnTo>
                  <a:lnTo>
                    <a:pt x="378" y="1818"/>
                  </a:lnTo>
                  <a:lnTo>
                    <a:pt x="381" y="1821"/>
                  </a:lnTo>
                  <a:lnTo>
                    <a:pt x="381" y="1829"/>
                  </a:lnTo>
                  <a:lnTo>
                    <a:pt x="385" y="1832"/>
                  </a:lnTo>
                  <a:lnTo>
                    <a:pt x="385" y="1839"/>
                  </a:lnTo>
                  <a:lnTo>
                    <a:pt x="385" y="1847"/>
                  </a:lnTo>
                  <a:lnTo>
                    <a:pt x="389" y="1850"/>
                  </a:lnTo>
                  <a:lnTo>
                    <a:pt x="389" y="1857"/>
                  </a:lnTo>
                  <a:lnTo>
                    <a:pt x="389" y="1865"/>
                  </a:lnTo>
                  <a:lnTo>
                    <a:pt x="392" y="1872"/>
                  </a:lnTo>
                  <a:lnTo>
                    <a:pt x="392" y="1879"/>
                  </a:lnTo>
                  <a:lnTo>
                    <a:pt x="396" y="1886"/>
                  </a:lnTo>
                  <a:lnTo>
                    <a:pt x="396" y="1897"/>
                  </a:lnTo>
                  <a:lnTo>
                    <a:pt x="396" y="1904"/>
                  </a:lnTo>
                  <a:lnTo>
                    <a:pt x="399" y="1911"/>
                  </a:lnTo>
                  <a:lnTo>
                    <a:pt x="399" y="1922"/>
                  </a:lnTo>
                  <a:lnTo>
                    <a:pt x="403" y="1929"/>
                  </a:lnTo>
                  <a:lnTo>
                    <a:pt x="403" y="1937"/>
                  </a:lnTo>
                  <a:lnTo>
                    <a:pt x="403" y="1947"/>
                  </a:lnTo>
                  <a:lnTo>
                    <a:pt x="407" y="1955"/>
                  </a:lnTo>
                  <a:lnTo>
                    <a:pt x="407" y="1965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4"/>
                  </a:lnTo>
                  <a:lnTo>
                    <a:pt x="414" y="2005"/>
                  </a:lnTo>
                  <a:lnTo>
                    <a:pt x="414" y="2012"/>
                  </a:lnTo>
                  <a:lnTo>
                    <a:pt x="414" y="2023"/>
                  </a:lnTo>
                  <a:lnTo>
                    <a:pt x="417" y="2034"/>
                  </a:lnTo>
                  <a:lnTo>
                    <a:pt x="417" y="2045"/>
                  </a:lnTo>
                  <a:lnTo>
                    <a:pt x="421" y="2055"/>
                  </a:lnTo>
                  <a:lnTo>
                    <a:pt x="421" y="2066"/>
                  </a:lnTo>
                  <a:lnTo>
                    <a:pt x="421" y="2077"/>
                  </a:lnTo>
                  <a:lnTo>
                    <a:pt x="425" y="2088"/>
                  </a:lnTo>
                  <a:lnTo>
                    <a:pt x="425" y="2095"/>
                  </a:lnTo>
                  <a:lnTo>
                    <a:pt x="428" y="2106"/>
                  </a:lnTo>
                  <a:lnTo>
                    <a:pt x="428" y="2117"/>
                  </a:lnTo>
                  <a:lnTo>
                    <a:pt x="428" y="2127"/>
                  </a:lnTo>
                  <a:lnTo>
                    <a:pt x="432" y="2138"/>
                  </a:lnTo>
                  <a:lnTo>
                    <a:pt x="432" y="2149"/>
                  </a:lnTo>
                  <a:lnTo>
                    <a:pt x="432" y="2160"/>
                  </a:lnTo>
                  <a:lnTo>
                    <a:pt x="435" y="2171"/>
                  </a:lnTo>
                  <a:lnTo>
                    <a:pt x="435" y="2181"/>
                  </a:lnTo>
                  <a:lnTo>
                    <a:pt x="439" y="2192"/>
                  </a:lnTo>
                  <a:lnTo>
                    <a:pt x="439" y="2203"/>
                  </a:lnTo>
                  <a:lnTo>
                    <a:pt x="439" y="2214"/>
                  </a:lnTo>
                  <a:lnTo>
                    <a:pt x="443" y="2225"/>
                  </a:lnTo>
                  <a:lnTo>
                    <a:pt x="443" y="2235"/>
                  </a:lnTo>
                  <a:lnTo>
                    <a:pt x="446" y="2243"/>
                  </a:lnTo>
                  <a:lnTo>
                    <a:pt x="446" y="2253"/>
                  </a:lnTo>
                  <a:lnTo>
                    <a:pt x="446" y="2264"/>
                  </a:lnTo>
                  <a:lnTo>
                    <a:pt x="450" y="2275"/>
                  </a:lnTo>
                  <a:lnTo>
                    <a:pt x="450" y="2286"/>
                  </a:lnTo>
                  <a:lnTo>
                    <a:pt x="450" y="2293"/>
                  </a:lnTo>
                  <a:lnTo>
                    <a:pt x="453" y="2304"/>
                  </a:lnTo>
                  <a:lnTo>
                    <a:pt x="453" y="2311"/>
                  </a:lnTo>
                  <a:lnTo>
                    <a:pt x="457" y="2322"/>
                  </a:lnTo>
                  <a:lnTo>
                    <a:pt x="457" y="2329"/>
                  </a:lnTo>
                  <a:lnTo>
                    <a:pt x="457" y="2340"/>
                  </a:lnTo>
                  <a:lnTo>
                    <a:pt x="461" y="2347"/>
                  </a:lnTo>
                  <a:lnTo>
                    <a:pt x="461" y="2354"/>
                  </a:lnTo>
                  <a:lnTo>
                    <a:pt x="464" y="2365"/>
                  </a:lnTo>
                  <a:lnTo>
                    <a:pt x="464" y="2372"/>
                  </a:lnTo>
                  <a:lnTo>
                    <a:pt x="464" y="2379"/>
                  </a:lnTo>
                  <a:lnTo>
                    <a:pt x="468" y="2387"/>
                  </a:lnTo>
                  <a:lnTo>
                    <a:pt x="468" y="2394"/>
                  </a:lnTo>
                  <a:lnTo>
                    <a:pt x="471" y="2401"/>
                  </a:lnTo>
                  <a:lnTo>
                    <a:pt x="471" y="2408"/>
                  </a:lnTo>
                  <a:lnTo>
                    <a:pt x="471" y="2412"/>
                  </a:lnTo>
                  <a:lnTo>
                    <a:pt x="475" y="2419"/>
                  </a:lnTo>
                  <a:lnTo>
                    <a:pt x="475" y="2423"/>
                  </a:lnTo>
                  <a:lnTo>
                    <a:pt x="475" y="2430"/>
                  </a:lnTo>
                  <a:lnTo>
                    <a:pt x="479" y="2433"/>
                  </a:lnTo>
                  <a:lnTo>
                    <a:pt x="479" y="2437"/>
                  </a:lnTo>
                  <a:lnTo>
                    <a:pt x="482" y="2444"/>
                  </a:lnTo>
                  <a:lnTo>
                    <a:pt x="482" y="2448"/>
                  </a:lnTo>
                  <a:lnTo>
                    <a:pt x="486" y="2451"/>
                  </a:lnTo>
                  <a:lnTo>
                    <a:pt x="486" y="2455"/>
                  </a:lnTo>
                  <a:lnTo>
                    <a:pt x="489" y="2459"/>
                  </a:lnTo>
                  <a:lnTo>
                    <a:pt x="493" y="2462"/>
                  </a:lnTo>
                  <a:lnTo>
                    <a:pt x="497" y="2462"/>
                  </a:lnTo>
                  <a:lnTo>
                    <a:pt x="500" y="2459"/>
                  </a:lnTo>
                  <a:lnTo>
                    <a:pt x="504" y="2455"/>
                  </a:lnTo>
                  <a:lnTo>
                    <a:pt x="504" y="2451"/>
                  </a:lnTo>
                  <a:lnTo>
                    <a:pt x="507" y="2448"/>
                  </a:lnTo>
                  <a:lnTo>
                    <a:pt x="507" y="2444"/>
                  </a:lnTo>
                  <a:lnTo>
                    <a:pt x="507" y="2441"/>
                  </a:lnTo>
                  <a:lnTo>
                    <a:pt x="511" y="2437"/>
                  </a:lnTo>
                  <a:lnTo>
                    <a:pt x="511" y="2430"/>
                  </a:lnTo>
                  <a:lnTo>
                    <a:pt x="515" y="2426"/>
                  </a:lnTo>
                  <a:lnTo>
                    <a:pt x="515" y="2419"/>
                  </a:lnTo>
                  <a:lnTo>
                    <a:pt x="515" y="2412"/>
                  </a:lnTo>
                  <a:lnTo>
                    <a:pt x="518" y="2405"/>
                  </a:lnTo>
                  <a:lnTo>
                    <a:pt x="518" y="2397"/>
                  </a:lnTo>
                  <a:lnTo>
                    <a:pt x="518" y="2387"/>
                  </a:lnTo>
                  <a:lnTo>
                    <a:pt x="522" y="2379"/>
                  </a:lnTo>
                  <a:lnTo>
                    <a:pt x="522" y="2369"/>
                  </a:lnTo>
                  <a:lnTo>
                    <a:pt x="525" y="2361"/>
                  </a:lnTo>
                  <a:lnTo>
                    <a:pt x="525" y="2351"/>
                  </a:lnTo>
                  <a:lnTo>
                    <a:pt x="525" y="2340"/>
                  </a:lnTo>
                  <a:lnTo>
                    <a:pt x="529" y="2329"/>
                  </a:lnTo>
                  <a:lnTo>
                    <a:pt x="529" y="2315"/>
                  </a:lnTo>
                  <a:lnTo>
                    <a:pt x="533" y="2304"/>
                  </a:lnTo>
                  <a:lnTo>
                    <a:pt x="533" y="2293"/>
                  </a:lnTo>
                  <a:lnTo>
                    <a:pt x="533" y="2279"/>
                  </a:lnTo>
                  <a:lnTo>
                    <a:pt x="536" y="2264"/>
                  </a:lnTo>
                  <a:lnTo>
                    <a:pt x="536" y="2250"/>
                  </a:lnTo>
                  <a:lnTo>
                    <a:pt x="536" y="2235"/>
                  </a:lnTo>
                  <a:lnTo>
                    <a:pt x="540" y="2221"/>
                  </a:lnTo>
                  <a:lnTo>
                    <a:pt x="540" y="2203"/>
                  </a:lnTo>
                  <a:lnTo>
                    <a:pt x="543" y="2189"/>
                  </a:lnTo>
                  <a:lnTo>
                    <a:pt x="543" y="2171"/>
                  </a:lnTo>
                  <a:lnTo>
                    <a:pt x="543" y="2156"/>
                  </a:lnTo>
                  <a:lnTo>
                    <a:pt x="547" y="2138"/>
                  </a:lnTo>
                  <a:lnTo>
                    <a:pt x="547" y="2120"/>
                  </a:lnTo>
                  <a:lnTo>
                    <a:pt x="551" y="2102"/>
                  </a:lnTo>
                  <a:lnTo>
                    <a:pt x="551" y="2084"/>
                  </a:lnTo>
                  <a:lnTo>
                    <a:pt x="551" y="2063"/>
                  </a:lnTo>
                  <a:lnTo>
                    <a:pt x="554" y="2045"/>
                  </a:lnTo>
                  <a:lnTo>
                    <a:pt x="554" y="2023"/>
                  </a:lnTo>
                  <a:lnTo>
                    <a:pt x="558" y="2005"/>
                  </a:lnTo>
                  <a:lnTo>
                    <a:pt x="558" y="1983"/>
                  </a:lnTo>
                  <a:lnTo>
                    <a:pt x="558" y="1962"/>
                  </a:lnTo>
                  <a:lnTo>
                    <a:pt x="561" y="1940"/>
                  </a:lnTo>
                  <a:lnTo>
                    <a:pt x="561" y="1919"/>
                  </a:lnTo>
                  <a:lnTo>
                    <a:pt x="561" y="1897"/>
                  </a:lnTo>
                  <a:lnTo>
                    <a:pt x="565" y="1872"/>
                  </a:lnTo>
                  <a:lnTo>
                    <a:pt x="565" y="1850"/>
                  </a:lnTo>
                  <a:lnTo>
                    <a:pt x="569" y="1825"/>
                  </a:lnTo>
                  <a:lnTo>
                    <a:pt x="569" y="1803"/>
                  </a:lnTo>
                  <a:lnTo>
                    <a:pt x="569" y="1778"/>
                  </a:lnTo>
                  <a:lnTo>
                    <a:pt x="572" y="1753"/>
                  </a:lnTo>
                  <a:lnTo>
                    <a:pt x="572" y="1731"/>
                  </a:lnTo>
                  <a:lnTo>
                    <a:pt x="576" y="1706"/>
                  </a:lnTo>
                  <a:lnTo>
                    <a:pt x="576" y="1681"/>
                  </a:lnTo>
                  <a:lnTo>
                    <a:pt x="576" y="1656"/>
                  </a:lnTo>
                  <a:lnTo>
                    <a:pt x="579" y="1631"/>
                  </a:lnTo>
                  <a:lnTo>
                    <a:pt x="579" y="1602"/>
                  </a:lnTo>
                  <a:lnTo>
                    <a:pt x="579" y="1577"/>
                  </a:lnTo>
                  <a:lnTo>
                    <a:pt x="583" y="1551"/>
                  </a:lnTo>
                  <a:lnTo>
                    <a:pt x="583" y="1523"/>
                  </a:lnTo>
                  <a:lnTo>
                    <a:pt x="587" y="1497"/>
                  </a:lnTo>
                  <a:lnTo>
                    <a:pt x="587" y="1472"/>
                  </a:lnTo>
                  <a:lnTo>
                    <a:pt x="587" y="1443"/>
                  </a:lnTo>
                  <a:lnTo>
                    <a:pt x="590" y="1418"/>
                  </a:lnTo>
                  <a:lnTo>
                    <a:pt x="590" y="1389"/>
                  </a:lnTo>
                  <a:lnTo>
                    <a:pt x="594" y="1361"/>
                  </a:lnTo>
                  <a:lnTo>
                    <a:pt x="594" y="1335"/>
                  </a:lnTo>
                  <a:lnTo>
                    <a:pt x="594" y="1307"/>
                  </a:lnTo>
                  <a:lnTo>
                    <a:pt x="597" y="1281"/>
                  </a:lnTo>
                  <a:lnTo>
                    <a:pt x="597" y="1253"/>
                  </a:lnTo>
                  <a:lnTo>
                    <a:pt x="601" y="1224"/>
                  </a:lnTo>
                  <a:lnTo>
                    <a:pt x="601" y="1195"/>
                  </a:lnTo>
                  <a:lnTo>
                    <a:pt x="601" y="1170"/>
                  </a:lnTo>
                  <a:lnTo>
                    <a:pt x="605" y="1141"/>
                  </a:lnTo>
                  <a:lnTo>
                    <a:pt x="605" y="1112"/>
                  </a:lnTo>
                  <a:lnTo>
                    <a:pt x="605" y="1087"/>
                  </a:lnTo>
                  <a:lnTo>
                    <a:pt x="608" y="1058"/>
                  </a:lnTo>
                  <a:lnTo>
                    <a:pt x="608" y="1029"/>
                  </a:lnTo>
                  <a:lnTo>
                    <a:pt x="612" y="1004"/>
                  </a:lnTo>
                  <a:lnTo>
                    <a:pt x="612" y="975"/>
                  </a:lnTo>
                  <a:lnTo>
                    <a:pt x="612" y="950"/>
                  </a:lnTo>
                  <a:lnTo>
                    <a:pt x="615" y="921"/>
                  </a:lnTo>
                  <a:lnTo>
                    <a:pt x="615" y="896"/>
                  </a:lnTo>
                  <a:lnTo>
                    <a:pt x="619" y="867"/>
                  </a:lnTo>
                  <a:lnTo>
                    <a:pt x="619" y="842"/>
                  </a:lnTo>
                  <a:lnTo>
                    <a:pt x="619" y="813"/>
                  </a:lnTo>
                  <a:lnTo>
                    <a:pt x="623" y="788"/>
                  </a:lnTo>
                  <a:lnTo>
                    <a:pt x="623" y="763"/>
                  </a:lnTo>
                  <a:lnTo>
                    <a:pt x="623" y="738"/>
                  </a:lnTo>
                  <a:lnTo>
                    <a:pt x="626" y="709"/>
                  </a:lnTo>
                  <a:lnTo>
                    <a:pt x="626" y="684"/>
                  </a:lnTo>
                  <a:lnTo>
                    <a:pt x="630" y="659"/>
                  </a:lnTo>
                  <a:lnTo>
                    <a:pt x="630" y="637"/>
                  </a:lnTo>
                  <a:lnTo>
                    <a:pt x="630" y="612"/>
                  </a:lnTo>
                  <a:lnTo>
                    <a:pt x="633" y="587"/>
                  </a:lnTo>
                  <a:lnTo>
                    <a:pt x="633" y="562"/>
                  </a:lnTo>
                  <a:lnTo>
                    <a:pt x="637" y="540"/>
                  </a:lnTo>
                  <a:lnTo>
                    <a:pt x="637" y="515"/>
                  </a:lnTo>
                  <a:lnTo>
                    <a:pt x="637" y="493"/>
                  </a:lnTo>
                  <a:lnTo>
                    <a:pt x="641" y="472"/>
                  </a:lnTo>
                  <a:lnTo>
                    <a:pt x="641" y="450"/>
                  </a:lnTo>
                  <a:lnTo>
                    <a:pt x="644" y="428"/>
                  </a:lnTo>
                  <a:lnTo>
                    <a:pt x="644" y="407"/>
                  </a:lnTo>
                  <a:lnTo>
                    <a:pt x="644" y="385"/>
                  </a:lnTo>
                  <a:lnTo>
                    <a:pt x="648" y="364"/>
                  </a:lnTo>
                  <a:lnTo>
                    <a:pt x="648" y="346"/>
                  </a:lnTo>
                  <a:lnTo>
                    <a:pt x="648" y="324"/>
                  </a:lnTo>
                  <a:lnTo>
                    <a:pt x="651" y="306"/>
                  </a:lnTo>
                  <a:lnTo>
                    <a:pt x="651" y="288"/>
                  </a:lnTo>
                  <a:lnTo>
                    <a:pt x="655" y="270"/>
                  </a:lnTo>
                  <a:lnTo>
                    <a:pt x="655" y="252"/>
                  </a:lnTo>
                  <a:lnTo>
                    <a:pt x="655" y="234"/>
                  </a:lnTo>
                  <a:lnTo>
                    <a:pt x="659" y="220"/>
                  </a:lnTo>
                  <a:lnTo>
                    <a:pt x="659" y="202"/>
                  </a:lnTo>
                  <a:lnTo>
                    <a:pt x="662" y="187"/>
                  </a:lnTo>
                  <a:lnTo>
                    <a:pt x="662" y="173"/>
                  </a:lnTo>
                  <a:lnTo>
                    <a:pt x="662" y="158"/>
                  </a:lnTo>
                  <a:lnTo>
                    <a:pt x="666" y="144"/>
                  </a:lnTo>
                  <a:lnTo>
                    <a:pt x="666" y="133"/>
                  </a:lnTo>
                  <a:lnTo>
                    <a:pt x="666" y="119"/>
                  </a:lnTo>
                  <a:lnTo>
                    <a:pt x="669" y="108"/>
                  </a:lnTo>
                  <a:lnTo>
                    <a:pt x="669" y="97"/>
                  </a:lnTo>
                  <a:lnTo>
                    <a:pt x="673" y="86"/>
                  </a:lnTo>
                  <a:lnTo>
                    <a:pt x="673" y="76"/>
                  </a:lnTo>
                  <a:lnTo>
                    <a:pt x="673" y="65"/>
                  </a:lnTo>
                  <a:lnTo>
                    <a:pt x="677" y="58"/>
                  </a:lnTo>
                  <a:lnTo>
                    <a:pt x="677" y="50"/>
                  </a:lnTo>
                  <a:lnTo>
                    <a:pt x="680" y="40"/>
                  </a:lnTo>
                  <a:lnTo>
                    <a:pt x="680" y="36"/>
                  </a:lnTo>
                  <a:lnTo>
                    <a:pt x="680" y="29"/>
                  </a:lnTo>
                  <a:lnTo>
                    <a:pt x="684" y="22"/>
                  </a:lnTo>
                  <a:lnTo>
                    <a:pt x="684" y="18"/>
                  </a:lnTo>
                  <a:lnTo>
                    <a:pt x="687" y="14"/>
                  </a:lnTo>
                  <a:lnTo>
                    <a:pt x="687" y="11"/>
                  </a:lnTo>
                  <a:lnTo>
                    <a:pt x="687" y="7"/>
                  </a:lnTo>
                  <a:lnTo>
                    <a:pt x="691" y="4"/>
                  </a:lnTo>
                  <a:lnTo>
                    <a:pt x="691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2" name="Freeform 150"/>
            <p:cNvSpPr>
              <a:spLocks/>
            </p:cNvSpPr>
            <p:nvPr/>
          </p:nvSpPr>
          <p:spPr bwMode="auto">
            <a:xfrm>
              <a:off x="4792" y="1048"/>
              <a:ext cx="417" cy="2462"/>
            </a:xfrm>
            <a:custGeom>
              <a:avLst/>
              <a:gdLst/>
              <a:ahLst/>
              <a:cxnLst>
                <a:cxn ang="0">
                  <a:pos x="7" y="14"/>
                </a:cxn>
                <a:cxn ang="0">
                  <a:pos x="14" y="40"/>
                </a:cxn>
                <a:cxn ang="0">
                  <a:pos x="21" y="86"/>
                </a:cxn>
                <a:cxn ang="0">
                  <a:pos x="28" y="144"/>
                </a:cxn>
                <a:cxn ang="0">
                  <a:pos x="36" y="220"/>
                </a:cxn>
                <a:cxn ang="0">
                  <a:pos x="43" y="306"/>
                </a:cxn>
                <a:cxn ang="0">
                  <a:pos x="50" y="407"/>
                </a:cxn>
                <a:cxn ang="0">
                  <a:pos x="57" y="515"/>
                </a:cxn>
                <a:cxn ang="0">
                  <a:pos x="64" y="637"/>
                </a:cxn>
                <a:cxn ang="0">
                  <a:pos x="72" y="763"/>
                </a:cxn>
                <a:cxn ang="0">
                  <a:pos x="79" y="896"/>
                </a:cxn>
                <a:cxn ang="0">
                  <a:pos x="82" y="1029"/>
                </a:cxn>
                <a:cxn ang="0">
                  <a:pos x="90" y="1170"/>
                </a:cxn>
                <a:cxn ang="0">
                  <a:pos x="97" y="1307"/>
                </a:cxn>
                <a:cxn ang="0">
                  <a:pos x="104" y="1443"/>
                </a:cxn>
                <a:cxn ang="0">
                  <a:pos x="111" y="1577"/>
                </a:cxn>
                <a:cxn ang="0">
                  <a:pos x="118" y="1706"/>
                </a:cxn>
                <a:cxn ang="0">
                  <a:pos x="126" y="1825"/>
                </a:cxn>
                <a:cxn ang="0">
                  <a:pos x="133" y="1940"/>
                </a:cxn>
                <a:cxn ang="0">
                  <a:pos x="140" y="2045"/>
                </a:cxn>
                <a:cxn ang="0">
                  <a:pos x="147" y="2138"/>
                </a:cxn>
                <a:cxn ang="0">
                  <a:pos x="154" y="2221"/>
                </a:cxn>
                <a:cxn ang="0">
                  <a:pos x="162" y="2293"/>
                </a:cxn>
                <a:cxn ang="0">
                  <a:pos x="169" y="2351"/>
                </a:cxn>
                <a:cxn ang="0">
                  <a:pos x="176" y="2397"/>
                </a:cxn>
                <a:cxn ang="0">
                  <a:pos x="183" y="2430"/>
                </a:cxn>
                <a:cxn ang="0">
                  <a:pos x="190" y="2451"/>
                </a:cxn>
                <a:cxn ang="0">
                  <a:pos x="205" y="2459"/>
                </a:cxn>
                <a:cxn ang="0">
                  <a:pos x="212" y="2437"/>
                </a:cxn>
                <a:cxn ang="0">
                  <a:pos x="219" y="2412"/>
                </a:cxn>
                <a:cxn ang="0">
                  <a:pos x="226" y="2379"/>
                </a:cxn>
                <a:cxn ang="0">
                  <a:pos x="234" y="2340"/>
                </a:cxn>
                <a:cxn ang="0">
                  <a:pos x="241" y="2293"/>
                </a:cxn>
                <a:cxn ang="0">
                  <a:pos x="248" y="2243"/>
                </a:cxn>
                <a:cxn ang="0">
                  <a:pos x="255" y="2192"/>
                </a:cxn>
                <a:cxn ang="0">
                  <a:pos x="262" y="2138"/>
                </a:cxn>
                <a:cxn ang="0">
                  <a:pos x="270" y="2088"/>
                </a:cxn>
                <a:cxn ang="0">
                  <a:pos x="277" y="2034"/>
                </a:cxn>
                <a:cxn ang="0">
                  <a:pos x="284" y="1983"/>
                </a:cxn>
                <a:cxn ang="0">
                  <a:pos x="291" y="1937"/>
                </a:cxn>
                <a:cxn ang="0">
                  <a:pos x="298" y="1897"/>
                </a:cxn>
                <a:cxn ang="0">
                  <a:pos x="306" y="1857"/>
                </a:cxn>
                <a:cxn ang="0">
                  <a:pos x="313" y="1829"/>
                </a:cxn>
                <a:cxn ang="0">
                  <a:pos x="320" y="1803"/>
                </a:cxn>
                <a:cxn ang="0">
                  <a:pos x="324" y="1782"/>
                </a:cxn>
                <a:cxn ang="0">
                  <a:pos x="338" y="1764"/>
                </a:cxn>
                <a:cxn ang="0">
                  <a:pos x="356" y="1775"/>
                </a:cxn>
                <a:cxn ang="0">
                  <a:pos x="363" y="1793"/>
                </a:cxn>
                <a:cxn ang="0">
                  <a:pos x="370" y="1811"/>
                </a:cxn>
                <a:cxn ang="0">
                  <a:pos x="378" y="1836"/>
                </a:cxn>
                <a:cxn ang="0">
                  <a:pos x="385" y="1865"/>
                </a:cxn>
                <a:cxn ang="0">
                  <a:pos x="392" y="1893"/>
                </a:cxn>
                <a:cxn ang="0">
                  <a:pos x="399" y="1929"/>
                </a:cxn>
                <a:cxn ang="0">
                  <a:pos x="406" y="1962"/>
                </a:cxn>
                <a:cxn ang="0">
                  <a:pos x="410" y="1998"/>
                </a:cxn>
                <a:cxn ang="0">
                  <a:pos x="417" y="2030"/>
                </a:cxn>
              </a:cxnLst>
              <a:rect l="0" t="0" r="r" b="b"/>
              <a:pathLst>
                <a:path w="417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46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08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4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2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8" y="1883"/>
                  </a:lnTo>
                  <a:lnTo>
                    <a:pt x="388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06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3" name="Freeform 151"/>
            <p:cNvSpPr>
              <a:spLocks/>
            </p:cNvSpPr>
            <p:nvPr/>
          </p:nvSpPr>
          <p:spPr bwMode="auto">
            <a:xfrm>
              <a:off x="749" y="2974"/>
              <a:ext cx="3409" cy="212"/>
            </a:xfrm>
            <a:custGeom>
              <a:avLst/>
              <a:gdLst/>
              <a:ahLst/>
              <a:cxnLst>
                <a:cxn ang="0">
                  <a:pos x="57" y="119"/>
                </a:cxn>
                <a:cxn ang="0">
                  <a:pos x="119" y="108"/>
                </a:cxn>
                <a:cxn ang="0">
                  <a:pos x="180" y="79"/>
                </a:cxn>
                <a:cxn ang="0">
                  <a:pos x="241" y="83"/>
                </a:cxn>
                <a:cxn ang="0">
                  <a:pos x="302" y="111"/>
                </a:cxn>
                <a:cxn ang="0">
                  <a:pos x="363" y="119"/>
                </a:cxn>
                <a:cxn ang="0">
                  <a:pos x="425" y="93"/>
                </a:cxn>
                <a:cxn ang="0">
                  <a:pos x="486" y="75"/>
                </a:cxn>
                <a:cxn ang="0">
                  <a:pos x="547" y="93"/>
                </a:cxn>
                <a:cxn ang="0">
                  <a:pos x="608" y="122"/>
                </a:cxn>
                <a:cxn ang="0">
                  <a:pos x="669" y="111"/>
                </a:cxn>
                <a:cxn ang="0">
                  <a:pos x="731" y="79"/>
                </a:cxn>
                <a:cxn ang="0">
                  <a:pos x="792" y="75"/>
                </a:cxn>
                <a:cxn ang="0">
                  <a:pos x="853" y="108"/>
                </a:cxn>
                <a:cxn ang="0">
                  <a:pos x="914" y="126"/>
                </a:cxn>
                <a:cxn ang="0">
                  <a:pos x="975" y="97"/>
                </a:cxn>
                <a:cxn ang="0">
                  <a:pos x="1037" y="68"/>
                </a:cxn>
                <a:cxn ang="0">
                  <a:pos x="1098" y="90"/>
                </a:cxn>
                <a:cxn ang="0">
                  <a:pos x="1159" y="122"/>
                </a:cxn>
                <a:cxn ang="0">
                  <a:pos x="1220" y="119"/>
                </a:cxn>
                <a:cxn ang="0">
                  <a:pos x="1281" y="79"/>
                </a:cxn>
                <a:cxn ang="0">
                  <a:pos x="1343" y="68"/>
                </a:cxn>
                <a:cxn ang="0">
                  <a:pos x="1404" y="104"/>
                </a:cxn>
                <a:cxn ang="0">
                  <a:pos x="1465" y="129"/>
                </a:cxn>
                <a:cxn ang="0">
                  <a:pos x="1526" y="101"/>
                </a:cxn>
                <a:cxn ang="0">
                  <a:pos x="1587" y="65"/>
                </a:cxn>
                <a:cxn ang="0">
                  <a:pos x="1649" y="83"/>
                </a:cxn>
                <a:cxn ang="0">
                  <a:pos x="1710" y="126"/>
                </a:cxn>
                <a:cxn ang="0">
                  <a:pos x="1771" y="126"/>
                </a:cxn>
                <a:cxn ang="0">
                  <a:pos x="1832" y="79"/>
                </a:cxn>
                <a:cxn ang="0">
                  <a:pos x="1893" y="61"/>
                </a:cxn>
                <a:cxn ang="0">
                  <a:pos x="1955" y="101"/>
                </a:cxn>
                <a:cxn ang="0">
                  <a:pos x="2016" y="140"/>
                </a:cxn>
                <a:cxn ang="0">
                  <a:pos x="2077" y="111"/>
                </a:cxn>
                <a:cxn ang="0">
                  <a:pos x="2138" y="57"/>
                </a:cxn>
                <a:cxn ang="0">
                  <a:pos x="2199" y="72"/>
                </a:cxn>
                <a:cxn ang="0">
                  <a:pos x="2261" y="129"/>
                </a:cxn>
                <a:cxn ang="0">
                  <a:pos x="2322" y="140"/>
                </a:cxn>
                <a:cxn ang="0">
                  <a:pos x="2379" y="86"/>
                </a:cxn>
                <a:cxn ang="0">
                  <a:pos x="2441" y="47"/>
                </a:cxn>
                <a:cxn ang="0">
                  <a:pos x="2502" y="90"/>
                </a:cxn>
                <a:cxn ang="0">
                  <a:pos x="2559" y="147"/>
                </a:cxn>
                <a:cxn ang="0">
                  <a:pos x="2621" y="129"/>
                </a:cxn>
                <a:cxn ang="0">
                  <a:pos x="2671" y="68"/>
                </a:cxn>
                <a:cxn ang="0">
                  <a:pos x="2732" y="39"/>
                </a:cxn>
                <a:cxn ang="0">
                  <a:pos x="2786" y="97"/>
                </a:cxn>
                <a:cxn ang="0">
                  <a:pos x="2837" y="158"/>
                </a:cxn>
                <a:cxn ang="0">
                  <a:pos x="2898" y="140"/>
                </a:cxn>
                <a:cxn ang="0">
                  <a:pos x="2941" y="79"/>
                </a:cxn>
                <a:cxn ang="0">
                  <a:pos x="2988" y="25"/>
                </a:cxn>
                <a:cxn ang="0">
                  <a:pos x="3045" y="61"/>
                </a:cxn>
                <a:cxn ang="0">
                  <a:pos x="3081" y="122"/>
                </a:cxn>
                <a:cxn ang="0">
                  <a:pos x="3128" y="183"/>
                </a:cxn>
                <a:cxn ang="0">
                  <a:pos x="3182" y="144"/>
                </a:cxn>
                <a:cxn ang="0">
                  <a:pos x="3211" y="83"/>
                </a:cxn>
                <a:cxn ang="0">
                  <a:pos x="3247" y="21"/>
                </a:cxn>
                <a:cxn ang="0">
                  <a:pos x="3305" y="18"/>
                </a:cxn>
                <a:cxn ang="0">
                  <a:pos x="3337" y="79"/>
                </a:cxn>
                <a:cxn ang="0">
                  <a:pos x="3362" y="140"/>
                </a:cxn>
                <a:cxn ang="0">
                  <a:pos x="3398" y="201"/>
                </a:cxn>
              </a:cxnLst>
              <a:rect l="0" t="0" r="r" b="b"/>
              <a:pathLst>
                <a:path w="3409" h="212">
                  <a:moveTo>
                    <a:pt x="0" y="97"/>
                  </a:moveTo>
                  <a:lnTo>
                    <a:pt x="3" y="101"/>
                  </a:lnTo>
                  <a:lnTo>
                    <a:pt x="7" y="101"/>
                  </a:lnTo>
                  <a:lnTo>
                    <a:pt x="11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1" y="108"/>
                  </a:lnTo>
                  <a:lnTo>
                    <a:pt x="25" y="111"/>
                  </a:lnTo>
                  <a:lnTo>
                    <a:pt x="29" y="111"/>
                  </a:lnTo>
                  <a:lnTo>
                    <a:pt x="32" y="111"/>
                  </a:lnTo>
                  <a:lnTo>
                    <a:pt x="36" y="115"/>
                  </a:lnTo>
                  <a:lnTo>
                    <a:pt x="39" y="115"/>
                  </a:lnTo>
                  <a:lnTo>
                    <a:pt x="43" y="115"/>
                  </a:lnTo>
                  <a:lnTo>
                    <a:pt x="47" y="119"/>
                  </a:lnTo>
                  <a:lnTo>
                    <a:pt x="50" y="119"/>
                  </a:lnTo>
                  <a:lnTo>
                    <a:pt x="54" y="119"/>
                  </a:lnTo>
                  <a:lnTo>
                    <a:pt x="57" y="119"/>
                  </a:lnTo>
                  <a:lnTo>
                    <a:pt x="61" y="119"/>
                  </a:lnTo>
                  <a:lnTo>
                    <a:pt x="65" y="119"/>
                  </a:lnTo>
                  <a:lnTo>
                    <a:pt x="68" y="119"/>
                  </a:lnTo>
                  <a:lnTo>
                    <a:pt x="72" y="119"/>
                  </a:lnTo>
                  <a:lnTo>
                    <a:pt x="75" y="119"/>
                  </a:lnTo>
                  <a:lnTo>
                    <a:pt x="79" y="119"/>
                  </a:lnTo>
                  <a:lnTo>
                    <a:pt x="83" y="119"/>
                  </a:lnTo>
                  <a:lnTo>
                    <a:pt x="86" y="119"/>
                  </a:lnTo>
                  <a:lnTo>
                    <a:pt x="90" y="119"/>
                  </a:lnTo>
                  <a:lnTo>
                    <a:pt x="93" y="115"/>
                  </a:lnTo>
                  <a:lnTo>
                    <a:pt x="97" y="115"/>
                  </a:lnTo>
                  <a:lnTo>
                    <a:pt x="101" y="115"/>
                  </a:lnTo>
                  <a:lnTo>
                    <a:pt x="104" y="111"/>
                  </a:lnTo>
                  <a:lnTo>
                    <a:pt x="108" y="111"/>
                  </a:lnTo>
                  <a:lnTo>
                    <a:pt x="111" y="111"/>
                  </a:lnTo>
                  <a:lnTo>
                    <a:pt x="115" y="108"/>
                  </a:lnTo>
                  <a:lnTo>
                    <a:pt x="119" y="108"/>
                  </a:lnTo>
                  <a:lnTo>
                    <a:pt x="122" y="104"/>
                  </a:lnTo>
                  <a:lnTo>
                    <a:pt x="126" y="104"/>
                  </a:lnTo>
                  <a:lnTo>
                    <a:pt x="129" y="101"/>
                  </a:lnTo>
                  <a:lnTo>
                    <a:pt x="133" y="101"/>
                  </a:lnTo>
                  <a:lnTo>
                    <a:pt x="137" y="97"/>
                  </a:lnTo>
                  <a:lnTo>
                    <a:pt x="140" y="97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90"/>
                  </a:lnTo>
                  <a:lnTo>
                    <a:pt x="158" y="90"/>
                  </a:lnTo>
                  <a:lnTo>
                    <a:pt x="162" y="86"/>
                  </a:lnTo>
                  <a:lnTo>
                    <a:pt x="165" y="86"/>
                  </a:lnTo>
                  <a:lnTo>
                    <a:pt x="169" y="83"/>
                  </a:lnTo>
                  <a:lnTo>
                    <a:pt x="173" y="83"/>
                  </a:lnTo>
                  <a:lnTo>
                    <a:pt x="176" y="83"/>
                  </a:lnTo>
                  <a:lnTo>
                    <a:pt x="180" y="79"/>
                  </a:lnTo>
                  <a:lnTo>
                    <a:pt x="183" y="79"/>
                  </a:lnTo>
                  <a:lnTo>
                    <a:pt x="187" y="79"/>
                  </a:lnTo>
                  <a:lnTo>
                    <a:pt x="191" y="75"/>
                  </a:lnTo>
                  <a:lnTo>
                    <a:pt x="194" y="75"/>
                  </a:lnTo>
                  <a:lnTo>
                    <a:pt x="198" y="75"/>
                  </a:lnTo>
                  <a:lnTo>
                    <a:pt x="201" y="75"/>
                  </a:lnTo>
                  <a:lnTo>
                    <a:pt x="205" y="75"/>
                  </a:lnTo>
                  <a:lnTo>
                    <a:pt x="209" y="75"/>
                  </a:lnTo>
                  <a:lnTo>
                    <a:pt x="212" y="75"/>
                  </a:lnTo>
                  <a:lnTo>
                    <a:pt x="216" y="75"/>
                  </a:lnTo>
                  <a:lnTo>
                    <a:pt x="219" y="75"/>
                  </a:lnTo>
                  <a:lnTo>
                    <a:pt x="223" y="75"/>
                  </a:lnTo>
                  <a:lnTo>
                    <a:pt x="227" y="79"/>
                  </a:lnTo>
                  <a:lnTo>
                    <a:pt x="230" y="79"/>
                  </a:lnTo>
                  <a:lnTo>
                    <a:pt x="234" y="79"/>
                  </a:lnTo>
                  <a:lnTo>
                    <a:pt x="237" y="79"/>
                  </a:lnTo>
                  <a:lnTo>
                    <a:pt x="241" y="83"/>
                  </a:lnTo>
                  <a:lnTo>
                    <a:pt x="245" y="83"/>
                  </a:lnTo>
                  <a:lnTo>
                    <a:pt x="248" y="83"/>
                  </a:lnTo>
                  <a:lnTo>
                    <a:pt x="252" y="86"/>
                  </a:lnTo>
                  <a:lnTo>
                    <a:pt x="255" y="86"/>
                  </a:lnTo>
                  <a:lnTo>
                    <a:pt x="259" y="90"/>
                  </a:lnTo>
                  <a:lnTo>
                    <a:pt x="263" y="90"/>
                  </a:lnTo>
                  <a:lnTo>
                    <a:pt x="266" y="93"/>
                  </a:lnTo>
                  <a:lnTo>
                    <a:pt x="270" y="93"/>
                  </a:lnTo>
                  <a:lnTo>
                    <a:pt x="273" y="97"/>
                  </a:lnTo>
                  <a:lnTo>
                    <a:pt x="277" y="97"/>
                  </a:lnTo>
                  <a:lnTo>
                    <a:pt x="281" y="101"/>
                  </a:lnTo>
                  <a:lnTo>
                    <a:pt x="284" y="101"/>
                  </a:lnTo>
                  <a:lnTo>
                    <a:pt x="288" y="104"/>
                  </a:lnTo>
                  <a:lnTo>
                    <a:pt x="291" y="104"/>
                  </a:lnTo>
                  <a:lnTo>
                    <a:pt x="295" y="108"/>
                  </a:lnTo>
                  <a:lnTo>
                    <a:pt x="299" y="108"/>
                  </a:lnTo>
                  <a:lnTo>
                    <a:pt x="302" y="111"/>
                  </a:lnTo>
                  <a:lnTo>
                    <a:pt x="306" y="111"/>
                  </a:lnTo>
                  <a:lnTo>
                    <a:pt x="309" y="115"/>
                  </a:lnTo>
                  <a:lnTo>
                    <a:pt x="313" y="115"/>
                  </a:lnTo>
                  <a:lnTo>
                    <a:pt x="317" y="115"/>
                  </a:lnTo>
                  <a:lnTo>
                    <a:pt x="320" y="119"/>
                  </a:lnTo>
                  <a:lnTo>
                    <a:pt x="324" y="119"/>
                  </a:lnTo>
                  <a:lnTo>
                    <a:pt x="327" y="119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22"/>
                  </a:lnTo>
                  <a:lnTo>
                    <a:pt x="342" y="122"/>
                  </a:lnTo>
                  <a:lnTo>
                    <a:pt x="345" y="122"/>
                  </a:lnTo>
                  <a:lnTo>
                    <a:pt x="349" y="122"/>
                  </a:lnTo>
                  <a:lnTo>
                    <a:pt x="353" y="122"/>
                  </a:lnTo>
                  <a:lnTo>
                    <a:pt x="356" y="122"/>
                  </a:lnTo>
                  <a:lnTo>
                    <a:pt x="360" y="122"/>
                  </a:lnTo>
                  <a:lnTo>
                    <a:pt x="363" y="119"/>
                  </a:lnTo>
                  <a:lnTo>
                    <a:pt x="367" y="119"/>
                  </a:lnTo>
                  <a:lnTo>
                    <a:pt x="371" y="119"/>
                  </a:lnTo>
                  <a:lnTo>
                    <a:pt x="374" y="119"/>
                  </a:lnTo>
                  <a:lnTo>
                    <a:pt x="378" y="115"/>
                  </a:lnTo>
                  <a:lnTo>
                    <a:pt x="381" y="115"/>
                  </a:lnTo>
                  <a:lnTo>
                    <a:pt x="385" y="115"/>
                  </a:lnTo>
                  <a:lnTo>
                    <a:pt x="389" y="111"/>
                  </a:lnTo>
                  <a:lnTo>
                    <a:pt x="392" y="111"/>
                  </a:lnTo>
                  <a:lnTo>
                    <a:pt x="396" y="108"/>
                  </a:lnTo>
                  <a:lnTo>
                    <a:pt x="399" y="108"/>
                  </a:lnTo>
                  <a:lnTo>
                    <a:pt x="403" y="104"/>
                  </a:lnTo>
                  <a:lnTo>
                    <a:pt x="407" y="104"/>
                  </a:lnTo>
                  <a:lnTo>
                    <a:pt x="410" y="101"/>
                  </a:lnTo>
                  <a:lnTo>
                    <a:pt x="414" y="101"/>
                  </a:lnTo>
                  <a:lnTo>
                    <a:pt x="417" y="97"/>
                  </a:lnTo>
                  <a:lnTo>
                    <a:pt x="421" y="97"/>
                  </a:lnTo>
                  <a:lnTo>
                    <a:pt x="425" y="93"/>
                  </a:lnTo>
                  <a:lnTo>
                    <a:pt x="428" y="93"/>
                  </a:lnTo>
                  <a:lnTo>
                    <a:pt x="432" y="90"/>
                  </a:lnTo>
                  <a:lnTo>
                    <a:pt x="435" y="90"/>
                  </a:lnTo>
                  <a:lnTo>
                    <a:pt x="439" y="86"/>
                  </a:lnTo>
                  <a:lnTo>
                    <a:pt x="443" y="86"/>
                  </a:lnTo>
                  <a:lnTo>
                    <a:pt x="446" y="83"/>
                  </a:lnTo>
                  <a:lnTo>
                    <a:pt x="450" y="83"/>
                  </a:lnTo>
                  <a:lnTo>
                    <a:pt x="453" y="79"/>
                  </a:lnTo>
                  <a:lnTo>
                    <a:pt x="457" y="79"/>
                  </a:lnTo>
                  <a:lnTo>
                    <a:pt x="461" y="79"/>
                  </a:lnTo>
                  <a:lnTo>
                    <a:pt x="464" y="75"/>
                  </a:lnTo>
                  <a:lnTo>
                    <a:pt x="468" y="75"/>
                  </a:lnTo>
                  <a:lnTo>
                    <a:pt x="471" y="75"/>
                  </a:lnTo>
                  <a:lnTo>
                    <a:pt x="475" y="75"/>
                  </a:lnTo>
                  <a:lnTo>
                    <a:pt x="479" y="75"/>
                  </a:lnTo>
                  <a:lnTo>
                    <a:pt x="482" y="75"/>
                  </a:lnTo>
                  <a:lnTo>
                    <a:pt x="486" y="75"/>
                  </a:lnTo>
                  <a:lnTo>
                    <a:pt x="489" y="75"/>
                  </a:lnTo>
                  <a:lnTo>
                    <a:pt x="493" y="75"/>
                  </a:lnTo>
                  <a:lnTo>
                    <a:pt x="497" y="75"/>
                  </a:lnTo>
                  <a:lnTo>
                    <a:pt x="500" y="75"/>
                  </a:lnTo>
                  <a:lnTo>
                    <a:pt x="504" y="75"/>
                  </a:lnTo>
                  <a:lnTo>
                    <a:pt x="507" y="75"/>
                  </a:lnTo>
                  <a:lnTo>
                    <a:pt x="511" y="79"/>
                  </a:lnTo>
                  <a:lnTo>
                    <a:pt x="515" y="79"/>
                  </a:lnTo>
                  <a:lnTo>
                    <a:pt x="518" y="79"/>
                  </a:lnTo>
                  <a:lnTo>
                    <a:pt x="522" y="79"/>
                  </a:lnTo>
                  <a:lnTo>
                    <a:pt x="525" y="83"/>
                  </a:lnTo>
                  <a:lnTo>
                    <a:pt x="529" y="83"/>
                  </a:lnTo>
                  <a:lnTo>
                    <a:pt x="533" y="86"/>
                  </a:lnTo>
                  <a:lnTo>
                    <a:pt x="536" y="86"/>
                  </a:lnTo>
                  <a:lnTo>
                    <a:pt x="540" y="90"/>
                  </a:lnTo>
                  <a:lnTo>
                    <a:pt x="543" y="90"/>
                  </a:lnTo>
                  <a:lnTo>
                    <a:pt x="547" y="93"/>
                  </a:lnTo>
                  <a:lnTo>
                    <a:pt x="551" y="93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101"/>
                  </a:lnTo>
                  <a:lnTo>
                    <a:pt x="565" y="104"/>
                  </a:lnTo>
                  <a:lnTo>
                    <a:pt x="569" y="104"/>
                  </a:lnTo>
                  <a:lnTo>
                    <a:pt x="572" y="108"/>
                  </a:lnTo>
                  <a:lnTo>
                    <a:pt x="576" y="108"/>
                  </a:lnTo>
                  <a:lnTo>
                    <a:pt x="579" y="111"/>
                  </a:lnTo>
                  <a:lnTo>
                    <a:pt x="583" y="111"/>
                  </a:lnTo>
                  <a:lnTo>
                    <a:pt x="587" y="115"/>
                  </a:lnTo>
                  <a:lnTo>
                    <a:pt x="590" y="115"/>
                  </a:lnTo>
                  <a:lnTo>
                    <a:pt x="594" y="115"/>
                  </a:lnTo>
                  <a:lnTo>
                    <a:pt x="597" y="119"/>
                  </a:lnTo>
                  <a:lnTo>
                    <a:pt x="601" y="119"/>
                  </a:lnTo>
                  <a:lnTo>
                    <a:pt x="605" y="119"/>
                  </a:lnTo>
                  <a:lnTo>
                    <a:pt x="608" y="122"/>
                  </a:lnTo>
                  <a:lnTo>
                    <a:pt x="612" y="122"/>
                  </a:lnTo>
                  <a:lnTo>
                    <a:pt x="615" y="122"/>
                  </a:lnTo>
                  <a:lnTo>
                    <a:pt x="619" y="122"/>
                  </a:lnTo>
                  <a:lnTo>
                    <a:pt x="623" y="122"/>
                  </a:lnTo>
                  <a:lnTo>
                    <a:pt x="626" y="122"/>
                  </a:lnTo>
                  <a:lnTo>
                    <a:pt x="630" y="122"/>
                  </a:lnTo>
                  <a:lnTo>
                    <a:pt x="633" y="122"/>
                  </a:lnTo>
                  <a:lnTo>
                    <a:pt x="637" y="122"/>
                  </a:lnTo>
                  <a:lnTo>
                    <a:pt x="641" y="122"/>
                  </a:lnTo>
                  <a:lnTo>
                    <a:pt x="644" y="122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19"/>
                  </a:lnTo>
                  <a:lnTo>
                    <a:pt x="659" y="119"/>
                  </a:lnTo>
                  <a:lnTo>
                    <a:pt x="662" y="115"/>
                  </a:lnTo>
                  <a:lnTo>
                    <a:pt x="666" y="115"/>
                  </a:lnTo>
                  <a:lnTo>
                    <a:pt x="669" y="111"/>
                  </a:lnTo>
                  <a:lnTo>
                    <a:pt x="673" y="111"/>
                  </a:lnTo>
                  <a:lnTo>
                    <a:pt x="677" y="108"/>
                  </a:lnTo>
                  <a:lnTo>
                    <a:pt x="680" y="108"/>
                  </a:lnTo>
                  <a:lnTo>
                    <a:pt x="684" y="104"/>
                  </a:lnTo>
                  <a:lnTo>
                    <a:pt x="687" y="104"/>
                  </a:lnTo>
                  <a:lnTo>
                    <a:pt x="691" y="101"/>
                  </a:lnTo>
                  <a:lnTo>
                    <a:pt x="695" y="97"/>
                  </a:lnTo>
                  <a:lnTo>
                    <a:pt x="698" y="97"/>
                  </a:lnTo>
                  <a:lnTo>
                    <a:pt x="702" y="93"/>
                  </a:lnTo>
                  <a:lnTo>
                    <a:pt x="705" y="93"/>
                  </a:lnTo>
                  <a:lnTo>
                    <a:pt x="709" y="90"/>
                  </a:lnTo>
                  <a:lnTo>
                    <a:pt x="713" y="90"/>
                  </a:lnTo>
                  <a:lnTo>
                    <a:pt x="716" y="86"/>
                  </a:lnTo>
                  <a:lnTo>
                    <a:pt x="720" y="86"/>
                  </a:lnTo>
                  <a:lnTo>
                    <a:pt x="723" y="83"/>
                  </a:lnTo>
                  <a:lnTo>
                    <a:pt x="727" y="79"/>
                  </a:lnTo>
                  <a:lnTo>
                    <a:pt x="731" y="79"/>
                  </a:lnTo>
                  <a:lnTo>
                    <a:pt x="734" y="79"/>
                  </a:lnTo>
                  <a:lnTo>
                    <a:pt x="738" y="75"/>
                  </a:lnTo>
                  <a:lnTo>
                    <a:pt x="741" y="75"/>
                  </a:lnTo>
                  <a:lnTo>
                    <a:pt x="745" y="75"/>
                  </a:lnTo>
                  <a:lnTo>
                    <a:pt x="749" y="72"/>
                  </a:lnTo>
                  <a:lnTo>
                    <a:pt x="752" y="72"/>
                  </a:lnTo>
                  <a:lnTo>
                    <a:pt x="756" y="72"/>
                  </a:lnTo>
                  <a:lnTo>
                    <a:pt x="759" y="72"/>
                  </a:lnTo>
                  <a:lnTo>
                    <a:pt x="763" y="72"/>
                  </a:lnTo>
                  <a:lnTo>
                    <a:pt x="767" y="72"/>
                  </a:lnTo>
                  <a:lnTo>
                    <a:pt x="770" y="72"/>
                  </a:lnTo>
                  <a:lnTo>
                    <a:pt x="774" y="72"/>
                  </a:lnTo>
                  <a:lnTo>
                    <a:pt x="777" y="72"/>
                  </a:lnTo>
                  <a:lnTo>
                    <a:pt x="781" y="72"/>
                  </a:lnTo>
                  <a:lnTo>
                    <a:pt x="785" y="75"/>
                  </a:lnTo>
                  <a:lnTo>
                    <a:pt x="788" y="75"/>
                  </a:lnTo>
                  <a:lnTo>
                    <a:pt x="792" y="75"/>
                  </a:lnTo>
                  <a:lnTo>
                    <a:pt x="795" y="79"/>
                  </a:lnTo>
                  <a:lnTo>
                    <a:pt x="799" y="79"/>
                  </a:lnTo>
                  <a:lnTo>
                    <a:pt x="803" y="79"/>
                  </a:lnTo>
                  <a:lnTo>
                    <a:pt x="806" y="83"/>
                  </a:lnTo>
                  <a:lnTo>
                    <a:pt x="810" y="83"/>
                  </a:lnTo>
                  <a:lnTo>
                    <a:pt x="813" y="86"/>
                  </a:lnTo>
                  <a:lnTo>
                    <a:pt x="817" y="86"/>
                  </a:lnTo>
                  <a:lnTo>
                    <a:pt x="821" y="90"/>
                  </a:lnTo>
                  <a:lnTo>
                    <a:pt x="824" y="90"/>
                  </a:lnTo>
                  <a:lnTo>
                    <a:pt x="828" y="93"/>
                  </a:lnTo>
                  <a:lnTo>
                    <a:pt x="831" y="97"/>
                  </a:lnTo>
                  <a:lnTo>
                    <a:pt x="835" y="97"/>
                  </a:lnTo>
                  <a:lnTo>
                    <a:pt x="839" y="101"/>
                  </a:lnTo>
                  <a:lnTo>
                    <a:pt x="842" y="101"/>
                  </a:lnTo>
                  <a:lnTo>
                    <a:pt x="846" y="104"/>
                  </a:lnTo>
                  <a:lnTo>
                    <a:pt x="849" y="108"/>
                  </a:lnTo>
                  <a:lnTo>
                    <a:pt x="853" y="108"/>
                  </a:lnTo>
                  <a:lnTo>
                    <a:pt x="857" y="111"/>
                  </a:lnTo>
                  <a:lnTo>
                    <a:pt x="860" y="111"/>
                  </a:lnTo>
                  <a:lnTo>
                    <a:pt x="864" y="115"/>
                  </a:lnTo>
                  <a:lnTo>
                    <a:pt x="867" y="115"/>
                  </a:lnTo>
                  <a:lnTo>
                    <a:pt x="871" y="119"/>
                  </a:lnTo>
                  <a:lnTo>
                    <a:pt x="875" y="119"/>
                  </a:lnTo>
                  <a:lnTo>
                    <a:pt x="878" y="119"/>
                  </a:lnTo>
                  <a:lnTo>
                    <a:pt x="882" y="122"/>
                  </a:lnTo>
                  <a:lnTo>
                    <a:pt x="885" y="122"/>
                  </a:lnTo>
                  <a:lnTo>
                    <a:pt x="889" y="122"/>
                  </a:lnTo>
                  <a:lnTo>
                    <a:pt x="893" y="126"/>
                  </a:lnTo>
                  <a:lnTo>
                    <a:pt x="896" y="126"/>
                  </a:lnTo>
                  <a:lnTo>
                    <a:pt x="900" y="126"/>
                  </a:lnTo>
                  <a:lnTo>
                    <a:pt x="903" y="126"/>
                  </a:lnTo>
                  <a:lnTo>
                    <a:pt x="907" y="126"/>
                  </a:lnTo>
                  <a:lnTo>
                    <a:pt x="911" y="126"/>
                  </a:lnTo>
                  <a:lnTo>
                    <a:pt x="914" y="126"/>
                  </a:lnTo>
                  <a:lnTo>
                    <a:pt x="918" y="126"/>
                  </a:lnTo>
                  <a:lnTo>
                    <a:pt x="921" y="122"/>
                  </a:lnTo>
                  <a:lnTo>
                    <a:pt x="925" y="122"/>
                  </a:lnTo>
                  <a:lnTo>
                    <a:pt x="929" y="122"/>
                  </a:lnTo>
                  <a:lnTo>
                    <a:pt x="932" y="119"/>
                  </a:lnTo>
                  <a:lnTo>
                    <a:pt x="936" y="119"/>
                  </a:lnTo>
                  <a:lnTo>
                    <a:pt x="939" y="119"/>
                  </a:lnTo>
                  <a:lnTo>
                    <a:pt x="943" y="115"/>
                  </a:lnTo>
                  <a:lnTo>
                    <a:pt x="947" y="115"/>
                  </a:lnTo>
                  <a:lnTo>
                    <a:pt x="950" y="111"/>
                  </a:lnTo>
                  <a:lnTo>
                    <a:pt x="954" y="111"/>
                  </a:lnTo>
                  <a:lnTo>
                    <a:pt x="957" y="108"/>
                  </a:lnTo>
                  <a:lnTo>
                    <a:pt x="961" y="108"/>
                  </a:lnTo>
                  <a:lnTo>
                    <a:pt x="965" y="104"/>
                  </a:lnTo>
                  <a:lnTo>
                    <a:pt x="968" y="101"/>
                  </a:lnTo>
                  <a:lnTo>
                    <a:pt x="972" y="101"/>
                  </a:lnTo>
                  <a:lnTo>
                    <a:pt x="975" y="97"/>
                  </a:lnTo>
                  <a:lnTo>
                    <a:pt x="979" y="97"/>
                  </a:lnTo>
                  <a:lnTo>
                    <a:pt x="983" y="93"/>
                  </a:lnTo>
                  <a:lnTo>
                    <a:pt x="986" y="90"/>
                  </a:lnTo>
                  <a:lnTo>
                    <a:pt x="990" y="90"/>
                  </a:lnTo>
                  <a:lnTo>
                    <a:pt x="993" y="86"/>
                  </a:lnTo>
                  <a:lnTo>
                    <a:pt x="997" y="83"/>
                  </a:lnTo>
                  <a:lnTo>
                    <a:pt x="1001" y="83"/>
                  </a:lnTo>
                  <a:lnTo>
                    <a:pt x="1004" y="79"/>
                  </a:lnTo>
                  <a:lnTo>
                    <a:pt x="1008" y="79"/>
                  </a:lnTo>
                  <a:lnTo>
                    <a:pt x="1011" y="75"/>
                  </a:lnTo>
                  <a:lnTo>
                    <a:pt x="1015" y="75"/>
                  </a:lnTo>
                  <a:lnTo>
                    <a:pt x="1019" y="75"/>
                  </a:lnTo>
                  <a:lnTo>
                    <a:pt x="1022" y="72"/>
                  </a:lnTo>
                  <a:lnTo>
                    <a:pt x="1026" y="72"/>
                  </a:lnTo>
                  <a:lnTo>
                    <a:pt x="1029" y="72"/>
                  </a:lnTo>
                  <a:lnTo>
                    <a:pt x="1033" y="72"/>
                  </a:lnTo>
                  <a:lnTo>
                    <a:pt x="1037" y="68"/>
                  </a:lnTo>
                  <a:lnTo>
                    <a:pt x="1040" y="68"/>
                  </a:lnTo>
                  <a:lnTo>
                    <a:pt x="1044" y="68"/>
                  </a:lnTo>
                  <a:lnTo>
                    <a:pt x="1047" y="68"/>
                  </a:lnTo>
                  <a:lnTo>
                    <a:pt x="1051" y="68"/>
                  </a:lnTo>
                  <a:lnTo>
                    <a:pt x="1055" y="72"/>
                  </a:lnTo>
                  <a:lnTo>
                    <a:pt x="1058" y="72"/>
                  </a:lnTo>
                  <a:lnTo>
                    <a:pt x="1062" y="72"/>
                  </a:lnTo>
                  <a:lnTo>
                    <a:pt x="1065" y="72"/>
                  </a:lnTo>
                  <a:lnTo>
                    <a:pt x="1069" y="72"/>
                  </a:lnTo>
                  <a:lnTo>
                    <a:pt x="1073" y="75"/>
                  </a:lnTo>
                  <a:lnTo>
                    <a:pt x="1076" y="75"/>
                  </a:lnTo>
                  <a:lnTo>
                    <a:pt x="1080" y="79"/>
                  </a:lnTo>
                  <a:lnTo>
                    <a:pt x="1083" y="79"/>
                  </a:lnTo>
                  <a:lnTo>
                    <a:pt x="1087" y="83"/>
                  </a:lnTo>
                  <a:lnTo>
                    <a:pt x="1091" y="83"/>
                  </a:lnTo>
                  <a:lnTo>
                    <a:pt x="1094" y="86"/>
                  </a:lnTo>
                  <a:lnTo>
                    <a:pt x="1098" y="90"/>
                  </a:lnTo>
                  <a:lnTo>
                    <a:pt x="1101" y="90"/>
                  </a:lnTo>
                  <a:lnTo>
                    <a:pt x="1105" y="93"/>
                  </a:lnTo>
                  <a:lnTo>
                    <a:pt x="1109" y="93"/>
                  </a:lnTo>
                  <a:lnTo>
                    <a:pt x="1112" y="97"/>
                  </a:lnTo>
                  <a:lnTo>
                    <a:pt x="1116" y="101"/>
                  </a:lnTo>
                  <a:lnTo>
                    <a:pt x="1119" y="101"/>
                  </a:lnTo>
                  <a:lnTo>
                    <a:pt x="1123" y="104"/>
                  </a:lnTo>
                  <a:lnTo>
                    <a:pt x="1127" y="108"/>
                  </a:lnTo>
                  <a:lnTo>
                    <a:pt x="1130" y="108"/>
                  </a:lnTo>
                  <a:lnTo>
                    <a:pt x="1134" y="111"/>
                  </a:lnTo>
                  <a:lnTo>
                    <a:pt x="1137" y="111"/>
                  </a:lnTo>
                  <a:lnTo>
                    <a:pt x="1141" y="115"/>
                  </a:lnTo>
                  <a:lnTo>
                    <a:pt x="1145" y="115"/>
                  </a:lnTo>
                  <a:lnTo>
                    <a:pt x="1148" y="119"/>
                  </a:lnTo>
                  <a:lnTo>
                    <a:pt x="1152" y="119"/>
                  </a:lnTo>
                  <a:lnTo>
                    <a:pt x="1155" y="122"/>
                  </a:lnTo>
                  <a:lnTo>
                    <a:pt x="1159" y="122"/>
                  </a:lnTo>
                  <a:lnTo>
                    <a:pt x="1163" y="126"/>
                  </a:lnTo>
                  <a:lnTo>
                    <a:pt x="1166" y="126"/>
                  </a:lnTo>
                  <a:lnTo>
                    <a:pt x="1170" y="126"/>
                  </a:lnTo>
                  <a:lnTo>
                    <a:pt x="1173" y="126"/>
                  </a:lnTo>
                  <a:lnTo>
                    <a:pt x="1177" y="126"/>
                  </a:lnTo>
                  <a:lnTo>
                    <a:pt x="1181" y="129"/>
                  </a:lnTo>
                  <a:lnTo>
                    <a:pt x="1184" y="129"/>
                  </a:lnTo>
                  <a:lnTo>
                    <a:pt x="1188" y="129"/>
                  </a:lnTo>
                  <a:lnTo>
                    <a:pt x="1191" y="126"/>
                  </a:lnTo>
                  <a:lnTo>
                    <a:pt x="1195" y="126"/>
                  </a:lnTo>
                  <a:lnTo>
                    <a:pt x="1199" y="126"/>
                  </a:lnTo>
                  <a:lnTo>
                    <a:pt x="1202" y="126"/>
                  </a:lnTo>
                  <a:lnTo>
                    <a:pt x="1206" y="126"/>
                  </a:lnTo>
                  <a:lnTo>
                    <a:pt x="1209" y="122"/>
                  </a:lnTo>
                  <a:lnTo>
                    <a:pt x="1213" y="122"/>
                  </a:lnTo>
                  <a:lnTo>
                    <a:pt x="1217" y="119"/>
                  </a:lnTo>
                  <a:lnTo>
                    <a:pt x="1220" y="119"/>
                  </a:lnTo>
                  <a:lnTo>
                    <a:pt x="1224" y="115"/>
                  </a:lnTo>
                  <a:lnTo>
                    <a:pt x="1227" y="115"/>
                  </a:lnTo>
                  <a:lnTo>
                    <a:pt x="1231" y="111"/>
                  </a:lnTo>
                  <a:lnTo>
                    <a:pt x="1235" y="111"/>
                  </a:lnTo>
                  <a:lnTo>
                    <a:pt x="1238" y="108"/>
                  </a:lnTo>
                  <a:lnTo>
                    <a:pt x="1242" y="104"/>
                  </a:lnTo>
                  <a:lnTo>
                    <a:pt x="1245" y="104"/>
                  </a:lnTo>
                  <a:lnTo>
                    <a:pt x="1249" y="101"/>
                  </a:lnTo>
                  <a:lnTo>
                    <a:pt x="1253" y="97"/>
                  </a:lnTo>
                  <a:lnTo>
                    <a:pt x="1256" y="97"/>
                  </a:lnTo>
                  <a:lnTo>
                    <a:pt x="1260" y="93"/>
                  </a:lnTo>
                  <a:lnTo>
                    <a:pt x="1263" y="90"/>
                  </a:lnTo>
                  <a:lnTo>
                    <a:pt x="1267" y="90"/>
                  </a:lnTo>
                  <a:lnTo>
                    <a:pt x="1271" y="86"/>
                  </a:lnTo>
                  <a:lnTo>
                    <a:pt x="1274" y="83"/>
                  </a:lnTo>
                  <a:lnTo>
                    <a:pt x="1278" y="83"/>
                  </a:lnTo>
                  <a:lnTo>
                    <a:pt x="1281" y="79"/>
                  </a:lnTo>
                  <a:lnTo>
                    <a:pt x="1285" y="79"/>
                  </a:lnTo>
                  <a:lnTo>
                    <a:pt x="1289" y="75"/>
                  </a:lnTo>
                  <a:lnTo>
                    <a:pt x="1292" y="75"/>
                  </a:lnTo>
                  <a:lnTo>
                    <a:pt x="1296" y="72"/>
                  </a:lnTo>
                  <a:lnTo>
                    <a:pt x="1299" y="72"/>
                  </a:lnTo>
                  <a:lnTo>
                    <a:pt x="1303" y="68"/>
                  </a:lnTo>
                  <a:lnTo>
                    <a:pt x="1307" y="68"/>
                  </a:lnTo>
                  <a:lnTo>
                    <a:pt x="1310" y="68"/>
                  </a:lnTo>
                  <a:lnTo>
                    <a:pt x="1314" y="68"/>
                  </a:lnTo>
                  <a:lnTo>
                    <a:pt x="1317" y="68"/>
                  </a:lnTo>
                  <a:lnTo>
                    <a:pt x="1321" y="68"/>
                  </a:lnTo>
                  <a:lnTo>
                    <a:pt x="1325" y="68"/>
                  </a:lnTo>
                  <a:lnTo>
                    <a:pt x="1328" y="68"/>
                  </a:lnTo>
                  <a:lnTo>
                    <a:pt x="1332" y="68"/>
                  </a:lnTo>
                  <a:lnTo>
                    <a:pt x="1335" y="68"/>
                  </a:lnTo>
                  <a:lnTo>
                    <a:pt x="1339" y="68"/>
                  </a:lnTo>
                  <a:lnTo>
                    <a:pt x="1343" y="68"/>
                  </a:lnTo>
                  <a:lnTo>
                    <a:pt x="1346" y="72"/>
                  </a:lnTo>
                  <a:lnTo>
                    <a:pt x="1350" y="72"/>
                  </a:lnTo>
                  <a:lnTo>
                    <a:pt x="1353" y="72"/>
                  </a:lnTo>
                  <a:lnTo>
                    <a:pt x="1357" y="75"/>
                  </a:lnTo>
                  <a:lnTo>
                    <a:pt x="1361" y="75"/>
                  </a:lnTo>
                  <a:lnTo>
                    <a:pt x="1364" y="79"/>
                  </a:lnTo>
                  <a:lnTo>
                    <a:pt x="1368" y="83"/>
                  </a:lnTo>
                  <a:lnTo>
                    <a:pt x="1371" y="83"/>
                  </a:lnTo>
                  <a:lnTo>
                    <a:pt x="1375" y="86"/>
                  </a:lnTo>
                  <a:lnTo>
                    <a:pt x="1379" y="90"/>
                  </a:lnTo>
                  <a:lnTo>
                    <a:pt x="1382" y="90"/>
                  </a:lnTo>
                  <a:lnTo>
                    <a:pt x="1386" y="93"/>
                  </a:lnTo>
                  <a:lnTo>
                    <a:pt x="1389" y="97"/>
                  </a:lnTo>
                  <a:lnTo>
                    <a:pt x="1393" y="97"/>
                  </a:lnTo>
                  <a:lnTo>
                    <a:pt x="1397" y="101"/>
                  </a:lnTo>
                  <a:lnTo>
                    <a:pt x="1400" y="104"/>
                  </a:lnTo>
                  <a:lnTo>
                    <a:pt x="1404" y="104"/>
                  </a:lnTo>
                  <a:lnTo>
                    <a:pt x="1407" y="108"/>
                  </a:lnTo>
                  <a:lnTo>
                    <a:pt x="1411" y="111"/>
                  </a:lnTo>
                  <a:lnTo>
                    <a:pt x="1415" y="115"/>
                  </a:lnTo>
                  <a:lnTo>
                    <a:pt x="1418" y="115"/>
                  </a:lnTo>
                  <a:lnTo>
                    <a:pt x="1422" y="119"/>
                  </a:lnTo>
                  <a:lnTo>
                    <a:pt x="1425" y="119"/>
                  </a:lnTo>
                  <a:lnTo>
                    <a:pt x="1429" y="122"/>
                  </a:lnTo>
                  <a:lnTo>
                    <a:pt x="1433" y="122"/>
                  </a:lnTo>
                  <a:lnTo>
                    <a:pt x="1436" y="126"/>
                  </a:lnTo>
                  <a:lnTo>
                    <a:pt x="1440" y="126"/>
                  </a:lnTo>
                  <a:lnTo>
                    <a:pt x="1443" y="126"/>
                  </a:lnTo>
                  <a:lnTo>
                    <a:pt x="1447" y="129"/>
                  </a:lnTo>
                  <a:lnTo>
                    <a:pt x="1451" y="129"/>
                  </a:lnTo>
                  <a:lnTo>
                    <a:pt x="1454" y="129"/>
                  </a:lnTo>
                  <a:lnTo>
                    <a:pt x="1458" y="129"/>
                  </a:lnTo>
                  <a:lnTo>
                    <a:pt x="1461" y="129"/>
                  </a:lnTo>
                  <a:lnTo>
                    <a:pt x="1465" y="129"/>
                  </a:lnTo>
                  <a:lnTo>
                    <a:pt x="1469" y="129"/>
                  </a:lnTo>
                  <a:lnTo>
                    <a:pt x="1472" y="129"/>
                  </a:lnTo>
                  <a:lnTo>
                    <a:pt x="1476" y="129"/>
                  </a:lnTo>
                  <a:lnTo>
                    <a:pt x="1479" y="129"/>
                  </a:lnTo>
                  <a:lnTo>
                    <a:pt x="1483" y="126"/>
                  </a:lnTo>
                  <a:lnTo>
                    <a:pt x="1487" y="126"/>
                  </a:lnTo>
                  <a:lnTo>
                    <a:pt x="1490" y="126"/>
                  </a:lnTo>
                  <a:lnTo>
                    <a:pt x="1494" y="122"/>
                  </a:lnTo>
                  <a:lnTo>
                    <a:pt x="1497" y="122"/>
                  </a:lnTo>
                  <a:lnTo>
                    <a:pt x="1501" y="119"/>
                  </a:lnTo>
                  <a:lnTo>
                    <a:pt x="1505" y="119"/>
                  </a:lnTo>
                  <a:lnTo>
                    <a:pt x="1508" y="115"/>
                  </a:lnTo>
                  <a:lnTo>
                    <a:pt x="1512" y="111"/>
                  </a:lnTo>
                  <a:lnTo>
                    <a:pt x="1515" y="111"/>
                  </a:lnTo>
                  <a:lnTo>
                    <a:pt x="1519" y="108"/>
                  </a:lnTo>
                  <a:lnTo>
                    <a:pt x="1523" y="104"/>
                  </a:lnTo>
                  <a:lnTo>
                    <a:pt x="1526" y="101"/>
                  </a:lnTo>
                  <a:lnTo>
                    <a:pt x="1530" y="101"/>
                  </a:lnTo>
                  <a:lnTo>
                    <a:pt x="1533" y="97"/>
                  </a:lnTo>
                  <a:lnTo>
                    <a:pt x="1537" y="93"/>
                  </a:lnTo>
                  <a:lnTo>
                    <a:pt x="1541" y="90"/>
                  </a:lnTo>
                  <a:lnTo>
                    <a:pt x="1544" y="90"/>
                  </a:lnTo>
                  <a:lnTo>
                    <a:pt x="1548" y="86"/>
                  </a:lnTo>
                  <a:lnTo>
                    <a:pt x="1551" y="83"/>
                  </a:lnTo>
                  <a:lnTo>
                    <a:pt x="1555" y="79"/>
                  </a:lnTo>
                  <a:lnTo>
                    <a:pt x="1559" y="79"/>
                  </a:lnTo>
                  <a:lnTo>
                    <a:pt x="1562" y="75"/>
                  </a:lnTo>
                  <a:lnTo>
                    <a:pt x="1566" y="75"/>
                  </a:lnTo>
                  <a:lnTo>
                    <a:pt x="1569" y="72"/>
                  </a:lnTo>
                  <a:lnTo>
                    <a:pt x="1573" y="72"/>
                  </a:lnTo>
                  <a:lnTo>
                    <a:pt x="1577" y="68"/>
                  </a:lnTo>
                  <a:lnTo>
                    <a:pt x="1580" y="68"/>
                  </a:lnTo>
                  <a:lnTo>
                    <a:pt x="1584" y="65"/>
                  </a:lnTo>
                  <a:lnTo>
                    <a:pt x="1587" y="65"/>
                  </a:lnTo>
                  <a:lnTo>
                    <a:pt x="1591" y="65"/>
                  </a:lnTo>
                  <a:lnTo>
                    <a:pt x="1595" y="65"/>
                  </a:lnTo>
                  <a:lnTo>
                    <a:pt x="1598" y="65"/>
                  </a:lnTo>
                  <a:lnTo>
                    <a:pt x="1602" y="65"/>
                  </a:lnTo>
                  <a:lnTo>
                    <a:pt x="1605" y="65"/>
                  </a:lnTo>
                  <a:lnTo>
                    <a:pt x="1609" y="65"/>
                  </a:lnTo>
                  <a:lnTo>
                    <a:pt x="1613" y="65"/>
                  </a:lnTo>
                  <a:lnTo>
                    <a:pt x="1616" y="65"/>
                  </a:lnTo>
                  <a:lnTo>
                    <a:pt x="1620" y="65"/>
                  </a:lnTo>
                  <a:lnTo>
                    <a:pt x="1623" y="68"/>
                  </a:lnTo>
                  <a:lnTo>
                    <a:pt x="1627" y="68"/>
                  </a:lnTo>
                  <a:lnTo>
                    <a:pt x="1631" y="72"/>
                  </a:lnTo>
                  <a:lnTo>
                    <a:pt x="1634" y="72"/>
                  </a:lnTo>
                  <a:lnTo>
                    <a:pt x="1638" y="75"/>
                  </a:lnTo>
                  <a:lnTo>
                    <a:pt x="1641" y="75"/>
                  </a:lnTo>
                  <a:lnTo>
                    <a:pt x="1645" y="79"/>
                  </a:lnTo>
                  <a:lnTo>
                    <a:pt x="1649" y="83"/>
                  </a:lnTo>
                  <a:lnTo>
                    <a:pt x="1652" y="83"/>
                  </a:lnTo>
                  <a:lnTo>
                    <a:pt x="1656" y="86"/>
                  </a:lnTo>
                  <a:lnTo>
                    <a:pt x="1659" y="86"/>
                  </a:lnTo>
                  <a:lnTo>
                    <a:pt x="1663" y="90"/>
                  </a:lnTo>
                  <a:lnTo>
                    <a:pt x="1667" y="93"/>
                  </a:lnTo>
                  <a:lnTo>
                    <a:pt x="1670" y="97"/>
                  </a:lnTo>
                  <a:lnTo>
                    <a:pt x="1674" y="101"/>
                  </a:lnTo>
                  <a:lnTo>
                    <a:pt x="1677" y="101"/>
                  </a:lnTo>
                  <a:lnTo>
                    <a:pt x="1681" y="104"/>
                  </a:lnTo>
                  <a:lnTo>
                    <a:pt x="1685" y="108"/>
                  </a:lnTo>
                  <a:lnTo>
                    <a:pt x="1688" y="111"/>
                  </a:lnTo>
                  <a:lnTo>
                    <a:pt x="1692" y="115"/>
                  </a:lnTo>
                  <a:lnTo>
                    <a:pt x="1695" y="115"/>
                  </a:lnTo>
                  <a:lnTo>
                    <a:pt x="1699" y="119"/>
                  </a:lnTo>
                  <a:lnTo>
                    <a:pt x="1703" y="122"/>
                  </a:lnTo>
                  <a:lnTo>
                    <a:pt x="1706" y="122"/>
                  </a:lnTo>
                  <a:lnTo>
                    <a:pt x="1710" y="126"/>
                  </a:lnTo>
                  <a:lnTo>
                    <a:pt x="1713" y="126"/>
                  </a:lnTo>
                  <a:lnTo>
                    <a:pt x="1717" y="129"/>
                  </a:lnTo>
                  <a:lnTo>
                    <a:pt x="1721" y="129"/>
                  </a:lnTo>
                  <a:lnTo>
                    <a:pt x="1724" y="133"/>
                  </a:lnTo>
                  <a:lnTo>
                    <a:pt x="1728" y="133"/>
                  </a:lnTo>
                  <a:lnTo>
                    <a:pt x="1731" y="133"/>
                  </a:lnTo>
                  <a:lnTo>
                    <a:pt x="1735" y="133"/>
                  </a:lnTo>
                  <a:lnTo>
                    <a:pt x="1739" y="133"/>
                  </a:lnTo>
                  <a:lnTo>
                    <a:pt x="1742" y="133"/>
                  </a:lnTo>
                  <a:lnTo>
                    <a:pt x="1746" y="133"/>
                  </a:lnTo>
                  <a:lnTo>
                    <a:pt x="1749" y="133"/>
                  </a:lnTo>
                  <a:lnTo>
                    <a:pt x="1753" y="133"/>
                  </a:lnTo>
                  <a:lnTo>
                    <a:pt x="1757" y="133"/>
                  </a:lnTo>
                  <a:lnTo>
                    <a:pt x="1760" y="133"/>
                  </a:lnTo>
                  <a:lnTo>
                    <a:pt x="1764" y="129"/>
                  </a:lnTo>
                  <a:lnTo>
                    <a:pt x="1767" y="129"/>
                  </a:lnTo>
                  <a:lnTo>
                    <a:pt x="1771" y="126"/>
                  </a:lnTo>
                  <a:lnTo>
                    <a:pt x="1775" y="126"/>
                  </a:lnTo>
                  <a:lnTo>
                    <a:pt x="1778" y="122"/>
                  </a:lnTo>
                  <a:lnTo>
                    <a:pt x="1782" y="122"/>
                  </a:lnTo>
                  <a:lnTo>
                    <a:pt x="1785" y="119"/>
                  </a:lnTo>
                  <a:lnTo>
                    <a:pt x="1789" y="115"/>
                  </a:lnTo>
                  <a:lnTo>
                    <a:pt x="1793" y="111"/>
                  </a:lnTo>
                  <a:lnTo>
                    <a:pt x="1796" y="108"/>
                  </a:lnTo>
                  <a:lnTo>
                    <a:pt x="1800" y="108"/>
                  </a:lnTo>
                  <a:lnTo>
                    <a:pt x="1803" y="104"/>
                  </a:lnTo>
                  <a:lnTo>
                    <a:pt x="1807" y="101"/>
                  </a:lnTo>
                  <a:lnTo>
                    <a:pt x="1811" y="97"/>
                  </a:lnTo>
                  <a:lnTo>
                    <a:pt x="1814" y="97"/>
                  </a:lnTo>
                  <a:lnTo>
                    <a:pt x="1818" y="93"/>
                  </a:lnTo>
                  <a:lnTo>
                    <a:pt x="1821" y="90"/>
                  </a:lnTo>
                  <a:lnTo>
                    <a:pt x="1825" y="86"/>
                  </a:lnTo>
                  <a:lnTo>
                    <a:pt x="1829" y="83"/>
                  </a:lnTo>
                  <a:lnTo>
                    <a:pt x="1832" y="79"/>
                  </a:lnTo>
                  <a:lnTo>
                    <a:pt x="1836" y="79"/>
                  </a:lnTo>
                  <a:lnTo>
                    <a:pt x="1839" y="75"/>
                  </a:lnTo>
                  <a:lnTo>
                    <a:pt x="1843" y="72"/>
                  </a:lnTo>
                  <a:lnTo>
                    <a:pt x="1847" y="68"/>
                  </a:lnTo>
                  <a:lnTo>
                    <a:pt x="1850" y="68"/>
                  </a:lnTo>
                  <a:lnTo>
                    <a:pt x="1854" y="65"/>
                  </a:lnTo>
                  <a:lnTo>
                    <a:pt x="1857" y="65"/>
                  </a:lnTo>
                  <a:lnTo>
                    <a:pt x="1861" y="65"/>
                  </a:lnTo>
                  <a:lnTo>
                    <a:pt x="1865" y="61"/>
                  </a:lnTo>
                  <a:lnTo>
                    <a:pt x="1868" y="61"/>
                  </a:lnTo>
                  <a:lnTo>
                    <a:pt x="1872" y="61"/>
                  </a:lnTo>
                  <a:lnTo>
                    <a:pt x="1875" y="61"/>
                  </a:lnTo>
                  <a:lnTo>
                    <a:pt x="1879" y="57"/>
                  </a:lnTo>
                  <a:lnTo>
                    <a:pt x="1883" y="57"/>
                  </a:lnTo>
                  <a:lnTo>
                    <a:pt x="1886" y="57"/>
                  </a:lnTo>
                  <a:lnTo>
                    <a:pt x="1890" y="61"/>
                  </a:lnTo>
                  <a:lnTo>
                    <a:pt x="1893" y="61"/>
                  </a:lnTo>
                  <a:lnTo>
                    <a:pt x="1897" y="61"/>
                  </a:lnTo>
                  <a:lnTo>
                    <a:pt x="1901" y="61"/>
                  </a:lnTo>
                  <a:lnTo>
                    <a:pt x="1904" y="65"/>
                  </a:lnTo>
                  <a:lnTo>
                    <a:pt x="1908" y="65"/>
                  </a:lnTo>
                  <a:lnTo>
                    <a:pt x="1911" y="68"/>
                  </a:lnTo>
                  <a:lnTo>
                    <a:pt x="1915" y="68"/>
                  </a:lnTo>
                  <a:lnTo>
                    <a:pt x="1919" y="72"/>
                  </a:lnTo>
                  <a:lnTo>
                    <a:pt x="1922" y="75"/>
                  </a:lnTo>
                  <a:lnTo>
                    <a:pt x="1926" y="79"/>
                  </a:lnTo>
                  <a:lnTo>
                    <a:pt x="1929" y="79"/>
                  </a:lnTo>
                  <a:lnTo>
                    <a:pt x="1933" y="83"/>
                  </a:lnTo>
                  <a:lnTo>
                    <a:pt x="1937" y="86"/>
                  </a:lnTo>
                  <a:lnTo>
                    <a:pt x="1940" y="90"/>
                  </a:lnTo>
                  <a:lnTo>
                    <a:pt x="1944" y="93"/>
                  </a:lnTo>
                  <a:lnTo>
                    <a:pt x="1947" y="97"/>
                  </a:lnTo>
                  <a:lnTo>
                    <a:pt x="1951" y="101"/>
                  </a:lnTo>
                  <a:lnTo>
                    <a:pt x="1955" y="101"/>
                  </a:lnTo>
                  <a:lnTo>
                    <a:pt x="1958" y="104"/>
                  </a:lnTo>
                  <a:lnTo>
                    <a:pt x="1962" y="108"/>
                  </a:lnTo>
                  <a:lnTo>
                    <a:pt x="1965" y="111"/>
                  </a:lnTo>
                  <a:lnTo>
                    <a:pt x="1969" y="115"/>
                  </a:lnTo>
                  <a:lnTo>
                    <a:pt x="1973" y="119"/>
                  </a:lnTo>
                  <a:lnTo>
                    <a:pt x="1976" y="122"/>
                  </a:lnTo>
                  <a:lnTo>
                    <a:pt x="1980" y="122"/>
                  </a:lnTo>
                  <a:lnTo>
                    <a:pt x="1983" y="126"/>
                  </a:lnTo>
                  <a:lnTo>
                    <a:pt x="1987" y="129"/>
                  </a:lnTo>
                  <a:lnTo>
                    <a:pt x="1991" y="129"/>
                  </a:lnTo>
                  <a:lnTo>
                    <a:pt x="1994" y="133"/>
                  </a:lnTo>
                  <a:lnTo>
                    <a:pt x="1998" y="133"/>
                  </a:lnTo>
                  <a:lnTo>
                    <a:pt x="2001" y="137"/>
                  </a:lnTo>
                  <a:lnTo>
                    <a:pt x="2005" y="137"/>
                  </a:lnTo>
                  <a:lnTo>
                    <a:pt x="2009" y="137"/>
                  </a:lnTo>
                  <a:lnTo>
                    <a:pt x="2012" y="140"/>
                  </a:lnTo>
                  <a:lnTo>
                    <a:pt x="2016" y="140"/>
                  </a:lnTo>
                  <a:lnTo>
                    <a:pt x="2019" y="140"/>
                  </a:lnTo>
                  <a:lnTo>
                    <a:pt x="2023" y="140"/>
                  </a:lnTo>
                  <a:lnTo>
                    <a:pt x="2027" y="140"/>
                  </a:lnTo>
                  <a:lnTo>
                    <a:pt x="2030" y="140"/>
                  </a:lnTo>
                  <a:lnTo>
                    <a:pt x="2034" y="137"/>
                  </a:lnTo>
                  <a:lnTo>
                    <a:pt x="2037" y="137"/>
                  </a:lnTo>
                  <a:lnTo>
                    <a:pt x="2041" y="137"/>
                  </a:lnTo>
                  <a:lnTo>
                    <a:pt x="2045" y="133"/>
                  </a:lnTo>
                  <a:lnTo>
                    <a:pt x="2048" y="133"/>
                  </a:lnTo>
                  <a:lnTo>
                    <a:pt x="2052" y="129"/>
                  </a:lnTo>
                  <a:lnTo>
                    <a:pt x="2055" y="126"/>
                  </a:lnTo>
                  <a:lnTo>
                    <a:pt x="2059" y="126"/>
                  </a:lnTo>
                  <a:lnTo>
                    <a:pt x="2063" y="122"/>
                  </a:lnTo>
                  <a:lnTo>
                    <a:pt x="2066" y="119"/>
                  </a:lnTo>
                  <a:lnTo>
                    <a:pt x="2070" y="115"/>
                  </a:lnTo>
                  <a:lnTo>
                    <a:pt x="2073" y="115"/>
                  </a:lnTo>
                  <a:lnTo>
                    <a:pt x="2077" y="111"/>
                  </a:lnTo>
                  <a:lnTo>
                    <a:pt x="2081" y="108"/>
                  </a:lnTo>
                  <a:lnTo>
                    <a:pt x="2084" y="104"/>
                  </a:lnTo>
                  <a:lnTo>
                    <a:pt x="2088" y="101"/>
                  </a:lnTo>
                  <a:lnTo>
                    <a:pt x="2091" y="97"/>
                  </a:lnTo>
                  <a:lnTo>
                    <a:pt x="2095" y="93"/>
                  </a:lnTo>
                  <a:lnTo>
                    <a:pt x="2099" y="90"/>
                  </a:lnTo>
                  <a:lnTo>
                    <a:pt x="2102" y="86"/>
                  </a:lnTo>
                  <a:lnTo>
                    <a:pt x="2106" y="83"/>
                  </a:lnTo>
                  <a:lnTo>
                    <a:pt x="2109" y="79"/>
                  </a:lnTo>
                  <a:lnTo>
                    <a:pt x="2113" y="75"/>
                  </a:lnTo>
                  <a:lnTo>
                    <a:pt x="2117" y="72"/>
                  </a:lnTo>
                  <a:lnTo>
                    <a:pt x="2120" y="72"/>
                  </a:lnTo>
                  <a:lnTo>
                    <a:pt x="2124" y="68"/>
                  </a:lnTo>
                  <a:lnTo>
                    <a:pt x="2127" y="65"/>
                  </a:lnTo>
                  <a:lnTo>
                    <a:pt x="2131" y="61"/>
                  </a:lnTo>
                  <a:lnTo>
                    <a:pt x="2135" y="61"/>
                  </a:lnTo>
                  <a:lnTo>
                    <a:pt x="2138" y="57"/>
                  </a:lnTo>
                  <a:lnTo>
                    <a:pt x="2142" y="57"/>
                  </a:lnTo>
                  <a:lnTo>
                    <a:pt x="2145" y="57"/>
                  </a:lnTo>
                  <a:lnTo>
                    <a:pt x="2149" y="54"/>
                  </a:lnTo>
                  <a:lnTo>
                    <a:pt x="2153" y="54"/>
                  </a:lnTo>
                  <a:lnTo>
                    <a:pt x="2156" y="54"/>
                  </a:lnTo>
                  <a:lnTo>
                    <a:pt x="2160" y="54"/>
                  </a:lnTo>
                  <a:lnTo>
                    <a:pt x="2163" y="54"/>
                  </a:lnTo>
                  <a:lnTo>
                    <a:pt x="2167" y="54"/>
                  </a:lnTo>
                  <a:lnTo>
                    <a:pt x="2171" y="54"/>
                  </a:lnTo>
                  <a:lnTo>
                    <a:pt x="2174" y="57"/>
                  </a:lnTo>
                  <a:lnTo>
                    <a:pt x="2178" y="57"/>
                  </a:lnTo>
                  <a:lnTo>
                    <a:pt x="2181" y="57"/>
                  </a:lnTo>
                  <a:lnTo>
                    <a:pt x="2185" y="61"/>
                  </a:lnTo>
                  <a:lnTo>
                    <a:pt x="2189" y="61"/>
                  </a:lnTo>
                  <a:lnTo>
                    <a:pt x="2192" y="65"/>
                  </a:lnTo>
                  <a:lnTo>
                    <a:pt x="2196" y="68"/>
                  </a:lnTo>
                  <a:lnTo>
                    <a:pt x="2199" y="72"/>
                  </a:lnTo>
                  <a:lnTo>
                    <a:pt x="2203" y="72"/>
                  </a:lnTo>
                  <a:lnTo>
                    <a:pt x="2207" y="75"/>
                  </a:lnTo>
                  <a:lnTo>
                    <a:pt x="2210" y="79"/>
                  </a:lnTo>
                  <a:lnTo>
                    <a:pt x="2214" y="83"/>
                  </a:lnTo>
                  <a:lnTo>
                    <a:pt x="2217" y="86"/>
                  </a:lnTo>
                  <a:lnTo>
                    <a:pt x="2221" y="90"/>
                  </a:lnTo>
                  <a:lnTo>
                    <a:pt x="2225" y="93"/>
                  </a:lnTo>
                  <a:lnTo>
                    <a:pt x="2228" y="97"/>
                  </a:lnTo>
                  <a:lnTo>
                    <a:pt x="2232" y="101"/>
                  </a:lnTo>
                  <a:lnTo>
                    <a:pt x="2235" y="104"/>
                  </a:lnTo>
                  <a:lnTo>
                    <a:pt x="2239" y="108"/>
                  </a:lnTo>
                  <a:lnTo>
                    <a:pt x="2243" y="111"/>
                  </a:lnTo>
                  <a:lnTo>
                    <a:pt x="2246" y="115"/>
                  </a:lnTo>
                  <a:lnTo>
                    <a:pt x="2250" y="119"/>
                  </a:lnTo>
                  <a:lnTo>
                    <a:pt x="2253" y="122"/>
                  </a:lnTo>
                  <a:lnTo>
                    <a:pt x="2257" y="126"/>
                  </a:lnTo>
                  <a:lnTo>
                    <a:pt x="2261" y="129"/>
                  </a:lnTo>
                  <a:lnTo>
                    <a:pt x="2264" y="129"/>
                  </a:lnTo>
                  <a:lnTo>
                    <a:pt x="2268" y="133"/>
                  </a:lnTo>
                  <a:lnTo>
                    <a:pt x="2271" y="137"/>
                  </a:lnTo>
                  <a:lnTo>
                    <a:pt x="2275" y="140"/>
                  </a:lnTo>
                  <a:lnTo>
                    <a:pt x="2279" y="140"/>
                  </a:lnTo>
                  <a:lnTo>
                    <a:pt x="2282" y="140"/>
                  </a:lnTo>
                  <a:lnTo>
                    <a:pt x="2286" y="144"/>
                  </a:lnTo>
                  <a:lnTo>
                    <a:pt x="2289" y="144"/>
                  </a:lnTo>
                  <a:lnTo>
                    <a:pt x="2293" y="144"/>
                  </a:lnTo>
                  <a:lnTo>
                    <a:pt x="2297" y="144"/>
                  </a:lnTo>
                  <a:lnTo>
                    <a:pt x="2300" y="147"/>
                  </a:lnTo>
                  <a:lnTo>
                    <a:pt x="2304" y="144"/>
                  </a:lnTo>
                  <a:lnTo>
                    <a:pt x="2307" y="144"/>
                  </a:lnTo>
                  <a:lnTo>
                    <a:pt x="2311" y="144"/>
                  </a:lnTo>
                  <a:lnTo>
                    <a:pt x="2315" y="144"/>
                  </a:lnTo>
                  <a:lnTo>
                    <a:pt x="2318" y="140"/>
                  </a:lnTo>
                  <a:lnTo>
                    <a:pt x="2322" y="140"/>
                  </a:lnTo>
                  <a:lnTo>
                    <a:pt x="2325" y="137"/>
                  </a:lnTo>
                  <a:lnTo>
                    <a:pt x="2329" y="137"/>
                  </a:lnTo>
                  <a:lnTo>
                    <a:pt x="2333" y="133"/>
                  </a:lnTo>
                  <a:lnTo>
                    <a:pt x="2336" y="129"/>
                  </a:lnTo>
                  <a:lnTo>
                    <a:pt x="2340" y="126"/>
                  </a:lnTo>
                  <a:lnTo>
                    <a:pt x="2343" y="126"/>
                  </a:lnTo>
                  <a:lnTo>
                    <a:pt x="2347" y="122"/>
                  </a:lnTo>
                  <a:lnTo>
                    <a:pt x="2351" y="119"/>
                  </a:lnTo>
                  <a:lnTo>
                    <a:pt x="2354" y="115"/>
                  </a:lnTo>
                  <a:lnTo>
                    <a:pt x="2358" y="111"/>
                  </a:lnTo>
                  <a:lnTo>
                    <a:pt x="2361" y="108"/>
                  </a:lnTo>
                  <a:lnTo>
                    <a:pt x="2365" y="104"/>
                  </a:lnTo>
                  <a:lnTo>
                    <a:pt x="2369" y="101"/>
                  </a:lnTo>
                  <a:lnTo>
                    <a:pt x="2372" y="97"/>
                  </a:lnTo>
                  <a:lnTo>
                    <a:pt x="2376" y="93"/>
                  </a:lnTo>
                  <a:lnTo>
                    <a:pt x="2379" y="90"/>
                  </a:lnTo>
                  <a:lnTo>
                    <a:pt x="2379" y="86"/>
                  </a:lnTo>
                  <a:lnTo>
                    <a:pt x="2383" y="83"/>
                  </a:lnTo>
                  <a:lnTo>
                    <a:pt x="2387" y="79"/>
                  </a:lnTo>
                  <a:lnTo>
                    <a:pt x="2390" y="75"/>
                  </a:lnTo>
                  <a:lnTo>
                    <a:pt x="2394" y="72"/>
                  </a:lnTo>
                  <a:lnTo>
                    <a:pt x="2397" y="68"/>
                  </a:lnTo>
                  <a:lnTo>
                    <a:pt x="2401" y="65"/>
                  </a:lnTo>
                  <a:lnTo>
                    <a:pt x="2405" y="61"/>
                  </a:lnTo>
                  <a:lnTo>
                    <a:pt x="2408" y="57"/>
                  </a:lnTo>
                  <a:lnTo>
                    <a:pt x="2412" y="57"/>
                  </a:lnTo>
                  <a:lnTo>
                    <a:pt x="2415" y="54"/>
                  </a:lnTo>
                  <a:lnTo>
                    <a:pt x="2419" y="50"/>
                  </a:lnTo>
                  <a:lnTo>
                    <a:pt x="2423" y="50"/>
                  </a:lnTo>
                  <a:lnTo>
                    <a:pt x="2426" y="47"/>
                  </a:lnTo>
                  <a:lnTo>
                    <a:pt x="2430" y="47"/>
                  </a:lnTo>
                  <a:lnTo>
                    <a:pt x="2433" y="47"/>
                  </a:lnTo>
                  <a:lnTo>
                    <a:pt x="2437" y="47"/>
                  </a:lnTo>
                  <a:lnTo>
                    <a:pt x="2441" y="47"/>
                  </a:lnTo>
                  <a:lnTo>
                    <a:pt x="2444" y="47"/>
                  </a:lnTo>
                  <a:lnTo>
                    <a:pt x="2448" y="47"/>
                  </a:lnTo>
                  <a:lnTo>
                    <a:pt x="2451" y="50"/>
                  </a:lnTo>
                  <a:lnTo>
                    <a:pt x="2455" y="50"/>
                  </a:lnTo>
                  <a:lnTo>
                    <a:pt x="2459" y="50"/>
                  </a:lnTo>
                  <a:lnTo>
                    <a:pt x="2462" y="54"/>
                  </a:lnTo>
                  <a:lnTo>
                    <a:pt x="2466" y="54"/>
                  </a:lnTo>
                  <a:lnTo>
                    <a:pt x="2469" y="57"/>
                  </a:lnTo>
                  <a:lnTo>
                    <a:pt x="2473" y="61"/>
                  </a:lnTo>
                  <a:lnTo>
                    <a:pt x="2477" y="65"/>
                  </a:lnTo>
                  <a:lnTo>
                    <a:pt x="2480" y="68"/>
                  </a:lnTo>
                  <a:lnTo>
                    <a:pt x="2484" y="72"/>
                  </a:lnTo>
                  <a:lnTo>
                    <a:pt x="2487" y="75"/>
                  </a:lnTo>
                  <a:lnTo>
                    <a:pt x="2491" y="79"/>
                  </a:lnTo>
                  <a:lnTo>
                    <a:pt x="2495" y="83"/>
                  </a:lnTo>
                  <a:lnTo>
                    <a:pt x="2498" y="86"/>
                  </a:lnTo>
                  <a:lnTo>
                    <a:pt x="2502" y="90"/>
                  </a:lnTo>
                  <a:lnTo>
                    <a:pt x="2505" y="93"/>
                  </a:lnTo>
                  <a:lnTo>
                    <a:pt x="2509" y="97"/>
                  </a:lnTo>
                  <a:lnTo>
                    <a:pt x="2513" y="101"/>
                  </a:lnTo>
                  <a:lnTo>
                    <a:pt x="2513" y="104"/>
                  </a:lnTo>
                  <a:lnTo>
                    <a:pt x="2516" y="108"/>
                  </a:lnTo>
                  <a:lnTo>
                    <a:pt x="2520" y="111"/>
                  </a:lnTo>
                  <a:lnTo>
                    <a:pt x="2523" y="115"/>
                  </a:lnTo>
                  <a:lnTo>
                    <a:pt x="2527" y="119"/>
                  </a:lnTo>
                  <a:lnTo>
                    <a:pt x="2531" y="122"/>
                  </a:lnTo>
                  <a:lnTo>
                    <a:pt x="2534" y="126"/>
                  </a:lnTo>
                  <a:lnTo>
                    <a:pt x="2538" y="129"/>
                  </a:lnTo>
                  <a:lnTo>
                    <a:pt x="2541" y="133"/>
                  </a:lnTo>
                  <a:lnTo>
                    <a:pt x="2545" y="137"/>
                  </a:lnTo>
                  <a:lnTo>
                    <a:pt x="2549" y="140"/>
                  </a:lnTo>
                  <a:lnTo>
                    <a:pt x="2552" y="144"/>
                  </a:lnTo>
                  <a:lnTo>
                    <a:pt x="2556" y="147"/>
                  </a:lnTo>
                  <a:lnTo>
                    <a:pt x="2559" y="147"/>
                  </a:lnTo>
                  <a:lnTo>
                    <a:pt x="2563" y="151"/>
                  </a:lnTo>
                  <a:lnTo>
                    <a:pt x="2567" y="151"/>
                  </a:lnTo>
                  <a:lnTo>
                    <a:pt x="2570" y="155"/>
                  </a:lnTo>
                  <a:lnTo>
                    <a:pt x="2574" y="155"/>
                  </a:lnTo>
                  <a:lnTo>
                    <a:pt x="2577" y="155"/>
                  </a:lnTo>
                  <a:lnTo>
                    <a:pt x="2581" y="155"/>
                  </a:lnTo>
                  <a:lnTo>
                    <a:pt x="2585" y="155"/>
                  </a:lnTo>
                  <a:lnTo>
                    <a:pt x="2588" y="151"/>
                  </a:lnTo>
                  <a:lnTo>
                    <a:pt x="2592" y="151"/>
                  </a:lnTo>
                  <a:lnTo>
                    <a:pt x="2595" y="151"/>
                  </a:lnTo>
                  <a:lnTo>
                    <a:pt x="2599" y="147"/>
                  </a:lnTo>
                  <a:lnTo>
                    <a:pt x="2603" y="147"/>
                  </a:lnTo>
                  <a:lnTo>
                    <a:pt x="2606" y="144"/>
                  </a:lnTo>
                  <a:lnTo>
                    <a:pt x="2610" y="140"/>
                  </a:lnTo>
                  <a:lnTo>
                    <a:pt x="2613" y="137"/>
                  </a:lnTo>
                  <a:lnTo>
                    <a:pt x="2617" y="133"/>
                  </a:lnTo>
                  <a:lnTo>
                    <a:pt x="2621" y="129"/>
                  </a:lnTo>
                  <a:lnTo>
                    <a:pt x="2624" y="126"/>
                  </a:lnTo>
                  <a:lnTo>
                    <a:pt x="2628" y="122"/>
                  </a:lnTo>
                  <a:lnTo>
                    <a:pt x="2631" y="119"/>
                  </a:lnTo>
                  <a:lnTo>
                    <a:pt x="2635" y="115"/>
                  </a:lnTo>
                  <a:lnTo>
                    <a:pt x="2639" y="111"/>
                  </a:lnTo>
                  <a:lnTo>
                    <a:pt x="2642" y="108"/>
                  </a:lnTo>
                  <a:lnTo>
                    <a:pt x="2642" y="104"/>
                  </a:lnTo>
                  <a:lnTo>
                    <a:pt x="2646" y="101"/>
                  </a:lnTo>
                  <a:lnTo>
                    <a:pt x="2649" y="97"/>
                  </a:lnTo>
                  <a:lnTo>
                    <a:pt x="2653" y="93"/>
                  </a:lnTo>
                  <a:lnTo>
                    <a:pt x="2657" y="90"/>
                  </a:lnTo>
                  <a:lnTo>
                    <a:pt x="2657" y="86"/>
                  </a:lnTo>
                  <a:lnTo>
                    <a:pt x="2660" y="83"/>
                  </a:lnTo>
                  <a:lnTo>
                    <a:pt x="2664" y="79"/>
                  </a:lnTo>
                  <a:lnTo>
                    <a:pt x="2667" y="75"/>
                  </a:lnTo>
                  <a:lnTo>
                    <a:pt x="2667" y="72"/>
                  </a:lnTo>
                  <a:lnTo>
                    <a:pt x="2671" y="68"/>
                  </a:lnTo>
                  <a:lnTo>
                    <a:pt x="2675" y="65"/>
                  </a:lnTo>
                  <a:lnTo>
                    <a:pt x="2678" y="61"/>
                  </a:lnTo>
                  <a:lnTo>
                    <a:pt x="2682" y="57"/>
                  </a:lnTo>
                  <a:lnTo>
                    <a:pt x="2685" y="54"/>
                  </a:lnTo>
                  <a:lnTo>
                    <a:pt x="2689" y="50"/>
                  </a:lnTo>
                  <a:lnTo>
                    <a:pt x="2693" y="47"/>
                  </a:lnTo>
                  <a:lnTo>
                    <a:pt x="2696" y="43"/>
                  </a:lnTo>
                  <a:lnTo>
                    <a:pt x="2700" y="43"/>
                  </a:lnTo>
                  <a:lnTo>
                    <a:pt x="2703" y="39"/>
                  </a:lnTo>
                  <a:lnTo>
                    <a:pt x="2707" y="39"/>
                  </a:lnTo>
                  <a:lnTo>
                    <a:pt x="2711" y="36"/>
                  </a:lnTo>
                  <a:lnTo>
                    <a:pt x="2714" y="36"/>
                  </a:lnTo>
                  <a:lnTo>
                    <a:pt x="2718" y="36"/>
                  </a:lnTo>
                  <a:lnTo>
                    <a:pt x="2721" y="36"/>
                  </a:lnTo>
                  <a:lnTo>
                    <a:pt x="2725" y="36"/>
                  </a:lnTo>
                  <a:lnTo>
                    <a:pt x="2729" y="39"/>
                  </a:lnTo>
                  <a:lnTo>
                    <a:pt x="2732" y="39"/>
                  </a:lnTo>
                  <a:lnTo>
                    <a:pt x="2736" y="43"/>
                  </a:lnTo>
                  <a:lnTo>
                    <a:pt x="2739" y="43"/>
                  </a:lnTo>
                  <a:lnTo>
                    <a:pt x="2743" y="47"/>
                  </a:lnTo>
                  <a:lnTo>
                    <a:pt x="2747" y="50"/>
                  </a:lnTo>
                  <a:lnTo>
                    <a:pt x="2750" y="54"/>
                  </a:lnTo>
                  <a:lnTo>
                    <a:pt x="2754" y="57"/>
                  </a:lnTo>
                  <a:lnTo>
                    <a:pt x="2757" y="61"/>
                  </a:lnTo>
                  <a:lnTo>
                    <a:pt x="2761" y="65"/>
                  </a:lnTo>
                  <a:lnTo>
                    <a:pt x="2765" y="68"/>
                  </a:lnTo>
                  <a:lnTo>
                    <a:pt x="2768" y="72"/>
                  </a:lnTo>
                  <a:lnTo>
                    <a:pt x="2772" y="75"/>
                  </a:lnTo>
                  <a:lnTo>
                    <a:pt x="2775" y="79"/>
                  </a:lnTo>
                  <a:lnTo>
                    <a:pt x="2779" y="83"/>
                  </a:lnTo>
                  <a:lnTo>
                    <a:pt x="2779" y="86"/>
                  </a:lnTo>
                  <a:lnTo>
                    <a:pt x="2783" y="90"/>
                  </a:lnTo>
                  <a:lnTo>
                    <a:pt x="2786" y="93"/>
                  </a:lnTo>
                  <a:lnTo>
                    <a:pt x="2786" y="97"/>
                  </a:lnTo>
                  <a:lnTo>
                    <a:pt x="2790" y="101"/>
                  </a:lnTo>
                  <a:lnTo>
                    <a:pt x="2793" y="104"/>
                  </a:lnTo>
                  <a:lnTo>
                    <a:pt x="2793" y="108"/>
                  </a:lnTo>
                  <a:lnTo>
                    <a:pt x="2797" y="111"/>
                  </a:lnTo>
                  <a:lnTo>
                    <a:pt x="2801" y="115"/>
                  </a:lnTo>
                  <a:lnTo>
                    <a:pt x="2804" y="119"/>
                  </a:lnTo>
                  <a:lnTo>
                    <a:pt x="2804" y="122"/>
                  </a:lnTo>
                  <a:lnTo>
                    <a:pt x="2808" y="126"/>
                  </a:lnTo>
                  <a:lnTo>
                    <a:pt x="2811" y="129"/>
                  </a:lnTo>
                  <a:lnTo>
                    <a:pt x="2815" y="133"/>
                  </a:lnTo>
                  <a:lnTo>
                    <a:pt x="2819" y="137"/>
                  </a:lnTo>
                  <a:lnTo>
                    <a:pt x="2819" y="140"/>
                  </a:lnTo>
                  <a:lnTo>
                    <a:pt x="2822" y="144"/>
                  </a:lnTo>
                  <a:lnTo>
                    <a:pt x="2826" y="147"/>
                  </a:lnTo>
                  <a:lnTo>
                    <a:pt x="2829" y="151"/>
                  </a:lnTo>
                  <a:lnTo>
                    <a:pt x="2833" y="155"/>
                  </a:lnTo>
                  <a:lnTo>
                    <a:pt x="2837" y="158"/>
                  </a:lnTo>
                  <a:lnTo>
                    <a:pt x="2840" y="162"/>
                  </a:lnTo>
                  <a:lnTo>
                    <a:pt x="2844" y="162"/>
                  </a:lnTo>
                  <a:lnTo>
                    <a:pt x="2847" y="165"/>
                  </a:lnTo>
                  <a:lnTo>
                    <a:pt x="2851" y="165"/>
                  </a:lnTo>
                  <a:lnTo>
                    <a:pt x="2855" y="165"/>
                  </a:lnTo>
                  <a:lnTo>
                    <a:pt x="2858" y="165"/>
                  </a:lnTo>
                  <a:lnTo>
                    <a:pt x="2862" y="165"/>
                  </a:lnTo>
                  <a:lnTo>
                    <a:pt x="2865" y="165"/>
                  </a:lnTo>
                  <a:lnTo>
                    <a:pt x="2869" y="165"/>
                  </a:lnTo>
                  <a:lnTo>
                    <a:pt x="2873" y="162"/>
                  </a:lnTo>
                  <a:lnTo>
                    <a:pt x="2876" y="162"/>
                  </a:lnTo>
                  <a:lnTo>
                    <a:pt x="2880" y="158"/>
                  </a:lnTo>
                  <a:lnTo>
                    <a:pt x="2883" y="155"/>
                  </a:lnTo>
                  <a:lnTo>
                    <a:pt x="2887" y="151"/>
                  </a:lnTo>
                  <a:lnTo>
                    <a:pt x="2891" y="147"/>
                  </a:lnTo>
                  <a:lnTo>
                    <a:pt x="2894" y="144"/>
                  </a:lnTo>
                  <a:lnTo>
                    <a:pt x="2898" y="140"/>
                  </a:lnTo>
                  <a:lnTo>
                    <a:pt x="2901" y="137"/>
                  </a:lnTo>
                  <a:lnTo>
                    <a:pt x="2905" y="133"/>
                  </a:lnTo>
                  <a:lnTo>
                    <a:pt x="2909" y="129"/>
                  </a:lnTo>
                  <a:lnTo>
                    <a:pt x="2909" y="126"/>
                  </a:lnTo>
                  <a:lnTo>
                    <a:pt x="2912" y="122"/>
                  </a:lnTo>
                  <a:lnTo>
                    <a:pt x="2916" y="119"/>
                  </a:lnTo>
                  <a:lnTo>
                    <a:pt x="2916" y="115"/>
                  </a:lnTo>
                  <a:lnTo>
                    <a:pt x="2919" y="111"/>
                  </a:lnTo>
                  <a:lnTo>
                    <a:pt x="2923" y="108"/>
                  </a:lnTo>
                  <a:lnTo>
                    <a:pt x="2923" y="104"/>
                  </a:lnTo>
                  <a:lnTo>
                    <a:pt x="2927" y="101"/>
                  </a:lnTo>
                  <a:lnTo>
                    <a:pt x="2927" y="97"/>
                  </a:lnTo>
                  <a:lnTo>
                    <a:pt x="2930" y="93"/>
                  </a:lnTo>
                  <a:lnTo>
                    <a:pt x="2934" y="90"/>
                  </a:lnTo>
                  <a:lnTo>
                    <a:pt x="2934" y="86"/>
                  </a:lnTo>
                  <a:lnTo>
                    <a:pt x="2937" y="83"/>
                  </a:lnTo>
                  <a:lnTo>
                    <a:pt x="2941" y="79"/>
                  </a:lnTo>
                  <a:lnTo>
                    <a:pt x="2941" y="75"/>
                  </a:lnTo>
                  <a:lnTo>
                    <a:pt x="2945" y="72"/>
                  </a:lnTo>
                  <a:lnTo>
                    <a:pt x="2948" y="68"/>
                  </a:lnTo>
                  <a:lnTo>
                    <a:pt x="2948" y="65"/>
                  </a:lnTo>
                  <a:lnTo>
                    <a:pt x="2952" y="61"/>
                  </a:lnTo>
                  <a:lnTo>
                    <a:pt x="2952" y="57"/>
                  </a:lnTo>
                  <a:lnTo>
                    <a:pt x="2955" y="54"/>
                  </a:lnTo>
                  <a:lnTo>
                    <a:pt x="2959" y="50"/>
                  </a:lnTo>
                  <a:lnTo>
                    <a:pt x="2963" y="47"/>
                  </a:lnTo>
                  <a:lnTo>
                    <a:pt x="2966" y="43"/>
                  </a:lnTo>
                  <a:lnTo>
                    <a:pt x="2970" y="39"/>
                  </a:lnTo>
                  <a:lnTo>
                    <a:pt x="2970" y="36"/>
                  </a:lnTo>
                  <a:lnTo>
                    <a:pt x="2973" y="32"/>
                  </a:lnTo>
                  <a:lnTo>
                    <a:pt x="2977" y="29"/>
                  </a:lnTo>
                  <a:lnTo>
                    <a:pt x="2981" y="29"/>
                  </a:lnTo>
                  <a:lnTo>
                    <a:pt x="2984" y="25"/>
                  </a:lnTo>
                  <a:lnTo>
                    <a:pt x="2988" y="25"/>
                  </a:lnTo>
                  <a:lnTo>
                    <a:pt x="2991" y="21"/>
                  </a:lnTo>
                  <a:lnTo>
                    <a:pt x="2995" y="21"/>
                  </a:lnTo>
                  <a:lnTo>
                    <a:pt x="2999" y="21"/>
                  </a:lnTo>
                  <a:lnTo>
                    <a:pt x="3002" y="21"/>
                  </a:lnTo>
                  <a:lnTo>
                    <a:pt x="3006" y="25"/>
                  </a:lnTo>
                  <a:lnTo>
                    <a:pt x="3009" y="25"/>
                  </a:lnTo>
                  <a:lnTo>
                    <a:pt x="3013" y="29"/>
                  </a:lnTo>
                  <a:lnTo>
                    <a:pt x="3017" y="29"/>
                  </a:lnTo>
                  <a:lnTo>
                    <a:pt x="3020" y="32"/>
                  </a:lnTo>
                  <a:lnTo>
                    <a:pt x="3024" y="36"/>
                  </a:lnTo>
                  <a:lnTo>
                    <a:pt x="3027" y="39"/>
                  </a:lnTo>
                  <a:lnTo>
                    <a:pt x="3031" y="43"/>
                  </a:lnTo>
                  <a:lnTo>
                    <a:pt x="3035" y="47"/>
                  </a:lnTo>
                  <a:lnTo>
                    <a:pt x="3038" y="50"/>
                  </a:lnTo>
                  <a:lnTo>
                    <a:pt x="3038" y="54"/>
                  </a:lnTo>
                  <a:lnTo>
                    <a:pt x="3042" y="57"/>
                  </a:lnTo>
                  <a:lnTo>
                    <a:pt x="3045" y="61"/>
                  </a:lnTo>
                  <a:lnTo>
                    <a:pt x="3045" y="65"/>
                  </a:lnTo>
                  <a:lnTo>
                    <a:pt x="3049" y="68"/>
                  </a:lnTo>
                  <a:lnTo>
                    <a:pt x="3053" y="72"/>
                  </a:lnTo>
                  <a:lnTo>
                    <a:pt x="3053" y="75"/>
                  </a:lnTo>
                  <a:lnTo>
                    <a:pt x="3056" y="79"/>
                  </a:lnTo>
                  <a:lnTo>
                    <a:pt x="3056" y="83"/>
                  </a:lnTo>
                  <a:lnTo>
                    <a:pt x="3060" y="86"/>
                  </a:lnTo>
                  <a:lnTo>
                    <a:pt x="3063" y="90"/>
                  </a:lnTo>
                  <a:lnTo>
                    <a:pt x="3063" y="93"/>
                  </a:lnTo>
                  <a:lnTo>
                    <a:pt x="3067" y="97"/>
                  </a:lnTo>
                  <a:lnTo>
                    <a:pt x="3067" y="101"/>
                  </a:lnTo>
                  <a:lnTo>
                    <a:pt x="3071" y="104"/>
                  </a:lnTo>
                  <a:lnTo>
                    <a:pt x="3071" y="108"/>
                  </a:lnTo>
                  <a:lnTo>
                    <a:pt x="3074" y="111"/>
                  </a:lnTo>
                  <a:lnTo>
                    <a:pt x="3078" y="115"/>
                  </a:lnTo>
                  <a:lnTo>
                    <a:pt x="3078" y="119"/>
                  </a:lnTo>
                  <a:lnTo>
                    <a:pt x="3081" y="122"/>
                  </a:lnTo>
                  <a:lnTo>
                    <a:pt x="3081" y="126"/>
                  </a:lnTo>
                  <a:lnTo>
                    <a:pt x="3085" y="129"/>
                  </a:lnTo>
                  <a:lnTo>
                    <a:pt x="3085" y="133"/>
                  </a:lnTo>
                  <a:lnTo>
                    <a:pt x="3089" y="137"/>
                  </a:lnTo>
                  <a:lnTo>
                    <a:pt x="3089" y="140"/>
                  </a:lnTo>
                  <a:lnTo>
                    <a:pt x="3092" y="144"/>
                  </a:lnTo>
                  <a:lnTo>
                    <a:pt x="3096" y="147"/>
                  </a:lnTo>
                  <a:lnTo>
                    <a:pt x="3099" y="151"/>
                  </a:lnTo>
                  <a:lnTo>
                    <a:pt x="3099" y="155"/>
                  </a:lnTo>
                  <a:lnTo>
                    <a:pt x="3103" y="158"/>
                  </a:lnTo>
                  <a:lnTo>
                    <a:pt x="3107" y="162"/>
                  </a:lnTo>
                  <a:lnTo>
                    <a:pt x="3110" y="165"/>
                  </a:lnTo>
                  <a:lnTo>
                    <a:pt x="3114" y="169"/>
                  </a:lnTo>
                  <a:lnTo>
                    <a:pt x="3117" y="173"/>
                  </a:lnTo>
                  <a:lnTo>
                    <a:pt x="3121" y="176"/>
                  </a:lnTo>
                  <a:lnTo>
                    <a:pt x="3125" y="180"/>
                  </a:lnTo>
                  <a:lnTo>
                    <a:pt x="3128" y="183"/>
                  </a:lnTo>
                  <a:lnTo>
                    <a:pt x="3132" y="183"/>
                  </a:lnTo>
                  <a:lnTo>
                    <a:pt x="3135" y="183"/>
                  </a:lnTo>
                  <a:lnTo>
                    <a:pt x="3139" y="183"/>
                  </a:lnTo>
                  <a:lnTo>
                    <a:pt x="3143" y="183"/>
                  </a:lnTo>
                  <a:lnTo>
                    <a:pt x="3146" y="183"/>
                  </a:lnTo>
                  <a:lnTo>
                    <a:pt x="3150" y="180"/>
                  </a:lnTo>
                  <a:lnTo>
                    <a:pt x="3153" y="180"/>
                  </a:lnTo>
                  <a:lnTo>
                    <a:pt x="3157" y="176"/>
                  </a:lnTo>
                  <a:lnTo>
                    <a:pt x="3161" y="173"/>
                  </a:lnTo>
                  <a:lnTo>
                    <a:pt x="3164" y="169"/>
                  </a:lnTo>
                  <a:lnTo>
                    <a:pt x="3168" y="165"/>
                  </a:lnTo>
                  <a:lnTo>
                    <a:pt x="3171" y="162"/>
                  </a:lnTo>
                  <a:lnTo>
                    <a:pt x="3175" y="158"/>
                  </a:lnTo>
                  <a:lnTo>
                    <a:pt x="3175" y="155"/>
                  </a:lnTo>
                  <a:lnTo>
                    <a:pt x="3179" y="151"/>
                  </a:lnTo>
                  <a:lnTo>
                    <a:pt x="3182" y="147"/>
                  </a:lnTo>
                  <a:lnTo>
                    <a:pt x="3182" y="144"/>
                  </a:lnTo>
                  <a:lnTo>
                    <a:pt x="3186" y="140"/>
                  </a:lnTo>
                  <a:lnTo>
                    <a:pt x="3186" y="137"/>
                  </a:lnTo>
                  <a:lnTo>
                    <a:pt x="3186" y="133"/>
                  </a:lnTo>
                  <a:lnTo>
                    <a:pt x="3189" y="129"/>
                  </a:lnTo>
                  <a:lnTo>
                    <a:pt x="3193" y="126"/>
                  </a:lnTo>
                  <a:lnTo>
                    <a:pt x="3193" y="122"/>
                  </a:lnTo>
                  <a:lnTo>
                    <a:pt x="3197" y="119"/>
                  </a:lnTo>
                  <a:lnTo>
                    <a:pt x="3197" y="115"/>
                  </a:lnTo>
                  <a:lnTo>
                    <a:pt x="3200" y="111"/>
                  </a:lnTo>
                  <a:lnTo>
                    <a:pt x="3200" y="108"/>
                  </a:lnTo>
                  <a:lnTo>
                    <a:pt x="3204" y="104"/>
                  </a:lnTo>
                  <a:lnTo>
                    <a:pt x="3204" y="101"/>
                  </a:lnTo>
                  <a:lnTo>
                    <a:pt x="3207" y="97"/>
                  </a:lnTo>
                  <a:lnTo>
                    <a:pt x="3207" y="93"/>
                  </a:lnTo>
                  <a:lnTo>
                    <a:pt x="3211" y="90"/>
                  </a:lnTo>
                  <a:lnTo>
                    <a:pt x="3211" y="86"/>
                  </a:lnTo>
                  <a:lnTo>
                    <a:pt x="3211" y="83"/>
                  </a:lnTo>
                  <a:lnTo>
                    <a:pt x="3215" y="79"/>
                  </a:lnTo>
                  <a:lnTo>
                    <a:pt x="3218" y="75"/>
                  </a:lnTo>
                  <a:lnTo>
                    <a:pt x="3218" y="72"/>
                  </a:lnTo>
                  <a:lnTo>
                    <a:pt x="3218" y="68"/>
                  </a:lnTo>
                  <a:lnTo>
                    <a:pt x="3222" y="65"/>
                  </a:lnTo>
                  <a:lnTo>
                    <a:pt x="3225" y="61"/>
                  </a:lnTo>
                  <a:lnTo>
                    <a:pt x="3225" y="57"/>
                  </a:lnTo>
                  <a:lnTo>
                    <a:pt x="3229" y="54"/>
                  </a:lnTo>
                  <a:lnTo>
                    <a:pt x="3229" y="50"/>
                  </a:lnTo>
                  <a:lnTo>
                    <a:pt x="3233" y="47"/>
                  </a:lnTo>
                  <a:lnTo>
                    <a:pt x="3233" y="43"/>
                  </a:lnTo>
                  <a:lnTo>
                    <a:pt x="3236" y="39"/>
                  </a:lnTo>
                  <a:lnTo>
                    <a:pt x="3236" y="36"/>
                  </a:lnTo>
                  <a:lnTo>
                    <a:pt x="3240" y="32"/>
                  </a:lnTo>
                  <a:lnTo>
                    <a:pt x="3243" y="29"/>
                  </a:lnTo>
                  <a:lnTo>
                    <a:pt x="3243" y="25"/>
                  </a:lnTo>
                  <a:lnTo>
                    <a:pt x="3247" y="21"/>
                  </a:lnTo>
                  <a:lnTo>
                    <a:pt x="3251" y="18"/>
                  </a:lnTo>
                  <a:lnTo>
                    <a:pt x="3254" y="14"/>
                  </a:lnTo>
                  <a:lnTo>
                    <a:pt x="3254" y="11"/>
                  </a:lnTo>
                  <a:lnTo>
                    <a:pt x="3258" y="7"/>
                  </a:lnTo>
                  <a:lnTo>
                    <a:pt x="3261" y="3"/>
                  </a:lnTo>
                  <a:lnTo>
                    <a:pt x="3265" y="3"/>
                  </a:lnTo>
                  <a:lnTo>
                    <a:pt x="3269" y="0"/>
                  </a:lnTo>
                  <a:lnTo>
                    <a:pt x="3272" y="0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0"/>
                  </a:lnTo>
                  <a:lnTo>
                    <a:pt x="3287" y="0"/>
                  </a:lnTo>
                  <a:lnTo>
                    <a:pt x="3290" y="3"/>
                  </a:lnTo>
                  <a:lnTo>
                    <a:pt x="3294" y="7"/>
                  </a:lnTo>
                  <a:lnTo>
                    <a:pt x="3297" y="11"/>
                  </a:lnTo>
                  <a:lnTo>
                    <a:pt x="3301" y="14"/>
                  </a:lnTo>
                  <a:lnTo>
                    <a:pt x="3305" y="18"/>
                  </a:lnTo>
                  <a:lnTo>
                    <a:pt x="3308" y="21"/>
                  </a:lnTo>
                  <a:lnTo>
                    <a:pt x="3312" y="25"/>
                  </a:lnTo>
                  <a:lnTo>
                    <a:pt x="3312" y="29"/>
                  </a:lnTo>
                  <a:lnTo>
                    <a:pt x="3315" y="32"/>
                  </a:lnTo>
                  <a:lnTo>
                    <a:pt x="3319" y="36"/>
                  </a:lnTo>
                  <a:lnTo>
                    <a:pt x="3319" y="39"/>
                  </a:lnTo>
                  <a:lnTo>
                    <a:pt x="3323" y="43"/>
                  </a:lnTo>
                  <a:lnTo>
                    <a:pt x="3323" y="47"/>
                  </a:lnTo>
                  <a:lnTo>
                    <a:pt x="3323" y="50"/>
                  </a:lnTo>
                  <a:lnTo>
                    <a:pt x="3326" y="54"/>
                  </a:lnTo>
                  <a:lnTo>
                    <a:pt x="3330" y="57"/>
                  </a:lnTo>
                  <a:lnTo>
                    <a:pt x="3330" y="61"/>
                  </a:lnTo>
                  <a:lnTo>
                    <a:pt x="3330" y="65"/>
                  </a:lnTo>
                  <a:lnTo>
                    <a:pt x="3333" y="68"/>
                  </a:lnTo>
                  <a:lnTo>
                    <a:pt x="3333" y="72"/>
                  </a:lnTo>
                  <a:lnTo>
                    <a:pt x="3337" y="75"/>
                  </a:lnTo>
                  <a:lnTo>
                    <a:pt x="3337" y="79"/>
                  </a:lnTo>
                  <a:lnTo>
                    <a:pt x="3337" y="83"/>
                  </a:lnTo>
                  <a:lnTo>
                    <a:pt x="3341" y="86"/>
                  </a:lnTo>
                  <a:lnTo>
                    <a:pt x="3341" y="90"/>
                  </a:lnTo>
                  <a:lnTo>
                    <a:pt x="3344" y="93"/>
                  </a:lnTo>
                  <a:lnTo>
                    <a:pt x="3344" y="97"/>
                  </a:lnTo>
                  <a:lnTo>
                    <a:pt x="3348" y="101"/>
                  </a:lnTo>
                  <a:lnTo>
                    <a:pt x="3348" y="104"/>
                  </a:lnTo>
                  <a:lnTo>
                    <a:pt x="3348" y="108"/>
                  </a:lnTo>
                  <a:lnTo>
                    <a:pt x="3351" y="111"/>
                  </a:lnTo>
                  <a:lnTo>
                    <a:pt x="3351" y="115"/>
                  </a:lnTo>
                  <a:lnTo>
                    <a:pt x="3355" y="119"/>
                  </a:lnTo>
                  <a:lnTo>
                    <a:pt x="3355" y="122"/>
                  </a:lnTo>
                  <a:lnTo>
                    <a:pt x="3355" y="126"/>
                  </a:lnTo>
                  <a:lnTo>
                    <a:pt x="3359" y="129"/>
                  </a:lnTo>
                  <a:lnTo>
                    <a:pt x="3359" y="133"/>
                  </a:lnTo>
                  <a:lnTo>
                    <a:pt x="3362" y="137"/>
                  </a:lnTo>
                  <a:lnTo>
                    <a:pt x="3362" y="140"/>
                  </a:lnTo>
                  <a:lnTo>
                    <a:pt x="3366" y="144"/>
                  </a:lnTo>
                  <a:lnTo>
                    <a:pt x="3366" y="147"/>
                  </a:lnTo>
                  <a:lnTo>
                    <a:pt x="3366" y="151"/>
                  </a:lnTo>
                  <a:lnTo>
                    <a:pt x="3369" y="155"/>
                  </a:lnTo>
                  <a:lnTo>
                    <a:pt x="3369" y="158"/>
                  </a:lnTo>
                  <a:lnTo>
                    <a:pt x="3373" y="162"/>
                  </a:lnTo>
                  <a:lnTo>
                    <a:pt x="3373" y="165"/>
                  </a:lnTo>
                  <a:lnTo>
                    <a:pt x="3377" y="169"/>
                  </a:lnTo>
                  <a:lnTo>
                    <a:pt x="3377" y="173"/>
                  </a:lnTo>
                  <a:lnTo>
                    <a:pt x="3380" y="176"/>
                  </a:lnTo>
                  <a:lnTo>
                    <a:pt x="3380" y="180"/>
                  </a:lnTo>
                  <a:lnTo>
                    <a:pt x="3384" y="183"/>
                  </a:lnTo>
                  <a:lnTo>
                    <a:pt x="3384" y="187"/>
                  </a:lnTo>
                  <a:lnTo>
                    <a:pt x="3387" y="191"/>
                  </a:lnTo>
                  <a:lnTo>
                    <a:pt x="3391" y="194"/>
                  </a:lnTo>
                  <a:lnTo>
                    <a:pt x="3395" y="198"/>
                  </a:lnTo>
                  <a:lnTo>
                    <a:pt x="3398" y="201"/>
                  </a:lnTo>
                  <a:lnTo>
                    <a:pt x="3398" y="205"/>
                  </a:lnTo>
                  <a:lnTo>
                    <a:pt x="3402" y="209"/>
                  </a:lnTo>
                  <a:lnTo>
                    <a:pt x="3405" y="212"/>
                  </a:lnTo>
                  <a:lnTo>
                    <a:pt x="3409" y="21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4" name="Freeform 152"/>
            <p:cNvSpPr>
              <a:spLocks/>
            </p:cNvSpPr>
            <p:nvPr/>
          </p:nvSpPr>
          <p:spPr bwMode="auto">
            <a:xfrm>
              <a:off x="4158" y="1048"/>
              <a:ext cx="770" cy="2462"/>
            </a:xfrm>
            <a:custGeom>
              <a:avLst/>
              <a:gdLst/>
              <a:ahLst/>
              <a:cxnLst>
                <a:cxn ang="0">
                  <a:pos x="25" y="2131"/>
                </a:cxn>
                <a:cxn ang="0">
                  <a:pos x="43" y="2102"/>
                </a:cxn>
                <a:cxn ang="0">
                  <a:pos x="58" y="2073"/>
                </a:cxn>
                <a:cxn ang="0">
                  <a:pos x="68" y="2045"/>
                </a:cxn>
                <a:cxn ang="0">
                  <a:pos x="79" y="2012"/>
                </a:cxn>
                <a:cxn ang="0">
                  <a:pos x="90" y="1980"/>
                </a:cxn>
                <a:cxn ang="0">
                  <a:pos x="101" y="1947"/>
                </a:cxn>
                <a:cxn ang="0">
                  <a:pos x="115" y="1919"/>
                </a:cxn>
                <a:cxn ang="0">
                  <a:pos x="133" y="1890"/>
                </a:cxn>
                <a:cxn ang="0">
                  <a:pos x="162" y="1890"/>
                </a:cxn>
                <a:cxn ang="0">
                  <a:pos x="180" y="1919"/>
                </a:cxn>
                <a:cxn ang="0">
                  <a:pos x="191" y="1951"/>
                </a:cxn>
                <a:cxn ang="0">
                  <a:pos x="205" y="1983"/>
                </a:cxn>
                <a:cxn ang="0">
                  <a:pos x="216" y="2023"/>
                </a:cxn>
                <a:cxn ang="0">
                  <a:pos x="227" y="2066"/>
                </a:cxn>
                <a:cxn ang="0">
                  <a:pos x="238" y="2106"/>
                </a:cxn>
                <a:cxn ang="0">
                  <a:pos x="248" y="2142"/>
                </a:cxn>
                <a:cxn ang="0">
                  <a:pos x="259" y="2171"/>
                </a:cxn>
                <a:cxn ang="0">
                  <a:pos x="274" y="2199"/>
                </a:cxn>
                <a:cxn ang="0">
                  <a:pos x="302" y="2199"/>
                </a:cxn>
                <a:cxn ang="0">
                  <a:pos x="317" y="2171"/>
                </a:cxn>
                <a:cxn ang="0">
                  <a:pos x="328" y="2138"/>
                </a:cxn>
                <a:cxn ang="0">
                  <a:pos x="338" y="2095"/>
                </a:cxn>
                <a:cxn ang="0">
                  <a:pos x="349" y="2045"/>
                </a:cxn>
                <a:cxn ang="0">
                  <a:pos x="360" y="1991"/>
                </a:cxn>
                <a:cxn ang="0">
                  <a:pos x="371" y="1937"/>
                </a:cxn>
                <a:cxn ang="0">
                  <a:pos x="385" y="1883"/>
                </a:cxn>
                <a:cxn ang="0">
                  <a:pos x="396" y="1836"/>
                </a:cxn>
                <a:cxn ang="0">
                  <a:pos x="407" y="1800"/>
                </a:cxn>
                <a:cxn ang="0">
                  <a:pos x="421" y="1771"/>
                </a:cxn>
                <a:cxn ang="0">
                  <a:pos x="446" y="1782"/>
                </a:cxn>
                <a:cxn ang="0">
                  <a:pos x="457" y="1818"/>
                </a:cxn>
                <a:cxn ang="0">
                  <a:pos x="468" y="1865"/>
                </a:cxn>
                <a:cxn ang="0">
                  <a:pos x="479" y="1929"/>
                </a:cxn>
                <a:cxn ang="0">
                  <a:pos x="490" y="2005"/>
                </a:cxn>
                <a:cxn ang="0">
                  <a:pos x="500" y="2088"/>
                </a:cxn>
                <a:cxn ang="0">
                  <a:pos x="515" y="2171"/>
                </a:cxn>
                <a:cxn ang="0">
                  <a:pos x="526" y="2253"/>
                </a:cxn>
                <a:cxn ang="0">
                  <a:pos x="536" y="2329"/>
                </a:cxn>
                <a:cxn ang="0">
                  <a:pos x="547" y="2394"/>
                </a:cxn>
                <a:cxn ang="0">
                  <a:pos x="558" y="2437"/>
                </a:cxn>
                <a:cxn ang="0">
                  <a:pos x="580" y="2459"/>
                </a:cxn>
                <a:cxn ang="0">
                  <a:pos x="590" y="2426"/>
                </a:cxn>
                <a:cxn ang="0">
                  <a:pos x="601" y="2361"/>
                </a:cxn>
                <a:cxn ang="0">
                  <a:pos x="612" y="2264"/>
                </a:cxn>
                <a:cxn ang="0">
                  <a:pos x="626" y="2138"/>
                </a:cxn>
                <a:cxn ang="0">
                  <a:pos x="637" y="1983"/>
                </a:cxn>
                <a:cxn ang="0">
                  <a:pos x="648" y="1803"/>
                </a:cxn>
                <a:cxn ang="0">
                  <a:pos x="659" y="1602"/>
                </a:cxn>
                <a:cxn ang="0">
                  <a:pos x="670" y="1389"/>
                </a:cxn>
                <a:cxn ang="0">
                  <a:pos x="680" y="1170"/>
                </a:cxn>
                <a:cxn ang="0">
                  <a:pos x="691" y="950"/>
                </a:cxn>
                <a:cxn ang="0">
                  <a:pos x="702" y="738"/>
                </a:cxn>
                <a:cxn ang="0">
                  <a:pos x="713" y="540"/>
                </a:cxn>
                <a:cxn ang="0">
                  <a:pos x="724" y="364"/>
                </a:cxn>
                <a:cxn ang="0">
                  <a:pos x="734" y="220"/>
                </a:cxn>
                <a:cxn ang="0">
                  <a:pos x="749" y="108"/>
                </a:cxn>
                <a:cxn ang="0">
                  <a:pos x="760" y="36"/>
                </a:cxn>
                <a:cxn ang="0">
                  <a:pos x="770" y="0"/>
                </a:cxn>
              </a:cxnLst>
              <a:rect l="0" t="0" r="r" b="b"/>
              <a:pathLst>
                <a:path w="770" h="2462">
                  <a:moveTo>
                    <a:pt x="0" y="2138"/>
                  </a:moveTo>
                  <a:lnTo>
                    <a:pt x="4" y="2142"/>
                  </a:lnTo>
                  <a:lnTo>
                    <a:pt x="7" y="2142"/>
                  </a:lnTo>
                  <a:lnTo>
                    <a:pt x="11" y="2142"/>
                  </a:lnTo>
                  <a:lnTo>
                    <a:pt x="14" y="2138"/>
                  </a:lnTo>
                  <a:lnTo>
                    <a:pt x="18" y="2138"/>
                  </a:lnTo>
                  <a:lnTo>
                    <a:pt x="22" y="2135"/>
                  </a:lnTo>
                  <a:lnTo>
                    <a:pt x="25" y="2131"/>
                  </a:lnTo>
                  <a:lnTo>
                    <a:pt x="29" y="2127"/>
                  </a:lnTo>
                  <a:lnTo>
                    <a:pt x="32" y="2124"/>
                  </a:lnTo>
                  <a:lnTo>
                    <a:pt x="36" y="2120"/>
                  </a:lnTo>
                  <a:lnTo>
                    <a:pt x="40" y="2117"/>
                  </a:lnTo>
                  <a:lnTo>
                    <a:pt x="40" y="2113"/>
                  </a:lnTo>
                  <a:lnTo>
                    <a:pt x="43" y="2109"/>
                  </a:lnTo>
                  <a:lnTo>
                    <a:pt x="43" y="2106"/>
                  </a:lnTo>
                  <a:lnTo>
                    <a:pt x="43" y="2102"/>
                  </a:lnTo>
                  <a:lnTo>
                    <a:pt x="47" y="2099"/>
                  </a:lnTo>
                  <a:lnTo>
                    <a:pt x="50" y="2095"/>
                  </a:lnTo>
                  <a:lnTo>
                    <a:pt x="50" y="2091"/>
                  </a:lnTo>
                  <a:lnTo>
                    <a:pt x="50" y="2088"/>
                  </a:lnTo>
                  <a:lnTo>
                    <a:pt x="54" y="2084"/>
                  </a:lnTo>
                  <a:lnTo>
                    <a:pt x="54" y="2081"/>
                  </a:lnTo>
                  <a:lnTo>
                    <a:pt x="58" y="2077"/>
                  </a:lnTo>
                  <a:lnTo>
                    <a:pt x="58" y="2073"/>
                  </a:lnTo>
                  <a:lnTo>
                    <a:pt x="58" y="2070"/>
                  </a:lnTo>
                  <a:lnTo>
                    <a:pt x="61" y="2066"/>
                  </a:lnTo>
                  <a:lnTo>
                    <a:pt x="61" y="2063"/>
                  </a:lnTo>
                  <a:lnTo>
                    <a:pt x="61" y="2059"/>
                  </a:lnTo>
                  <a:lnTo>
                    <a:pt x="65" y="2055"/>
                  </a:lnTo>
                  <a:lnTo>
                    <a:pt x="65" y="2052"/>
                  </a:lnTo>
                  <a:lnTo>
                    <a:pt x="68" y="2048"/>
                  </a:lnTo>
                  <a:lnTo>
                    <a:pt x="68" y="2045"/>
                  </a:lnTo>
                  <a:lnTo>
                    <a:pt x="68" y="2041"/>
                  </a:lnTo>
                  <a:lnTo>
                    <a:pt x="72" y="2037"/>
                  </a:lnTo>
                  <a:lnTo>
                    <a:pt x="72" y="2030"/>
                  </a:lnTo>
                  <a:lnTo>
                    <a:pt x="76" y="2027"/>
                  </a:lnTo>
                  <a:lnTo>
                    <a:pt x="76" y="2023"/>
                  </a:lnTo>
                  <a:lnTo>
                    <a:pt x="76" y="2019"/>
                  </a:lnTo>
                  <a:lnTo>
                    <a:pt x="79" y="2016"/>
                  </a:lnTo>
                  <a:lnTo>
                    <a:pt x="79" y="2012"/>
                  </a:lnTo>
                  <a:lnTo>
                    <a:pt x="83" y="2009"/>
                  </a:lnTo>
                  <a:lnTo>
                    <a:pt x="83" y="2005"/>
                  </a:lnTo>
                  <a:lnTo>
                    <a:pt x="83" y="1998"/>
                  </a:lnTo>
                  <a:lnTo>
                    <a:pt x="86" y="1994"/>
                  </a:lnTo>
                  <a:lnTo>
                    <a:pt x="86" y="1991"/>
                  </a:lnTo>
                  <a:lnTo>
                    <a:pt x="86" y="1987"/>
                  </a:lnTo>
                  <a:lnTo>
                    <a:pt x="90" y="1983"/>
                  </a:lnTo>
                  <a:lnTo>
                    <a:pt x="90" y="1980"/>
                  </a:lnTo>
                  <a:lnTo>
                    <a:pt x="94" y="1976"/>
                  </a:lnTo>
                  <a:lnTo>
                    <a:pt x="94" y="1973"/>
                  </a:lnTo>
                  <a:lnTo>
                    <a:pt x="94" y="1969"/>
                  </a:lnTo>
                  <a:lnTo>
                    <a:pt x="97" y="1965"/>
                  </a:lnTo>
                  <a:lnTo>
                    <a:pt x="97" y="1958"/>
                  </a:lnTo>
                  <a:lnTo>
                    <a:pt x="101" y="1955"/>
                  </a:lnTo>
                  <a:lnTo>
                    <a:pt x="101" y="1951"/>
                  </a:lnTo>
                  <a:lnTo>
                    <a:pt x="101" y="1947"/>
                  </a:lnTo>
                  <a:lnTo>
                    <a:pt x="104" y="1944"/>
                  </a:lnTo>
                  <a:lnTo>
                    <a:pt x="104" y="1940"/>
                  </a:lnTo>
                  <a:lnTo>
                    <a:pt x="104" y="1937"/>
                  </a:lnTo>
                  <a:lnTo>
                    <a:pt x="108" y="1933"/>
                  </a:lnTo>
                  <a:lnTo>
                    <a:pt x="112" y="1929"/>
                  </a:lnTo>
                  <a:lnTo>
                    <a:pt x="112" y="1926"/>
                  </a:lnTo>
                  <a:lnTo>
                    <a:pt x="112" y="1922"/>
                  </a:lnTo>
                  <a:lnTo>
                    <a:pt x="115" y="1919"/>
                  </a:lnTo>
                  <a:lnTo>
                    <a:pt x="115" y="1915"/>
                  </a:lnTo>
                  <a:lnTo>
                    <a:pt x="119" y="1911"/>
                  </a:lnTo>
                  <a:lnTo>
                    <a:pt x="119" y="1908"/>
                  </a:lnTo>
                  <a:lnTo>
                    <a:pt x="122" y="1904"/>
                  </a:lnTo>
                  <a:lnTo>
                    <a:pt x="126" y="1901"/>
                  </a:lnTo>
                  <a:lnTo>
                    <a:pt x="126" y="1897"/>
                  </a:lnTo>
                  <a:lnTo>
                    <a:pt x="130" y="1893"/>
                  </a:lnTo>
                  <a:lnTo>
                    <a:pt x="133" y="1890"/>
                  </a:lnTo>
                  <a:lnTo>
                    <a:pt x="137" y="1886"/>
                  </a:lnTo>
                  <a:lnTo>
                    <a:pt x="140" y="1883"/>
                  </a:lnTo>
                  <a:lnTo>
                    <a:pt x="144" y="1883"/>
                  </a:lnTo>
                  <a:lnTo>
                    <a:pt x="148" y="1879"/>
                  </a:lnTo>
                  <a:lnTo>
                    <a:pt x="151" y="1883"/>
                  </a:lnTo>
                  <a:lnTo>
                    <a:pt x="155" y="1883"/>
                  </a:lnTo>
                  <a:lnTo>
                    <a:pt x="158" y="1886"/>
                  </a:lnTo>
                  <a:lnTo>
                    <a:pt x="162" y="1890"/>
                  </a:lnTo>
                  <a:lnTo>
                    <a:pt x="166" y="1893"/>
                  </a:lnTo>
                  <a:lnTo>
                    <a:pt x="169" y="1897"/>
                  </a:lnTo>
                  <a:lnTo>
                    <a:pt x="173" y="1901"/>
                  </a:lnTo>
                  <a:lnTo>
                    <a:pt x="173" y="1904"/>
                  </a:lnTo>
                  <a:lnTo>
                    <a:pt x="176" y="1908"/>
                  </a:lnTo>
                  <a:lnTo>
                    <a:pt x="176" y="1911"/>
                  </a:lnTo>
                  <a:lnTo>
                    <a:pt x="180" y="1915"/>
                  </a:lnTo>
                  <a:lnTo>
                    <a:pt x="180" y="1919"/>
                  </a:lnTo>
                  <a:lnTo>
                    <a:pt x="184" y="1922"/>
                  </a:lnTo>
                  <a:lnTo>
                    <a:pt x="184" y="1926"/>
                  </a:lnTo>
                  <a:lnTo>
                    <a:pt x="187" y="1929"/>
                  </a:lnTo>
                  <a:lnTo>
                    <a:pt x="187" y="1933"/>
                  </a:lnTo>
                  <a:lnTo>
                    <a:pt x="187" y="1937"/>
                  </a:lnTo>
                  <a:lnTo>
                    <a:pt x="191" y="1940"/>
                  </a:lnTo>
                  <a:lnTo>
                    <a:pt x="191" y="1944"/>
                  </a:lnTo>
                  <a:lnTo>
                    <a:pt x="191" y="1951"/>
                  </a:lnTo>
                  <a:lnTo>
                    <a:pt x="194" y="1955"/>
                  </a:lnTo>
                  <a:lnTo>
                    <a:pt x="194" y="1958"/>
                  </a:lnTo>
                  <a:lnTo>
                    <a:pt x="198" y="1962"/>
                  </a:lnTo>
                  <a:lnTo>
                    <a:pt x="198" y="1965"/>
                  </a:lnTo>
                  <a:lnTo>
                    <a:pt x="198" y="1973"/>
                  </a:lnTo>
                  <a:lnTo>
                    <a:pt x="202" y="1976"/>
                  </a:lnTo>
                  <a:lnTo>
                    <a:pt x="202" y="1980"/>
                  </a:lnTo>
                  <a:lnTo>
                    <a:pt x="205" y="1983"/>
                  </a:lnTo>
                  <a:lnTo>
                    <a:pt x="205" y="1991"/>
                  </a:lnTo>
                  <a:lnTo>
                    <a:pt x="205" y="1994"/>
                  </a:lnTo>
                  <a:lnTo>
                    <a:pt x="209" y="1998"/>
                  </a:lnTo>
                  <a:lnTo>
                    <a:pt x="209" y="2005"/>
                  </a:lnTo>
                  <a:lnTo>
                    <a:pt x="212" y="2009"/>
                  </a:lnTo>
                  <a:lnTo>
                    <a:pt x="212" y="2012"/>
                  </a:lnTo>
                  <a:lnTo>
                    <a:pt x="212" y="2019"/>
                  </a:lnTo>
                  <a:lnTo>
                    <a:pt x="216" y="2023"/>
                  </a:lnTo>
                  <a:lnTo>
                    <a:pt x="216" y="2030"/>
                  </a:lnTo>
                  <a:lnTo>
                    <a:pt x="216" y="2034"/>
                  </a:lnTo>
                  <a:lnTo>
                    <a:pt x="220" y="2037"/>
                  </a:lnTo>
                  <a:lnTo>
                    <a:pt x="220" y="2045"/>
                  </a:lnTo>
                  <a:lnTo>
                    <a:pt x="223" y="2048"/>
                  </a:lnTo>
                  <a:lnTo>
                    <a:pt x="223" y="2055"/>
                  </a:lnTo>
                  <a:lnTo>
                    <a:pt x="223" y="2059"/>
                  </a:lnTo>
                  <a:lnTo>
                    <a:pt x="227" y="2066"/>
                  </a:lnTo>
                  <a:lnTo>
                    <a:pt x="227" y="2070"/>
                  </a:lnTo>
                  <a:lnTo>
                    <a:pt x="230" y="2073"/>
                  </a:lnTo>
                  <a:lnTo>
                    <a:pt x="230" y="2081"/>
                  </a:lnTo>
                  <a:lnTo>
                    <a:pt x="230" y="2084"/>
                  </a:lnTo>
                  <a:lnTo>
                    <a:pt x="234" y="2091"/>
                  </a:lnTo>
                  <a:lnTo>
                    <a:pt x="234" y="2095"/>
                  </a:lnTo>
                  <a:lnTo>
                    <a:pt x="234" y="2099"/>
                  </a:lnTo>
                  <a:lnTo>
                    <a:pt x="238" y="2106"/>
                  </a:lnTo>
                  <a:lnTo>
                    <a:pt x="238" y="2109"/>
                  </a:lnTo>
                  <a:lnTo>
                    <a:pt x="241" y="2113"/>
                  </a:lnTo>
                  <a:lnTo>
                    <a:pt x="241" y="2120"/>
                  </a:lnTo>
                  <a:lnTo>
                    <a:pt x="241" y="2124"/>
                  </a:lnTo>
                  <a:lnTo>
                    <a:pt x="245" y="2127"/>
                  </a:lnTo>
                  <a:lnTo>
                    <a:pt x="245" y="2131"/>
                  </a:lnTo>
                  <a:lnTo>
                    <a:pt x="248" y="2138"/>
                  </a:lnTo>
                  <a:lnTo>
                    <a:pt x="248" y="2142"/>
                  </a:lnTo>
                  <a:lnTo>
                    <a:pt x="248" y="2145"/>
                  </a:lnTo>
                  <a:lnTo>
                    <a:pt x="252" y="2149"/>
                  </a:lnTo>
                  <a:lnTo>
                    <a:pt x="252" y="2153"/>
                  </a:lnTo>
                  <a:lnTo>
                    <a:pt x="256" y="2156"/>
                  </a:lnTo>
                  <a:lnTo>
                    <a:pt x="256" y="2160"/>
                  </a:lnTo>
                  <a:lnTo>
                    <a:pt x="256" y="2163"/>
                  </a:lnTo>
                  <a:lnTo>
                    <a:pt x="259" y="2167"/>
                  </a:lnTo>
                  <a:lnTo>
                    <a:pt x="259" y="2171"/>
                  </a:lnTo>
                  <a:lnTo>
                    <a:pt x="259" y="2174"/>
                  </a:lnTo>
                  <a:lnTo>
                    <a:pt x="263" y="2178"/>
                  </a:lnTo>
                  <a:lnTo>
                    <a:pt x="263" y="2181"/>
                  </a:lnTo>
                  <a:lnTo>
                    <a:pt x="266" y="2185"/>
                  </a:lnTo>
                  <a:lnTo>
                    <a:pt x="266" y="2189"/>
                  </a:lnTo>
                  <a:lnTo>
                    <a:pt x="270" y="2192"/>
                  </a:lnTo>
                  <a:lnTo>
                    <a:pt x="274" y="2196"/>
                  </a:lnTo>
                  <a:lnTo>
                    <a:pt x="274" y="2199"/>
                  </a:lnTo>
                  <a:lnTo>
                    <a:pt x="277" y="2203"/>
                  </a:lnTo>
                  <a:lnTo>
                    <a:pt x="281" y="2207"/>
                  </a:lnTo>
                  <a:lnTo>
                    <a:pt x="284" y="2207"/>
                  </a:lnTo>
                  <a:lnTo>
                    <a:pt x="288" y="2210"/>
                  </a:lnTo>
                  <a:lnTo>
                    <a:pt x="292" y="2207"/>
                  </a:lnTo>
                  <a:lnTo>
                    <a:pt x="295" y="2207"/>
                  </a:lnTo>
                  <a:lnTo>
                    <a:pt x="299" y="2203"/>
                  </a:lnTo>
                  <a:lnTo>
                    <a:pt x="302" y="2199"/>
                  </a:lnTo>
                  <a:lnTo>
                    <a:pt x="306" y="2196"/>
                  </a:lnTo>
                  <a:lnTo>
                    <a:pt x="306" y="2192"/>
                  </a:lnTo>
                  <a:lnTo>
                    <a:pt x="310" y="2189"/>
                  </a:lnTo>
                  <a:lnTo>
                    <a:pt x="310" y="2185"/>
                  </a:lnTo>
                  <a:lnTo>
                    <a:pt x="313" y="2181"/>
                  </a:lnTo>
                  <a:lnTo>
                    <a:pt x="313" y="2178"/>
                  </a:lnTo>
                  <a:lnTo>
                    <a:pt x="317" y="2174"/>
                  </a:lnTo>
                  <a:lnTo>
                    <a:pt x="317" y="2171"/>
                  </a:lnTo>
                  <a:lnTo>
                    <a:pt x="317" y="2167"/>
                  </a:lnTo>
                  <a:lnTo>
                    <a:pt x="320" y="2163"/>
                  </a:lnTo>
                  <a:lnTo>
                    <a:pt x="320" y="2160"/>
                  </a:lnTo>
                  <a:lnTo>
                    <a:pt x="324" y="2156"/>
                  </a:lnTo>
                  <a:lnTo>
                    <a:pt x="324" y="2153"/>
                  </a:lnTo>
                  <a:lnTo>
                    <a:pt x="324" y="2145"/>
                  </a:lnTo>
                  <a:lnTo>
                    <a:pt x="328" y="2142"/>
                  </a:lnTo>
                  <a:lnTo>
                    <a:pt x="328" y="2138"/>
                  </a:lnTo>
                  <a:lnTo>
                    <a:pt x="328" y="2131"/>
                  </a:lnTo>
                  <a:lnTo>
                    <a:pt x="331" y="2127"/>
                  </a:lnTo>
                  <a:lnTo>
                    <a:pt x="331" y="2124"/>
                  </a:lnTo>
                  <a:lnTo>
                    <a:pt x="335" y="2117"/>
                  </a:lnTo>
                  <a:lnTo>
                    <a:pt x="335" y="2113"/>
                  </a:lnTo>
                  <a:lnTo>
                    <a:pt x="335" y="2106"/>
                  </a:lnTo>
                  <a:lnTo>
                    <a:pt x="338" y="2099"/>
                  </a:lnTo>
                  <a:lnTo>
                    <a:pt x="338" y="2095"/>
                  </a:lnTo>
                  <a:lnTo>
                    <a:pt x="342" y="2088"/>
                  </a:lnTo>
                  <a:lnTo>
                    <a:pt x="342" y="2081"/>
                  </a:lnTo>
                  <a:lnTo>
                    <a:pt x="342" y="2077"/>
                  </a:lnTo>
                  <a:lnTo>
                    <a:pt x="346" y="2070"/>
                  </a:lnTo>
                  <a:lnTo>
                    <a:pt x="346" y="2063"/>
                  </a:lnTo>
                  <a:lnTo>
                    <a:pt x="346" y="2055"/>
                  </a:lnTo>
                  <a:lnTo>
                    <a:pt x="349" y="2052"/>
                  </a:lnTo>
                  <a:lnTo>
                    <a:pt x="349" y="2045"/>
                  </a:lnTo>
                  <a:lnTo>
                    <a:pt x="353" y="2037"/>
                  </a:lnTo>
                  <a:lnTo>
                    <a:pt x="353" y="2030"/>
                  </a:lnTo>
                  <a:lnTo>
                    <a:pt x="353" y="2023"/>
                  </a:lnTo>
                  <a:lnTo>
                    <a:pt x="356" y="2016"/>
                  </a:lnTo>
                  <a:lnTo>
                    <a:pt x="356" y="2009"/>
                  </a:lnTo>
                  <a:lnTo>
                    <a:pt x="360" y="2005"/>
                  </a:lnTo>
                  <a:lnTo>
                    <a:pt x="360" y="1998"/>
                  </a:lnTo>
                  <a:lnTo>
                    <a:pt x="360" y="1991"/>
                  </a:lnTo>
                  <a:lnTo>
                    <a:pt x="364" y="1983"/>
                  </a:lnTo>
                  <a:lnTo>
                    <a:pt x="364" y="1976"/>
                  </a:lnTo>
                  <a:lnTo>
                    <a:pt x="367" y="1969"/>
                  </a:lnTo>
                  <a:lnTo>
                    <a:pt x="367" y="1962"/>
                  </a:lnTo>
                  <a:lnTo>
                    <a:pt x="367" y="1955"/>
                  </a:lnTo>
                  <a:lnTo>
                    <a:pt x="371" y="1947"/>
                  </a:lnTo>
                  <a:lnTo>
                    <a:pt x="371" y="1940"/>
                  </a:lnTo>
                  <a:lnTo>
                    <a:pt x="371" y="1937"/>
                  </a:lnTo>
                  <a:lnTo>
                    <a:pt x="374" y="1929"/>
                  </a:lnTo>
                  <a:lnTo>
                    <a:pt x="374" y="1922"/>
                  </a:lnTo>
                  <a:lnTo>
                    <a:pt x="378" y="1915"/>
                  </a:lnTo>
                  <a:lnTo>
                    <a:pt x="378" y="1908"/>
                  </a:lnTo>
                  <a:lnTo>
                    <a:pt x="378" y="1901"/>
                  </a:lnTo>
                  <a:lnTo>
                    <a:pt x="382" y="1893"/>
                  </a:lnTo>
                  <a:lnTo>
                    <a:pt x="382" y="1890"/>
                  </a:lnTo>
                  <a:lnTo>
                    <a:pt x="385" y="1883"/>
                  </a:lnTo>
                  <a:lnTo>
                    <a:pt x="385" y="1875"/>
                  </a:lnTo>
                  <a:lnTo>
                    <a:pt x="385" y="1872"/>
                  </a:lnTo>
                  <a:lnTo>
                    <a:pt x="389" y="1865"/>
                  </a:lnTo>
                  <a:lnTo>
                    <a:pt x="389" y="1857"/>
                  </a:lnTo>
                  <a:lnTo>
                    <a:pt x="389" y="1854"/>
                  </a:lnTo>
                  <a:lnTo>
                    <a:pt x="392" y="1847"/>
                  </a:lnTo>
                  <a:lnTo>
                    <a:pt x="392" y="1843"/>
                  </a:lnTo>
                  <a:lnTo>
                    <a:pt x="396" y="1836"/>
                  </a:lnTo>
                  <a:lnTo>
                    <a:pt x="396" y="1832"/>
                  </a:lnTo>
                  <a:lnTo>
                    <a:pt x="396" y="1825"/>
                  </a:lnTo>
                  <a:lnTo>
                    <a:pt x="400" y="1821"/>
                  </a:lnTo>
                  <a:lnTo>
                    <a:pt x="400" y="1818"/>
                  </a:lnTo>
                  <a:lnTo>
                    <a:pt x="403" y="1811"/>
                  </a:lnTo>
                  <a:lnTo>
                    <a:pt x="403" y="1807"/>
                  </a:lnTo>
                  <a:lnTo>
                    <a:pt x="403" y="1803"/>
                  </a:lnTo>
                  <a:lnTo>
                    <a:pt x="407" y="1800"/>
                  </a:lnTo>
                  <a:lnTo>
                    <a:pt x="407" y="1796"/>
                  </a:lnTo>
                  <a:lnTo>
                    <a:pt x="410" y="1793"/>
                  </a:lnTo>
                  <a:lnTo>
                    <a:pt x="410" y="1789"/>
                  </a:lnTo>
                  <a:lnTo>
                    <a:pt x="410" y="1785"/>
                  </a:lnTo>
                  <a:lnTo>
                    <a:pt x="414" y="1782"/>
                  </a:lnTo>
                  <a:lnTo>
                    <a:pt x="414" y="1778"/>
                  </a:lnTo>
                  <a:lnTo>
                    <a:pt x="418" y="1775"/>
                  </a:lnTo>
                  <a:lnTo>
                    <a:pt x="421" y="1771"/>
                  </a:lnTo>
                  <a:lnTo>
                    <a:pt x="425" y="1767"/>
                  </a:lnTo>
                  <a:lnTo>
                    <a:pt x="428" y="1764"/>
                  </a:lnTo>
                  <a:lnTo>
                    <a:pt x="432" y="1764"/>
                  </a:lnTo>
                  <a:lnTo>
                    <a:pt x="436" y="1767"/>
                  </a:lnTo>
                  <a:lnTo>
                    <a:pt x="439" y="1771"/>
                  </a:lnTo>
                  <a:lnTo>
                    <a:pt x="443" y="1775"/>
                  </a:lnTo>
                  <a:lnTo>
                    <a:pt x="446" y="1778"/>
                  </a:lnTo>
                  <a:lnTo>
                    <a:pt x="446" y="1782"/>
                  </a:lnTo>
                  <a:lnTo>
                    <a:pt x="446" y="1785"/>
                  </a:lnTo>
                  <a:lnTo>
                    <a:pt x="450" y="1789"/>
                  </a:lnTo>
                  <a:lnTo>
                    <a:pt x="450" y="1793"/>
                  </a:lnTo>
                  <a:lnTo>
                    <a:pt x="454" y="1796"/>
                  </a:lnTo>
                  <a:lnTo>
                    <a:pt x="454" y="1803"/>
                  </a:lnTo>
                  <a:lnTo>
                    <a:pt x="454" y="1807"/>
                  </a:lnTo>
                  <a:lnTo>
                    <a:pt x="457" y="1811"/>
                  </a:lnTo>
                  <a:lnTo>
                    <a:pt x="457" y="1818"/>
                  </a:lnTo>
                  <a:lnTo>
                    <a:pt x="457" y="1821"/>
                  </a:lnTo>
                  <a:lnTo>
                    <a:pt x="461" y="1829"/>
                  </a:lnTo>
                  <a:lnTo>
                    <a:pt x="461" y="1832"/>
                  </a:lnTo>
                  <a:lnTo>
                    <a:pt x="464" y="1839"/>
                  </a:lnTo>
                  <a:lnTo>
                    <a:pt x="464" y="1847"/>
                  </a:lnTo>
                  <a:lnTo>
                    <a:pt x="464" y="1850"/>
                  </a:lnTo>
                  <a:lnTo>
                    <a:pt x="468" y="1857"/>
                  </a:lnTo>
                  <a:lnTo>
                    <a:pt x="468" y="1865"/>
                  </a:lnTo>
                  <a:lnTo>
                    <a:pt x="472" y="1872"/>
                  </a:lnTo>
                  <a:lnTo>
                    <a:pt x="472" y="1879"/>
                  </a:lnTo>
                  <a:lnTo>
                    <a:pt x="472" y="1886"/>
                  </a:lnTo>
                  <a:lnTo>
                    <a:pt x="475" y="1897"/>
                  </a:lnTo>
                  <a:lnTo>
                    <a:pt x="475" y="1904"/>
                  </a:lnTo>
                  <a:lnTo>
                    <a:pt x="475" y="1911"/>
                  </a:lnTo>
                  <a:lnTo>
                    <a:pt x="479" y="1922"/>
                  </a:lnTo>
                  <a:lnTo>
                    <a:pt x="479" y="1929"/>
                  </a:lnTo>
                  <a:lnTo>
                    <a:pt x="482" y="1937"/>
                  </a:lnTo>
                  <a:lnTo>
                    <a:pt x="482" y="1947"/>
                  </a:lnTo>
                  <a:lnTo>
                    <a:pt x="482" y="1955"/>
                  </a:lnTo>
                  <a:lnTo>
                    <a:pt x="486" y="1965"/>
                  </a:lnTo>
                  <a:lnTo>
                    <a:pt x="486" y="1976"/>
                  </a:lnTo>
                  <a:lnTo>
                    <a:pt x="490" y="1983"/>
                  </a:lnTo>
                  <a:lnTo>
                    <a:pt x="490" y="1994"/>
                  </a:lnTo>
                  <a:lnTo>
                    <a:pt x="490" y="2005"/>
                  </a:lnTo>
                  <a:lnTo>
                    <a:pt x="493" y="2012"/>
                  </a:lnTo>
                  <a:lnTo>
                    <a:pt x="493" y="2023"/>
                  </a:lnTo>
                  <a:lnTo>
                    <a:pt x="497" y="2034"/>
                  </a:lnTo>
                  <a:lnTo>
                    <a:pt x="497" y="2045"/>
                  </a:lnTo>
                  <a:lnTo>
                    <a:pt x="497" y="2055"/>
                  </a:lnTo>
                  <a:lnTo>
                    <a:pt x="500" y="2066"/>
                  </a:lnTo>
                  <a:lnTo>
                    <a:pt x="500" y="2077"/>
                  </a:lnTo>
                  <a:lnTo>
                    <a:pt x="500" y="2088"/>
                  </a:lnTo>
                  <a:lnTo>
                    <a:pt x="504" y="2095"/>
                  </a:lnTo>
                  <a:lnTo>
                    <a:pt x="504" y="2106"/>
                  </a:lnTo>
                  <a:lnTo>
                    <a:pt x="508" y="2117"/>
                  </a:lnTo>
                  <a:lnTo>
                    <a:pt x="508" y="2127"/>
                  </a:lnTo>
                  <a:lnTo>
                    <a:pt x="508" y="2138"/>
                  </a:lnTo>
                  <a:lnTo>
                    <a:pt x="511" y="2149"/>
                  </a:lnTo>
                  <a:lnTo>
                    <a:pt x="511" y="2160"/>
                  </a:lnTo>
                  <a:lnTo>
                    <a:pt x="515" y="2171"/>
                  </a:lnTo>
                  <a:lnTo>
                    <a:pt x="515" y="2181"/>
                  </a:lnTo>
                  <a:lnTo>
                    <a:pt x="515" y="2192"/>
                  </a:lnTo>
                  <a:lnTo>
                    <a:pt x="518" y="2203"/>
                  </a:lnTo>
                  <a:lnTo>
                    <a:pt x="518" y="2214"/>
                  </a:lnTo>
                  <a:lnTo>
                    <a:pt x="518" y="2225"/>
                  </a:lnTo>
                  <a:lnTo>
                    <a:pt x="522" y="2235"/>
                  </a:lnTo>
                  <a:lnTo>
                    <a:pt x="522" y="2243"/>
                  </a:lnTo>
                  <a:lnTo>
                    <a:pt x="526" y="2253"/>
                  </a:lnTo>
                  <a:lnTo>
                    <a:pt x="526" y="2264"/>
                  </a:lnTo>
                  <a:lnTo>
                    <a:pt x="526" y="2275"/>
                  </a:lnTo>
                  <a:lnTo>
                    <a:pt x="529" y="2286"/>
                  </a:lnTo>
                  <a:lnTo>
                    <a:pt x="529" y="2293"/>
                  </a:lnTo>
                  <a:lnTo>
                    <a:pt x="533" y="2304"/>
                  </a:lnTo>
                  <a:lnTo>
                    <a:pt x="533" y="2311"/>
                  </a:lnTo>
                  <a:lnTo>
                    <a:pt x="533" y="2322"/>
                  </a:lnTo>
                  <a:lnTo>
                    <a:pt x="536" y="2329"/>
                  </a:lnTo>
                  <a:lnTo>
                    <a:pt x="536" y="2340"/>
                  </a:lnTo>
                  <a:lnTo>
                    <a:pt x="540" y="2347"/>
                  </a:lnTo>
                  <a:lnTo>
                    <a:pt x="540" y="2354"/>
                  </a:lnTo>
                  <a:lnTo>
                    <a:pt x="540" y="2365"/>
                  </a:lnTo>
                  <a:lnTo>
                    <a:pt x="544" y="2372"/>
                  </a:lnTo>
                  <a:lnTo>
                    <a:pt x="544" y="2379"/>
                  </a:lnTo>
                  <a:lnTo>
                    <a:pt x="544" y="2387"/>
                  </a:lnTo>
                  <a:lnTo>
                    <a:pt x="547" y="2394"/>
                  </a:lnTo>
                  <a:lnTo>
                    <a:pt x="547" y="2401"/>
                  </a:lnTo>
                  <a:lnTo>
                    <a:pt x="551" y="2408"/>
                  </a:lnTo>
                  <a:lnTo>
                    <a:pt x="551" y="2412"/>
                  </a:lnTo>
                  <a:lnTo>
                    <a:pt x="551" y="2419"/>
                  </a:lnTo>
                  <a:lnTo>
                    <a:pt x="554" y="2423"/>
                  </a:lnTo>
                  <a:lnTo>
                    <a:pt x="554" y="2430"/>
                  </a:lnTo>
                  <a:lnTo>
                    <a:pt x="558" y="2433"/>
                  </a:lnTo>
                  <a:lnTo>
                    <a:pt x="558" y="2437"/>
                  </a:lnTo>
                  <a:lnTo>
                    <a:pt x="558" y="2444"/>
                  </a:lnTo>
                  <a:lnTo>
                    <a:pt x="562" y="2448"/>
                  </a:lnTo>
                  <a:lnTo>
                    <a:pt x="562" y="2451"/>
                  </a:lnTo>
                  <a:lnTo>
                    <a:pt x="565" y="2455"/>
                  </a:lnTo>
                  <a:lnTo>
                    <a:pt x="569" y="2459"/>
                  </a:lnTo>
                  <a:lnTo>
                    <a:pt x="572" y="2462"/>
                  </a:lnTo>
                  <a:lnTo>
                    <a:pt x="576" y="2462"/>
                  </a:lnTo>
                  <a:lnTo>
                    <a:pt x="580" y="2459"/>
                  </a:lnTo>
                  <a:lnTo>
                    <a:pt x="583" y="2455"/>
                  </a:lnTo>
                  <a:lnTo>
                    <a:pt x="583" y="2451"/>
                  </a:lnTo>
                  <a:lnTo>
                    <a:pt x="583" y="2448"/>
                  </a:lnTo>
                  <a:lnTo>
                    <a:pt x="587" y="2444"/>
                  </a:lnTo>
                  <a:lnTo>
                    <a:pt x="587" y="2441"/>
                  </a:lnTo>
                  <a:lnTo>
                    <a:pt x="587" y="2437"/>
                  </a:lnTo>
                  <a:lnTo>
                    <a:pt x="590" y="2430"/>
                  </a:lnTo>
                  <a:lnTo>
                    <a:pt x="590" y="2426"/>
                  </a:lnTo>
                  <a:lnTo>
                    <a:pt x="594" y="2419"/>
                  </a:lnTo>
                  <a:lnTo>
                    <a:pt x="594" y="2412"/>
                  </a:lnTo>
                  <a:lnTo>
                    <a:pt x="594" y="2405"/>
                  </a:lnTo>
                  <a:lnTo>
                    <a:pt x="598" y="2397"/>
                  </a:lnTo>
                  <a:lnTo>
                    <a:pt x="598" y="2387"/>
                  </a:lnTo>
                  <a:lnTo>
                    <a:pt x="601" y="2379"/>
                  </a:lnTo>
                  <a:lnTo>
                    <a:pt x="601" y="2369"/>
                  </a:lnTo>
                  <a:lnTo>
                    <a:pt x="601" y="2361"/>
                  </a:lnTo>
                  <a:lnTo>
                    <a:pt x="605" y="2351"/>
                  </a:lnTo>
                  <a:lnTo>
                    <a:pt x="605" y="2340"/>
                  </a:lnTo>
                  <a:lnTo>
                    <a:pt x="605" y="2329"/>
                  </a:lnTo>
                  <a:lnTo>
                    <a:pt x="608" y="2315"/>
                  </a:lnTo>
                  <a:lnTo>
                    <a:pt x="608" y="2304"/>
                  </a:lnTo>
                  <a:lnTo>
                    <a:pt x="612" y="2293"/>
                  </a:lnTo>
                  <a:lnTo>
                    <a:pt x="612" y="2279"/>
                  </a:lnTo>
                  <a:lnTo>
                    <a:pt x="612" y="2264"/>
                  </a:lnTo>
                  <a:lnTo>
                    <a:pt x="616" y="2250"/>
                  </a:lnTo>
                  <a:lnTo>
                    <a:pt x="616" y="2235"/>
                  </a:lnTo>
                  <a:lnTo>
                    <a:pt x="619" y="2221"/>
                  </a:lnTo>
                  <a:lnTo>
                    <a:pt x="619" y="2203"/>
                  </a:lnTo>
                  <a:lnTo>
                    <a:pt x="619" y="2189"/>
                  </a:lnTo>
                  <a:lnTo>
                    <a:pt x="623" y="2171"/>
                  </a:lnTo>
                  <a:lnTo>
                    <a:pt x="623" y="2156"/>
                  </a:lnTo>
                  <a:lnTo>
                    <a:pt x="626" y="2138"/>
                  </a:lnTo>
                  <a:lnTo>
                    <a:pt x="626" y="2120"/>
                  </a:lnTo>
                  <a:lnTo>
                    <a:pt x="626" y="2102"/>
                  </a:lnTo>
                  <a:lnTo>
                    <a:pt x="630" y="2084"/>
                  </a:lnTo>
                  <a:lnTo>
                    <a:pt x="630" y="2063"/>
                  </a:lnTo>
                  <a:lnTo>
                    <a:pt x="630" y="2045"/>
                  </a:lnTo>
                  <a:lnTo>
                    <a:pt x="634" y="2023"/>
                  </a:lnTo>
                  <a:lnTo>
                    <a:pt x="634" y="2005"/>
                  </a:lnTo>
                  <a:lnTo>
                    <a:pt x="637" y="1983"/>
                  </a:lnTo>
                  <a:lnTo>
                    <a:pt x="637" y="1962"/>
                  </a:lnTo>
                  <a:lnTo>
                    <a:pt x="637" y="1940"/>
                  </a:lnTo>
                  <a:lnTo>
                    <a:pt x="641" y="1919"/>
                  </a:lnTo>
                  <a:lnTo>
                    <a:pt x="641" y="1897"/>
                  </a:lnTo>
                  <a:lnTo>
                    <a:pt x="644" y="1872"/>
                  </a:lnTo>
                  <a:lnTo>
                    <a:pt x="644" y="1850"/>
                  </a:lnTo>
                  <a:lnTo>
                    <a:pt x="644" y="1825"/>
                  </a:lnTo>
                  <a:lnTo>
                    <a:pt x="648" y="1803"/>
                  </a:lnTo>
                  <a:lnTo>
                    <a:pt x="648" y="1778"/>
                  </a:lnTo>
                  <a:lnTo>
                    <a:pt x="648" y="1753"/>
                  </a:lnTo>
                  <a:lnTo>
                    <a:pt x="652" y="1731"/>
                  </a:lnTo>
                  <a:lnTo>
                    <a:pt x="652" y="1706"/>
                  </a:lnTo>
                  <a:lnTo>
                    <a:pt x="655" y="1681"/>
                  </a:lnTo>
                  <a:lnTo>
                    <a:pt x="655" y="1656"/>
                  </a:lnTo>
                  <a:lnTo>
                    <a:pt x="655" y="1631"/>
                  </a:lnTo>
                  <a:lnTo>
                    <a:pt x="659" y="1602"/>
                  </a:lnTo>
                  <a:lnTo>
                    <a:pt x="659" y="1577"/>
                  </a:lnTo>
                  <a:lnTo>
                    <a:pt x="662" y="1551"/>
                  </a:lnTo>
                  <a:lnTo>
                    <a:pt x="662" y="1523"/>
                  </a:lnTo>
                  <a:lnTo>
                    <a:pt x="662" y="1497"/>
                  </a:lnTo>
                  <a:lnTo>
                    <a:pt x="666" y="1472"/>
                  </a:lnTo>
                  <a:lnTo>
                    <a:pt x="666" y="1443"/>
                  </a:lnTo>
                  <a:lnTo>
                    <a:pt x="670" y="1418"/>
                  </a:lnTo>
                  <a:lnTo>
                    <a:pt x="670" y="1389"/>
                  </a:lnTo>
                  <a:lnTo>
                    <a:pt x="670" y="1361"/>
                  </a:lnTo>
                  <a:lnTo>
                    <a:pt x="673" y="1335"/>
                  </a:lnTo>
                  <a:lnTo>
                    <a:pt x="673" y="1307"/>
                  </a:lnTo>
                  <a:lnTo>
                    <a:pt x="673" y="1281"/>
                  </a:lnTo>
                  <a:lnTo>
                    <a:pt x="677" y="1253"/>
                  </a:lnTo>
                  <a:lnTo>
                    <a:pt x="677" y="1224"/>
                  </a:lnTo>
                  <a:lnTo>
                    <a:pt x="680" y="1195"/>
                  </a:lnTo>
                  <a:lnTo>
                    <a:pt x="680" y="1170"/>
                  </a:lnTo>
                  <a:lnTo>
                    <a:pt x="680" y="1141"/>
                  </a:lnTo>
                  <a:lnTo>
                    <a:pt x="684" y="1112"/>
                  </a:lnTo>
                  <a:lnTo>
                    <a:pt x="684" y="1087"/>
                  </a:lnTo>
                  <a:lnTo>
                    <a:pt x="688" y="1058"/>
                  </a:lnTo>
                  <a:lnTo>
                    <a:pt x="688" y="1029"/>
                  </a:lnTo>
                  <a:lnTo>
                    <a:pt x="688" y="1004"/>
                  </a:lnTo>
                  <a:lnTo>
                    <a:pt x="691" y="975"/>
                  </a:lnTo>
                  <a:lnTo>
                    <a:pt x="691" y="950"/>
                  </a:lnTo>
                  <a:lnTo>
                    <a:pt x="691" y="921"/>
                  </a:lnTo>
                  <a:lnTo>
                    <a:pt x="695" y="896"/>
                  </a:lnTo>
                  <a:lnTo>
                    <a:pt x="695" y="867"/>
                  </a:lnTo>
                  <a:lnTo>
                    <a:pt x="698" y="842"/>
                  </a:lnTo>
                  <a:lnTo>
                    <a:pt x="698" y="813"/>
                  </a:lnTo>
                  <a:lnTo>
                    <a:pt x="698" y="788"/>
                  </a:lnTo>
                  <a:lnTo>
                    <a:pt x="702" y="763"/>
                  </a:lnTo>
                  <a:lnTo>
                    <a:pt x="702" y="738"/>
                  </a:lnTo>
                  <a:lnTo>
                    <a:pt x="706" y="709"/>
                  </a:lnTo>
                  <a:lnTo>
                    <a:pt x="706" y="684"/>
                  </a:lnTo>
                  <a:lnTo>
                    <a:pt x="706" y="659"/>
                  </a:lnTo>
                  <a:lnTo>
                    <a:pt x="709" y="637"/>
                  </a:lnTo>
                  <a:lnTo>
                    <a:pt x="709" y="612"/>
                  </a:lnTo>
                  <a:lnTo>
                    <a:pt x="713" y="587"/>
                  </a:lnTo>
                  <a:lnTo>
                    <a:pt x="713" y="562"/>
                  </a:lnTo>
                  <a:lnTo>
                    <a:pt x="713" y="540"/>
                  </a:lnTo>
                  <a:lnTo>
                    <a:pt x="716" y="515"/>
                  </a:lnTo>
                  <a:lnTo>
                    <a:pt x="716" y="493"/>
                  </a:lnTo>
                  <a:lnTo>
                    <a:pt x="716" y="472"/>
                  </a:lnTo>
                  <a:lnTo>
                    <a:pt x="720" y="450"/>
                  </a:lnTo>
                  <a:lnTo>
                    <a:pt x="720" y="428"/>
                  </a:lnTo>
                  <a:lnTo>
                    <a:pt x="724" y="407"/>
                  </a:lnTo>
                  <a:lnTo>
                    <a:pt x="724" y="385"/>
                  </a:lnTo>
                  <a:lnTo>
                    <a:pt x="724" y="364"/>
                  </a:lnTo>
                  <a:lnTo>
                    <a:pt x="727" y="346"/>
                  </a:lnTo>
                  <a:lnTo>
                    <a:pt x="727" y="324"/>
                  </a:lnTo>
                  <a:lnTo>
                    <a:pt x="731" y="306"/>
                  </a:lnTo>
                  <a:lnTo>
                    <a:pt x="731" y="288"/>
                  </a:lnTo>
                  <a:lnTo>
                    <a:pt x="731" y="270"/>
                  </a:lnTo>
                  <a:lnTo>
                    <a:pt x="734" y="252"/>
                  </a:lnTo>
                  <a:lnTo>
                    <a:pt x="734" y="234"/>
                  </a:lnTo>
                  <a:lnTo>
                    <a:pt x="734" y="220"/>
                  </a:lnTo>
                  <a:lnTo>
                    <a:pt x="738" y="202"/>
                  </a:lnTo>
                  <a:lnTo>
                    <a:pt x="738" y="187"/>
                  </a:lnTo>
                  <a:lnTo>
                    <a:pt x="742" y="173"/>
                  </a:lnTo>
                  <a:lnTo>
                    <a:pt x="742" y="158"/>
                  </a:lnTo>
                  <a:lnTo>
                    <a:pt x="742" y="144"/>
                  </a:lnTo>
                  <a:lnTo>
                    <a:pt x="745" y="133"/>
                  </a:lnTo>
                  <a:lnTo>
                    <a:pt x="745" y="119"/>
                  </a:lnTo>
                  <a:lnTo>
                    <a:pt x="749" y="108"/>
                  </a:lnTo>
                  <a:lnTo>
                    <a:pt x="749" y="97"/>
                  </a:lnTo>
                  <a:lnTo>
                    <a:pt x="749" y="86"/>
                  </a:lnTo>
                  <a:lnTo>
                    <a:pt x="752" y="76"/>
                  </a:lnTo>
                  <a:lnTo>
                    <a:pt x="752" y="65"/>
                  </a:lnTo>
                  <a:lnTo>
                    <a:pt x="756" y="58"/>
                  </a:lnTo>
                  <a:lnTo>
                    <a:pt x="756" y="50"/>
                  </a:lnTo>
                  <a:lnTo>
                    <a:pt x="756" y="40"/>
                  </a:lnTo>
                  <a:lnTo>
                    <a:pt x="760" y="36"/>
                  </a:lnTo>
                  <a:lnTo>
                    <a:pt x="760" y="29"/>
                  </a:lnTo>
                  <a:lnTo>
                    <a:pt x="760" y="22"/>
                  </a:lnTo>
                  <a:lnTo>
                    <a:pt x="763" y="18"/>
                  </a:lnTo>
                  <a:lnTo>
                    <a:pt x="763" y="14"/>
                  </a:lnTo>
                  <a:lnTo>
                    <a:pt x="767" y="11"/>
                  </a:lnTo>
                  <a:lnTo>
                    <a:pt x="767" y="7"/>
                  </a:lnTo>
                  <a:lnTo>
                    <a:pt x="770" y="4"/>
                  </a:lnTo>
                  <a:lnTo>
                    <a:pt x="77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5" name="Freeform 153"/>
            <p:cNvSpPr>
              <a:spLocks/>
            </p:cNvSpPr>
            <p:nvPr/>
          </p:nvSpPr>
          <p:spPr bwMode="auto">
            <a:xfrm>
              <a:off x="4932" y="1048"/>
              <a:ext cx="277" cy="2462"/>
            </a:xfrm>
            <a:custGeom>
              <a:avLst/>
              <a:gdLst/>
              <a:ahLst/>
              <a:cxnLst>
                <a:cxn ang="0">
                  <a:pos x="4" y="11"/>
                </a:cxn>
                <a:cxn ang="0">
                  <a:pos x="11" y="29"/>
                </a:cxn>
                <a:cxn ang="0">
                  <a:pos x="18" y="58"/>
                </a:cxn>
                <a:cxn ang="0">
                  <a:pos x="22" y="97"/>
                </a:cxn>
                <a:cxn ang="0">
                  <a:pos x="29" y="144"/>
                </a:cxn>
                <a:cxn ang="0">
                  <a:pos x="32" y="202"/>
                </a:cxn>
                <a:cxn ang="0">
                  <a:pos x="40" y="270"/>
                </a:cxn>
                <a:cxn ang="0">
                  <a:pos x="43" y="346"/>
                </a:cxn>
                <a:cxn ang="0">
                  <a:pos x="50" y="428"/>
                </a:cxn>
                <a:cxn ang="0">
                  <a:pos x="54" y="515"/>
                </a:cxn>
                <a:cxn ang="0">
                  <a:pos x="61" y="612"/>
                </a:cxn>
                <a:cxn ang="0">
                  <a:pos x="68" y="709"/>
                </a:cxn>
                <a:cxn ang="0">
                  <a:pos x="72" y="813"/>
                </a:cxn>
                <a:cxn ang="0">
                  <a:pos x="79" y="921"/>
                </a:cxn>
                <a:cxn ang="0">
                  <a:pos x="83" y="1029"/>
                </a:cxn>
                <a:cxn ang="0">
                  <a:pos x="90" y="1141"/>
                </a:cxn>
                <a:cxn ang="0">
                  <a:pos x="94" y="1253"/>
                </a:cxn>
                <a:cxn ang="0">
                  <a:pos x="101" y="1361"/>
                </a:cxn>
                <a:cxn ang="0">
                  <a:pos x="104" y="1472"/>
                </a:cxn>
                <a:cxn ang="0">
                  <a:pos x="112" y="1577"/>
                </a:cxn>
                <a:cxn ang="0">
                  <a:pos x="115" y="1681"/>
                </a:cxn>
                <a:cxn ang="0">
                  <a:pos x="122" y="1778"/>
                </a:cxn>
                <a:cxn ang="0">
                  <a:pos x="130" y="1872"/>
                </a:cxn>
                <a:cxn ang="0">
                  <a:pos x="133" y="1962"/>
                </a:cxn>
                <a:cxn ang="0">
                  <a:pos x="140" y="2045"/>
                </a:cxn>
                <a:cxn ang="0">
                  <a:pos x="144" y="2120"/>
                </a:cxn>
                <a:cxn ang="0">
                  <a:pos x="151" y="2189"/>
                </a:cxn>
                <a:cxn ang="0">
                  <a:pos x="155" y="2250"/>
                </a:cxn>
                <a:cxn ang="0">
                  <a:pos x="162" y="2304"/>
                </a:cxn>
                <a:cxn ang="0">
                  <a:pos x="166" y="2351"/>
                </a:cxn>
                <a:cxn ang="0">
                  <a:pos x="173" y="2387"/>
                </a:cxn>
                <a:cxn ang="0">
                  <a:pos x="180" y="2419"/>
                </a:cxn>
                <a:cxn ang="0">
                  <a:pos x="184" y="2441"/>
                </a:cxn>
                <a:cxn ang="0">
                  <a:pos x="191" y="2455"/>
                </a:cxn>
                <a:cxn ang="0">
                  <a:pos x="202" y="2459"/>
                </a:cxn>
                <a:cxn ang="0">
                  <a:pos x="212" y="2444"/>
                </a:cxn>
                <a:cxn ang="0">
                  <a:pos x="216" y="2423"/>
                </a:cxn>
                <a:cxn ang="0">
                  <a:pos x="223" y="2401"/>
                </a:cxn>
                <a:cxn ang="0">
                  <a:pos x="227" y="2372"/>
                </a:cxn>
                <a:cxn ang="0">
                  <a:pos x="234" y="2340"/>
                </a:cxn>
                <a:cxn ang="0">
                  <a:pos x="241" y="2304"/>
                </a:cxn>
                <a:cxn ang="0">
                  <a:pos x="245" y="2264"/>
                </a:cxn>
                <a:cxn ang="0">
                  <a:pos x="252" y="2225"/>
                </a:cxn>
                <a:cxn ang="0">
                  <a:pos x="256" y="2181"/>
                </a:cxn>
                <a:cxn ang="0">
                  <a:pos x="263" y="2138"/>
                </a:cxn>
                <a:cxn ang="0">
                  <a:pos x="266" y="2095"/>
                </a:cxn>
                <a:cxn ang="0">
                  <a:pos x="274" y="2055"/>
                </a:cxn>
                <a:cxn ang="0">
                  <a:pos x="277" y="2012"/>
                </a:cxn>
              </a:cxnLst>
              <a:rect l="0" t="0" r="r" b="b"/>
              <a:pathLst>
                <a:path w="2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1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6" name="Freeform 154"/>
            <p:cNvSpPr>
              <a:spLocks/>
            </p:cNvSpPr>
            <p:nvPr/>
          </p:nvSpPr>
          <p:spPr bwMode="auto">
            <a:xfrm>
              <a:off x="749" y="2974"/>
              <a:ext cx="3474" cy="183"/>
            </a:xfrm>
            <a:custGeom>
              <a:avLst/>
              <a:gdLst/>
              <a:ahLst/>
              <a:cxnLst>
                <a:cxn ang="0">
                  <a:pos x="57" y="79"/>
                </a:cxn>
                <a:cxn ang="0">
                  <a:pos x="119" y="90"/>
                </a:cxn>
                <a:cxn ang="0">
                  <a:pos x="180" y="115"/>
                </a:cxn>
                <a:cxn ang="0">
                  <a:pos x="241" y="115"/>
                </a:cxn>
                <a:cxn ang="0">
                  <a:pos x="302" y="86"/>
                </a:cxn>
                <a:cxn ang="0">
                  <a:pos x="363" y="75"/>
                </a:cxn>
                <a:cxn ang="0">
                  <a:pos x="425" y="101"/>
                </a:cxn>
                <a:cxn ang="0">
                  <a:pos x="486" y="122"/>
                </a:cxn>
                <a:cxn ang="0">
                  <a:pos x="547" y="104"/>
                </a:cxn>
                <a:cxn ang="0">
                  <a:pos x="608" y="75"/>
                </a:cxn>
                <a:cxn ang="0">
                  <a:pos x="669" y="83"/>
                </a:cxn>
                <a:cxn ang="0">
                  <a:pos x="731" y="115"/>
                </a:cxn>
                <a:cxn ang="0">
                  <a:pos x="792" y="119"/>
                </a:cxn>
                <a:cxn ang="0">
                  <a:pos x="853" y="86"/>
                </a:cxn>
                <a:cxn ang="0">
                  <a:pos x="914" y="72"/>
                </a:cxn>
                <a:cxn ang="0">
                  <a:pos x="975" y="97"/>
                </a:cxn>
                <a:cxn ang="0">
                  <a:pos x="1037" y="126"/>
                </a:cxn>
                <a:cxn ang="0">
                  <a:pos x="1098" y="108"/>
                </a:cxn>
                <a:cxn ang="0">
                  <a:pos x="1159" y="75"/>
                </a:cxn>
                <a:cxn ang="0">
                  <a:pos x="1220" y="79"/>
                </a:cxn>
                <a:cxn ang="0">
                  <a:pos x="1281" y="115"/>
                </a:cxn>
                <a:cxn ang="0">
                  <a:pos x="1343" y="126"/>
                </a:cxn>
                <a:cxn ang="0">
                  <a:pos x="1404" y="90"/>
                </a:cxn>
                <a:cxn ang="0">
                  <a:pos x="1465" y="68"/>
                </a:cxn>
                <a:cxn ang="0">
                  <a:pos x="1526" y="93"/>
                </a:cxn>
                <a:cxn ang="0">
                  <a:pos x="1587" y="129"/>
                </a:cxn>
                <a:cxn ang="0">
                  <a:pos x="1649" y="115"/>
                </a:cxn>
                <a:cxn ang="0">
                  <a:pos x="1710" y="72"/>
                </a:cxn>
                <a:cxn ang="0">
                  <a:pos x="1771" y="72"/>
                </a:cxn>
                <a:cxn ang="0">
                  <a:pos x="1832" y="115"/>
                </a:cxn>
                <a:cxn ang="0">
                  <a:pos x="1893" y="133"/>
                </a:cxn>
                <a:cxn ang="0">
                  <a:pos x="1955" y="93"/>
                </a:cxn>
                <a:cxn ang="0">
                  <a:pos x="2016" y="57"/>
                </a:cxn>
                <a:cxn ang="0">
                  <a:pos x="2077" y="86"/>
                </a:cxn>
                <a:cxn ang="0">
                  <a:pos x="2138" y="133"/>
                </a:cxn>
                <a:cxn ang="0">
                  <a:pos x="2199" y="122"/>
                </a:cxn>
                <a:cxn ang="0">
                  <a:pos x="2261" y="68"/>
                </a:cxn>
                <a:cxn ang="0">
                  <a:pos x="2322" y="61"/>
                </a:cxn>
                <a:cxn ang="0">
                  <a:pos x="2383" y="111"/>
                </a:cxn>
                <a:cxn ang="0">
                  <a:pos x="2444" y="144"/>
                </a:cxn>
                <a:cxn ang="0">
                  <a:pos x="2505" y="101"/>
                </a:cxn>
                <a:cxn ang="0">
                  <a:pos x="2567" y="47"/>
                </a:cxn>
                <a:cxn ang="0">
                  <a:pos x="2628" y="75"/>
                </a:cxn>
                <a:cxn ang="0">
                  <a:pos x="2682" y="137"/>
                </a:cxn>
                <a:cxn ang="0">
                  <a:pos x="2743" y="144"/>
                </a:cxn>
                <a:cxn ang="0">
                  <a:pos x="2797" y="86"/>
                </a:cxn>
                <a:cxn ang="0">
                  <a:pos x="2855" y="36"/>
                </a:cxn>
                <a:cxn ang="0">
                  <a:pos x="2916" y="79"/>
                </a:cxn>
                <a:cxn ang="0">
                  <a:pos x="2959" y="140"/>
                </a:cxn>
                <a:cxn ang="0">
                  <a:pos x="3020" y="155"/>
                </a:cxn>
                <a:cxn ang="0">
                  <a:pos x="3067" y="97"/>
                </a:cxn>
                <a:cxn ang="0">
                  <a:pos x="3110" y="36"/>
                </a:cxn>
                <a:cxn ang="0">
                  <a:pos x="3171" y="43"/>
                </a:cxn>
                <a:cxn ang="0">
                  <a:pos x="3211" y="104"/>
                </a:cxn>
                <a:cxn ang="0">
                  <a:pos x="3247" y="165"/>
                </a:cxn>
                <a:cxn ang="0">
                  <a:pos x="3308" y="162"/>
                </a:cxn>
                <a:cxn ang="0">
                  <a:pos x="3344" y="101"/>
                </a:cxn>
                <a:cxn ang="0">
                  <a:pos x="3373" y="39"/>
                </a:cxn>
                <a:cxn ang="0">
                  <a:pos x="3427" y="3"/>
                </a:cxn>
                <a:cxn ang="0">
                  <a:pos x="3470" y="61"/>
                </a:cxn>
              </a:cxnLst>
              <a:rect l="0" t="0" r="r" b="b"/>
              <a:pathLst>
                <a:path w="3474" h="183">
                  <a:moveTo>
                    <a:pt x="0" y="97"/>
                  </a:moveTo>
                  <a:lnTo>
                    <a:pt x="3" y="97"/>
                  </a:lnTo>
                  <a:lnTo>
                    <a:pt x="7" y="93"/>
                  </a:lnTo>
                  <a:lnTo>
                    <a:pt x="11" y="93"/>
                  </a:lnTo>
                  <a:lnTo>
                    <a:pt x="14" y="90"/>
                  </a:lnTo>
                  <a:lnTo>
                    <a:pt x="18" y="90"/>
                  </a:lnTo>
                  <a:lnTo>
                    <a:pt x="21" y="86"/>
                  </a:lnTo>
                  <a:lnTo>
                    <a:pt x="25" y="86"/>
                  </a:lnTo>
                  <a:lnTo>
                    <a:pt x="29" y="86"/>
                  </a:lnTo>
                  <a:lnTo>
                    <a:pt x="32" y="83"/>
                  </a:lnTo>
                  <a:lnTo>
                    <a:pt x="36" y="83"/>
                  </a:lnTo>
                  <a:lnTo>
                    <a:pt x="39" y="83"/>
                  </a:lnTo>
                  <a:lnTo>
                    <a:pt x="43" y="79"/>
                  </a:lnTo>
                  <a:lnTo>
                    <a:pt x="47" y="79"/>
                  </a:lnTo>
                  <a:lnTo>
                    <a:pt x="50" y="79"/>
                  </a:lnTo>
                  <a:lnTo>
                    <a:pt x="54" y="79"/>
                  </a:lnTo>
                  <a:lnTo>
                    <a:pt x="57" y="79"/>
                  </a:lnTo>
                  <a:lnTo>
                    <a:pt x="61" y="75"/>
                  </a:lnTo>
                  <a:lnTo>
                    <a:pt x="65" y="75"/>
                  </a:lnTo>
                  <a:lnTo>
                    <a:pt x="68" y="75"/>
                  </a:lnTo>
                  <a:lnTo>
                    <a:pt x="72" y="75"/>
                  </a:lnTo>
                  <a:lnTo>
                    <a:pt x="75" y="75"/>
                  </a:lnTo>
                  <a:lnTo>
                    <a:pt x="79" y="79"/>
                  </a:lnTo>
                  <a:lnTo>
                    <a:pt x="83" y="79"/>
                  </a:lnTo>
                  <a:lnTo>
                    <a:pt x="86" y="79"/>
                  </a:lnTo>
                  <a:lnTo>
                    <a:pt x="90" y="79"/>
                  </a:lnTo>
                  <a:lnTo>
                    <a:pt x="93" y="79"/>
                  </a:lnTo>
                  <a:lnTo>
                    <a:pt x="97" y="83"/>
                  </a:lnTo>
                  <a:lnTo>
                    <a:pt x="101" y="83"/>
                  </a:lnTo>
                  <a:lnTo>
                    <a:pt x="104" y="83"/>
                  </a:lnTo>
                  <a:lnTo>
                    <a:pt x="108" y="83"/>
                  </a:lnTo>
                  <a:lnTo>
                    <a:pt x="111" y="86"/>
                  </a:lnTo>
                  <a:lnTo>
                    <a:pt x="115" y="86"/>
                  </a:lnTo>
                  <a:lnTo>
                    <a:pt x="119" y="90"/>
                  </a:lnTo>
                  <a:lnTo>
                    <a:pt x="122" y="90"/>
                  </a:lnTo>
                  <a:lnTo>
                    <a:pt x="126" y="93"/>
                  </a:lnTo>
                  <a:lnTo>
                    <a:pt x="129" y="93"/>
                  </a:lnTo>
                  <a:lnTo>
                    <a:pt x="133" y="97"/>
                  </a:lnTo>
                  <a:lnTo>
                    <a:pt x="137" y="97"/>
                  </a:lnTo>
                  <a:lnTo>
                    <a:pt x="140" y="101"/>
                  </a:lnTo>
                  <a:lnTo>
                    <a:pt x="144" y="101"/>
                  </a:lnTo>
                  <a:lnTo>
                    <a:pt x="147" y="104"/>
                  </a:lnTo>
                  <a:lnTo>
                    <a:pt x="151" y="104"/>
                  </a:lnTo>
                  <a:lnTo>
                    <a:pt x="155" y="104"/>
                  </a:lnTo>
                  <a:lnTo>
                    <a:pt x="158" y="108"/>
                  </a:lnTo>
                  <a:lnTo>
                    <a:pt x="162" y="108"/>
                  </a:lnTo>
                  <a:lnTo>
                    <a:pt x="165" y="111"/>
                  </a:lnTo>
                  <a:lnTo>
                    <a:pt x="169" y="111"/>
                  </a:lnTo>
                  <a:lnTo>
                    <a:pt x="173" y="115"/>
                  </a:lnTo>
                  <a:lnTo>
                    <a:pt x="176" y="115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7" y="119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19"/>
                  </a:lnTo>
                  <a:lnTo>
                    <a:pt x="201" y="119"/>
                  </a:lnTo>
                  <a:lnTo>
                    <a:pt x="205" y="119"/>
                  </a:lnTo>
                  <a:lnTo>
                    <a:pt x="209" y="119"/>
                  </a:lnTo>
                  <a:lnTo>
                    <a:pt x="212" y="119"/>
                  </a:lnTo>
                  <a:lnTo>
                    <a:pt x="216" y="119"/>
                  </a:lnTo>
                  <a:lnTo>
                    <a:pt x="219" y="119"/>
                  </a:lnTo>
                  <a:lnTo>
                    <a:pt x="223" y="119"/>
                  </a:lnTo>
                  <a:lnTo>
                    <a:pt x="227" y="119"/>
                  </a:lnTo>
                  <a:lnTo>
                    <a:pt x="230" y="119"/>
                  </a:lnTo>
                  <a:lnTo>
                    <a:pt x="234" y="115"/>
                  </a:lnTo>
                  <a:lnTo>
                    <a:pt x="237" y="115"/>
                  </a:lnTo>
                  <a:lnTo>
                    <a:pt x="241" y="115"/>
                  </a:lnTo>
                  <a:lnTo>
                    <a:pt x="245" y="111"/>
                  </a:lnTo>
                  <a:lnTo>
                    <a:pt x="248" y="111"/>
                  </a:lnTo>
                  <a:lnTo>
                    <a:pt x="252" y="111"/>
                  </a:lnTo>
                  <a:lnTo>
                    <a:pt x="255" y="108"/>
                  </a:lnTo>
                  <a:lnTo>
                    <a:pt x="259" y="108"/>
                  </a:lnTo>
                  <a:lnTo>
                    <a:pt x="263" y="104"/>
                  </a:lnTo>
                  <a:lnTo>
                    <a:pt x="266" y="104"/>
                  </a:lnTo>
                  <a:lnTo>
                    <a:pt x="270" y="101"/>
                  </a:lnTo>
                  <a:lnTo>
                    <a:pt x="273" y="101"/>
                  </a:lnTo>
                  <a:lnTo>
                    <a:pt x="277" y="97"/>
                  </a:lnTo>
                  <a:lnTo>
                    <a:pt x="281" y="97"/>
                  </a:lnTo>
                  <a:lnTo>
                    <a:pt x="284" y="93"/>
                  </a:lnTo>
                  <a:lnTo>
                    <a:pt x="288" y="93"/>
                  </a:lnTo>
                  <a:lnTo>
                    <a:pt x="291" y="90"/>
                  </a:lnTo>
                  <a:lnTo>
                    <a:pt x="295" y="90"/>
                  </a:lnTo>
                  <a:lnTo>
                    <a:pt x="299" y="86"/>
                  </a:lnTo>
                  <a:lnTo>
                    <a:pt x="302" y="86"/>
                  </a:lnTo>
                  <a:lnTo>
                    <a:pt x="306" y="86"/>
                  </a:lnTo>
                  <a:lnTo>
                    <a:pt x="309" y="83"/>
                  </a:lnTo>
                  <a:lnTo>
                    <a:pt x="313" y="83"/>
                  </a:lnTo>
                  <a:lnTo>
                    <a:pt x="317" y="79"/>
                  </a:lnTo>
                  <a:lnTo>
                    <a:pt x="320" y="79"/>
                  </a:lnTo>
                  <a:lnTo>
                    <a:pt x="324" y="79"/>
                  </a:lnTo>
                  <a:lnTo>
                    <a:pt x="327" y="79"/>
                  </a:lnTo>
                  <a:lnTo>
                    <a:pt x="331" y="75"/>
                  </a:lnTo>
                  <a:lnTo>
                    <a:pt x="335" y="75"/>
                  </a:lnTo>
                  <a:lnTo>
                    <a:pt x="338" y="75"/>
                  </a:lnTo>
                  <a:lnTo>
                    <a:pt x="342" y="75"/>
                  </a:lnTo>
                  <a:lnTo>
                    <a:pt x="345" y="75"/>
                  </a:lnTo>
                  <a:lnTo>
                    <a:pt x="349" y="75"/>
                  </a:lnTo>
                  <a:lnTo>
                    <a:pt x="353" y="75"/>
                  </a:lnTo>
                  <a:lnTo>
                    <a:pt x="356" y="75"/>
                  </a:lnTo>
                  <a:lnTo>
                    <a:pt x="360" y="75"/>
                  </a:lnTo>
                  <a:lnTo>
                    <a:pt x="363" y="75"/>
                  </a:lnTo>
                  <a:lnTo>
                    <a:pt x="367" y="79"/>
                  </a:lnTo>
                  <a:lnTo>
                    <a:pt x="371" y="79"/>
                  </a:lnTo>
                  <a:lnTo>
                    <a:pt x="374" y="79"/>
                  </a:lnTo>
                  <a:lnTo>
                    <a:pt x="378" y="79"/>
                  </a:lnTo>
                  <a:lnTo>
                    <a:pt x="381" y="83"/>
                  </a:lnTo>
                  <a:lnTo>
                    <a:pt x="385" y="83"/>
                  </a:lnTo>
                  <a:lnTo>
                    <a:pt x="389" y="86"/>
                  </a:lnTo>
                  <a:lnTo>
                    <a:pt x="392" y="86"/>
                  </a:lnTo>
                  <a:lnTo>
                    <a:pt x="396" y="86"/>
                  </a:lnTo>
                  <a:lnTo>
                    <a:pt x="399" y="90"/>
                  </a:lnTo>
                  <a:lnTo>
                    <a:pt x="403" y="90"/>
                  </a:lnTo>
                  <a:lnTo>
                    <a:pt x="407" y="93"/>
                  </a:lnTo>
                  <a:lnTo>
                    <a:pt x="410" y="93"/>
                  </a:lnTo>
                  <a:lnTo>
                    <a:pt x="414" y="97"/>
                  </a:lnTo>
                  <a:lnTo>
                    <a:pt x="417" y="97"/>
                  </a:lnTo>
                  <a:lnTo>
                    <a:pt x="421" y="101"/>
                  </a:lnTo>
                  <a:lnTo>
                    <a:pt x="425" y="101"/>
                  </a:lnTo>
                  <a:lnTo>
                    <a:pt x="428" y="104"/>
                  </a:lnTo>
                  <a:lnTo>
                    <a:pt x="432" y="104"/>
                  </a:lnTo>
                  <a:lnTo>
                    <a:pt x="435" y="108"/>
                  </a:lnTo>
                  <a:lnTo>
                    <a:pt x="439" y="108"/>
                  </a:lnTo>
                  <a:lnTo>
                    <a:pt x="443" y="111"/>
                  </a:lnTo>
                  <a:lnTo>
                    <a:pt x="446" y="111"/>
                  </a:lnTo>
                  <a:lnTo>
                    <a:pt x="450" y="115"/>
                  </a:lnTo>
                  <a:lnTo>
                    <a:pt x="453" y="115"/>
                  </a:lnTo>
                  <a:lnTo>
                    <a:pt x="457" y="115"/>
                  </a:lnTo>
                  <a:lnTo>
                    <a:pt x="461" y="119"/>
                  </a:lnTo>
                  <a:lnTo>
                    <a:pt x="464" y="119"/>
                  </a:lnTo>
                  <a:lnTo>
                    <a:pt x="468" y="119"/>
                  </a:lnTo>
                  <a:lnTo>
                    <a:pt x="471" y="119"/>
                  </a:lnTo>
                  <a:lnTo>
                    <a:pt x="475" y="122"/>
                  </a:lnTo>
                  <a:lnTo>
                    <a:pt x="479" y="122"/>
                  </a:lnTo>
                  <a:lnTo>
                    <a:pt x="482" y="122"/>
                  </a:lnTo>
                  <a:lnTo>
                    <a:pt x="486" y="122"/>
                  </a:lnTo>
                  <a:lnTo>
                    <a:pt x="489" y="122"/>
                  </a:lnTo>
                  <a:lnTo>
                    <a:pt x="493" y="122"/>
                  </a:lnTo>
                  <a:lnTo>
                    <a:pt x="497" y="122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19"/>
                  </a:lnTo>
                  <a:lnTo>
                    <a:pt x="511" y="119"/>
                  </a:lnTo>
                  <a:lnTo>
                    <a:pt x="515" y="119"/>
                  </a:lnTo>
                  <a:lnTo>
                    <a:pt x="518" y="115"/>
                  </a:lnTo>
                  <a:lnTo>
                    <a:pt x="522" y="115"/>
                  </a:lnTo>
                  <a:lnTo>
                    <a:pt x="525" y="111"/>
                  </a:lnTo>
                  <a:lnTo>
                    <a:pt x="529" y="111"/>
                  </a:lnTo>
                  <a:lnTo>
                    <a:pt x="533" y="111"/>
                  </a:lnTo>
                  <a:lnTo>
                    <a:pt x="536" y="108"/>
                  </a:lnTo>
                  <a:lnTo>
                    <a:pt x="540" y="108"/>
                  </a:lnTo>
                  <a:lnTo>
                    <a:pt x="543" y="104"/>
                  </a:lnTo>
                  <a:lnTo>
                    <a:pt x="547" y="104"/>
                  </a:lnTo>
                  <a:lnTo>
                    <a:pt x="551" y="101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93"/>
                  </a:lnTo>
                  <a:lnTo>
                    <a:pt x="565" y="93"/>
                  </a:lnTo>
                  <a:lnTo>
                    <a:pt x="569" y="90"/>
                  </a:lnTo>
                  <a:lnTo>
                    <a:pt x="572" y="90"/>
                  </a:lnTo>
                  <a:lnTo>
                    <a:pt x="576" y="86"/>
                  </a:lnTo>
                  <a:lnTo>
                    <a:pt x="579" y="86"/>
                  </a:lnTo>
                  <a:lnTo>
                    <a:pt x="583" y="86"/>
                  </a:lnTo>
                  <a:lnTo>
                    <a:pt x="587" y="83"/>
                  </a:lnTo>
                  <a:lnTo>
                    <a:pt x="590" y="83"/>
                  </a:lnTo>
                  <a:lnTo>
                    <a:pt x="594" y="79"/>
                  </a:lnTo>
                  <a:lnTo>
                    <a:pt x="597" y="79"/>
                  </a:lnTo>
                  <a:lnTo>
                    <a:pt x="601" y="79"/>
                  </a:lnTo>
                  <a:lnTo>
                    <a:pt x="605" y="75"/>
                  </a:lnTo>
                  <a:lnTo>
                    <a:pt x="608" y="75"/>
                  </a:lnTo>
                  <a:lnTo>
                    <a:pt x="612" y="75"/>
                  </a:lnTo>
                  <a:lnTo>
                    <a:pt x="615" y="75"/>
                  </a:lnTo>
                  <a:lnTo>
                    <a:pt x="619" y="75"/>
                  </a:lnTo>
                  <a:lnTo>
                    <a:pt x="623" y="75"/>
                  </a:lnTo>
                  <a:lnTo>
                    <a:pt x="626" y="75"/>
                  </a:lnTo>
                  <a:lnTo>
                    <a:pt x="630" y="75"/>
                  </a:lnTo>
                  <a:lnTo>
                    <a:pt x="633" y="75"/>
                  </a:lnTo>
                  <a:lnTo>
                    <a:pt x="637" y="75"/>
                  </a:lnTo>
                  <a:lnTo>
                    <a:pt x="641" y="75"/>
                  </a:lnTo>
                  <a:lnTo>
                    <a:pt x="644" y="75"/>
                  </a:lnTo>
                  <a:lnTo>
                    <a:pt x="648" y="75"/>
                  </a:lnTo>
                  <a:lnTo>
                    <a:pt x="651" y="79"/>
                  </a:lnTo>
                  <a:lnTo>
                    <a:pt x="655" y="79"/>
                  </a:lnTo>
                  <a:lnTo>
                    <a:pt x="659" y="79"/>
                  </a:lnTo>
                  <a:lnTo>
                    <a:pt x="662" y="83"/>
                  </a:lnTo>
                  <a:lnTo>
                    <a:pt x="666" y="83"/>
                  </a:lnTo>
                  <a:lnTo>
                    <a:pt x="669" y="83"/>
                  </a:lnTo>
                  <a:lnTo>
                    <a:pt x="673" y="86"/>
                  </a:lnTo>
                  <a:lnTo>
                    <a:pt x="677" y="86"/>
                  </a:lnTo>
                  <a:lnTo>
                    <a:pt x="680" y="90"/>
                  </a:lnTo>
                  <a:lnTo>
                    <a:pt x="684" y="93"/>
                  </a:lnTo>
                  <a:lnTo>
                    <a:pt x="687" y="93"/>
                  </a:lnTo>
                  <a:lnTo>
                    <a:pt x="691" y="97"/>
                  </a:lnTo>
                  <a:lnTo>
                    <a:pt x="695" y="97"/>
                  </a:lnTo>
                  <a:lnTo>
                    <a:pt x="698" y="101"/>
                  </a:lnTo>
                  <a:lnTo>
                    <a:pt x="702" y="101"/>
                  </a:lnTo>
                  <a:lnTo>
                    <a:pt x="705" y="104"/>
                  </a:lnTo>
                  <a:lnTo>
                    <a:pt x="709" y="104"/>
                  </a:lnTo>
                  <a:lnTo>
                    <a:pt x="713" y="108"/>
                  </a:lnTo>
                  <a:lnTo>
                    <a:pt x="716" y="108"/>
                  </a:lnTo>
                  <a:lnTo>
                    <a:pt x="720" y="111"/>
                  </a:lnTo>
                  <a:lnTo>
                    <a:pt x="723" y="111"/>
                  </a:lnTo>
                  <a:lnTo>
                    <a:pt x="727" y="115"/>
                  </a:lnTo>
                  <a:lnTo>
                    <a:pt x="731" y="115"/>
                  </a:lnTo>
                  <a:lnTo>
                    <a:pt x="734" y="119"/>
                  </a:lnTo>
                  <a:lnTo>
                    <a:pt x="738" y="119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22"/>
                  </a:lnTo>
                  <a:lnTo>
                    <a:pt x="752" y="122"/>
                  </a:lnTo>
                  <a:lnTo>
                    <a:pt x="756" y="122"/>
                  </a:lnTo>
                  <a:lnTo>
                    <a:pt x="759" y="122"/>
                  </a:lnTo>
                  <a:lnTo>
                    <a:pt x="763" y="122"/>
                  </a:lnTo>
                  <a:lnTo>
                    <a:pt x="767" y="122"/>
                  </a:lnTo>
                  <a:lnTo>
                    <a:pt x="770" y="122"/>
                  </a:lnTo>
                  <a:lnTo>
                    <a:pt x="774" y="122"/>
                  </a:lnTo>
                  <a:lnTo>
                    <a:pt x="777" y="122"/>
                  </a:lnTo>
                  <a:lnTo>
                    <a:pt x="781" y="122"/>
                  </a:lnTo>
                  <a:lnTo>
                    <a:pt x="785" y="122"/>
                  </a:lnTo>
                  <a:lnTo>
                    <a:pt x="788" y="119"/>
                  </a:lnTo>
                  <a:lnTo>
                    <a:pt x="792" y="119"/>
                  </a:lnTo>
                  <a:lnTo>
                    <a:pt x="795" y="119"/>
                  </a:lnTo>
                  <a:lnTo>
                    <a:pt x="799" y="115"/>
                  </a:lnTo>
                  <a:lnTo>
                    <a:pt x="803" y="115"/>
                  </a:lnTo>
                  <a:lnTo>
                    <a:pt x="806" y="115"/>
                  </a:lnTo>
                  <a:lnTo>
                    <a:pt x="810" y="111"/>
                  </a:lnTo>
                  <a:lnTo>
                    <a:pt x="813" y="111"/>
                  </a:lnTo>
                  <a:lnTo>
                    <a:pt x="817" y="108"/>
                  </a:lnTo>
                  <a:lnTo>
                    <a:pt x="821" y="104"/>
                  </a:lnTo>
                  <a:lnTo>
                    <a:pt x="824" y="104"/>
                  </a:lnTo>
                  <a:lnTo>
                    <a:pt x="828" y="101"/>
                  </a:lnTo>
                  <a:lnTo>
                    <a:pt x="831" y="101"/>
                  </a:lnTo>
                  <a:lnTo>
                    <a:pt x="835" y="97"/>
                  </a:lnTo>
                  <a:lnTo>
                    <a:pt x="839" y="97"/>
                  </a:lnTo>
                  <a:lnTo>
                    <a:pt x="842" y="93"/>
                  </a:lnTo>
                  <a:lnTo>
                    <a:pt x="846" y="90"/>
                  </a:lnTo>
                  <a:lnTo>
                    <a:pt x="849" y="90"/>
                  </a:lnTo>
                  <a:lnTo>
                    <a:pt x="853" y="86"/>
                  </a:lnTo>
                  <a:lnTo>
                    <a:pt x="857" y="86"/>
                  </a:lnTo>
                  <a:lnTo>
                    <a:pt x="860" y="83"/>
                  </a:lnTo>
                  <a:lnTo>
                    <a:pt x="864" y="83"/>
                  </a:lnTo>
                  <a:lnTo>
                    <a:pt x="867" y="79"/>
                  </a:lnTo>
                  <a:lnTo>
                    <a:pt x="871" y="79"/>
                  </a:lnTo>
                  <a:lnTo>
                    <a:pt x="875" y="79"/>
                  </a:lnTo>
                  <a:lnTo>
                    <a:pt x="878" y="75"/>
                  </a:lnTo>
                  <a:lnTo>
                    <a:pt x="882" y="75"/>
                  </a:lnTo>
                  <a:lnTo>
                    <a:pt x="885" y="75"/>
                  </a:lnTo>
                  <a:lnTo>
                    <a:pt x="889" y="72"/>
                  </a:lnTo>
                  <a:lnTo>
                    <a:pt x="893" y="72"/>
                  </a:lnTo>
                  <a:lnTo>
                    <a:pt x="896" y="72"/>
                  </a:lnTo>
                  <a:lnTo>
                    <a:pt x="900" y="72"/>
                  </a:lnTo>
                  <a:lnTo>
                    <a:pt x="903" y="72"/>
                  </a:lnTo>
                  <a:lnTo>
                    <a:pt x="907" y="72"/>
                  </a:lnTo>
                  <a:lnTo>
                    <a:pt x="911" y="72"/>
                  </a:lnTo>
                  <a:lnTo>
                    <a:pt x="914" y="72"/>
                  </a:lnTo>
                  <a:lnTo>
                    <a:pt x="918" y="72"/>
                  </a:lnTo>
                  <a:lnTo>
                    <a:pt x="921" y="72"/>
                  </a:lnTo>
                  <a:lnTo>
                    <a:pt x="925" y="75"/>
                  </a:lnTo>
                  <a:lnTo>
                    <a:pt x="929" y="75"/>
                  </a:lnTo>
                  <a:lnTo>
                    <a:pt x="932" y="75"/>
                  </a:lnTo>
                  <a:lnTo>
                    <a:pt x="936" y="79"/>
                  </a:lnTo>
                  <a:lnTo>
                    <a:pt x="939" y="79"/>
                  </a:lnTo>
                  <a:lnTo>
                    <a:pt x="943" y="79"/>
                  </a:lnTo>
                  <a:lnTo>
                    <a:pt x="947" y="83"/>
                  </a:lnTo>
                  <a:lnTo>
                    <a:pt x="950" y="83"/>
                  </a:lnTo>
                  <a:lnTo>
                    <a:pt x="954" y="86"/>
                  </a:lnTo>
                  <a:lnTo>
                    <a:pt x="957" y="90"/>
                  </a:lnTo>
                  <a:lnTo>
                    <a:pt x="961" y="90"/>
                  </a:lnTo>
                  <a:lnTo>
                    <a:pt x="965" y="93"/>
                  </a:lnTo>
                  <a:lnTo>
                    <a:pt x="968" y="93"/>
                  </a:lnTo>
                  <a:lnTo>
                    <a:pt x="972" y="97"/>
                  </a:lnTo>
                  <a:lnTo>
                    <a:pt x="975" y="97"/>
                  </a:lnTo>
                  <a:lnTo>
                    <a:pt x="979" y="101"/>
                  </a:lnTo>
                  <a:lnTo>
                    <a:pt x="983" y="104"/>
                  </a:lnTo>
                  <a:lnTo>
                    <a:pt x="986" y="104"/>
                  </a:lnTo>
                  <a:lnTo>
                    <a:pt x="990" y="108"/>
                  </a:lnTo>
                  <a:lnTo>
                    <a:pt x="993" y="108"/>
                  </a:lnTo>
                  <a:lnTo>
                    <a:pt x="997" y="111"/>
                  </a:lnTo>
                  <a:lnTo>
                    <a:pt x="1001" y="111"/>
                  </a:lnTo>
                  <a:lnTo>
                    <a:pt x="1004" y="115"/>
                  </a:lnTo>
                  <a:lnTo>
                    <a:pt x="1008" y="115"/>
                  </a:lnTo>
                  <a:lnTo>
                    <a:pt x="1011" y="119"/>
                  </a:lnTo>
                  <a:lnTo>
                    <a:pt x="1015" y="119"/>
                  </a:lnTo>
                  <a:lnTo>
                    <a:pt x="1019" y="122"/>
                  </a:lnTo>
                  <a:lnTo>
                    <a:pt x="1022" y="122"/>
                  </a:lnTo>
                  <a:lnTo>
                    <a:pt x="1026" y="122"/>
                  </a:lnTo>
                  <a:lnTo>
                    <a:pt x="1029" y="122"/>
                  </a:lnTo>
                  <a:lnTo>
                    <a:pt x="1033" y="126"/>
                  </a:lnTo>
                  <a:lnTo>
                    <a:pt x="1037" y="126"/>
                  </a:lnTo>
                  <a:lnTo>
                    <a:pt x="1040" y="126"/>
                  </a:lnTo>
                  <a:lnTo>
                    <a:pt x="1044" y="126"/>
                  </a:lnTo>
                  <a:lnTo>
                    <a:pt x="1047" y="126"/>
                  </a:lnTo>
                  <a:lnTo>
                    <a:pt x="1051" y="126"/>
                  </a:lnTo>
                  <a:lnTo>
                    <a:pt x="1055" y="126"/>
                  </a:lnTo>
                  <a:lnTo>
                    <a:pt x="1058" y="126"/>
                  </a:lnTo>
                  <a:lnTo>
                    <a:pt x="1062" y="122"/>
                  </a:lnTo>
                  <a:lnTo>
                    <a:pt x="1065" y="122"/>
                  </a:lnTo>
                  <a:lnTo>
                    <a:pt x="1069" y="122"/>
                  </a:lnTo>
                  <a:lnTo>
                    <a:pt x="1073" y="119"/>
                  </a:lnTo>
                  <a:lnTo>
                    <a:pt x="1076" y="119"/>
                  </a:lnTo>
                  <a:lnTo>
                    <a:pt x="1080" y="119"/>
                  </a:lnTo>
                  <a:lnTo>
                    <a:pt x="1083" y="115"/>
                  </a:lnTo>
                  <a:lnTo>
                    <a:pt x="1087" y="115"/>
                  </a:lnTo>
                  <a:lnTo>
                    <a:pt x="1091" y="111"/>
                  </a:lnTo>
                  <a:lnTo>
                    <a:pt x="1094" y="111"/>
                  </a:lnTo>
                  <a:lnTo>
                    <a:pt x="1098" y="108"/>
                  </a:lnTo>
                  <a:lnTo>
                    <a:pt x="1101" y="104"/>
                  </a:lnTo>
                  <a:lnTo>
                    <a:pt x="1105" y="104"/>
                  </a:lnTo>
                  <a:lnTo>
                    <a:pt x="1109" y="101"/>
                  </a:lnTo>
                  <a:lnTo>
                    <a:pt x="1112" y="97"/>
                  </a:lnTo>
                  <a:lnTo>
                    <a:pt x="1116" y="97"/>
                  </a:lnTo>
                  <a:lnTo>
                    <a:pt x="1119" y="93"/>
                  </a:lnTo>
                  <a:lnTo>
                    <a:pt x="1123" y="93"/>
                  </a:lnTo>
                  <a:lnTo>
                    <a:pt x="1127" y="90"/>
                  </a:lnTo>
                  <a:lnTo>
                    <a:pt x="1130" y="86"/>
                  </a:lnTo>
                  <a:lnTo>
                    <a:pt x="1134" y="86"/>
                  </a:lnTo>
                  <a:lnTo>
                    <a:pt x="1137" y="83"/>
                  </a:lnTo>
                  <a:lnTo>
                    <a:pt x="1141" y="83"/>
                  </a:lnTo>
                  <a:lnTo>
                    <a:pt x="1145" y="79"/>
                  </a:lnTo>
                  <a:lnTo>
                    <a:pt x="1148" y="79"/>
                  </a:lnTo>
                  <a:lnTo>
                    <a:pt x="1152" y="75"/>
                  </a:lnTo>
                  <a:lnTo>
                    <a:pt x="1155" y="75"/>
                  </a:lnTo>
                  <a:lnTo>
                    <a:pt x="1159" y="75"/>
                  </a:lnTo>
                  <a:lnTo>
                    <a:pt x="1163" y="72"/>
                  </a:lnTo>
                  <a:lnTo>
                    <a:pt x="1166" y="72"/>
                  </a:lnTo>
                  <a:lnTo>
                    <a:pt x="1170" y="72"/>
                  </a:lnTo>
                  <a:lnTo>
                    <a:pt x="1173" y="72"/>
                  </a:lnTo>
                  <a:lnTo>
                    <a:pt x="1177" y="68"/>
                  </a:lnTo>
                  <a:lnTo>
                    <a:pt x="1181" y="68"/>
                  </a:lnTo>
                  <a:lnTo>
                    <a:pt x="1184" y="68"/>
                  </a:lnTo>
                  <a:lnTo>
                    <a:pt x="1188" y="68"/>
                  </a:lnTo>
                  <a:lnTo>
                    <a:pt x="1191" y="68"/>
                  </a:lnTo>
                  <a:lnTo>
                    <a:pt x="1195" y="72"/>
                  </a:lnTo>
                  <a:lnTo>
                    <a:pt x="1199" y="72"/>
                  </a:lnTo>
                  <a:lnTo>
                    <a:pt x="1202" y="72"/>
                  </a:lnTo>
                  <a:lnTo>
                    <a:pt x="1206" y="72"/>
                  </a:lnTo>
                  <a:lnTo>
                    <a:pt x="1209" y="75"/>
                  </a:lnTo>
                  <a:lnTo>
                    <a:pt x="1213" y="75"/>
                  </a:lnTo>
                  <a:lnTo>
                    <a:pt x="1217" y="75"/>
                  </a:lnTo>
                  <a:lnTo>
                    <a:pt x="1220" y="79"/>
                  </a:lnTo>
                  <a:lnTo>
                    <a:pt x="1224" y="79"/>
                  </a:lnTo>
                  <a:lnTo>
                    <a:pt x="1227" y="83"/>
                  </a:lnTo>
                  <a:lnTo>
                    <a:pt x="1231" y="83"/>
                  </a:lnTo>
                  <a:lnTo>
                    <a:pt x="1235" y="86"/>
                  </a:lnTo>
                  <a:lnTo>
                    <a:pt x="1238" y="90"/>
                  </a:lnTo>
                  <a:lnTo>
                    <a:pt x="1242" y="90"/>
                  </a:lnTo>
                  <a:lnTo>
                    <a:pt x="1245" y="93"/>
                  </a:lnTo>
                  <a:lnTo>
                    <a:pt x="1249" y="93"/>
                  </a:lnTo>
                  <a:lnTo>
                    <a:pt x="1253" y="97"/>
                  </a:lnTo>
                  <a:lnTo>
                    <a:pt x="1256" y="101"/>
                  </a:lnTo>
                  <a:lnTo>
                    <a:pt x="1260" y="104"/>
                  </a:lnTo>
                  <a:lnTo>
                    <a:pt x="1263" y="104"/>
                  </a:lnTo>
                  <a:lnTo>
                    <a:pt x="1267" y="108"/>
                  </a:lnTo>
                  <a:lnTo>
                    <a:pt x="1271" y="108"/>
                  </a:lnTo>
                  <a:lnTo>
                    <a:pt x="1274" y="111"/>
                  </a:lnTo>
                  <a:lnTo>
                    <a:pt x="1278" y="115"/>
                  </a:lnTo>
                  <a:lnTo>
                    <a:pt x="1281" y="115"/>
                  </a:lnTo>
                  <a:lnTo>
                    <a:pt x="1285" y="119"/>
                  </a:lnTo>
                  <a:lnTo>
                    <a:pt x="1289" y="119"/>
                  </a:lnTo>
                  <a:lnTo>
                    <a:pt x="1292" y="122"/>
                  </a:lnTo>
                  <a:lnTo>
                    <a:pt x="1296" y="122"/>
                  </a:lnTo>
                  <a:lnTo>
                    <a:pt x="1299" y="122"/>
                  </a:lnTo>
                  <a:lnTo>
                    <a:pt x="1303" y="126"/>
                  </a:lnTo>
                  <a:lnTo>
                    <a:pt x="1307" y="126"/>
                  </a:lnTo>
                  <a:lnTo>
                    <a:pt x="1310" y="126"/>
                  </a:lnTo>
                  <a:lnTo>
                    <a:pt x="1314" y="126"/>
                  </a:lnTo>
                  <a:lnTo>
                    <a:pt x="1317" y="126"/>
                  </a:lnTo>
                  <a:lnTo>
                    <a:pt x="1321" y="129"/>
                  </a:lnTo>
                  <a:lnTo>
                    <a:pt x="1325" y="129"/>
                  </a:lnTo>
                  <a:lnTo>
                    <a:pt x="1328" y="129"/>
                  </a:lnTo>
                  <a:lnTo>
                    <a:pt x="1332" y="126"/>
                  </a:lnTo>
                  <a:lnTo>
                    <a:pt x="1335" y="126"/>
                  </a:lnTo>
                  <a:lnTo>
                    <a:pt x="1339" y="126"/>
                  </a:lnTo>
                  <a:lnTo>
                    <a:pt x="1343" y="126"/>
                  </a:lnTo>
                  <a:lnTo>
                    <a:pt x="1346" y="122"/>
                  </a:lnTo>
                  <a:lnTo>
                    <a:pt x="1350" y="122"/>
                  </a:lnTo>
                  <a:lnTo>
                    <a:pt x="1353" y="122"/>
                  </a:lnTo>
                  <a:lnTo>
                    <a:pt x="1357" y="119"/>
                  </a:lnTo>
                  <a:lnTo>
                    <a:pt x="1361" y="119"/>
                  </a:lnTo>
                  <a:lnTo>
                    <a:pt x="1364" y="115"/>
                  </a:lnTo>
                  <a:lnTo>
                    <a:pt x="1368" y="115"/>
                  </a:lnTo>
                  <a:lnTo>
                    <a:pt x="1371" y="111"/>
                  </a:lnTo>
                  <a:lnTo>
                    <a:pt x="1375" y="111"/>
                  </a:lnTo>
                  <a:lnTo>
                    <a:pt x="1379" y="108"/>
                  </a:lnTo>
                  <a:lnTo>
                    <a:pt x="1382" y="104"/>
                  </a:lnTo>
                  <a:lnTo>
                    <a:pt x="1386" y="104"/>
                  </a:lnTo>
                  <a:lnTo>
                    <a:pt x="1389" y="101"/>
                  </a:lnTo>
                  <a:lnTo>
                    <a:pt x="1393" y="97"/>
                  </a:lnTo>
                  <a:lnTo>
                    <a:pt x="1397" y="93"/>
                  </a:lnTo>
                  <a:lnTo>
                    <a:pt x="1400" y="93"/>
                  </a:lnTo>
                  <a:lnTo>
                    <a:pt x="1404" y="90"/>
                  </a:lnTo>
                  <a:lnTo>
                    <a:pt x="1407" y="86"/>
                  </a:lnTo>
                  <a:lnTo>
                    <a:pt x="1411" y="86"/>
                  </a:lnTo>
                  <a:lnTo>
                    <a:pt x="1415" y="83"/>
                  </a:lnTo>
                  <a:lnTo>
                    <a:pt x="1418" y="83"/>
                  </a:lnTo>
                  <a:lnTo>
                    <a:pt x="1422" y="79"/>
                  </a:lnTo>
                  <a:lnTo>
                    <a:pt x="1425" y="75"/>
                  </a:lnTo>
                  <a:lnTo>
                    <a:pt x="1429" y="75"/>
                  </a:lnTo>
                  <a:lnTo>
                    <a:pt x="1433" y="72"/>
                  </a:lnTo>
                  <a:lnTo>
                    <a:pt x="1436" y="72"/>
                  </a:lnTo>
                  <a:lnTo>
                    <a:pt x="1440" y="72"/>
                  </a:lnTo>
                  <a:lnTo>
                    <a:pt x="1443" y="68"/>
                  </a:lnTo>
                  <a:lnTo>
                    <a:pt x="1447" y="68"/>
                  </a:lnTo>
                  <a:lnTo>
                    <a:pt x="1451" y="68"/>
                  </a:lnTo>
                  <a:lnTo>
                    <a:pt x="1454" y="68"/>
                  </a:lnTo>
                  <a:lnTo>
                    <a:pt x="1458" y="68"/>
                  </a:lnTo>
                  <a:lnTo>
                    <a:pt x="1461" y="68"/>
                  </a:lnTo>
                  <a:lnTo>
                    <a:pt x="1465" y="68"/>
                  </a:lnTo>
                  <a:lnTo>
                    <a:pt x="1469" y="68"/>
                  </a:lnTo>
                  <a:lnTo>
                    <a:pt x="1472" y="68"/>
                  </a:lnTo>
                  <a:lnTo>
                    <a:pt x="1476" y="68"/>
                  </a:lnTo>
                  <a:lnTo>
                    <a:pt x="1479" y="68"/>
                  </a:lnTo>
                  <a:lnTo>
                    <a:pt x="1483" y="68"/>
                  </a:lnTo>
                  <a:lnTo>
                    <a:pt x="1487" y="72"/>
                  </a:lnTo>
                  <a:lnTo>
                    <a:pt x="1490" y="72"/>
                  </a:lnTo>
                  <a:lnTo>
                    <a:pt x="1494" y="75"/>
                  </a:lnTo>
                  <a:lnTo>
                    <a:pt x="1497" y="75"/>
                  </a:lnTo>
                  <a:lnTo>
                    <a:pt x="1501" y="79"/>
                  </a:lnTo>
                  <a:lnTo>
                    <a:pt x="1505" y="79"/>
                  </a:lnTo>
                  <a:lnTo>
                    <a:pt x="1508" y="83"/>
                  </a:lnTo>
                  <a:lnTo>
                    <a:pt x="1512" y="83"/>
                  </a:lnTo>
                  <a:lnTo>
                    <a:pt x="1515" y="86"/>
                  </a:lnTo>
                  <a:lnTo>
                    <a:pt x="1519" y="90"/>
                  </a:lnTo>
                  <a:lnTo>
                    <a:pt x="1523" y="90"/>
                  </a:lnTo>
                  <a:lnTo>
                    <a:pt x="1526" y="93"/>
                  </a:lnTo>
                  <a:lnTo>
                    <a:pt x="1530" y="97"/>
                  </a:lnTo>
                  <a:lnTo>
                    <a:pt x="1533" y="101"/>
                  </a:lnTo>
                  <a:lnTo>
                    <a:pt x="1537" y="101"/>
                  </a:lnTo>
                  <a:lnTo>
                    <a:pt x="1541" y="104"/>
                  </a:lnTo>
                  <a:lnTo>
                    <a:pt x="1544" y="108"/>
                  </a:lnTo>
                  <a:lnTo>
                    <a:pt x="1548" y="108"/>
                  </a:lnTo>
                  <a:lnTo>
                    <a:pt x="1551" y="111"/>
                  </a:lnTo>
                  <a:lnTo>
                    <a:pt x="1555" y="115"/>
                  </a:lnTo>
                  <a:lnTo>
                    <a:pt x="1559" y="115"/>
                  </a:lnTo>
                  <a:lnTo>
                    <a:pt x="1562" y="119"/>
                  </a:lnTo>
                  <a:lnTo>
                    <a:pt x="1566" y="119"/>
                  </a:lnTo>
                  <a:lnTo>
                    <a:pt x="1569" y="122"/>
                  </a:lnTo>
                  <a:lnTo>
                    <a:pt x="1573" y="122"/>
                  </a:lnTo>
                  <a:lnTo>
                    <a:pt x="1577" y="126"/>
                  </a:lnTo>
                  <a:lnTo>
                    <a:pt x="1580" y="126"/>
                  </a:lnTo>
                  <a:lnTo>
                    <a:pt x="1584" y="129"/>
                  </a:lnTo>
                  <a:lnTo>
                    <a:pt x="1587" y="129"/>
                  </a:lnTo>
                  <a:lnTo>
                    <a:pt x="1591" y="129"/>
                  </a:lnTo>
                  <a:lnTo>
                    <a:pt x="1595" y="129"/>
                  </a:lnTo>
                  <a:lnTo>
                    <a:pt x="1598" y="129"/>
                  </a:lnTo>
                  <a:lnTo>
                    <a:pt x="1602" y="129"/>
                  </a:lnTo>
                  <a:lnTo>
                    <a:pt x="1605" y="129"/>
                  </a:lnTo>
                  <a:lnTo>
                    <a:pt x="1609" y="129"/>
                  </a:lnTo>
                  <a:lnTo>
                    <a:pt x="1613" y="129"/>
                  </a:lnTo>
                  <a:lnTo>
                    <a:pt x="1616" y="129"/>
                  </a:lnTo>
                  <a:lnTo>
                    <a:pt x="1620" y="129"/>
                  </a:lnTo>
                  <a:lnTo>
                    <a:pt x="1623" y="126"/>
                  </a:lnTo>
                  <a:lnTo>
                    <a:pt x="1627" y="126"/>
                  </a:lnTo>
                  <a:lnTo>
                    <a:pt x="1631" y="126"/>
                  </a:lnTo>
                  <a:lnTo>
                    <a:pt x="1634" y="122"/>
                  </a:lnTo>
                  <a:lnTo>
                    <a:pt x="1638" y="122"/>
                  </a:lnTo>
                  <a:lnTo>
                    <a:pt x="1641" y="119"/>
                  </a:lnTo>
                  <a:lnTo>
                    <a:pt x="1645" y="115"/>
                  </a:lnTo>
                  <a:lnTo>
                    <a:pt x="1649" y="115"/>
                  </a:lnTo>
                  <a:lnTo>
                    <a:pt x="1652" y="111"/>
                  </a:lnTo>
                  <a:lnTo>
                    <a:pt x="1656" y="108"/>
                  </a:lnTo>
                  <a:lnTo>
                    <a:pt x="1659" y="108"/>
                  </a:lnTo>
                  <a:lnTo>
                    <a:pt x="1663" y="104"/>
                  </a:lnTo>
                  <a:lnTo>
                    <a:pt x="1667" y="101"/>
                  </a:lnTo>
                  <a:lnTo>
                    <a:pt x="1670" y="101"/>
                  </a:lnTo>
                  <a:lnTo>
                    <a:pt x="1674" y="97"/>
                  </a:lnTo>
                  <a:lnTo>
                    <a:pt x="1677" y="93"/>
                  </a:lnTo>
                  <a:lnTo>
                    <a:pt x="1681" y="90"/>
                  </a:lnTo>
                  <a:lnTo>
                    <a:pt x="1685" y="86"/>
                  </a:lnTo>
                  <a:lnTo>
                    <a:pt x="1688" y="86"/>
                  </a:lnTo>
                  <a:lnTo>
                    <a:pt x="1692" y="83"/>
                  </a:lnTo>
                  <a:lnTo>
                    <a:pt x="1695" y="79"/>
                  </a:lnTo>
                  <a:lnTo>
                    <a:pt x="1699" y="79"/>
                  </a:lnTo>
                  <a:lnTo>
                    <a:pt x="1703" y="75"/>
                  </a:lnTo>
                  <a:lnTo>
                    <a:pt x="1706" y="75"/>
                  </a:lnTo>
                  <a:lnTo>
                    <a:pt x="1710" y="72"/>
                  </a:lnTo>
                  <a:lnTo>
                    <a:pt x="1713" y="72"/>
                  </a:lnTo>
                  <a:lnTo>
                    <a:pt x="1717" y="68"/>
                  </a:lnTo>
                  <a:lnTo>
                    <a:pt x="1721" y="68"/>
                  </a:lnTo>
                  <a:lnTo>
                    <a:pt x="1724" y="65"/>
                  </a:lnTo>
                  <a:lnTo>
                    <a:pt x="1728" y="65"/>
                  </a:lnTo>
                  <a:lnTo>
                    <a:pt x="1731" y="65"/>
                  </a:lnTo>
                  <a:lnTo>
                    <a:pt x="1735" y="65"/>
                  </a:lnTo>
                  <a:lnTo>
                    <a:pt x="1739" y="65"/>
                  </a:lnTo>
                  <a:lnTo>
                    <a:pt x="1742" y="65"/>
                  </a:lnTo>
                  <a:lnTo>
                    <a:pt x="1746" y="65"/>
                  </a:lnTo>
                  <a:lnTo>
                    <a:pt x="1749" y="65"/>
                  </a:lnTo>
                  <a:lnTo>
                    <a:pt x="1753" y="65"/>
                  </a:lnTo>
                  <a:lnTo>
                    <a:pt x="1757" y="65"/>
                  </a:lnTo>
                  <a:lnTo>
                    <a:pt x="1760" y="65"/>
                  </a:lnTo>
                  <a:lnTo>
                    <a:pt x="1764" y="68"/>
                  </a:lnTo>
                  <a:lnTo>
                    <a:pt x="1767" y="68"/>
                  </a:lnTo>
                  <a:lnTo>
                    <a:pt x="1771" y="72"/>
                  </a:lnTo>
                  <a:lnTo>
                    <a:pt x="1775" y="72"/>
                  </a:lnTo>
                  <a:lnTo>
                    <a:pt x="1778" y="75"/>
                  </a:lnTo>
                  <a:lnTo>
                    <a:pt x="1782" y="75"/>
                  </a:lnTo>
                  <a:lnTo>
                    <a:pt x="1785" y="79"/>
                  </a:lnTo>
                  <a:lnTo>
                    <a:pt x="1789" y="83"/>
                  </a:lnTo>
                  <a:lnTo>
                    <a:pt x="1793" y="83"/>
                  </a:lnTo>
                  <a:lnTo>
                    <a:pt x="1796" y="86"/>
                  </a:lnTo>
                  <a:lnTo>
                    <a:pt x="1800" y="90"/>
                  </a:lnTo>
                  <a:lnTo>
                    <a:pt x="1803" y="93"/>
                  </a:lnTo>
                  <a:lnTo>
                    <a:pt x="1807" y="93"/>
                  </a:lnTo>
                  <a:lnTo>
                    <a:pt x="1811" y="97"/>
                  </a:lnTo>
                  <a:lnTo>
                    <a:pt x="1814" y="101"/>
                  </a:lnTo>
                  <a:lnTo>
                    <a:pt x="1818" y="104"/>
                  </a:lnTo>
                  <a:lnTo>
                    <a:pt x="1821" y="108"/>
                  </a:lnTo>
                  <a:lnTo>
                    <a:pt x="1825" y="108"/>
                  </a:lnTo>
                  <a:lnTo>
                    <a:pt x="1829" y="111"/>
                  </a:lnTo>
                  <a:lnTo>
                    <a:pt x="1832" y="115"/>
                  </a:lnTo>
                  <a:lnTo>
                    <a:pt x="1836" y="119"/>
                  </a:lnTo>
                  <a:lnTo>
                    <a:pt x="1839" y="119"/>
                  </a:lnTo>
                  <a:lnTo>
                    <a:pt x="1843" y="122"/>
                  </a:lnTo>
                  <a:lnTo>
                    <a:pt x="1847" y="126"/>
                  </a:lnTo>
                  <a:lnTo>
                    <a:pt x="1850" y="126"/>
                  </a:lnTo>
                  <a:lnTo>
                    <a:pt x="1854" y="129"/>
                  </a:lnTo>
                  <a:lnTo>
                    <a:pt x="1857" y="129"/>
                  </a:lnTo>
                  <a:lnTo>
                    <a:pt x="1861" y="129"/>
                  </a:lnTo>
                  <a:lnTo>
                    <a:pt x="1865" y="133"/>
                  </a:lnTo>
                  <a:lnTo>
                    <a:pt x="1868" y="133"/>
                  </a:lnTo>
                  <a:lnTo>
                    <a:pt x="1872" y="133"/>
                  </a:lnTo>
                  <a:lnTo>
                    <a:pt x="1875" y="133"/>
                  </a:lnTo>
                  <a:lnTo>
                    <a:pt x="1879" y="133"/>
                  </a:lnTo>
                  <a:lnTo>
                    <a:pt x="1883" y="133"/>
                  </a:lnTo>
                  <a:lnTo>
                    <a:pt x="1886" y="133"/>
                  </a:lnTo>
                  <a:lnTo>
                    <a:pt x="1890" y="133"/>
                  </a:lnTo>
                  <a:lnTo>
                    <a:pt x="1893" y="133"/>
                  </a:lnTo>
                  <a:lnTo>
                    <a:pt x="1897" y="133"/>
                  </a:lnTo>
                  <a:lnTo>
                    <a:pt x="1901" y="133"/>
                  </a:lnTo>
                  <a:lnTo>
                    <a:pt x="1904" y="129"/>
                  </a:lnTo>
                  <a:lnTo>
                    <a:pt x="1908" y="129"/>
                  </a:lnTo>
                  <a:lnTo>
                    <a:pt x="1911" y="126"/>
                  </a:lnTo>
                  <a:lnTo>
                    <a:pt x="1915" y="126"/>
                  </a:lnTo>
                  <a:lnTo>
                    <a:pt x="1919" y="122"/>
                  </a:lnTo>
                  <a:lnTo>
                    <a:pt x="1922" y="119"/>
                  </a:lnTo>
                  <a:lnTo>
                    <a:pt x="1926" y="119"/>
                  </a:lnTo>
                  <a:lnTo>
                    <a:pt x="1929" y="115"/>
                  </a:lnTo>
                  <a:lnTo>
                    <a:pt x="1933" y="111"/>
                  </a:lnTo>
                  <a:lnTo>
                    <a:pt x="1937" y="108"/>
                  </a:lnTo>
                  <a:lnTo>
                    <a:pt x="1940" y="108"/>
                  </a:lnTo>
                  <a:lnTo>
                    <a:pt x="1944" y="104"/>
                  </a:lnTo>
                  <a:lnTo>
                    <a:pt x="1947" y="101"/>
                  </a:lnTo>
                  <a:lnTo>
                    <a:pt x="1951" y="97"/>
                  </a:lnTo>
                  <a:lnTo>
                    <a:pt x="1955" y="93"/>
                  </a:lnTo>
                  <a:lnTo>
                    <a:pt x="1958" y="90"/>
                  </a:lnTo>
                  <a:lnTo>
                    <a:pt x="1962" y="90"/>
                  </a:lnTo>
                  <a:lnTo>
                    <a:pt x="1965" y="86"/>
                  </a:lnTo>
                  <a:lnTo>
                    <a:pt x="1969" y="83"/>
                  </a:lnTo>
                  <a:lnTo>
                    <a:pt x="1973" y="79"/>
                  </a:lnTo>
                  <a:lnTo>
                    <a:pt x="1976" y="75"/>
                  </a:lnTo>
                  <a:lnTo>
                    <a:pt x="1980" y="75"/>
                  </a:lnTo>
                  <a:lnTo>
                    <a:pt x="1983" y="72"/>
                  </a:lnTo>
                  <a:lnTo>
                    <a:pt x="1987" y="68"/>
                  </a:lnTo>
                  <a:lnTo>
                    <a:pt x="1991" y="68"/>
                  </a:lnTo>
                  <a:lnTo>
                    <a:pt x="1994" y="65"/>
                  </a:lnTo>
                  <a:lnTo>
                    <a:pt x="1998" y="65"/>
                  </a:lnTo>
                  <a:lnTo>
                    <a:pt x="2001" y="61"/>
                  </a:lnTo>
                  <a:lnTo>
                    <a:pt x="2005" y="61"/>
                  </a:lnTo>
                  <a:lnTo>
                    <a:pt x="2009" y="61"/>
                  </a:lnTo>
                  <a:lnTo>
                    <a:pt x="2012" y="61"/>
                  </a:lnTo>
                  <a:lnTo>
                    <a:pt x="2016" y="57"/>
                  </a:lnTo>
                  <a:lnTo>
                    <a:pt x="2019" y="57"/>
                  </a:lnTo>
                  <a:lnTo>
                    <a:pt x="2023" y="57"/>
                  </a:lnTo>
                  <a:lnTo>
                    <a:pt x="2027" y="61"/>
                  </a:lnTo>
                  <a:lnTo>
                    <a:pt x="2030" y="61"/>
                  </a:lnTo>
                  <a:lnTo>
                    <a:pt x="2034" y="61"/>
                  </a:lnTo>
                  <a:lnTo>
                    <a:pt x="2037" y="61"/>
                  </a:lnTo>
                  <a:lnTo>
                    <a:pt x="2041" y="65"/>
                  </a:lnTo>
                  <a:lnTo>
                    <a:pt x="2045" y="65"/>
                  </a:lnTo>
                  <a:lnTo>
                    <a:pt x="2048" y="65"/>
                  </a:lnTo>
                  <a:lnTo>
                    <a:pt x="2052" y="68"/>
                  </a:lnTo>
                  <a:lnTo>
                    <a:pt x="2055" y="72"/>
                  </a:lnTo>
                  <a:lnTo>
                    <a:pt x="2059" y="72"/>
                  </a:lnTo>
                  <a:lnTo>
                    <a:pt x="2063" y="75"/>
                  </a:lnTo>
                  <a:lnTo>
                    <a:pt x="2066" y="79"/>
                  </a:lnTo>
                  <a:lnTo>
                    <a:pt x="2070" y="83"/>
                  </a:lnTo>
                  <a:lnTo>
                    <a:pt x="2073" y="83"/>
                  </a:lnTo>
                  <a:lnTo>
                    <a:pt x="2077" y="86"/>
                  </a:lnTo>
                  <a:lnTo>
                    <a:pt x="2081" y="90"/>
                  </a:lnTo>
                  <a:lnTo>
                    <a:pt x="2084" y="93"/>
                  </a:lnTo>
                  <a:lnTo>
                    <a:pt x="2088" y="97"/>
                  </a:lnTo>
                  <a:lnTo>
                    <a:pt x="2091" y="101"/>
                  </a:lnTo>
                  <a:lnTo>
                    <a:pt x="2095" y="104"/>
                  </a:lnTo>
                  <a:lnTo>
                    <a:pt x="2099" y="108"/>
                  </a:lnTo>
                  <a:lnTo>
                    <a:pt x="2102" y="108"/>
                  </a:lnTo>
                  <a:lnTo>
                    <a:pt x="2106" y="111"/>
                  </a:lnTo>
                  <a:lnTo>
                    <a:pt x="2109" y="115"/>
                  </a:lnTo>
                  <a:lnTo>
                    <a:pt x="2113" y="119"/>
                  </a:lnTo>
                  <a:lnTo>
                    <a:pt x="2117" y="122"/>
                  </a:lnTo>
                  <a:lnTo>
                    <a:pt x="2120" y="122"/>
                  </a:lnTo>
                  <a:lnTo>
                    <a:pt x="2124" y="126"/>
                  </a:lnTo>
                  <a:lnTo>
                    <a:pt x="2127" y="129"/>
                  </a:lnTo>
                  <a:lnTo>
                    <a:pt x="2131" y="129"/>
                  </a:lnTo>
                  <a:lnTo>
                    <a:pt x="2135" y="133"/>
                  </a:lnTo>
                  <a:lnTo>
                    <a:pt x="2138" y="133"/>
                  </a:lnTo>
                  <a:lnTo>
                    <a:pt x="2142" y="137"/>
                  </a:lnTo>
                  <a:lnTo>
                    <a:pt x="2145" y="137"/>
                  </a:lnTo>
                  <a:lnTo>
                    <a:pt x="2149" y="137"/>
                  </a:lnTo>
                  <a:lnTo>
                    <a:pt x="2153" y="140"/>
                  </a:lnTo>
                  <a:lnTo>
                    <a:pt x="2156" y="140"/>
                  </a:lnTo>
                  <a:lnTo>
                    <a:pt x="2160" y="140"/>
                  </a:lnTo>
                  <a:lnTo>
                    <a:pt x="2163" y="140"/>
                  </a:lnTo>
                  <a:lnTo>
                    <a:pt x="2167" y="140"/>
                  </a:lnTo>
                  <a:lnTo>
                    <a:pt x="2171" y="137"/>
                  </a:lnTo>
                  <a:lnTo>
                    <a:pt x="2174" y="137"/>
                  </a:lnTo>
                  <a:lnTo>
                    <a:pt x="2178" y="137"/>
                  </a:lnTo>
                  <a:lnTo>
                    <a:pt x="2181" y="133"/>
                  </a:lnTo>
                  <a:lnTo>
                    <a:pt x="2185" y="133"/>
                  </a:lnTo>
                  <a:lnTo>
                    <a:pt x="2189" y="129"/>
                  </a:lnTo>
                  <a:lnTo>
                    <a:pt x="2192" y="129"/>
                  </a:lnTo>
                  <a:lnTo>
                    <a:pt x="2196" y="126"/>
                  </a:lnTo>
                  <a:lnTo>
                    <a:pt x="2199" y="122"/>
                  </a:lnTo>
                  <a:lnTo>
                    <a:pt x="2203" y="122"/>
                  </a:lnTo>
                  <a:lnTo>
                    <a:pt x="2207" y="119"/>
                  </a:lnTo>
                  <a:lnTo>
                    <a:pt x="2210" y="115"/>
                  </a:lnTo>
                  <a:lnTo>
                    <a:pt x="2214" y="111"/>
                  </a:lnTo>
                  <a:lnTo>
                    <a:pt x="2217" y="108"/>
                  </a:lnTo>
                  <a:lnTo>
                    <a:pt x="2221" y="104"/>
                  </a:lnTo>
                  <a:lnTo>
                    <a:pt x="2225" y="101"/>
                  </a:lnTo>
                  <a:lnTo>
                    <a:pt x="2228" y="101"/>
                  </a:lnTo>
                  <a:lnTo>
                    <a:pt x="2232" y="97"/>
                  </a:lnTo>
                  <a:lnTo>
                    <a:pt x="2235" y="93"/>
                  </a:lnTo>
                  <a:lnTo>
                    <a:pt x="2239" y="90"/>
                  </a:lnTo>
                  <a:lnTo>
                    <a:pt x="2243" y="86"/>
                  </a:lnTo>
                  <a:lnTo>
                    <a:pt x="2246" y="83"/>
                  </a:lnTo>
                  <a:lnTo>
                    <a:pt x="2250" y="79"/>
                  </a:lnTo>
                  <a:lnTo>
                    <a:pt x="2253" y="75"/>
                  </a:lnTo>
                  <a:lnTo>
                    <a:pt x="2257" y="72"/>
                  </a:lnTo>
                  <a:lnTo>
                    <a:pt x="2261" y="68"/>
                  </a:lnTo>
                  <a:lnTo>
                    <a:pt x="2264" y="68"/>
                  </a:lnTo>
                  <a:lnTo>
                    <a:pt x="2268" y="65"/>
                  </a:lnTo>
                  <a:lnTo>
                    <a:pt x="2271" y="61"/>
                  </a:lnTo>
                  <a:lnTo>
                    <a:pt x="2275" y="61"/>
                  </a:lnTo>
                  <a:lnTo>
                    <a:pt x="2279" y="57"/>
                  </a:lnTo>
                  <a:lnTo>
                    <a:pt x="2282" y="57"/>
                  </a:lnTo>
                  <a:lnTo>
                    <a:pt x="2286" y="54"/>
                  </a:lnTo>
                  <a:lnTo>
                    <a:pt x="2289" y="54"/>
                  </a:lnTo>
                  <a:lnTo>
                    <a:pt x="2293" y="54"/>
                  </a:lnTo>
                  <a:lnTo>
                    <a:pt x="2297" y="54"/>
                  </a:lnTo>
                  <a:lnTo>
                    <a:pt x="2300" y="54"/>
                  </a:lnTo>
                  <a:lnTo>
                    <a:pt x="2304" y="54"/>
                  </a:lnTo>
                  <a:lnTo>
                    <a:pt x="2307" y="54"/>
                  </a:lnTo>
                  <a:lnTo>
                    <a:pt x="2311" y="54"/>
                  </a:lnTo>
                  <a:lnTo>
                    <a:pt x="2315" y="57"/>
                  </a:lnTo>
                  <a:lnTo>
                    <a:pt x="2318" y="57"/>
                  </a:lnTo>
                  <a:lnTo>
                    <a:pt x="2322" y="61"/>
                  </a:lnTo>
                  <a:lnTo>
                    <a:pt x="2325" y="61"/>
                  </a:lnTo>
                  <a:lnTo>
                    <a:pt x="2329" y="65"/>
                  </a:lnTo>
                  <a:lnTo>
                    <a:pt x="2333" y="65"/>
                  </a:lnTo>
                  <a:lnTo>
                    <a:pt x="2336" y="68"/>
                  </a:lnTo>
                  <a:lnTo>
                    <a:pt x="2340" y="72"/>
                  </a:lnTo>
                  <a:lnTo>
                    <a:pt x="2343" y="72"/>
                  </a:lnTo>
                  <a:lnTo>
                    <a:pt x="2347" y="75"/>
                  </a:lnTo>
                  <a:lnTo>
                    <a:pt x="2351" y="79"/>
                  </a:lnTo>
                  <a:lnTo>
                    <a:pt x="2354" y="83"/>
                  </a:lnTo>
                  <a:lnTo>
                    <a:pt x="2358" y="86"/>
                  </a:lnTo>
                  <a:lnTo>
                    <a:pt x="2361" y="90"/>
                  </a:lnTo>
                  <a:lnTo>
                    <a:pt x="2365" y="93"/>
                  </a:lnTo>
                  <a:lnTo>
                    <a:pt x="2369" y="97"/>
                  </a:lnTo>
                  <a:lnTo>
                    <a:pt x="2372" y="101"/>
                  </a:lnTo>
                  <a:lnTo>
                    <a:pt x="2376" y="104"/>
                  </a:lnTo>
                  <a:lnTo>
                    <a:pt x="2379" y="108"/>
                  </a:lnTo>
                  <a:lnTo>
                    <a:pt x="2383" y="111"/>
                  </a:lnTo>
                  <a:lnTo>
                    <a:pt x="2387" y="115"/>
                  </a:lnTo>
                  <a:lnTo>
                    <a:pt x="2390" y="119"/>
                  </a:lnTo>
                  <a:lnTo>
                    <a:pt x="2394" y="122"/>
                  </a:lnTo>
                  <a:lnTo>
                    <a:pt x="2397" y="126"/>
                  </a:lnTo>
                  <a:lnTo>
                    <a:pt x="2401" y="129"/>
                  </a:lnTo>
                  <a:lnTo>
                    <a:pt x="2405" y="133"/>
                  </a:lnTo>
                  <a:lnTo>
                    <a:pt x="2408" y="137"/>
                  </a:lnTo>
                  <a:lnTo>
                    <a:pt x="2412" y="137"/>
                  </a:lnTo>
                  <a:lnTo>
                    <a:pt x="2415" y="140"/>
                  </a:lnTo>
                  <a:lnTo>
                    <a:pt x="2419" y="140"/>
                  </a:lnTo>
                  <a:lnTo>
                    <a:pt x="2423" y="144"/>
                  </a:lnTo>
                  <a:lnTo>
                    <a:pt x="2426" y="144"/>
                  </a:lnTo>
                  <a:lnTo>
                    <a:pt x="2430" y="144"/>
                  </a:lnTo>
                  <a:lnTo>
                    <a:pt x="2433" y="144"/>
                  </a:lnTo>
                  <a:lnTo>
                    <a:pt x="2437" y="144"/>
                  </a:lnTo>
                  <a:lnTo>
                    <a:pt x="2441" y="147"/>
                  </a:lnTo>
                  <a:lnTo>
                    <a:pt x="2444" y="144"/>
                  </a:lnTo>
                  <a:lnTo>
                    <a:pt x="2448" y="144"/>
                  </a:lnTo>
                  <a:lnTo>
                    <a:pt x="2451" y="144"/>
                  </a:lnTo>
                  <a:lnTo>
                    <a:pt x="2455" y="144"/>
                  </a:lnTo>
                  <a:lnTo>
                    <a:pt x="2459" y="140"/>
                  </a:lnTo>
                  <a:lnTo>
                    <a:pt x="2462" y="140"/>
                  </a:lnTo>
                  <a:lnTo>
                    <a:pt x="2466" y="137"/>
                  </a:lnTo>
                  <a:lnTo>
                    <a:pt x="2469" y="133"/>
                  </a:lnTo>
                  <a:lnTo>
                    <a:pt x="2473" y="133"/>
                  </a:lnTo>
                  <a:lnTo>
                    <a:pt x="2477" y="129"/>
                  </a:lnTo>
                  <a:lnTo>
                    <a:pt x="2480" y="126"/>
                  </a:lnTo>
                  <a:lnTo>
                    <a:pt x="2484" y="122"/>
                  </a:lnTo>
                  <a:lnTo>
                    <a:pt x="2487" y="119"/>
                  </a:lnTo>
                  <a:lnTo>
                    <a:pt x="2491" y="115"/>
                  </a:lnTo>
                  <a:lnTo>
                    <a:pt x="2495" y="111"/>
                  </a:lnTo>
                  <a:lnTo>
                    <a:pt x="2498" y="108"/>
                  </a:lnTo>
                  <a:lnTo>
                    <a:pt x="2502" y="104"/>
                  </a:lnTo>
                  <a:lnTo>
                    <a:pt x="2505" y="101"/>
                  </a:lnTo>
                  <a:lnTo>
                    <a:pt x="2509" y="97"/>
                  </a:lnTo>
                  <a:lnTo>
                    <a:pt x="2513" y="93"/>
                  </a:lnTo>
                  <a:lnTo>
                    <a:pt x="2516" y="90"/>
                  </a:lnTo>
                  <a:lnTo>
                    <a:pt x="2520" y="86"/>
                  </a:lnTo>
                  <a:lnTo>
                    <a:pt x="2523" y="83"/>
                  </a:lnTo>
                  <a:lnTo>
                    <a:pt x="2527" y="79"/>
                  </a:lnTo>
                  <a:lnTo>
                    <a:pt x="2531" y="75"/>
                  </a:lnTo>
                  <a:lnTo>
                    <a:pt x="2534" y="72"/>
                  </a:lnTo>
                  <a:lnTo>
                    <a:pt x="2538" y="68"/>
                  </a:lnTo>
                  <a:lnTo>
                    <a:pt x="2541" y="65"/>
                  </a:lnTo>
                  <a:lnTo>
                    <a:pt x="2545" y="61"/>
                  </a:lnTo>
                  <a:lnTo>
                    <a:pt x="2549" y="57"/>
                  </a:lnTo>
                  <a:lnTo>
                    <a:pt x="2552" y="54"/>
                  </a:lnTo>
                  <a:lnTo>
                    <a:pt x="2556" y="54"/>
                  </a:lnTo>
                  <a:lnTo>
                    <a:pt x="2559" y="50"/>
                  </a:lnTo>
                  <a:lnTo>
                    <a:pt x="2563" y="50"/>
                  </a:lnTo>
                  <a:lnTo>
                    <a:pt x="2567" y="47"/>
                  </a:lnTo>
                  <a:lnTo>
                    <a:pt x="2570" y="47"/>
                  </a:lnTo>
                  <a:lnTo>
                    <a:pt x="2574" y="47"/>
                  </a:lnTo>
                  <a:lnTo>
                    <a:pt x="2577" y="47"/>
                  </a:lnTo>
                  <a:lnTo>
                    <a:pt x="2581" y="47"/>
                  </a:lnTo>
                  <a:lnTo>
                    <a:pt x="2585" y="47"/>
                  </a:lnTo>
                  <a:lnTo>
                    <a:pt x="2588" y="47"/>
                  </a:lnTo>
                  <a:lnTo>
                    <a:pt x="2592" y="50"/>
                  </a:lnTo>
                  <a:lnTo>
                    <a:pt x="2595" y="50"/>
                  </a:lnTo>
                  <a:lnTo>
                    <a:pt x="2599" y="54"/>
                  </a:lnTo>
                  <a:lnTo>
                    <a:pt x="2603" y="54"/>
                  </a:lnTo>
                  <a:lnTo>
                    <a:pt x="2606" y="57"/>
                  </a:lnTo>
                  <a:lnTo>
                    <a:pt x="2610" y="57"/>
                  </a:lnTo>
                  <a:lnTo>
                    <a:pt x="2613" y="61"/>
                  </a:lnTo>
                  <a:lnTo>
                    <a:pt x="2617" y="65"/>
                  </a:lnTo>
                  <a:lnTo>
                    <a:pt x="2621" y="68"/>
                  </a:lnTo>
                  <a:lnTo>
                    <a:pt x="2624" y="72"/>
                  </a:lnTo>
                  <a:lnTo>
                    <a:pt x="2628" y="75"/>
                  </a:lnTo>
                  <a:lnTo>
                    <a:pt x="2631" y="79"/>
                  </a:lnTo>
                  <a:lnTo>
                    <a:pt x="2635" y="83"/>
                  </a:lnTo>
                  <a:lnTo>
                    <a:pt x="2639" y="86"/>
                  </a:lnTo>
                  <a:lnTo>
                    <a:pt x="2642" y="90"/>
                  </a:lnTo>
                  <a:lnTo>
                    <a:pt x="2646" y="93"/>
                  </a:lnTo>
                  <a:lnTo>
                    <a:pt x="2649" y="97"/>
                  </a:lnTo>
                  <a:lnTo>
                    <a:pt x="2649" y="101"/>
                  </a:lnTo>
                  <a:lnTo>
                    <a:pt x="2653" y="104"/>
                  </a:lnTo>
                  <a:lnTo>
                    <a:pt x="2657" y="108"/>
                  </a:lnTo>
                  <a:lnTo>
                    <a:pt x="2660" y="111"/>
                  </a:lnTo>
                  <a:lnTo>
                    <a:pt x="2664" y="115"/>
                  </a:lnTo>
                  <a:lnTo>
                    <a:pt x="2667" y="119"/>
                  </a:lnTo>
                  <a:lnTo>
                    <a:pt x="2667" y="122"/>
                  </a:lnTo>
                  <a:lnTo>
                    <a:pt x="2671" y="126"/>
                  </a:lnTo>
                  <a:lnTo>
                    <a:pt x="2675" y="129"/>
                  </a:lnTo>
                  <a:lnTo>
                    <a:pt x="2678" y="133"/>
                  </a:lnTo>
                  <a:lnTo>
                    <a:pt x="2682" y="137"/>
                  </a:lnTo>
                  <a:lnTo>
                    <a:pt x="2685" y="140"/>
                  </a:lnTo>
                  <a:lnTo>
                    <a:pt x="2689" y="144"/>
                  </a:lnTo>
                  <a:lnTo>
                    <a:pt x="2693" y="144"/>
                  </a:lnTo>
                  <a:lnTo>
                    <a:pt x="2696" y="147"/>
                  </a:lnTo>
                  <a:lnTo>
                    <a:pt x="2700" y="151"/>
                  </a:lnTo>
                  <a:lnTo>
                    <a:pt x="2703" y="151"/>
                  </a:lnTo>
                  <a:lnTo>
                    <a:pt x="2707" y="151"/>
                  </a:lnTo>
                  <a:lnTo>
                    <a:pt x="2711" y="155"/>
                  </a:lnTo>
                  <a:lnTo>
                    <a:pt x="2714" y="155"/>
                  </a:lnTo>
                  <a:lnTo>
                    <a:pt x="2718" y="155"/>
                  </a:lnTo>
                  <a:lnTo>
                    <a:pt x="2721" y="155"/>
                  </a:lnTo>
                  <a:lnTo>
                    <a:pt x="2725" y="155"/>
                  </a:lnTo>
                  <a:lnTo>
                    <a:pt x="2729" y="151"/>
                  </a:lnTo>
                  <a:lnTo>
                    <a:pt x="2732" y="151"/>
                  </a:lnTo>
                  <a:lnTo>
                    <a:pt x="2736" y="147"/>
                  </a:lnTo>
                  <a:lnTo>
                    <a:pt x="2739" y="147"/>
                  </a:lnTo>
                  <a:lnTo>
                    <a:pt x="2743" y="144"/>
                  </a:lnTo>
                  <a:lnTo>
                    <a:pt x="2747" y="144"/>
                  </a:lnTo>
                  <a:lnTo>
                    <a:pt x="2750" y="140"/>
                  </a:lnTo>
                  <a:lnTo>
                    <a:pt x="2754" y="137"/>
                  </a:lnTo>
                  <a:lnTo>
                    <a:pt x="2757" y="133"/>
                  </a:lnTo>
                  <a:lnTo>
                    <a:pt x="2761" y="129"/>
                  </a:lnTo>
                  <a:lnTo>
                    <a:pt x="2765" y="126"/>
                  </a:lnTo>
                  <a:lnTo>
                    <a:pt x="2768" y="122"/>
                  </a:lnTo>
                  <a:lnTo>
                    <a:pt x="2772" y="119"/>
                  </a:lnTo>
                  <a:lnTo>
                    <a:pt x="2775" y="115"/>
                  </a:lnTo>
                  <a:lnTo>
                    <a:pt x="2779" y="111"/>
                  </a:lnTo>
                  <a:lnTo>
                    <a:pt x="2779" y="108"/>
                  </a:lnTo>
                  <a:lnTo>
                    <a:pt x="2783" y="104"/>
                  </a:lnTo>
                  <a:lnTo>
                    <a:pt x="2786" y="101"/>
                  </a:lnTo>
                  <a:lnTo>
                    <a:pt x="2790" y="97"/>
                  </a:lnTo>
                  <a:lnTo>
                    <a:pt x="2793" y="93"/>
                  </a:lnTo>
                  <a:lnTo>
                    <a:pt x="2793" y="90"/>
                  </a:lnTo>
                  <a:lnTo>
                    <a:pt x="2797" y="86"/>
                  </a:lnTo>
                  <a:lnTo>
                    <a:pt x="2801" y="83"/>
                  </a:lnTo>
                  <a:lnTo>
                    <a:pt x="2804" y="79"/>
                  </a:lnTo>
                  <a:lnTo>
                    <a:pt x="2804" y="75"/>
                  </a:lnTo>
                  <a:lnTo>
                    <a:pt x="2808" y="72"/>
                  </a:lnTo>
                  <a:lnTo>
                    <a:pt x="2811" y="68"/>
                  </a:lnTo>
                  <a:lnTo>
                    <a:pt x="2815" y="65"/>
                  </a:lnTo>
                  <a:lnTo>
                    <a:pt x="2819" y="61"/>
                  </a:lnTo>
                  <a:lnTo>
                    <a:pt x="2822" y="57"/>
                  </a:lnTo>
                  <a:lnTo>
                    <a:pt x="2826" y="54"/>
                  </a:lnTo>
                  <a:lnTo>
                    <a:pt x="2829" y="50"/>
                  </a:lnTo>
                  <a:lnTo>
                    <a:pt x="2833" y="47"/>
                  </a:lnTo>
                  <a:lnTo>
                    <a:pt x="2837" y="43"/>
                  </a:lnTo>
                  <a:lnTo>
                    <a:pt x="2840" y="39"/>
                  </a:lnTo>
                  <a:lnTo>
                    <a:pt x="2844" y="39"/>
                  </a:lnTo>
                  <a:lnTo>
                    <a:pt x="2847" y="39"/>
                  </a:lnTo>
                  <a:lnTo>
                    <a:pt x="2851" y="36"/>
                  </a:lnTo>
                  <a:lnTo>
                    <a:pt x="2855" y="36"/>
                  </a:lnTo>
                  <a:lnTo>
                    <a:pt x="2858" y="36"/>
                  </a:lnTo>
                  <a:lnTo>
                    <a:pt x="2862" y="36"/>
                  </a:lnTo>
                  <a:lnTo>
                    <a:pt x="2865" y="39"/>
                  </a:lnTo>
                  <a:lnTo>
                    <a:pt x="2869" y="39"/>
                  </a:lnTo>
                  <a:lnTo>
                    <a:pt x="2873" y="39"/>
                  </a:lnTo>
                  <a:lnTo>
                    <a:pt x="2876" y="43"/>
                  </a:lnTo>
                  <a:lnTo>
                    <a:pt x="2880" y="43"/>
                  </a:lnTo>
                  <a:lnTo>
                    <a:pt x="2883" y="47"/>
                  </a:lnTo>
                  <a:lnTo>
                    <a:pt x="2887" y="50"/>
                  </a:lnTo>
                  <a:lnTo>
                    <a:pt x="2891" y="54"/>
                  </a:lnTo>
                  <a:lnTo>
                    <a:pt x="2894" y="57"/>
                  </a:lnTo>
                  <a:lnTo>
                    <a:pt x="2898" y="61"/>
                  </a:lnTo>
                  <a:lnTo>
                    <a:pt x="2901" y="65"/>
                  </a:lnTo>
                  <a:lnTo>
                    <a:pt x="2905" y="68"/>
                  </a:lnTo>
                  <a:lnTo>
                    <a:pt x="2909" y="72"/>
                  </a:lnTo>
                  <a:lnTo>
                    <a:pt x="2912" y="75"/>
                  </a:lnTo>
                  <a:lnTo>
                    <a:pt x="2916" y="79"/>
                  </a:lnTo>
                  <a:lnTo>
                    <a:pt x="2916" y="83"/>
                  </a:lnTo>
                  <a:lnTo>
                    <a:pt x="2919" y="86"/>
                  </a:lnTo>
                  <a:lnTo>
                    <a:pt x="2923" y="90"/>
                  </a:lnTo>
                  <a:lnTo>
                    <a:pt x="2923" y="93"/>
                  </a:lnTo>
                  <a:lnTo>
                    <a:pt x="2927" y="97"/>
                  </a:lnTo>
                  <a:lnTo>
                    <a:pt x="2930" y="101"/>
                  </a:lnTo>
                  <a:lnTo>
                    <a:pt x="2930" y="104"/>
                  </a:lnTo>
                  <a:lnTo>
                    <a:pt x="2934" y="108"/>
                  </a:lnTo>
                  <a:lnTo>
                    <a:pt x="2937" y="111"/>
                  </a:lnTo>
                  <a:lnTo>
                    <a:pt x="2941" y="115"/>
                  </a:lnTo>
                  <a:lnTo>
                    <a:pt x="2941" y="119"/>
                  </a:lnTo>
                  <a:lnTo>
                    <a:pt x="2945" y="122"/>
                  </a:lnTo>
                  <a:lnTo>
                    <a:pt x="2948" y="126"/>
                  </a:lnTo>
                  <a:lnTo>
                    <a:pt x="2948" y="129"/>
                  </a:lnTo>
                  <a:lnTo>
                    <a:pt x="2952" y="133"/>
                  </a:lnTo>
                  <a:lnTo>
                    <a:pt x="2955" y="137"/>
                  </a:lnTo>
                  <a:lnTo>
                    <a:pt x="2959" y="140"/>
                  </a:lnTo>
                  <a:lnTo>
                    <a:pt x="2963" y="144"/>
                  </a:lnTo>
                  <a:lnTo>
                    <a:pt x="2966" y="147"/>
                  </a:lnTo>
                  <a:lnTo>
                    <a:pt x="2970" y="151"/>
                  </a:lnTo>
                  <a:lnTo>
                    <a:pt x="2973" y="155"/>
                  </a:lnTo>
                  <a:lnTo>
                    <a:pt x="2977" y="158"/>
                  </a:lnTo>
                  <a:lnTo>
                    <a:pt x="2981" y="162"/>
                  </a:lnTo>
                  <a:lnTo>
                    <a:pt x="2984" y="162"/>
                  </a:lnTo>
                  <a:lnTo>
                    <a:pt x="2988" y="165"/>
                  </a:lnTo>
                  <a:lnTo>
                    <a:pt x="2991" y="165"/>
                  </a:lnTo>
                  <a:lnTo>
                    <a:pt x="2995" y="165"/>
                  </a:lnTo>
                  <a:lnTo>
                    <a:pt x="2999" y="165"/>
                  </a:lnTo>
                  <a:lnTo>
                    <a:pt x="3002" y="165"/>
                  </a:lnTo>
                  <a:lnTo>
                    <a:pt x="3006" y="165"/>
                  </a:lnTo>
                  <a:lnTo>
                    <a:pt x="3009" y="162"/>
                  </a:lnTo>
                  <a:lnTo>
                    <a:pt x="3013" y="162"/>
                  </a:lnTo>
                  <a:lnTo>
                    <a:pt x="3017" y="158"/>
                  </a:lnTo>
                  <a:lnTo>
                    <a:pt x="3020" y="155"/>
                  </a:lnTo>
                  <a:lnTo>
                    <a:pt x="3024" y="155"/>
                  </a:lnTo>
                  <a:lnTo>
                    <a:pt x="3027" y="151"/>
                  </a:lnTo>
                  <a:lnTo>
                    <a:pt x="3031" y="147"/>
                  </a:lnTo>
                  <a:lnTo>
                    <a:pt x="3035" y="144"/>
                  </a:lnTo>
                  <a:lnTo>
                    <a:pt x="3038" y="140"/>
                  </a:lnTo>
                  <a:lnTo>
                    <a:pt x="3042" y="137"/>
                  </a:lnTo>
                  <a:lnTo>
                    <a:pt x="3045" y="133"/>
                  </a:lnTo>
                  <a:lnTo>
                    <a:pt x="3045" y="129"/>
                  </a:lnTo>
                  <a:lnTo>
                    <a:pt x="3049" y="126"/>
                  </a:lnTo>
                  <a:lnTo>
                    <a:pt x="3053" y="122"/>
                  </a:lnTo>
                  <a:lnTo>
                    <a:pt x="3053" y="119"/>
                  </a:lnTo>
                  <a:lnTo>
                    <a:pt x="3056" y="115"/>
                  </a:lnTo>
                  <a:lnTo>
                    <a:pt x="3056" y="111"/>
                  </a:lnTo>
                  <a:lnTo>
                    <a:pt x="3060" y="108"/>
                  </a:lnTo>
                  <a:lnTo>
                    <a:pt x="3063" y="104"/>
                  </a:lnTo>
                  <a:lnTo>
                    <a:pt x="3063" y="101"/>
                  </a:lnTo>
                  <a:lnTo>
                    <a:pt x="3067" y="97"/>
                  </a:lnTo>
                  <a:lnTo>
                    <a:pt x="3071" y="93"/>
                  </a:lnTo>
                  <a:lnTo>
                    <a:pt x="3071" y="90"/>
                  </a:lnTo>
                  <a:lnTo>
                    <a:pt x="3074" y="86"/>
                  </a:lnTo>
                  <a:lnTo>
                    <a:pt x="3078" y="83"/>
                  </a:lnTo>
                  <a:lnTo>
                    <a:pt x="3078" y="79"/>
                  </a:lnTo>
                  <a:lnTo>
                    <a:pt x="3081" y="75"/>
                  </a:lnTo>
                  <a:lnTo>
                    <a:pt x="3081" y="72"/>
                  </a:lnTo>
                  <a:lnTo>
                    <a:pt x="3085" y="68"/>
                  </a:lnTo>
                  <a:lnTo>
                    <a:pt x="3089" y="65"/>
                  </a:lnTo>
                  <a:lnTo>
                    <a:pt x="3089" y="61"/>
                  </a:lnTo>
                  <a:lnTo>
                    <a:pt x="3092" y="57"/>
                  </a:lnTo>
                  <a:lnTo>
                    <a:pt x="3096" y="54"/>
                  </a:lnTo>
                  <a:lnTo>
                    <a:pt x="3099" y="50"/>
                  </a:lnTo>
                  <a:lnTo>
                    <a:pt x="3099" y="47"/>
                  </a:lnTo>
                  <a:lnTo>
                    <a:pt x="3103" y="43"/>
                  </a:lnTo>
                  <a:lnTo>
                    <a:pt x="3107" y="39"/>
                  </a:lnTo>
                  <a:lnTo>
                    <a:pt x="3110" y="36"/>
                  </a:lnTo>
                  <a:lnTo>
                    <a:pt x="3114" y="32"/>
                  </a:lnTo>
                  <a:lnTo>
                    <a:pt x="3117" y="29"/>
                  </a:lnTo>
                  <a:lnTo>
                    <a:pt x="3121" y="25"/>
                  </a:lnTo>
                  <a:lnTo>
                    <a:pt x="3125" y="25"/>
                  </a:lnTo>
                  <a:lnTo>
                    <a:pt x="3128" y="25"/>
                  </a:lnTo>
                  <a:lnTo>
                    <a:pt x="3132" y="21"/>
                  </a:lnTo>
                  <a:lnTo>
                    <a:pt x="3135" y="21"/>
                  </a:lnTo>
                  <a:lnTo>
                    <a:pt x="3139" y="21"/>
                  </a:lnTo>
                  <a:lnTo>
                    <a:pt x="3143" y="21"/>
                  </a:lnTo>
                  <a:lnTo>
                    <a:pt x="3146" y="25"/>
                  </a:lnTo>
                  <a:lnTo>
                    <a:pt x="3150" y="25"/>
                  </a:lnTo>
                  <a:lnTo>
                    <a:pt x="3153" y="29"/>
                  </a:lnTo>
                  <a:lnTo>
                    <a:pt x="3157" y="29"/>
                  </a:lnTo>
                  <a:lnTo>
                    <a:pt x="3161" y="32"/>
                  </a:lnTo>
                  <a:lnTo>
                    <a:pt x="3164" y="36"/>
                  </a:lnTo>
                  <a:lnTo>
                    <a:pt x="3168" y="39"/>
                  </a:lnTo>
                  <a:lnTo>
                    <a:pt x="3171" y="43"/>
                  </a:lnTo>
                  <a:lnTo>
                    <a:pt x="3175" y="47"/>
                  </a:lnTo>
                  <a:lnTo>
                    <a:pt x="3179" y="50"/>
                  </a:lnTo>
                  <a:lnTo>
                    <a:pt x="3179" y="54"/>
                  </a:lnTo>
                  <a:lnTo>
                    <a:pt x="3182" y="57"/>
                  </a:lnTo>
                  <a:lnTo>
                    <a:pt x="3186" y="61"/>
                  </a:lnTo>
                  <a:lnTo>
                    <a:pt x="3186" y="65"/>
                  </a:lnTo>
                  <a:lnTo>
                    <a:pt x="3189" y="68"/>
                  </a:lnTo>
                  <a:lnTo>
                    <a:pt x="3193" y="72"/>
                  </a:lnTo>
                  <a:lnTo>
                    <a:pt x="3193" y="75"/>
                  </a:lnTo>
                  <a:lnTo>
                    <a:pt x="3197" y="79"/>
                  </a:lnTo>
                  <a:lnTo>
                    <a:pt x="3197" y="83"/>
                  </a:lnTo>
                  <a:lnTo>
                    <a:pt x="3200" y="86"/>
                  </a:lnTo>
                  <a:lnTo>
                    <a:pt x="3200" y="90"/>
                  </a:lnTo>
                  <a:lnTo>
                    <a:pt x="3204" y="93"/>
                  </a:lnTo>
                  <a:lnTo>
                    <a:pt x="3207" y="97"/>
                  </a:lnTo>
                  <a:lnTo>
                    <a:pt x="3207" y="101"/>
                  </a:lnTo>
                  <a:lnTo>
                    <a:pt x="3211" y="104"/>
                  </a:lnTo>
                  <a:lnTo>
                    <a:pt x="3211" y="108"/>
                  </a:lnTo>
                  <a:lnTo>
                    <a:pt x="3215" y="111"/>
                  </a:lnTo>
                  <a:lnTo>
                    <a:pt x="3215" y="115"/>
                  </a:lnTo>
                  <a:lnTo>
                    <a:pt x="3218" y="119"/>
                  </a:lnTo>
                  <a:lnTo>
                    <a:pt x="3218" y="122"/>
                  </a:lnTo>
                  <a:lnTo>
                    <a:pt x="3222" y="126"/>
                  </a:lnTo>
                  <a:lnTo>
                    <a:pt x="3225" y="129"/>
                  </a:lnTo>
                  <a:lnTo>
                    <a:pt x="3225" y="133"/>
                  </a:lnTo>
                  <a:lnTo>
                    <a:pt x="3229" y="137"/>
                  </a:lnTo>
                  <a:lnTo>
                    <a:pt x="3229" y="140"/>
                  </a:lnTo>
                  <a:lnTo>
                    <a:pt x="3233" y="144"/>
                  </a:lnTo>
                  <a:lnTo>
                    <a:pt x="3236" y="147"/>
                  </a:lnTo>
                  <a:lnTo>
                    <a:pt x="3236" y="151"/>
                  </a:lnTo>
                  <a:lnTo>
                    <a:pt x="3240" y="155"/>
                  </a:lnTo>
                  <a:lnTo>
                    <a:pt x="3243" y="158"/>
                  </a:lnTo>
                  <a:lnTo>
                    <a:pt x="3243" y="162"/>
                  </a:lnTo>
                  <a:lnTo>
                    <a:pt x="3247" y="165"/>
                  </a:lnTo>
                  <a:lnTo>
                    <a:pt x="3251" y="169"/>
                  </a:lnTo>
                  <a:lnTo>
                    <a:pt x="3254" y="173"/>
                  </a:lnTo>
                  <a:lnTo>
                    <a:pt x="3258" y="176"/>
                  </a:lnTo>
                  <a:lnTo>
                    <a:pt x="3261" y="180"/>
                  </a:lnTo>
                  <a:lnTo>
                    <a:pt x="3265" y="180"/>
                  </a:lnTo>
                  <a:lnTo>
                    <a:pt x="3269" y="183"/>
                  </a:lnTo>
                  <a:lnTo>
                    <a:pt x="3272" y="183"/>
                  </a:lnTo>
                  <a:lnTo>
                    <a:pt x="3276" y="183"/>
                  </a:lnTo>
                  <a:lnTo>
                    <a:pt x="3279" y="183"/>
                  </a:lnTo>
                  <a:lnTo>
                    <a:pt x="3283" y="183"/>
                  </a:lnTo>
                  <a:lnTo>
                    <a:pt x="3287" y="180"/>
                  </a:lnTo>
                  <a:lnTo>
                    <a:pt x="3290" y="180"/>
                  </a:lnTo>
                  <a:lnTo>
                    <a:pt x="3294" y="176"/>
                  </a:lnTo>
                  <a:lnTo>
                    <a:pt x="3297" y="173"/>
                  </a:lnTo>
                  <a:lnTo>
                    <a:pt x="3301" y="169"/>
                  </a:lnTo>
                  <a:lnTo>
                    <a:pt x="3305" y="165"/>
                  </a:lnTo>
                  <a:lnTo>
                    <a:pt x="3308" y="162"/>
                  </a:lnTo>
                  <a:lnTo>
                    <a:pt x="3312" y="158"/>
                  </a:lnTo>
                  <a:lnTo>
                    <a:pt x="3315" y="155"/>
                  </a:lnTo>
                  <a:lnTo>
                    <a:pt x="3319" y="151"/>
                  </a:lnTo>
                  <a:lnTo>
                    <a:pt x="3319" y="147"/>
                  </a:lnTo>
                  <a:lnTo>
                    <a:pt x="3323" y="144"/>
                  </a:lnTo>
                  <a:lnTo>
                    <a:pt x="3323" y="140"/>
                  </a:lnTo>
                  <a:lnTo>
                    <a:pt x="3326" y="137"/>
                  </a:lnTo>
                  <a:lnTo>
                    <a:pt x="3326" y="133"/>
                  </a:lnTo>
                  <a:lnTo>
                    <a:pt x="3330" y="129"/>
                  </a:lnTo>
                  <a:lnTo>
                    <a:pt x="3330" y="126"/>
                  </a:lnTo>
                  <a:lnTo>
                    <a:pt x="3333" y="122"/>
                  </a:lnTo>
                  <a:lnTo>
                    <a:pt x="3337" y="119"/>
                  </a:lnTo>
                  <a:lnTo>
                    <a:pt x="3337" y="115"/>
                  </a:lnTo>
                  <a:lnTo>
                    <a:pt x="3337" y="111"/>
                  </a:lnTo>
                  <a:lnTo>
                    <a:pt x="3341" y="108"/>
                  </a:lnTo>
                  <a:lnTo>
                    <a:pt x="3341" y="104"/>
                  </a:lnTo>
                  <a:lnTo>
                    <a:pt x="3344" y="101"/>
                  </a:lnTo>
                  <a:lnTo>
                    <a:pt x="3344" y="97"/>
                  </a:lnTo>
                  <a:lnTo>
                    <a:pt x="3348" y="93"/>
                  </a:lnTo>
                  <a:lnTo>
                    <a:pt x="3348" y="90"/>
                  </a:lnTo>
                  <a:lnTo>
                    <a:pt x="3351" y="86"/>
                  </a:lnTo>
                  <a:lnTo>
                    <a:pt x="3351" y="83"/>
                  </a:lnTo>
                  <a:lnTo>
                    <a:pt x="3355" y="79"/>
                  </a:lnTo>
                  <a:lnTo>
                    <a:pt x="3355" y="75"/>
                  </a:lnTo>
                  <a:lnTo>
                    <a:pt x="3359" y="72"/>
                  </a:lnTo>
                  <a:lnTo>
                    <a:pt x="3359" y="68"/>
                  </a:lnTo>
                  <a:lnTo>
                    <a:pt x="3362" y="65"/>
                  </a:lnTo>
                  <a:lnTo>
                    <a:pt x="3362" y="61"/>
                  </a:lnTo>
                  <a:lnTo>
                    <a:pt x="3366" y="57"/>
                  </a:lnTo>
                  <a:lnTo>
                    <a:pt x="3366" y="54"/>
                  </a:lnTo>
                  <a:lnTo>
                    <a:pt x="3369" y="50"/>
                  </a:lnTo>
                  <a:lnTo>
                    <a:pt x="3369" y="47"/>
                  </a:lnTo>
                  <a:lnTo>
                    <a:pt x="3373" y="43"/>
                  </a:lnTo>
                  <a:lnTo>
                    <a:pt x="3373" y="39"/>
                  </a:lnTo>
                  <a:lnTo>
                    <a:pt x="3377" y="36"/>
                  </a:lnTo>
                  <a:lnTo>
                    <a:pt x="3380" y="32"/>
                  </a:lnTo>
                  <a:lnTo>
                    <a:pt x="3380" y="29"/>
                  </a:lnTo>
                  <a:lnTo>
                    <a:pt x="3384" y="25"/>
                  </a:lnTo>
                  <a:lnTo>
                    <a:pt x="3387" y="21"/>
                  </a:lnTo>
                  <a:lnTo>
                    <a:pt x="3391" y="18"/>
                  </a:lnTo>
                  <a:lnTo>
                    <a:pt x="3391" y="14"/>
                  </a:lnTo>
                  <a:lnTo>
                    <a:pt x="3395" y="11"/>
                  </a:lnTo>
                  <a:lnTo>
                    <a:pt x="3398" y="7"/>
                  </a:lnTo>
                  <a:lnTo>
                    <a:pt x="3402" y="3"/>
                  </a:lnTo>
                  <a:lnTo>
                    <a:pt x="3405" y="0"/>
                  </a:lnTo>
                  <a:lnTo>
                    <a:pt x="3409" y="0"/>
                  </a:lnTo>
                  <a:lnTo>
                    <a:pt x="3413" y="0"/>
                  </a:lnTo>
                  <a:lnTo>
                    <a:pt x="3416" y="0"/>
                  </a:lnTo>
                  <a:lnTo>
                    <a:pt x="3420" y="0"/>
                  </a:lnTo>
                  <a:lnTo>
                    <a:pt x="3423" y="0"/>
                  </a:lnTo>
                  <a:lnTo>
                    <a:pt x="3427" y="3"/>
                  </a:lnTo>
                  <a:lnTo>
                    <a:pt x="3431" y="3"/>
                  </a:lnTo>
                  <a:lnTo>
                    <a:pt x="3434" y="7"/>
                  </a:lnTo>
                  <a:lnTo>
                    <a:pt x="3438" y="11"/>
                  </a:lnTo>
                  <a:lnTo>
                    <a:pt x="3441" y="14"/>
                  </a:lnTo>
                  <a:lnTo>
                    <a:pt x="3445" y="18"/>
                  </a:lnTo>
                  <a:lnTo>
                    <a:pt x="3449" y="21"/>
                  </a:lnTo>
                  <a:lnTo>
                    <a:pt x="3449" y="25"/>
                  </a:lnTo>
                  <a:lnTo>
                    <a:pt x="3452" y="29"/>
                  </a:lnTo>
                  <a:lnTo>
                    <a:pt x="3452" y="32"/>
                  </a:lnTo>
                  <a:lnTo>
                    <a:pt x="3456" y="36"/>
                  </a:lnTo>
                  <a:lnTo>
                    <a:pt x="3459" y="39"/>
                  </a:lnTo>
                  <a:lnTo>
                    <a:pt x="3459" y="43"/>
                  </a:lnTo>
                  <a:lnTo>
                    <a:pt x="3463" y="47"/>
                  </a:lnTo>
                  <a:lnTo>
                    <a:pt x="3463" y="50"/>
                  </a:lnTo>
                  <a:lnTo>
                    <a:pt x="3467" y="54"/>
                  </a:lnTo>
                  <a:lnTo>
                    <a:pt x="3467" y="57"/>
                  </a:lnTo>
                  <a:lnTo>
                    <a:pt x="3470" y="61"/>
                  </a:lnTo>
                  <a:lnTo>
                    <a:pt x="3470" y="65"/>
                  </a:lnTo>
                  <a:lnTo>
                    <a:pt x="3470" y="68"/>
                  </a:lnTo>
                  <a:lnTo>
                    <a:pt x="3474" y="72"/>
                  </a:lnTo>
                  <a:lnTo>
                    <a:pt x="3474" y="7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7" name="Freeform 155"/>
            <p:cNvSpPr>
              <a:spLocks/>
            </p:cNvSpPr>
            <p:nvPr/>
          </p:nvSpPr>
          <p:spPr bwMode="auto">
            <a:xfrm>
              <a:off x="4223" y="1048"/>
              <a:ext cx="846" cy="2462"/>
            </a:xfrm>
            <a:custGeom>
              <a:avLst/>
              <a:gdLst/>
              <a:ahLst/>
              <a:cxnLst>
                <a:cxn ang="0">
                  <a:pos x="14" y="2030"/>
                </a:cxn>
                <a:cxn ang="0">
                  <a:pos x="29" y="2063"/>
                </a:cxn>
                <a:cxn ang="0">
                  <a:pos x="39" y="2095"/>
                </a:cxn>
                <a:cxn ang="0">
                  <a:pos x="61" y="2127"/>
                </a:cxn>
                <a:cxn ang="0">
                  <a:pos x="93" y="2138"/>
                </a:cxn>
                <a:cxn ang="0">
                  <a:pos x="119" y="2106"/>
                </a:cxn>
                <a:cxn ang="0">
                  <a:pos x="133" y="2073"/>
                </a:cxn>
                <a:cxn ang="0">
                  <a:pos x="144" y="2041"/>
                </a:cxn>
                <a:cxn ang="0">
                  <a:pos x="158" y="2005"/>
                </a:cxn>
                <a:cxn ang="0">
                  <a:pos x="169" y="1969"/>
                </a:cxn>
                <a:cxn ang="0">
                  <a:pos x="183" y="1933"/>
                </a:cxn>
                <a:cxn ang="0">
                  <a:pos x="198" y="1901"/>
                </a:cxn>
                <a:cxn ang="0">
                  <a:pos x="230" y="1883"/>
                </a:cxn>
                <a:cxn ang="0">
                  <a:pos x="255" y="1915"/>
                </a:cxn>
                <a:cxn ang="0">
                  <a:pos x="266" y="1951"/>
                </a:cxn>
                <a:cxn ang="0">
                  <a:pos x="281" y="1991"/>
                </a:cxn>
                <a:cxn ang="0">
                  <a:pos x="291" y="2034"/>
                </a:cxn>
                <a:cxn ang="0">
                  <a:pos x="306" y="2081"/>
                </a:cxn>
                <a:cxn ang="0">
                  <a:pos x="317" y="2124"/>
                </a:cxn>
                <a:cxn ang="0">
                  <a:pos x="331" y="2160"/>
                </a:cxn>
                <a:cxn ang="0">
                  <a:pos x="345" y="2192"/>
                </a:cxn>
                <a:cxn ang="0">
                  <a:pos x="374" y="2203"/>
                </a:cxn>
                <a:cxn ang="0">
                  <a:pos x="392" y="2171"/>
                </a:cxn>
                <a:cxn ang="0">
                  <a:pos x="403" y="2131"/>
                </a:cxn>
                <a:cxn ang="0">
                  <a:pos x="417" y="2081"/>
                </a:cxn>
                <a:cxn ang="0">
                  <a:pos x="428" y="2023"/>
                </a:cxn>
                <a:cxn ang="0">
                  <a:pos x="443" y="1962"/>
                </a:cxn>
                <a:cxn ang="0">
                  <a:pos x="453" y="1901"/>
                </a:cxn>
                <a:cxn ang="0">
                  <a:pos x="468" y="1847"/>
                </a:cxn>
                <a:cxn ang="0">
                  <a:pos x="479" y="1803"/>
                </a:cxn>
                <a:cxn ang="0">
                  <a:pos x="493" y="1771"/>
                </a:cxn>
                <a:cxn ang="0">
                  <a:pos x="522" y="1782"/>
                </a:cxn>
                <a:cxn ang="0">
                  <a:pos x="533" y="1821"/>
                </a:cxn>
                <a:cxn ang="0">
                  <a:pos x="547" y="1879"/>
                </a:cxn>
                <a:cxn ang="0">
                  <a:pos x="558" y="1955"/>
                </a:cxn>
                <a:cxn ang="0">
                  <a:pos x="572" y="2045"/>
                </a:cxn>
                <a:cxn ang="0">
                  <a:pos x="583" y="2138"/>
                </a:cxn>
                <a:cxn ang="0">
                  <a:pos x="597" y="2235"/>
                </a:cxn>
                <a:cxn ang="0">
                  <a:pos x="608" y="2322"/>
                </a:cxn>
                <a:cxn ang="0">
                  <a:pos x="623" y="2394"/>
                </a:cxn>
                <a:cxn ang="0">
                  <a:pos x="633" y="2444"/>
                </a:cxn>
                <a:cxn ang="0">
                  <a:pos x="659" y="2451"/>
                </a:cxn>
                <a:cxn ang="0">
                  <a:pos x="669" y="2405"/>
                </a:cxn>
                <a:cxn ang="0">
                  <a:pos x="684" y="2315"/>
                </a:cxn>
                <a:cxn ang="0">
                  <a:pos x="695" y="2189"/>
                </a:cxn>
                <a:cxn ang="0">
                  <a:pos x="709" y="2023"/>
                </a:cxn>
                <a:cxn ang="0">
                  <a:pos x="720" y="1825"/>
                </a:cxn>
                <a:cxn ang="0">
                  <a:pos x="734" y="1602"/>
                </a:cxn>
                <a:cxn ang="0">
                  <a:pos x="745" y="1361"/>
                </a:cxn>
                <a:cxn ang="0">
                  <a:pos x="759" y="1112"/>
                </a:cxn>
                <a:cxn ang="0">
                  <a:pos x="770" y="867"/>
                </a:cxn>
                <a:cxn ang="0">
                  <a:pos x="781" y="637"/>
                </a:cxn>
                <a:cxn ang="0">
                  <a:pos x="795" y="428"/>
                </a:cxn>
                <a:cxn ang="0">
                  <a:pos x="806" y="252"/>
                </a:cxn>
                <a:cxn ang="0">
                  <a:pos x="821" y="119"/>
                </a:cxn>
                <a:cxn ang="0">
                  <a:pos x="831" y="36"/>
                </a:cxn>
              </a:cxnLst>
              <a:rect l="0" t="0" r="r" b="b"/>
              <a:pathLst>
                <a:path w="846" h="2462">
                  <a:moveTo>
                    <a:pt x="0" y="2001"/>
                  </a:moveTo>
                  <a:lnTo>
                    <a:pt x="3" y="2005"/>
                  </a:lnTo>
                  <a:lnTo>
                    <a:pt x="3" y="2009"/>
                  </a:lnTo>
                  <a:lnTo>
                    <a:pt x="7" y="2012"/>
                  </a:lnTo>
                  <a:lnTo>
                    <a:pt x="7" y="2016"/>
                  </a:lnTo>
                  <a:lnTo>
                    <a:pt x="11" y="2019"/>
                  </a:lnTo>
                  <a:lnTo>
                    <a:pt x="11" y="2023"/>
                  </a:lnTo>
                  <a:lnTo>
                    <a:pt x="11" y="2027"/>
                  </a:lnTo>
                  <a:lnTo>
                    <a:pt x="14" y="2030"/>
                  </a:lnTo>
                  <a:lnTo>
                    <a:pt x="14" y="2034"/>
                  </a:lnTo>
                  <a:lnTo>
                    <a:pt x="18" y="2037"/>
                  </a:lnTo>
                  <a:lnTo>
                    <a:pt x="18" y="2041"/>
                  </a:lnTo>
                  <a:lnTo>
                    <a:pt x="18" y="2045"/>
                  </a:lnTo>
                  <a:lnTo>
                    <a:pt x="21" y="2048"/>
                  </a:lnTo>
                  <a:lnTo>
                    <a:pt x="21" y="2052"/>
                  </a:lnTo>
                  <a:lnTo>
                    <a:pt x="21" y="2055"/>
                  </a:lnTo>
                  <a:lnTo>
                    <a:pt x="25" y="2059"/>
                  </a:lnTo>
                  <a:lnTo>
                    <a:pt x="29" y="2063"/>
                  </a:lnTo>
                  <a:lnTo>
                    <a:pt x="29" y="2066"/>
                  </a:lnTo>
                  <a:lnTo>
                    <a:pt x="29" y="2070"/>
                  </a:lnTo>
                  <a:lnTo>
                    <a:pt x="32" y="2073"/>
                  </a:lnTo>
                  <a:lnTo>
                    <a:pt x="32" y="2077"/>
                  </a:lnTo>
                  <a:lnTo>
                    <a:pt x="36" y="2081"/>
                  </a:lnTo>
                  <a:lnTo>
                    <a:pt x="36" y="2084"/>
                  </a:lnTo>
                  <a:lnTo>
                    <a:pt x="39" y="2088"/>
                  </a:lnTo>
                  <a:lnTo>
                    <a:pt x="39" y="2091"/>
                  </a:lnTo>
                  <a:lnTo>
                    <a:pt x="39" y="2095"/>
                  </a:lnTo>
                  <a:lnTo>
                    <a:pt x="43" y="2099"/>
                  </a:lnTo>
                  <a:lnTo>
                    <a:pt x="47" y="2102"/>
                  </a:lnTo>
                  <a:lnTo>
                    <a:pt x="47" y="2106"/>
                  </a:lnTo>
                  <a:lnTo>
                    <a:pt x="50" y="2109"/>
                  </a:lnTo>
                  <a:lnTo>
                    <a:pt x="50" y="2113"/>
                  </a:lnTo>
                  <a:lnTo>
                    <a:pt x="54" y="2117"/>
                  </a:lnTo>
                  <a:lnTo>
                    <a:pt x="57" y="2120"/>
                  </a:lnTo>
                  <a:lnTo>
                    <a:pt x="61" y="2124"/>
                  </a:lnTo>
                  <a:lnTo>
                    <a:pt x="61" y="2127"/>
                  </a:lnTo>
                  <a:lnTo>
                    <a:pt x="65" y="2131"/>
                  </a:lnTo>
                  <a:lnTo>
                    <a:pt x="68" y="2135"/>
                  </a:lnTo>
                  <a:lnTo>
                    <a:pt x="72" y="2138"/>
                  </a:lnTo>
                  <a:lnTo>
                    <a:pt x="75" y="2138"/>
                  </a:lnTo>
                  <a:lnTo>
                    <a:pt x="79" y="2142"/>
                  </a:lnTo>
                  <a:lnTo>
                    <a:pt x="83" y="2142"/>
                  </a:lnTo>
                  <a:lnTo>
                    <a:pt x="86" y="2142"/>
                  </a:lnTo>
                  <a:lnTo>
                    <a:pt x="90" y="2138"/>
                  </a:lnTo>
                  <a:lnTo>
                    <a:pt x="93" y="2138"/>
                  </a:lnTo>
                  <a:lnTo>
                    <a:pt x="97" y="2135"/>
                  </a:lnTo>
                  <a:lnTo>
                    <a:pt x="101" y="2131"/>
                  </a:lnTo>
                  <a:lnTo>
                    <a:pt x="104" y="2127"/>
                  </a:lnTo>
                  <a:lnTo>
                    <a:pt x="108" y="2124"/>
                  </a:lnTo>
                  <a:lnTo>
                    <a:pt x="108" y="2120"/>
                  </a:lnTo>
                  <a:lnTo>
                    <a:pt x="111" y="2117"/>
                  </a:lnTo>
                  <a:lnTo>
                    <a:pt x="115" y="2113"/>
                  </a:lnTo>
                  <a:lnTo>
                    <a:pt x="115" y="2109"/>
                  </a:lnTo>
                  <a:lnTo>
                    <a:pt x="119" y="2106"/>
                  </a:lnTo>
                  <a:lnTo>
                    <a:pt x="119" y="2102"/>
                  </a:lnTo>
                  <a:lnTo>
                    <a:pt x="122" y="2099"/>
                  </a:lnTo>
                  <a:lnTo>
                    <a:pt x="122" y="2095"/>
                  </a:lnTo>
                  <a:lnTo>
                    <a:pt x="126" y="2091"/>
                  </a:lnTo>
                  <a:lnTo>
                    <a:pt x="126" y="2088"/>
                  </a:lnTo>
                  <a:lnTo>
                    <a:pt x="126" y="2084"/>
                  </a:lnTo>
                  <a:lnTo>
                    <a:pt x="129" y="2081"/>
                  </a:lnTo>
                  <a:lnTo>
                    <a:pt x="129" y="2077"/>
                  </a:lnTo>
                  <a:lnTo>
                    <a:pt x="133" y="2073"/>
                  </a:lnTo>
                  <a:lnTo>
                    <a:pt x="133" y="2070"/>
                  </a:lnTo>
                  <a:lnTo>
                    <a:pt x="133" y="2066"/>
                  </a:lnTo>
                  <a:lnTo>
                    <a:pt x="137" y="2063"/>
                  </a:lnTo>
                  <a:lnTo>
                    <a:pt x="137" y="2059"/>
                  </a:lnTo>
                  <a:lnTo>
                    <a:pt x="140" y="2055"/>
                  </a:lnTo>
                  <a:lnTo>
                    <a:pt x="140" y="2052"/>
                  </a:lnTo>
                  <a:lnTo>
                    <a:pt x="140" y="2048"/>
                  </a:lnTo>
                  <a:lnTo>
                    <a:pt x="144" y="2045"/>
                  </a:lnTo>
                  <a:lnTo>
                    <a:pt x="144" y="2041"/>
                  </a:lnTo>
                  <a:lnTo>
                    <a:pt x="147" y="2037"/>
                  </a:lnTo>
                  <a:lnTo>
                    <a:pt x="147" y="2030"/>
                  </a:lnTo>
                  <a:lnTo>
                    <a:pt x="147" y="2027"/>
                  </a:lnTo>
                  <a:lnTo>
                    <a:pt x="151" y="2023"/>
                  </a:lnTo>
                  <a:lnTo>
                    <a:pt x="151" y="2019"/>
                  </a:lnTo>
                  <a:lnTo>
                    <a:pt x="151" y="2016"/>
                  </a:lnTo>
                  <a:lnTo>
                    <a:pt x="155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58" y="1998"/>
                  </a:lnTo>
                  <a:lnTo>
                    <a:pt x="158" y="1994"/>
                  </a:lnTo>
                  <a:lnTo>
                    <a:pt x="162" y="1991"/>
                  </a:lnTo>
                  <a:lnTo>
                    <a:pt x="162" y="1987"/>
                  </a:lnTo>
                  <a:lnTo>
                    <a:pt x="165" y="1983"/>
                  </a:lnTo>
                  <a:lnTo>
                    <a:pt x="165" y="1980"/>
                  </a:lnTo>
                  <a:lnTo>
                    <a:pt x="165" y="1976"/>
                  </a:lnTo>
                  <a:lnTo>
                    <a:pt x="169" y="1973"/>
                  </a:lnTo>
                  <a:lnTo>
                    <a:pt x="169" y="1969"/>
                  </a:lnTo>
                  <a:lnTo>
                    <a:pt x="169" y="1965"/>
                  </a:lnTo>
                  <a:lnTo>
                    <a:pt x="173" y="1958"/>
                  </a:lnTo>
                  <a:lnTo>
                    <a:pt x="173" y="1955"/>
                  </a:lnTo>
                  <a:lnTo>
                    <a:pt x="176" y="1951"/>
                  </a:lnTo>
                  <a:lnTo>
                    <a:pt x="176" y="1947"/>
                  </a:lnTo>
                  <a:lnTo>
                    <a:pt x="176" y="1944"/>
                  </a:lnTo>
                  <a:lnTo>
                    <a:pt x="180" y="1940"/>
                  </a:lnTo>
                  <a:lnTo>
                    <a:pt x="180" y="1937"/>
                  </a:lnTo>
                  <a:lnTo>
                    <a:pt x="183" y="1933"/>
                  </a:lnTo>
                  <a:lnTo>
                    <a:pt x="183" y="1929"/>
                  </a:lnTo>
                  <a:lnTo>
                    <a:pt x="187" y="1926"/>
                  </a:lnTo>
                  <a:lnTo>
                    <a:pt x="187" y="1922"/>
                  </a:lnTo>
                  <a:lnTo>
                    <a:pt x="191" y="1919"/>
                  </a:lnTo>
                  <a:lnTo>
                    <a:pt x="191" y="1915"/>
                  </a:lnTo>
                  <a:lnTo>
                    <a:pt x="194" y="1911"/>
                  </a:lnTo>
                  <a:lnTo>
                    <a:pt x="194" y="1908"/>
                  </a:lnTo>
                  <a:lnTo>
                    <a:pt x="198" y="1904"/>
                  </a:lnTo>
                  <a:lnTo>
                    <a:pt x="198" y="1901"/>
                  </a:lnTo>
                  <a:lnTo>
                    <a:pt x="201" y="1897"/>
                  </a:lnTo>
                  <a:lnTo>
                    <a:pt x="205" y="1893"/>
                  </a:lnTo>
                  <a:lnTo>
                    <a:pt x="209" y="1890"/>
                  </a:lnTo>
                  <a:lnTo>
                    <a:pt x="212" y="1886"/>
                  </a:lnTo>
                  <a:lnTo>
                    <a:pt x="216" y="1883"/>
                  </a:lnTo>
                  <a:lnTo>
                    <a:pt x="219" y="1879"/>
                  </a:lnTo>
                  <a:lnTo>
                    <a:pt x="223" y="1879"/>
                  </a:lnTo>
                  <a:lnTo>
                    <a:pt x="227" y="1883"/>
                  </a:lnTo>
                  <a:lnTo>
                    <a:pt x="230" y="1883"/>
                  </a:lnTo>
                  <a:lnTo>
                    <a:pt x="234" y="1886"/>
                  </a:lnTo>
                  <a:lnTo>
                    <a:pt x="237" y="1890"/>
                  </a:lnTo>
                  <a:lnTo>
                    <a:pt x="241" y="1893"/>
                  </a:lnTo>
                  <a:lnTo>
                    <a:pt x="245" y="1897"/>
                  </a:lnTo>
                  <a:lnTo>
                    <a:pt x="245" y="1901"/>
                  </a:lnTo>
                  <a:lnTo>
                    <a:pt x="248" y="1904"/>
                  </a:lnTo>
                  <a:lnTo>
                    <a:pt x="252" y="1908"/>
                  </a:lnTo>
                  <a:lnTo>
                    <a:pt x="252" y="1911"/>
                  </a:lnTo>
                  <a:lnTo>
                    <a:pt x="255" y="1915"/>
                  </a:lnTo>
                  <a:lnTo>
                    <a:pt x="255" y="1919"/>
                  </a:lnTo>
                  <a:lnTo>
                    <a:pt x="259" y="1922"/>
                  </a:lnTo>
                  <a:lnTo>
                    <a:pt x="259" y="1926"/>
                  </a:lnTo>
                  <a:lnTo>
                    <a:pt x="259" y="1929"/>
                  </a:lnTo>
                  <a:lnTo>
                    <a:pt x="263" y="1933"/>
                  </a:lnTo>
                  <a:lnTo>
                    <a:pt x="263" y="1937"/>
                  </a:lnTo>
                  <a:lnTo>
                    <a:pt x="263" y="1940"/>
                  </a:lnTo>
                  <a:lnTo>
                    <a:pt x="266" y="1944"/>
                  </a:lnTo>
                  <a:lnTo>
                    <a:pt x="266" y="1951"/>
                  </a:lnTo>
                  <a:lnTo>
                    <a:pt x="270" y="1955"/>
                  </a:lnTo>
                  <a:lnTo>
                    <a:pt x="270" y="1958"/>
                  </a:lnTo>
                  <a:lnTo>
                    <a:pt x="270" y="1962"/>
                  </a:lnTo>
                  <a:lnTo>
                    <a:pt x="273" y="1965"/>
                  </a:lnTo>
                  <a:lnTo>
                    <a:pt x="273" y="1973"/>
                  </a:lnTo>
                  <a:lnTo>
                    <a:pt x="277" y="1976"/>
                  </a:lnTo>
                  <a:lnTo>
                    <a:pt x="277" y="1980"/>
                  </a:lnTo>
                  <a:lnTo>
                    <a:pt x="277" y="1983"/>
                  </a:lnTo>
                  <a:lnTo>
                    <a:pt x="281" y="1991"/>
                  </a:lnTo>
                  <a:lnTo>
                    <a:pt x="281" y="1994"/>
                  </a:lnTo>
                  <a:lnTo>
                    <a:pt x="281" y="1998"/>
                  </a:lnTo>
                  <a:lnTo>
                    <a:pt x="284" y="2005"/>
                  </a:lnTo>
                  <a:lnTo>
                    <a:pt x="284" y="2009"/>
                  </a:lnTo>
                  <a:lnTo>
                    <a:pt x="288" y="2012"/>
                  </a:lnTo>
                  <a:lnTo>
                    <a:pt x="288" y="2019"/>
                  </a:lnTo>
                  <a:lnTo>
                    <a:pt x="288" y="2023"/>
                  </a:lnTo>
                  <a:lnTo>
                    <a:pt x="291" y="2030"/>
                  </a:lnTo>
                  <a:lnTo>
                    <a:pt x="291" y="2034"/>
                  </a:lnTo>
                  <a:lnTo>
                    <a:pt x="295" y="2037"/>
                  </a:lnTo>
                  <a:lnTo>
                    <a:pt x="295" y="2045"/>
                  </a:lnTo>
                  <a:lnTo>
                    <a:pt x="295" y="2048"/>
                  </a:lnTo>
                  <a:lnTo>
                    <a:pt x="299" y="2055"/>
                  </a:lnTo>
                  <a:lnTo>
                    <a:pt x="299" y="2059"/>
                  </a:lnTo>
                  <a:lnTo>
                    <a:pt x="302" y="2066"/>
                  </a:lnTo>
                  <a:lnTo>
                    <a:pt x="302" y="2070"/>
                  </a:lnTo>
                  <a:lnTo>
                    <a:pt x="302" y="2073"/>
                  </a:lnTo>
                  <a:lnTo>
                    <a:pt x="306" y="2081"/>
                  </a:lnTo>
                  <a:lnTo>
                    <a:pt x="306" y="2084"/>
                  </a:lnTo>
                  <a:lnTo>
                    <a:pt x="306" y="2091"/>
                  </a:lnTo>
                  <a:lnTo>
                    <a:pt x="309" y="2095"/>
                  </a:lnTo>
                  <a:lnTo>
                    <a:pt x="309" y="2099"/>
                  </a:lnTo>
                  <a:lnTo>
                    <a:pt x="313" y="2106"/>
                  </a:lnTo>
                  <a:lnTo>
                    <a:pt x="313" y="2109"/>
                  </a:lnTo>
                  <a:lnTo>
                    <a:pt x="313" y="2113"/>
                  </a:lnTo>
                  <a:lnTo>
                    <a:pt x="317" y="2120"/>
                  </a:lnTo>
                  <a:lnTo>
                    <a:pt x="317" y="2124"/>
                  </a:lnTo>
                  <a:lnTo>
                    <a:pt x="320" y="2127"/>
                  </a:lnTo>
                  <a:lnTo>
                    <a:pt x="320" y="2131"/>
                  </a:lnTo>
                  <a:lnTo>
                    <a:pt x="320" y="2138"/>
                  </a:lnTo>
                  <a:lnTo>
                    <a:pt x="324" y="2142"/>
                  </a:lnTo>
                  <a:lnTo>
                    <a:pt x="324" y="2145"/>
                  </a:lnTo>
                  <a:lnTo>
                    <a:pt x="324" y="2149"/>
                  </a:lnTo>
                  <a:lnTo>
                    <a:pt x="327" y="2153"/>
                  </a:lnTo>
                  <a:lnTo>
                    <a:pt x="327" y="2156"/>
                  </a:lnTo>
                  <a:lnTo>
                    <a:pt x="331" y="2160"/>
                  </a:lnTo>
                  <a:lnTo>
                    <a:pt x="331" y="2163"/>
                  </a:lnTo>
                  <a:lnTo>
                    <a:pt x="331" y="2167"/>
                  </a:lnTo>
                  <a:lnTo>
                    <a:pt x="335" y="2171"/>
                  </a:lnTo>
                  <a:lnTo>
                    <a:pt x="335" y="2174"/>
                  </a:lnTo>
                  <a:lnTo>
                    <a:pt x="338" y="2178"/>
                  </a:lnTo>
                  <a:lnTo>
                    <a:pt x="338" y="2181"/>
                  </a:lnTo>
                  <a:lnTo>
                    <a:pt x="342" y="2185"/>
                  </a:lnTo>
                  <a:lnTo>
                    <a:pt x="342" y="2189"/>
                  </a:lnTo>
                  <a:lnTo>
                    <a:pt x="345" y="2192"/>
                  </a:lnTo>
                  <a:lnTo>
                    <a:pt x="345" y="2196"/>
                  </a:lnTo>
                  <a:lnTo>
                    <a:pt x="349" y="2199"/>
                  </a:lnTo>
                  <a:lnTo>
                    <a:pt x="353" y="2203"/>
                  </a:lnTo>
                  <a:lnTo>
                    <a:pt x="356" y="2207"/>
                  </a:lnTo>
                  <a:lnTo>
                    <a:pt x="360" y="2207"/>
                  </a:lnTo>
                  <a:lnTo>
                    <a:pt x="363" y="2210"/>
                  </a:lnTo>
                  <a:lnTo>
                    <a:pt x="367" y="2207"/>
                  </a:lnTo>
                  <a:lnTo>
                    <a:pt x="371" y="2207"/>
                  </a:lnTo>
                  <a:lnTo>
                    <a:pt x="374" y="2203"/>
                  </a:lnTo>
                  <a:lnTo>
                    <a:pt x="378" y="2199"/>
                  </a:lnTo>
                  <a:lnTo>
                    <a:pt x="381" y="2196"/>
                  </a:lnTo>
                  <a:lnTo>
                    <a:pt x="381" y="2192"/>
                  </a:lnTo>
                  <a:lnTo>
                    <a:pt x="385" y="2189"/>
                  </a:lnTo>
                  <a:lnTo>
                    <a:pt x="385" y="2185"/>
                  </a:lnTo>
                  <a:lnTo>
                    <a:pt x="389" y="2181"/>
                  </a:lnTo>
                  <a:lnTo>
                    <a:pt x="389" y="2178"/>
                  </a:lnTo>
                  <a:lnTo>
                    <a:pt x="389" y="2174"/>
                  </a:lnTo>
                  <a:lnTo>
                    <a:pt x="392" y="2171"/>
                  </a:lnTo>
                  <a:lnTo>
                    <a:pt x="392" y="2167"/>
                  </a:lnTo>
                  <a:lnTo>
                    <a:pt x="392" y="2163"/>
                  </a:lnTo>
                  <a:lnTo>
                    <a:pt x="396" y="2160"/>
                  </a:lnTo>
                  <a:lnTo>
                    <a:pt x="396" y="2156"/>
                  </a:lnTo>
                  <a:lnTo>
                    <a:pt x="399" y="2153"/>
                  </a:lnTo>
                  <a:lnTo>
                    <a:pt x="399" y="2145"/>
                  </a:lnTo>
                  <a:lnTo>
                    <a:pt x="399" y="2142"/>
                  </a:lnTo>
                  <a:lnTo>
                    <a:pt x="403" y="2138"/>
                  </a:lnTo>
                  <a:lnTo>
                    <a:pt x="403" y="2131"/>
                  </a:lnTo>
                  <a:lnTo>
                    <a:pt x="407" y="2127"/>
                  </a:lnTo>
                  <a:lnTo>
                    <a:pt x="407" y="2124"/>
                  </a:lnTo>
                  <a:lnTo>
                    <a:pt x="407" y="2117"/>
                  </a:lnTo>
                  <a:lnTo>
                    <a:pt x="410" y="2113"/>
                  </a:lnTo>
                  <a:lnTo>
                    <a:pt x="410" y="2106"/>
                  </a:lnTo>
                  <a:lnTo>
                    <a:pt x="410" y="2099"/>
                  </a:lnTo>
                  <a:lnTo>
                    <a:pt x="414" y="2095"/>
                  </a:lnTo>
                  <a:lnTo>
                    <a:pt x="414" y="2088"/>
                  </a:lnTo>
                  <a:lnTo>
                    <a:pt x="417" y="2081"/>
                  </a:lnTo>
                  <a:lnTo>
                    <a:pt x="417" y="2077"/>
                  </a:lnTo>
                  <a:lnTo>
                    <a:pt x="417" y="2070"/>
                  </a:lnTo>
                  <a:lnTo>
                    <a:pt x="421" y="2063"/>
                  </a:lnTo>
                  <a:lnTo>
                    <a:pt x="421" y="2055"/>
                  </a:lnTo>
                  <a:lnTo>
                    <a:pt x="425" y="2052"/>
                  </a:lnTo>
                  <a:lnTo>
                    <a:pt x="425" y="2045"/>
                  </a:lnTo>
                  <a:lnTo>
                    <a:pt x="425" y="2037"/>
                  </a:lnTo>
                  <a:lnTo>
                    <a:pt x="428" y="2030"/>
                  </a:lnTo>
                  <a:lnTo>
                    <a:pt x="428" y="2023"/>
                  </a:lnTo>
                  <a:lnTo>
                    <a:pt x="432" y="2016"/>
                  </a:lnTo>
                  <a:lnTo>
                    <a:pt x="432" y="2009"/>
                  </a:lnTo>
                  <a:lnTo>
                    <a:pt x="432" y="2005"/>
                  </a:lnTo>
                  <a:lnTo>
                    <a:pt x="435" y="1998"/>
                  </a:lnTo>
                  <a:lnTo>
                    <a:pt x="435" y="1991"/>
                  </a:lnTo>
                  <a:lnTo>
                    <a:pt x="435" y="1983"/>
                  </a:lnTo>
                  <a:lnTo>
                    <a:pt x="439" y="1976"/>
                  </a:lnTo>
                  <a:lnTo>
                    <a:pt x="439" y="1969"/>
                  </a:lnTo>
                  <a:lnTo>
                    <a:pt x="443" y="1962"/>
                  </a:lnTo>
                  <a:lnTo>
                    <a:pt x="443" y="1955"/>
                  </a:lnTo>
                  <a:lnTo>
                    <a:pt x="443" y="1947"/>
                  </a:lnTo>
                  <a:lnTo>
                    <a:pt x="446" y="1940"/>
                  </a:lnTo>
                  <a:lnTo>
                    <a:pt x="446" y="1937"/>
                  </a:lnTo>
                  <a:lnTo>
                    <a:pt x="450" y="1929"/>
                  </a:lnTo>
                  <a:lnTo>
                    <a:pt x="450" y="1922"/>
                  </a:lnTo>
                  <a:lnTo>
                    <a:pt x="450" y="1915"/>
                  </a:lnTo>
                  <a:lnTo>
                    <a:pt x="453" y="1908"/>
                  </a:lnTo>
                  <a:lnTo>
                    <a:pt x="453" y="1901"/>
                  </a:lnTo>
                  <a:lnTo>
                    <a:pt x="453" y="1893"/>
                  </a:lnTo>
                  <a:lnTo>
                    <a:pt x="457" y="1890"/>
                  </a:lnTo>
                  <a:lnTo>
                    <a:pt x="457" y="1883"/>
                  </a:lnTo>
                  <a:lnTo>
                    <a:pt x="461" y="1875"/>
                  </a:lnTo>
                  <a:lnTo>
                    <a:pt x="461" y="1872"/>
                  </a:lnTo>
                  <a:lnTo>
                    <a:pt x="461" y="1865"/>
                  </a:lnTo>
                  <a:lnTo>
                    <a:pt x="464" y="1857"/>
                  </a:lnTo>
                  <a:lnTo>
                    <a:pt x="464" y="1854"/>
                  </a:lnTo>
                  <a:lnTo>
                    <a:pt x="468" y="1847"/>
                  </a:lnTo>
                  <a:lnTo>
                    <a:pt x="468" y="1843"/>
                  </a:lnTo>
                  <a:lnTo>
                    <a:pt x="468" y="1836"/>
                  </a:lnTo>
                  <a:lnTo>
                    <a:pt x="471" y="1832"/>
                  </a:lnTo>
                  <a:lnTo>
                    <a:pt x="471" y="1825"/>
                  </a:lnTo>
                  <a:lnTo>
                    <a:pt x="475" y="1821"/>
                  </a:lnTo>
                  <a:lnTo>
                    <a:pt x="475" y="1818"/>
                  </a:lnTo>
                  <a:lnTo>
                    <a:pt x="475" y="1811"/>
                  </a:lnTo>
                  <a:lnTo>
                    <a:pt x="479" y="1807"/>
                  </a:lnTo>
                  <a:lnTo>
                    <a:pt x="479" y="1803"/>
                  </a:lnTo>
                  <a:lnTo>
                    <a:pt x="479" y="1800"/>
                  </a:lnTo>
                  <a:lnTo>
                    <a:pt x="482" y="1796"/>
                  </a:lnTo>
                  <a:lnTo>
                    <a:pt x="482" y="1793"/>
                  </a:lnTo>
                  <a:lnTo>
                    <a:pt x="486" y="1789"/>
                  </a:lnTo>
                  <a:lnTo>
                    <a:pt x="486" y="1785"/>
                  </a:lnTo>
                  <a:lnTo>
                    <a:pt x="486" y="1782"/>
                  </a:lnTo>
                  <a:lnTo>
                    <a:pt x="489" y="1778"/>
                  </a:lnTo>
                  <a:lnTo>
                    <a:pt x="493" y="1775"/>
                  </a:lnTo>
                  <a:lnTo>
                    <a:pt x="493" y="1771"/>
                  </a:lnTo>
                  <a:lnTo>
                    <a:pt x="497" y="1767"/>
                  </a:lnTo>
                  <a:lnTo>
                    <a:pt x="500" y="1764"/>
                  </a:lnTo>
                  <a:lnTo>
                    <a:pt x="504" y="1764"/>
                  </a:lnTo>
                  <a:lnTo>
                    <a:pt x="507" y="1764"/>
                  </a:lnTo>
                  <a:lnTo>
                    <a:pt x="511" y="1767"/>
                  </a:lnTo>
                  <a:lnTo>
                    <a:pt x="515" y="1771"/>
                  </a:lnTo>
                  <a:lnTo>
                    <a:pt x="518" y="1775"/>
                  </a:lnTo>
                  <a:lnTo>
                    <a:pt x="518" y="1778"/>
                  </a:lnTo>
                  <a:lnTo>
                    <a:pt x="522" y="1782"/>
                  </a:lnTo>
                  <a:lnTo>
                    <a:pt x="522" y="1785"/>
                  </a:lnTo>
                  <a:lnTo>
                    <a:pt x="522" y="1789"/>
                  </a:lnTo>
                  <a:lnTo>
                    <a:pt x="525" y="1793"/>
                  </a:lnTo>
                  <a:lnTo>
                    <a:pt x="525" y="1796"/>
                  </a:lnTo>
                  <a:lnTo>
                    <a:pt x="529" y="1803"/>
                  </a:lnTo>
                  <a:lnTo>
                    <a:pt x="529" y="1807"/>
                  </a:lnTo>
                  <a:lnTo>
                    <a:pt x="529" y="1811"/>
                  </a:lnTo>
                  <a:lnTo>
                    <a:pt x="533" y="1818"/>
                  </a:lnTo>
                  <a:lnTo>
                    <a:pt x="533" y="1821"/>
                  </a:lnTo>
                  <a:lnTo>
                    <a:pt x="536" y="1829"/>
                  </a:lnTo>
                  <a:lnTo>
                    <a:pt x="536" y="1832"/>
                  </a:lnTo>
                  <a:lnTo>
                    <a:pt x="536" y="1839"/>
                  </a:lnTo>
                  <a:lnTo>
                    <a:pt x="540" y="1847"/>
                  </a:lnTo>
                  <a:lnTo>
                    <a:pt x="540" y="1850"/>
                  </a:lnTo>
                  <a:lnTo>
                    <a:pt x="540" y="1857"/>
                  </a:lnTo>
                  <a:lnTo>
                    <a:pt x="543" y="1865"/>
                  </a:lnTo>
                  <a:lnTo>
                    <a:pt x="543" y="1872"/>
                  </a:lnTo>
                  <a:lnTo>
                    <a:pt x="547" y="1879"/>
                  </a:lnTo>
                  <a:lnTo>
                    <a:pt x="547" y="1886"/>
                  </a:lnTo>
                  <a:lnTo>
                    <a:pt x="547" y="1897"/>
                  </a:lnTo>
                  <a:lnTo>
                    <a:pt x="551" y="1904"/>
                  </a:lnTo>
                  <a:lnTo>
                    <a:pt x="551" y="1911"/>
                  </a:lnTo>
                  <a:lnTo>
                    <a:pt x="554" y="1922"/>
                  </a:lnTo>
                  <a:lnTo>
                    <a:pt x="554" y="1929"/>
                  </a:lnTo>
                  <a:lnTo>
                    <a:pt x="554" y="1937"/>
                  </a:lnTo>
                  <a:lnTo>
                    <a:pt x="558" y="1947"/>
                  </a:lnTo>
                  <a:lnTo>
                    <a:pt x="558" y="1955"/>
                  </a:lnTo>
                  <a:lnTo>
                    <a:pt x="561" y="1965"/>
                  </a:lnTo>
                  <a:lnTo>
                    <a:pt x="561" y="1976"/>
                  </a:lnTo>
                  <a:lnTo>
                    <a:pt x="561" y="1983"/>
                  </a:lnTo>
                  <a:lnTo>
                    <a:pt x="565" y="1994"/>
                  </a:lnTo>
                  <a:lnTo>
                    <a:pt x="565" y="2005"/>
                  </a:lnTo>
                  <a:lnTo>
                    <a:pt x="565" y="2012"/>
                  </a:lnTo>
                  <a:lnTo>
                    <a:pt x="569" y="2023"/>
                  </a:lnTo>
                  <a:lnTo>
                    <a:pt x="569" y="2034"/>
                  </a:lnTo>
                  <a:lnTo>
                    <a:pt x="572" y="2045"/>
                  </a:lnTo>
                  <a:lnTo>
                    <a:pt x="572" y="2055"/>
                  </a:lnTo>
                  <a:lnTo>
                    <a:pt x="572" y="2066"/>
                  </a:lnTo>
                  <a:lnTo>
                    <a:pt x="576" y="2077"/>
                  </a:lnTo>
                  <a:lnTo>
                    <a:pt x="576" y="2088"/>
                  </a:lnTo>
                  <a:lnTo>
                    <a:pt x="579" y="2095"/>
                  </a:lnTo>
                  <a:lnTo>
                    <a:pt x="579" y="2106"/>
                  </a:lnTo>
                  <a:lnTo>
                    <a:pt x="579" y="2117"/>
                  </a:lnTo>
                  <a:lnTo>
                    <a:pt x="583" y="2127"/>
                  </a:lnTo>
                  <a:lnTo>
                    <a:pt x="583" y="2138"/>
                  </a:lnTo>
                  <a:lnTo>
                    <a:pt x="583" y="2149"/>
                  </a:lnTo>
                  <a:lnTo>
                    <a:pt x="587" y="2160"/>
                  </a:lnTo>
                  <a:lnTo>
                    <a:pt x="587" y="2171"/>
                  </a:lnTo>
                  <a:lnTo>
                    <a:pt x="590" y="2181"/>
                  </a:lnTo>
                  <a:lnTo>
                    <a:pt x="590" y="2192"/>
                  </a:lnTo>
                  <a:lnTo>
                    <a:pt x="590" y="2203"/>
                  </a:lnTo>
                  <a:lnTo>
                    <a:pt x="594" y="2214"/>
                  </a:lnTo>
                  <a:lnTo>
                    <a:pt x="594" y="2225"/>
                  </a:lnTo>
                  <a:lnTo>
                    <a:pt x="597" y="2235"/>
                  </a:lnTo>
                  <a:lnTo>
                    <a:pt x="597" y="2243"/>
                  </a:lnTo>
                  <a:lnTo>
                    <a:pt x="597" y="2253"/>
                  </a:lnTo>
                  <a:lnTo>
                    <a:pt x="601" y="2264"/>
                  </a:lnTo>
                  <a:lnTo>
                    <a:pt x="601" y="2275"/>
                  </a:lnTo>
                  <a:lnTo>
                    <a:pt x="605" y="2286"/>
                  </a:lnTo>
                  <a:lnTo>
                    <a:pt x="605" y="2293"/>
                  </a:lnTo>
                  <a:lnTo>
                    <a:pt x="605" y="2304"/>
                  </a:lnTo>
                  <a:lnTo>
                    <a:pt x="608" y="2311"/>
                  </a:lnTo>
                  <a:lnTo>
                    <a:pt x="608" y="2322"/>
                  </a:lnTo>
                  <a:lnTo>
                    <a:pt x="608" y="2329"/>
                  </a:lnTo>
                  <a:lnTo>
                    <a:pt x="612" y="2340"/>
                  </a:lnTo>
                  <a:lnTo>
                    <a:pt x="612" y="2347"/>
                  </a:lnTo>
                  <a:lnTo>
                    <a:pt x="615" y="2354"/>
                  </a:lnTo>
                  <a:lnTo>
                    <a:pt x="615" y="2365"/>
                  </a:lnTo>
                  <a:lnTo>
                    <a:pt x="615" y="2372"/>
                  </a:lnTo>
                  <a:lnTo>
                    <a:pt x="619" y="2379"/>
                  </a:lnTo>
                  <a:lnTo>
                    <a:pt x="619" y="2387"/>
                  </a:lnTo>
                  <a:lnTo>
                    <a:pt x="623" y="2394"/>
                  </a:lnTo>
                  <a:lnTo>
                    <a:pt x="623" y="2401"/>
                  </a:lnTo>
                  <a:lnTo>
                    <a:pt x="623" y="2408"/>
                  </a:lnTo>
                  <a:lnTo>
                    <a:pt x="626" y="2412"/>
                  </a:lnTo>
                  <a:lnTo>
                    <a:pt x="626" y="2419"/>
                  </a:lnTo>
                  <a:lnTo>
                    <a:pt x="626" y="2423"/>
                  </a:lnTo>
                  <a:lnTo>
                    <a:pt x="630" y="2430"/>
                  </a:lnTo>
                  <a:lnTo>
                    <a:pt x="630" y="2433"/>
                  </a:lnTo>
                  <a:lnTo>
                    <a:pt x="633" y="2437"/>
                  </a:lnTo>
                  <a:lnTo>
                    <a:pt x="633" y="2444"/>
                  </a:lnTo>
                  <a:lnTo>
                    <a:pt x="633" y="2448"/>
                  </a:lnTo>
                  <a:lnTo>
                    <a:pt x="637" y="2451"/>
                  </a:lnTo>
                  <a:lnTo>
                    <a:pt x="641" y="2455"/>
                  </a:lnTo>
                  <a:lnTo>
                    <a:pt x="641" y="2459"/>
                  </a:lnTo>
                  <a:lnTo>
                    <a:pt x="644" y="2462"/>
                  </a:lnTo>
                  <a:lnTo>
                    <a:pt x="648" y="2462"/>
                  </a:lnTo>
                  <a:lnTo>
                    <a:pt x="651" y="2459"/>
                  </a:lnTo>
                  <a:lnTo>
                    <a:pt x="655" y="2455"/>
                  </a:lnTo>
                  <a:lnTo>
                    <a:pt x="659" y="2451"/>
                  </a:lnTo>
                  <a:lnTo>
                    <a:pt x="659" y="2448"/>
                  </a:lnTo>
                  <a:lnTo>
                    <a:pt x="659" y="2444"/>
                  </a:lnTo>
                  <a:lnTo>
                    <a:pt x="662" y="2441"/>
                  </a:lnTo>
                  <a:lnTo>
                    <a:pt x="662" y="2437"/>
                  </a:lnTo>
                  <a:lnTo>
                    <a:pt x="666" y="2430"/>
                  </a:lnTo>
                  <a:lnTo>
                    <a:pt x="666" y="2426"/>
                  </a:lnTo>
                  <a:lnTo>
                    <a:pt x="666" y="2419"/>
                  </a:lnTo>
                  <a:lnTo>
                    <a:pt x="669" y="2412"/>
                  </a:lnTo>
                  <a:lnTo>
                    <a:pt x="669" y="2405"/>
                  </a:lnTo>
                  <a:lnTo>
                    <a:pt x="669" y="2397"/>
                  </a:lnTo>
                  <a:lnTo>
                    <a:pt x="673" y="2387"/>
                  </a:lnTo>
                  <a:lnTo>
                    <a:pt x="673" y="2379"/>
                  </a:lnTo>
                  <a:lnTo>
                    <a:pt x="677" y="2369"/>
                  </a:lnTo>
                  <a:lnTo>
                    <a:pt x="677" y="2361"/>
                  </a:lnTo>
                  <a:lnTo>
                    <a:pt x="677" y="2351"/>
                  </a:lnTo>
                  <a:lnTo>
                    <a:pt x="680" y="2340"/>
                  </a:lnTo>
                  <a:lnTo>
                    <a:pt x="680" y="2329"/>
                  </a:lnTo>
                  <a:lnTo>
                    <a:pt x="684" y="2315"/>
                  </a:lnTo>
                  <a:lnTo>
                    <a:pt x="684" y="2304"/>
                  </a:lnTo>
                  <a:lnTo>
                    <a:pt x="684" y="2293"/>
                  </a:lnTo>
                  <a:lnTo>
                    <a:pt x="687" y="2279"/>
                  </a:lnTo>
                  <a:lnTo>
                    <a:pt x="687" y="2264"/>
                  </a:lnTo>
                  <a:lnTo>
                    <a:pt x="691" y="2250"/>
                  </a:lnTo>
                  <a:lnTo>
                    <a:pt x="691" y="2235"/>
                  </a:lnTo>
                  <a:lnTo>
                    <a:pt x="691" y="2221"/>
                  </a:lnTo>
                  <a:lnTo>
                    <a:pt x="695" y="2203"/>
                  </a:lnTo>
                  <a:lnTo>
                    <a:pt x="695" y="2189"/>
                  </a:lnTo>
                  <a:lnTo>
                    <a:pt x="695" y="2171"/>
                  </a:lnTo>
                  <a:lnTo>
                    <a:pt x="698" y="2156"/>
                  </a:lnTo>
                  <a:lnTo>
                    <a:pt x="698" y="2138"/>
                  </a:lnTo>
                  <a:lnTo>
                    <a:pt x="702" y="2120"/>
                  </a:lnTo>
                  <a:lnTo>
                    <a:pt x="702" y="2102"/>
                  </a:lnTo>
                  <a:lnTo>
                    <a:pt x="702" y="2084"/>
                  </a:lnTo>
                  <a:lnTo>
                    <a:pt x="705" y="2063"/>
                  </a:lnTo>
                  <a:lnTo>
                    <a:pt x="705" y="2045"/>
                  </a:lnTo>
                  <a:lnTo>
                    <a:pt x="709" y="2023"/>
                  </a:lnTo>
                  <a:lnTo>
                    <a:pt x="709" y="2005"/>
                  </a:lnTo>
                  <a:lnTo>
                    <a:pt x="709" y="1983"/>
                  </a:lnTo>
                  <a:lnTo>
                    <a:pt x="713" y="1962"/>
                  </a:lnTo>
                  <a:lnTo>
                    <a:pt x="713" y="1940"/>
                  </a:lnTo>
                  <a:lnTo>
                    <a:pt x="713" y="1919"/>
                  </a:lnTo>
                  <a:lnTo>
                    <a:pt x="716" y="1897"/>
                  </a:lnTo>
                  <a:lnTo>
                    <a:pt x="716" y="1872"/>
                  </a:lnTo>
                  <a:lnTo>
                    <a:pt x="720" y="1850"/>
                  </a:lnTo>
                  <a:lnTo>
                    <a:pt x="720" y="1825"/>
                  </a:lnTo>
                  <a:lnTo>
                    <a:pt x="720" y="1803"/>
                  </a:lnTo>
                  <a:lnTo>
                    <a:pt x="723" y="1778"/>
                  </a:lnTo>
                  <a:lnTo>
                    <a:pt x="723" y="1753"/>
                  </a:lnTo>
                  <a:lnTo>
                    <a:pt x="727" y="1731"/>
                  </a:lnTo>
                  <a:lnTo>
                    <a:pt x="727" y="1706"/>
                  </a:lnTo>
                  <a:lnTo>
                    <a:pt x="727" y="1681"/>
                  </a:lnTo>
                  <a:lnTo>
                    <a:pt x="731" y="1656"/>
                  </a:lnTo>
                  <a:lnTo>
                    <a:pt x="731" y="1631"/>
                  </a:lnTo>
                  <a:lnTo>
                    <a:pt x="734" y="1602"/>
                  </a:lnTo>
                  <a:lnTo>
                    <a:pt x="734" y="1577"/>
                  </a:lnTo>
                  <a:lnTo>
                    <a:pt x="734" y="1551"/>
                  </a:lnTo>
                  <a:lnTo>
                    <a:pt x="738" y="1523"/>
                  </a:lnTo>
                  <a:lnTo>
                    <a:pt x="738" y="1497"/>
                  </a:lnTo>
                  <a:lnTo>
                    <a:pt x="738" y="1472"/>
                  </a:lnTo>
                  <a:lnTo>
                    <a:pt x="741" y="1443"/>
                  </a:lnTo>
                  <a:lnTo>
                    <a:pt x="741" y="1418"/>
                  </a:lnTo>
                  <a:lnTo>
                    <a:pt x="745" y="1389"/>
                  </a:lnTo>
                  <a:lnTo>
                    <a:pt x="745" y="1361"/>
                  </a:lnTo>
                  <a:lnTo>
                    <a:pt x="745" y="1335"/>
                  </a:lnTo>
                  <a:lnTo>
                    <a:pt x="749" y="1307"/>
                  </a:lnTo>
                  <a:lnTo>
                    <a:pt x="749" y="1281"/>
                  </a:lnTo>
                  <a:lnTo>
                    <a:pt x="752" y="1253"/>
                  </a:lnTo>
                  <a:lnTo>
                    <a:pt x="752" y="1224"/>
                  </a:lnTo>
                  <a:lnTo>
                    <a:pt x="752" y="1195"/>
                  </a:lnTo>
                  <a:lnTo>
                    <a:pt x="756" y="1170"/>
                  </a:lnTo>
                  <a:lnTo>
                    <a:pt x="756" y="1141"/>
                  </a:lnTo>
                  <a:lnTo>
                    <a:pt x="759" y="1112"/>
                  </a:lnTo>
                  <a:lnTo>
                    <a:pt x="759" y="1087"/>
                  </a:lnTo>
                  <a:lnTo>
                    <a:pt x="759" y="1058"/>
                  </a:lnTo>
                  <a:lnTo>
                    <a:pt x="763" y="1029"/>
                  </a:lnTo>
                  <a:lnTo>
                    <a:pt x="763" y="1004"/>
                  </a:lnTo>
                  <a:lnTo>
                    <a:pt x="763" y="975"/>
                  </a:lnTo>
                  <a:lnTo>
                    <a:pt x="767" y="950"/>
                  </a:lnTo>
                  <a:lnTo>
                    <a:pt x="767" y="921"/>
                  </a:lnTo>
                  <a:lnTo>
                    <a:pt x="770" y="896"/>
                  </a:lnTo>
                  <a:lnTo>
                    <a:pt x="770" y="867"/>
                  </a:lnTo>
                  <a:lnTo>
                    <a:pt x="770" y="842"/>
                  </a:lnTo>
                  <a:lnTo>
                    <a:pt x="774" y="813"/>
                  </a:lnTo>
                  <a:lnTo>
                    <a:pt x="774" y="788"/>
                  </a:lnTo>
                  <a:lnTo>
                    <a:pt x="777" y="763"/>
                  </a:lnTo>
                  <a:lnTo>
                    <a:pt x="777" y="738"/>
                  </a:lnTo>
                  <a:lnTo>
                    <a:pt x="777" y="709"/>
                  </a:lnTo>
                  <a:lnTo>
                    <a:pt x="781" y="684"/>
                  </a:lnTo>
                  <a:lnTo>
                    <a:pt x="781" y="659"/>
                  </a:lnTo>
                  <a:lnTo>
                    <a:pt x="781" y="637"/>
                  </a:lnTo>
                  <a:lnTo>
                    <a:pt x="785" y="612"/>
                  </a:lnTo>
                  <a:lnTo>
                    <a:pt x="785" y="587"/>
                  </a:lnTo>
                  <a:lnTo>
                    <a:pt x="788" y="562"/>
                  </a:lnTo>
                  <a:lnTo>
                    <a:pt x="788" y="540"/>
                  </a:lnTo>
                  <a:lnTo>
                    <a:pt x="788" y="515"/>
                  </a:lnTo>
                  <a:lnTo>
                    <a:pt x="792" y="493"/>
                  </a:lnTo>
                  <a:lnTo>
                    <a:pt x="792" y="472"/>
                  </a:lnTo>
                  <a:lnTo>
                    <a:pt x="795" y="450"/>
                  </a:lnTo>
                  <a:lnTo>
                    <a:pt x="795" y="428"/>
                  </a:lnTo>
                  <a:lnTo>
                    <a:pt x="795" y="407"/>
                  </a:lnTo>
                  <a:lnTo>
                    <a:pt x="799" y="385"/>
                  </a:lnTo>
                  <a:lnTo>
                    <a:pt x="799" y="364"/>
                  </a:lnTo>
                  <a:lnTo>
                    <a:pt x="803" y="346"/>
                  </a:lnTo>
                  <a:lnTo>
                    <a:pt x="803" y="324"/>
                  </a:lnTo>
                  <a:lnTo>
                    <a:pt x="803" y="306"/>
                  </a:lnTo>
                  <a:lnTo>
                    <a:pt x="806" y="288"/>
                  </a:lnTo>
                  <a:lnTo>
                    <a:pt x="806" y="270"/>
                  </a:lnTo>
                  <a:lnTo>
                    <a:pt x="806" y="252"/>
                  </a:lnTo>
                  <a:lnTo>
                    <a:pt x="810" y="234"/>
                  </a:lnTo>
                  <a:lnTo>
                    <a:pt x="810" y="220"/>
                  </a:lnTo>
                  <a:lnTo>
                    <a:pt x="813" y="202"/>
                  </a:lnTo>
                  <a:lnTo>
                    <a:pt x="813" y="187"/>
                  </a:lnTo>
                  <a:lnTo>
                    <a:pt x="813" y="173"/>
                  </a:lnTo>
                  <a:lnTo>
                    <a:pt x="817" y="158"/>
                  </a:lnTo>
                  <a:lnTo>
                    <a:pt x="817" y="144"/>
                  </a:lnTo>
                  <a:lnTo>
                    <a:pt x="821" y="133"/>
                  </a:lnTo>
                  <a:lnTo>
                    <a:pt x="821" y="119"/>
                  </a:lnTo>
                  <a:lnTo>
                    <a:pt x="821" y="108"/>
                  </a:lnTo>
                  <a:lnTo>
                    <a:pt x="824" y="97"/>
                  </a:lnTo>
                  <a:lnTo>
                    <a:pt x="824" y="86"/>
                  </a:lnTo>
                  <a:lnTo>
                    <a:pt x="824" y="76"/>
                  </a:lnTo>
                  <a:lnTo>
                    <a:pt x="828" y="65"/>
                  </a:lnTo>
                  <a:lnTo>
                    <a:pt x="828" y="58"/>
                  </a:lnTo>
                  <a:lnTo>
                    <a:pt x="831" y="50"/>
                  </a:lnTo>
                  <a:lnTo>
                    <a:pt x="831" y="40"/>
                  </a:lnTo>
                  <a:lnTo>
                    <a:pt x="831" y="36"/>
                  </a:lnTo>
                  <a:lnTo>
                    <a:pt x="835" y="29"/>
                  </a:lnTo>
                  <a:lnTo>
                    <a:pt x="835" y="22"/>
                  </a:lnTo>
                  <a:lnTo>
                    <a:pt x="839" y="18"/>
                  </a:lnTo>
                  <a:lnTo>
                    <a:pt x="839" y="14"/>
                  </a:lnTo>
                  <a:lnTo>
                    <a:pt x="839" y="11"/>
                  </a:lnTo>
                  <a:lnTo>
                    <a:pt x="842" y="7"/>
                  </a:lnTo>
                  <a:lnTo>
                    <a:pt x="846" y="4"/>
                  </a:lnTo>
                  <a:lnTo>
                    <a:pt x="846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9628" name="Freeform 156"/>
            <p:cNvSpPr>
              <a:spLocks/>
            </p:cNvSpPr>
            <p:nvPr/>
          </p:nvSpPr>
          <p:spPr bwMode="auto">
            <a:xfrm>
              <a:off x="5072" y="1048"/>
              <a:ext cx="137" cy="204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4" y="11"/>
                </a:cxn>
                <a:cxn ang="0">
                  <a:pos x="8" y="18"/>
                </a:cxn>
                <a:cxn ang="0">
                  <a:pos x="11" y="29"/>
                </a:cxn>
                <a:cxn ang="0">
                  <a:pos x="15" y="40"/>
                </a:cxn>
                <a:cxn ang="0">
                  <a:pos x="15" y="58"/>
                </a:cxn>
                <a:cxn ang="0">
                  <a:pos x="18" y="76"/>
                </a:cxn>
                <a:cxn ang="0">
                  <a:pos x="22" y="97"/>
                </a:cxn>
                <a:cxn ang="0">
                  <a:pos x="26" y="119"/>
                </a:cxn>
                <a:cxn ang="0">
                  <a:pos x="26" y="144"/>
                </a:cxn>
                <a:cxn ang="0">
                  <a:pos x="29" y="173"/>
                </a:cxn>
                <a:cxn ang="0">
                  <a:pos x="33" y="202"/>
                </a:cxn>
                <a:cxn ang="0">
                  <a:pos x="36" y="234"/>
                </a:cxn>
                <a:cxn ang="0">
                  <a:pos x="40" y="270"/>
                </a:cxn>
                <a:cxn ang="0">
                  <a:pos x="40" y="306"/>
                </a:cxn>
                <a:cxn ang="0">
                  <a:pos x="44" y="346"/>
                </a:cxn>
                <a:cxn ang="0">
                  <a:pos x="47" y="385"/>
                </a:cxn>
                <a:cxn ang="0">
                  <a:pos x="51" y="428"/>
                </a:cxn>
                <a:cxn ang="0">
                  <a:pos x="51" y="472"/>
                </a:cxn>
                <a:cxn ang="0">
                  <a:pos x="54" y="515"/>
                </a:cxn>
                <a:cxn ang="0">
                  <a:pos x="58" y="562"/>
                </a:cxn>
                <a:cxn ang="0">
                  <a:pos x="62" y="612"/>
                </a:cxn>
                <a:cxn ang="0">
                  <a:pos x="62" y="659"/>
                </a:cxn>
                <a:cxn ang="0">
                  <a:pos x="65" y="709"/>
                </a:cxn>
                <a:cxn ang="0">
                  <a:pos x="69" y="763"/>
                </a:cxn>
                <a:cxn ang="0">
                  <a:pos x="72" y="813"/>
                </a:cxn>
                <a:cxn ang="0">
                  <a:pos x="76" y="867"/>
                </a:cxn>
                <a:cxn ang="0">
                  <a:pos x="76" y="921"/>
                </a:cxn>
                <a:cxn ang="0">
                  <a:pos x="80" y="975"/>
                </a:cxn>
                <a:cxn ang="0">
                  <a:pos x="83" y="1029"/>
                </a:cxn>
                <a:cxn ang="0">
                  <a:pos x="87" y="1087"/>
                </a:cxn>
                <a:cxn ang="0">
                  <a:pos x="87" y="1141"/>
                </a:cxn>
                <a:cxn ang="0">
                  <a:pos x="90" y="1195"/>
                </a:cxn>
                <a:cxn ang="0">
                  <a:pos x="94" y="1253"/>
                </a:cxn>
                <a:cxn ang="0">
                  <a:pos x="98" y="1307"/>
                </a:cxn>
                <a:cxn ang="0">
                  <a:pos x="101" y="1361"/>
                </a:cxn>
                <a:cxn ang="0">
                  <a:pos x="101" y="1418"/>
                </a:cxn>
                <a:cxn ang="0">
                  <a:pos x="105" y="1472"/>
                </a:cxn>
                <a:cxn ang="0">
                  <a:pos x="108" y="1523"/>
                </a:cxn>
                <a:cxn ang="0">
                  <a:pos x="112" y="1577"/>
                </a:cxn>
                <a:cxn ang="0">
                  <a:pos x="112" y="1631"/>
                </a:cxn>
                <a:cxn ang="0">
                  <a:pos x="116" y="1681"/>
                </a:cxn>
                <a:cxn ang="0">
                  <a:pos x="119" y="1731"/>
                </a:cxn>
                <a:cxn ang="0">
                  <a:pos x="123" y="1778"/>
                </a:cxn>
                <a:cxn ang="0">
                  <a:pos x="126" y="1825"/>
                </a:cxn>
                <a:cxn ang="0">
                  <a:pos x="126" y="1872"/>
                </a:cxn>
                <a:cxn ang="0">
                  <a:pos x="130" y="1919"/>
                </a:cxn>
                <a:cxn ang="0">
                  <a:pos x="134" y="1962"/>
                </a:cxn>
                <a:cxn ang="0">
                  <a:pos x="137" y="2005"/>
                </a:cxn>
                <a:cxn ang="0">
                  <a:pos x="137" y="2045"/>
                </a:cxn>
              </a:cxnLst>
              <a:rect l="0" t="0" r="r" b="b"/>
              <a:pathLst>
                <a:path w="137" h="2045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8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6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4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2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87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5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37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89629" name="Line 157"/>
          <p:cNvSpPr>
            <a:spLocks noChangeShapeType="1"/>
          </p:cNvSpPr>
          <p:nvPr/>
        </p:nvSpPr>
        <p:spPr bwMode="auto">
          <a:xfrm>
            <a:off x="2554288" y="1905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89630" name="Line 158"/>
          <p:cNvSpPr>
            <a:spLocks noChangeShapeType="1"/>
          </p:cNvSpPr>
          <p:nvPr/>
        </p:nvSpPr>
        <p:spPr bwMode="auto">
          <a:xfrm>
            <a:off x="2743200" y="19050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89631" name="Text Box 159"/>
          <p:cNvSpPr txBox="1">
            <a:spLocks noChangeArrowheads="1"/>
          </p:cNvSpPr>
          <p:nvPr/>
        </p:nvSpPr>
        <p:spPr bwMode="auto">
          <a:xfrm>
            <a:off x="2133600" y="1447800"/>
            <a:ext cx="946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2400">
                <a:latin typeface="Times New Roman" pitchFamily="18" charset="0"/>
              </a:rPr>
              <a:t>1/T</a:t>
            </a:r>
            <a:r>
              <a:rPr lang="en-US" sz="2400" baseline="-25000">
                <a:latin typeface="Times New Roman" pitchFamily="18" charset="0"/>
              </a:rPr>
              <a:t>sym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OFDM System Model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1285860"/>
            <a:ext cx="7600971" cy="503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90600"/>
          </a:xfrm>
        </p:spPr>
        <p:txBody>
          <a:bodyPr/>
          <a:lstStyle/>
          <a:p>
            <a:r>
              <a:rPr lang="en-US" dirty="0" smtClean="0"/>
              <a:t>OFDM-TDMA MAC</a:t>
            </a:r>
            <a:endParaRPr lang="en-CA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714744" y="3500438"/>
            <a:ext cx="292895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2714612" y="2500306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14744" y="207167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3714744" y="242886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3714744" y="278605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3714744" y="314324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3714744" y="171448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/>
        </p:nvSpPr>
        <p:spPr>
          <a:xfrm>
            <a:off x="2928926" y="207167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Sub-2</a:t>
            </a:r>
            <a:endParaRPr lang="en-CA" dirty="0"/>
          </a:p>
        </p:txBody>
      </p:sp>
      <p:sp>
        <p:nvSpPr>
          <p:cNvPr id="16" name="TextBox 15"/>
          <p:cNvSpPr txBox="1"/>
          <p:nvPr/>
        </p:nvSpPr>
        <p:spPr>
          <a:xfrm>
            <a:off x="2928926" y="171448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Sub-1</a:t>
            </a:r>
            <a:endParaRPr lang="en-CA" dirty="0"/>
          </a:p>
        </p:txBody>
      </p:sp>
      <p:sp>
        <p:nvSpPr>
          <p:cNvPr id="17" name="TextBox 16"/>
          <p:cNvSpPr txBox="1"/>
          <p:nvPr/>
        </p:nvSpPr>
        <p:spPr>
          <a:xfrm>
            <a:off x="2928926" y="278605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Sub-4</a:t>
            </a:r>
            <a:endParaRPr lang="en-CA" dirty="0"/>
          </a:p>
        </p:txBody>
      </p:sp>
      <p:sp>
        <p:nvSpPr>
          <p:cNvPr id="18" name="TextBox 17"/>
          <p:cNvSpPr txBox="1"/>
          <p:nvPr/>
        </p:nvSpPr>
        <p:spPr>
          <a:xfrm>
            <a:off x="2928926" y="2416726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Sub-3</a:t>
            </a:r>
            <a:endParaRPr lang="en-CA" dirty="0"/>
          </a:p>
        </p:txBody>
      </p:sp>
      <p:sp>
        <p:nvSpPr>
          <p:cNvPr id="19" name="TextBox 18"/>
          <p:cNvSpPr txBox="1"/>
          <p:nvPr/>
        </p:nvSpPr>
        <p:spPr>
          <a:xfrm>
            <a:off x="2928926" y="314324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Sub-5</a:t>
            </a:r>
            <a:endParaRPr lang="en-CA" dirty="0"/>
          </a:p>
        </p:txBody>
      </p:sp>
      <p:sp>
        <p:nvSpPr>
          <p:cNvPr id="20" name="Rectangle 19"/>
          <p:cNvSpPr/>
          <p:nvPr/>
        </p:nvSpPr>
        <p:spPr>
          <a:xfrm>
            <a:off x="4214810" y="207167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4214810" y="242886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/>
          <p:cNvSpPr/>
          <p:nvPr/>
        </p:nvSpPr>
        <p:spPr>
          <a:xfrm>
            <a:off x="4214810" y="278605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/>
          <p:cNvSpPr/>
          <p:nvPr/>
        </p:nvSpPr>
        <p:spPr>
          <a:xfrm>
            <a:off x="4214810" y="314324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4214810" y="1714488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/>
          <p:cNvSpPr/>
          <p:nvPr/>
        </p:nvSpPr>
        <p:spPr>
          <a:xfrm>
            <a:off x="4714876" y="207167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/>
          <p:cNvSpPr/>
          <p:nvPr/>
        </p:nvSpPr>
        <p:spPr>
          <a:xfrm>
            <a:off x="4714876" y="242886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/>
          <p:cNvSpPr/>
          <p:nvPr/>
        </p:nvSpPr>
        <p:spPr>
          <a:xfrm>
            <a:off x="4714876" y="278605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/>
          <p:cNvSpPr/>
          <p:nvPr/>
        </p:nvSpPr>
        <p:spPr>
          <a:xfrm>
            <a:off x="4714876" y="314324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/>
          <p:cNvSpPr/>
          <p:nvPr/>
        </p:nvSpPr>
        <p:spPr>
          <a:xfrm>
            <a:off x="4714876" y="171448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 29"/>
          <p:cNvSpPr/>
          <p:nvPr/>
        </p:nvSpPr>
        <p:spPr>
          <a:xfrm>
            <a:off x="5214942" y="207167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/>
          <p:cNvSpPr/>
          <p:nvPr/>
        </p:nvSpPr>
        <p:spPr>
          <a:xfrm>
            <a:off x="5214942" y="242886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/>
          <p:cNvSpPr/>
          <p:nvPr/>
        </p:nvSpPr>
        <p:spPr>
          <a:xfrm>
            <a:off x="5214942" y="278605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/>
          <p:cNvSpPr/>
          <p:nvPr/>
        </p:nvSpPr>
        <p:spPr>
          <a:xfrm>
            <a:off x="5214942" y="314324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 33"/>
          <p:cNvSpPr/>
          <p:nvPr/>
        </p:nvSpPr>
        <p:spPr>
          <a:xfrm>
            <a:off x="5214942" y="171448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/>
          <p:cNvSpPr/>
          <p:nvPr/>
        </p:nvSpPr>
        <p:spPr>
          <a:xfrm>
            <a:off x="7072330" y="121442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 35"/>
          <p:cNvSpPr/>
          <p:nvPr/>
        </p:nvSpPr>
        <p:spPr>
          <a:xfrm>
            <a:off x="7072330" y="1785926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 36"/>
          <p:cNvSpPr/>
          <p:nvPr/>
        </p:nvSpPr>
        <p:spPr>
          <a:xfrm>
            <a:off x="7072330" y="228599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 37"/>
          <p:cNvSpPr/>
          <p:nvPr/>
        </p:nvSpPr>
        <p:spPr>
          <a:xfrm>
            <a:off x="7072330" y="2786058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TextBox 38"/>
          <p:cNvSpPr txBox="1"/>
          <p:nvPr/>
        </p:nvSpPr>
        <p:spPr>
          <a:xfrm>
            <a:off x="2571736" y="121442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Frequency</a:t>
            </a:r>
            <a:endParaRPr lang="en-CA" dirty="0"/>
          </a:p>
        </p:txBody>
      </p:sp>
      <p:sp>
        <p:nvSpPr>
          <p:cNvPr id="40" name="TextBox 39"/>
          <p:cNvSpPr txBox="1"/>
          <p:nvPr/>
        </p:nvSpPr>
        <p:spPr>
          <a:xfrm>
            <a:off x="6215074" y="3571876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Time</a:t>
            </a:r>
            <a:endParaRPr lang="en-CA" i="1" dirty="0"/>
          </a:p>
        </p:txBody>
      </p:sp>
      <p:sp>
        <p:nvSpPr>
          <p:cNvPr id="41" name="TextBox 40"/>
          <p:cNvSpPr txBox="1"/>
          <p:nvPr/>
        </p:nvSpPr>
        <p:spPr>
          <a:xfrm flipH="1">
            <a:off x="7715272" y="178592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2</a:t>
            </a:r>
            <a:endParaRPr lang="en-CA" dirty="0"/>
          </a:p>
        </p:txBody>
      </p:sp>
      <p:sp>
        <p:nvSpPr>
          <p:cNvPr id="42" name="TextBox 41"/>
          <p:cNvSpPr txBox="1"/>
          <p:nvPr/>
        </p:nvSpPr>
        <p:spPr>
          <a:xfrm flipH="1">
            <a:off x="7715272" y="121442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1</a:t>
            </a:r>
            <a:endParaRPr lang="en-CA" dirty="0"/>
          </a:p>
        </p:txBody>
      </p:sp>
      <p:sp>
        <p:nvSpPr>
          <p:cNvPr id="43" name="TextBox 42"/>
          <p:cNvSpPr txBox="1"/>
          <p:nvPr/>
        </p:nvSpPr>
        <p:spPr>
          <a:xfrm flipH="1">
            <a:off x="7715272" y="278605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4</a:t>
            </a:r>
            <a:endParaRPr lang="en-CA" dirty="0"/>
          </a:p>
        </p:txBody>
      </p:sp>
      <p:sp>
        <p:nvSpPr>
          <p:cNvPr id="44" name="TextBox 43"/>
          <p:cNvSpPr txBox="1"/>
          <p:nvPr/>
        </p:nvSpPr>
        <p:spPr>
          <a:xfrm flipH="1">
            <a:off x="7715272" y="228599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3</a:t>
            </a:r>
            <a:endParaRPr lang="en-CA" dirty="0"/>
          </a:p>
        </p:txBody>
      </p:sp>
      <p:graphicFrame>
        <p:nvGraphicFramePr>
          <p:cNvPr id="52" name="Diagram 51"/>
          <p:cNvGraphicFramePr/>
          <p:nvPr/>
        </p:nvGraphicFramePr>
        <p:xfrm>
          <a:off x="4857752" y="3929066"/>
          <a:ext cx="3714776" cy="2357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3" name="Diagram 52"/>
          <p:cNvGraphicFramePr/>
          <p:nvPr/>
        </p:nvGraphicFramePr>
        <p:xfrm>
          <a:off x="500034" y="3929066"/>
          <a:ext cx="3857652" cy="2786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55" name="Group 3"/>
          <p:cNvGrpSpPr>
            <a:grpSpLocks/>
          </p:cNvGrpSpPr>
          <p:nvPr/>
        </p:nvGrpSpPr>
        <p:grpSpPr bwMode="auto">
          <a:xfrm rot="5400000">
            <a:off x="403992" y="1596216"/>
            <a:ext cx="2435218" cy="1957382"/>
            <a:chOff x="0" y="346"/>
            <a:chExt cx="5764" cy="3978"/>
          </a:xfrm>
        </p:grpSpPr>
        <p:sp>
          <p:nvSpPr>
            <p:cNvPr id="56" name="Rectangle 4"/>
            <p:cNvSpPr>
              <a:spLocks noChangeArrowheads="1"/>
            </p:cNvSpPr>
            <p:nvPr/>
          </p:nvSpPr>
          <p:spPr bwMode="auto">
            <a:xfrm>
              <a:off x="0" y="346"/>
              <a:ext cx="5764" cy="397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Rectangle 5"/>
            <p:cNvSpPr>
              <a:spLocks noChangeArrowheads="1"/>
            </p:cNvSpPr>
            <p:nvPr/>
          </p:nvSpPr>
          <p:spPr bwMode="auto">
            <a:xfrm>
              <a:off x="749" y="645"/>
              <a:ext cx="4460" cy="323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8" name="Rectangle 6"/>
            <p:cNvSpPr>
              <a:spLocks noChangeArrowheads="1"/>
            </p:cNvSpPr>
            <p:nvPr/>
          </p:nvSpPr>
          <p:spPr bwMode="auto">
            <a:xfrm>
              <a:off x="749" y="645"/>
              <a:ext cx="4460" cy="3236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Line 7"/>
            <p:cNvSpPr>
              <a:spLocks noChangeShapeType="1"/>
            </p:cNvSpPr>
            <p:nvPr/>
          </p:nvSpPr>
          <p:spPr bwMode="auto">
            <a:xfrm>
              <a:off x="749" y="645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Line 8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Line 9"/>
            <p:cNvSpPr>
              <a:spLocks noChangeShapeType="1"/>
            </p:cNvSpPr>
            <p:nvPr/>
          </p:nvSpPr>
          <p:spPr bwMode="auto">
            <a:xfrm flipV="1">
              <a:off x="520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2" name="Line 10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3" name="Line 11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Line 12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5" name="Line 13"/>
            <p:cNvSpPr>
              <a:spLocks noChangeShapeType="1"/>
            </p:cNvSpPr>
            <p:nvPr/>
          </p:nvSpPr>
          <p:spPr bwMode="auto">
            <a:xfrm flipV="1">
              <a:off x="749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Line 14"/>
            <p:cNvSpPr>
              <a:spLocks noChangeShapeType="1"/>
            </p:cNvSpPr>
            <p:nvPr/>
          </p:nvSpPr>
          <p:spPr bwMode="auto">
            <a:xfrm>
              <a:off x="749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7" name="Rectangle 15"/>
            <p:cNvSpPr>
              <a:spLocks noChangeArrowheads="1"/>
            </p:cNvSpPr>
            <p:nvPr/>
          </p:nvSpPr>
          <p:spPr bwMode="auto">
            <a:xfrm>
              <a:off x="746" y="3898"/>
              <a:ext cx="4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68" name="Line 16"/>
            <p:cNvSpPr>
              <a:spLocks noChangeShapeType="1"/>
            </p:cNvSpPr>
            <p:nvPr/>
          </p:nvSpPr>
          <p:spPr bwMode="auto">
            <a:xfrm flipV="1">
              <a:off x="1447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9" name="Line 17"/>
            <p:cNvSpPr>
              <a:spLocks noChangeShapeType="1"/>
            </p:cNvSpPr>
            <p:nvPr/>
          </p:nvSpPr>
          <p:spPr bwMode="auto">
            <a:xfrm>
              <a:off x="1447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Rectangle 18"/>
            <p:cNvSpPr>
              <a:spLocks noChangeArrowheads="1"/>
            </p:cNvSpPr>
            <p:nvPr/>
          </p:nvSpPr>
          <p:spPr bwMode="auto">
            <a:xfrm>
              <a:off x="1445" y="3898"/>
              <a:ext cx="4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71" name="Line 19"/>
            <p:cNvSpPr>
              <a:spLocks noChangeShapeType="1"/>
            </p:cNvSpPr>
            <p:nvPr/>
          </p:nvSpPr>
          <p:spPr bwMode="auto">
            <a:xfrm flipV="1">
              <a:off x="2142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Line 20"/>
            <p:cNvSpPr>
              <a:spLocks noChangeShapeType="1"/>
            </p:cNvSpPr>
            <p:nvPr/>
          </p:nvSpPr>
          <p:spPr bwMode="auto">
            <a:xfrm>
              <a:off x="2142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3" name="Rectangle 21"/>
            <p:cNvSpPr>
              <a:spLocks noChangeArrowheads="1"/>
            </p:cNvSpPr>
            <p:nvPr/>
          </p:nvSpPr>
          <p:spPr bwMode="auto">
            <a:xfrm>
              <a:off x="2119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74" name="Line 22"/>
            <p:cNvSpPr>
              <a:spLocks noChangeShapeType="1"/>
            </p:cNvSpPr>
            <p:nvPr/>
          </p:nvSpPr>
          <p:spPr bwMode="auto">
            <a:xfrm flipV="1">
              <a:off x="2840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5" name="Line 23"/>
            <p:cNvSpPr>
              <a:spLocks noChangeShapeType="1"/>
            </p:cNvSpPr>
            <p:nvPr/>
          </p:nvSpPr>
          <p:spPr bwMode="auto">
            <a:xfrm>
              <a:off x="2840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6" name="Rectangle 24"/>
            <p:cNvSpPr>
              <a:spLocks noChangeArrowheads="1"/>
            </p:cNvSpPr>
            <p:nvPr/>
          </p:nvSpPr>
          <p:spPr bwMode="auto">
            <a:xfrm>
              <a:off x="2818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77" name="Line 25"/>
            <p:cNvSpPr>
              <a:spLocks noChangeShapeType="1"/>
            </p:cNvSpPr>
            <p:nvPr/>
          </p:nvSpPr>
          <p:spPr bwMode="auto">
            <a:xfrm flipV="1">
              <a:off x="3535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8" name="Line 26"/>
            <p:cNvSpPr>
              <a:spLocks noChangeShapeType="1"/>
            </p:cNvSpPr>
            <p:nvPr/>
          </p:nvSpPr>
          <p:spPr bwMode="auto">
            <a:xfrm>
              <a:off x="3535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9" name="Rectangle 27"/>
            <p:cNvSpPr>
              <a:spLocks noChangeArrowheads="1"/>
            </p:cNvSpPr>
            <p:nvPr/>
          </p:nvSpPr>
          <p:spPr bwMode="auto">
            <a:xfrm>
              <a:off x="3513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20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80" name="Line 28"/>
            <p:cNvSpPr>
              <a:spLocks noChangeShapeType="1"/>
            </p:cNvSpPr>
            <p:nvPr/>
          </p:nvSpPr>
          <p:spPr bwMode="auto">
            <a:xfrm flipV="1">
              <a:off x="4234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1" name="Line 29"/>
            <p:cNvSpPr>
              <a:spLocks noChangeShapeType="1"/>
            </p:cNvSpPr>
            <p:nvPr/>
          </p:nvSpPr>
          <p:spPr bwMode="auto">
            <a:xfrm>
              <a:off x="4234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2" name="Rectangle 30"/>
            <p:cNvSpPr>
              <a:spLocks noChangeArrowheads="1"/>
            </p:cNvSpPr>
            <p:nvPr/>
          </p:nvSpPr>
          <p:spPr bwMode="auto">
            <a:xfrm>
              <a:off x="4211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25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83" name="Line 31"/>
            <p:cNvSpPr>
              <a:spLocks noChangeShapeType="1"/>
            </p:cNvSpPr>
            <p:nvPr/>
          </p:nvSpPr>
          <p:spPr bwMode="auto">
            <a:xfrm flipV="1">
              <a:off x="4932" y="3838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Line 32"/>
            <p:cNvSpPr>
              <a:spLocks noChangeShapeType="1"/>
            </p:cNvSpPr>
            <p:nvPr/>
          </p:nvSpPr>
          <p:spPr bwMode="auto">
            <a:xfrm>
              <a:off x="4932" y="645"/>
              <a:ext cx="1" cy="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5" name="Rectangle 33"/>
            <p:cNvSpPr>
              <a:spLocks noChangeArrowheads="1"/>
            </p:cNvSpPr>
            <p:nvPr/>
          </p:nvSpPr>
          <p:spPr bwMode="auto">
            <a:xfrm>
              <a:off x="4910" y="3898"/>
              <a:ext cx="8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30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86" name="Line 34"/>
            <p:cNvSpPr>
              <a:spLocks noChangeShapeType="1"/>
            </p:cNvSpPr>
            <p:nvPr/>
          </p:nvSpPr>
          <p:spPr bwMode="auto">
            <a:xfrm>
              <a:off x="749" y="388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7" name="Line 35"/>
            <p:cNvSpPr>
              <a:spLocks noChangeShapeType="1"/>
            </p:cNvSpPr>
            <p:nvPr/>
          </p:nvSpPr>
          <p:spPr bwMode="auto">
            <a:xfrm flipH="1">
              <a:off x="5166" y="388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" name="Rectangle 36"/>
            <p:cNvSpPr>
              <a:spLocks noChangeArrowheads="1"/>
            </p:cNvSpPr>
            <p:nvPr/>
          </p:nvSpPr>
          <p:spPr bwMode="auto">
            <a:xfrm>
              <a:off x="640" y="3848"/>
              <a:ext cx="127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-0.4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89" name="Line 37"/>
            <p:cNvSpPr>
              <a:spLocks noChangeShapeType="1"/>
            </p:cNvSpPr>
            <p:nvPr/>
          </p:nvSpPr>
          <p:spPr bwMode="auto">
            <a:xfrm>
              <a:off x="749" y="347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0" name="Line 38"/>
            <p:cNvSpPr>
              <a:spLocks noChangeShapeType="1"/>
            </p:cNvSpPr>
            <p:nvPr/>
          </p:nvSpPr>
          <p:spPr bwMode="auto">
            <a:xfrm flipH="1">
              <a:off x="5166" y="347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Rectangle 39"/>
            <p:cNvSpPr>
              <a:spLocks noChangeArrowheads="1"/>
            </p:cNvSpPr>
            <p:nvPr/>
          </p:nvSpPr>
          <p:spPr bwMode="auto">
            <a:xfrm>
              <a:off x="640" y="3445"/>
              <a:ext cx="127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-0.2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2" name="Line 40"/>
            <p:cNvSpPr>
              <a:spLocks noChangeShapeType="1"/>
            </p:cNvSpPr>
            <p:nvPr/>
          </p:nvSpPr>
          <p:spPr bwMode="auto">
            <a:xfrm>
              <a:off x="749" y="307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" name="Line 41"/>
            <p:cNvSpPr>
              <a:spLocks noChangeShapeType="1"/>
            </p:cNvSpPr>
            <p:nvPr/>
          </p:nvSpPr>
          <p:spPr bwMode="auto">
            <a:xfrm flipH="1">
              <a:off x="5166" y="3071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4" name="Rectangle 42"/>
            <p:cNvSpPr>
              <a:spLocks noChangeArrowheads="1"/>
            </p:cNvSpPr>
            <p:nvPr/>
          </p:nvSpPr>
          <p:spPr bwMode="auto">
            <a:xfrm>
              <a:off x="709" y="3038"/>
              <a:ext cx="4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5" name="Line 43"/>
            <p:cNvSpPr>
              <a:spLocks noChangeShapeType="1"/>
            </p:cNvSpPr>
            <p:nvPr/>
          </p:nvSpPr>
          <p:spPr bwMode="auto">
            <a:xfrm>
              <a:off x="749" y="266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6" name="Line 44"/>
            <p:cNvSpPr>
              <a:spLocks noChangeShapeType="1"/>
            </p:cNvSpPr>
            <p:nvPr/>
          </p:nvSpPr>
          <p:spPr bwMode="auto">
            <a:xfrm flipH="1">
              <a:off x="5166" y="266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7" name="Rectangle 45"/>
            <p:cNvSpPr>
              <a:spLocks noChangeArrowheads="1"/>
            </p:cNvSpPr>
            <p:nvPr/>
          </p:nvSpPr>
          <p:spPr bwMode="auto">
            <a:xfrm>
              <a:off x="660" y="2635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98" name="Line 46"/>
            <p:cNvSpPr>
              <a:spLocks noChangeShapeType="1"/>
            </p:cNvSpPr>
            <p:nvPr/>
          </p:nvSpPr>
          <p:spPr bwMode="auto">
            <a:xfrm>
              <a:off x="749" y="226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9" name="Line 47"/>
            <p:cNvSpPr>
              <a:spLocks noChangeShapeType="1"/>
            </p:cNvSpPr>
            <p:nvPr/>
          </p:nvSpPr>
          <p:spPr bwMode="auto">
            <a:xfrm flipH="1">
              <a:off x="5166" y="226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0" name="Rectangle 48"/>
            <p:cNvSpPr>
              <a:spLocks noChangeArrowheads="1"/>
            </p:cNvSpPr>
            <p:nvPr/>
          </p:nvSpPr>
          <p:spPr bwMode="auto">
            <a:xfrm>
              <a:off x="660" y="223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0.4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1" name="Line 49"/>
            <p:cNvSpPr>
              <a:spLocks noChangeShapeType="1"/>
            </p:cNvSpPr>
            <p:nvPr/>
          </p:nvSpPr>
          <p:spPr bwMode="auto">
            <a:xfrm>
              <a:off x="749" y="185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2" name="Line 50"/>
            <p:cNvSpPr>
              <a:spLocks noChangeShapeType="1"/>
            </p:cNvSpPr>
            <p:nvPr/>
          </p:nvSpPr>
          <p:spPr bwMode="auto">
            <a:xfrm flipH="1">
              <a:off x="5166" y="185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3" name="Rectangle 51"/>
            <p:cNvSpPr>
              <a:spLocks noChangeArrowheads="1"/>
            </p:cNvSpPr>
            <p:nvPr/>
          </p:nvSpPr>
          <p:spPr bwMode="auto">
            <a:xfrm>
              <a:off x="660" y="1825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0.6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4" name="Line 52"/>
            <p:cNvSpPr>
              <a:spLocks noChangeShapeType="1"/>
            </p:cNvSpPr>
            <p:nvPr/>
          </p:nvSpPr>
          <p:spPr bwMode="auto">
            <a:xfrm>
              <a:off x="749" y="145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5" name="Line 53"/>
            <p:cNvSpPr>
              <a:spLocks noChangeShapeType="1"/>
            </p:cNvSpPr>
            <p:nvPr/>
          </p:nvSpPr>
          <p:spPr bwMode="auto">
            <a:xfrm flipH="1">
              <a:off x="5166" y="145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6" name="Rectangle 54"/>
            <p:cNvSpPr>
              <a:spLocks noChangeArrowheads="1"/>
            </p:cNvSpPr>
            <p:nvPr/>
          </p:nvSpPr>
          <p:spPr bwMode="auto">
            <a:xfrm>
              <a:off x="660" y="142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0.8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07" name="Line 55"/>
            <p:cNvSpPr>
              <a:spLocks noChangeShapeType="1"/>
            </p:cNvSpPr>
            <p:nvPr/>
          </p:nvSpPr>
          <p:spPr bwMode="auto">
            <a:xfrm>
              <a:off x="749" y="104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8" name="Line 56"/>
            <p:cNvSpPr>
              <a:spLocks noChangeShapeType="1"/>
            </p:cNvSpPr>
            <p:nvPr/>
          </p:nvSpPr>
          <p:spPr bwMode="auto">
            <a:xfrm flipH="1">
              <a:off x="5166" y="1048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9" name="Rectangle 57"/>
            <p:cNvSpPr>
              <a:spLocks noChangeArrowheads="1"/>
            </p:cNvSpPr>
            <p:nvPr/>
          </p:nvSpPr>
          <p:spPr bwMode="auto">
            <a:xfrm>
              <a:off x="709" y="1015"/>
              <a:ext cx="4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10" name="Line 58"/>
            <p:cNvSpPr>
              <a:spLocks noChangeShapeType="1"/>
            </p:cNvSpPr>
            <p:nvPr/>
          </p:nvSpPr>
          <p:spPr bwMode="auto">
            <a:xfrm>
              <a:off x="749" y="64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1" name="Line 59"/>
            <p:cNvSpPr>
              <a:spLocks noChangeShapeType="1"/>
            </p:cNvSpPr>
            <p:nvPr/>
          </p:nvSpPr>
          <p:spPr bwMode="auto">
            <a:xfrm flipH="1">
              <a:off x="5166" y="645"/>
              <a:ext cx="4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2" name="Rectangle 60"/>
            <p:cNvSpPr>
              <a:spLocks noChangeArrowheads="1"/>
            </p:cNvSpPr>
            <p:nvPr/>
          </p:nvSpPr>
          <p:spPr bwMode="auto">
            <a:xfrm>
              <a:off x="660" y="612"/>
              <a:ext cx="10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lang="en-US" sz="700">
                  <a:solidFill>
                    <a:srgbClr val="000000"/>
                  </a:solidFill>
                  <a:latin typeface="Helvetica" charset="0"/>
                </a:rPr>
                <a:t>1.2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113" name="Line 61"/>
            <p:cNvSpPr>
              <a:spLocks noChangeShapeType="1"/>
            </p:cNvSpPr>
            <p:nvPr/>
          </p:nvSpPr>
          <p:spPr bwMode="auto">
            <a:xfrm>
              <a:off x="749" y="645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4" name="Line 62"/>
            <p:cNvSpPr>
              <a:spLocks noChangeShapeType="1"/>
            </p:cNvSpPr>
            <p:nvPr/>
          </p:nvSpPr>
          <p:spPr bwMode="auto">
            <a:xfrm>
              <a:off x="749" y="3881"/>
              <a:ext cx="446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5" name="Line 63"/>
            <p:cNvSpPr>
              <a:spLocks noChangeShapeType="1"/>
            </p:cNvSpPr>
            <p:nvPr/>
          </p:nvSpPr>
          <p:spPr bwMode="auto">
            <a:xfrm flipV="1">
              <a:off x="520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6" name="Line 64"/>
            <p:cNvSpPr>
              <a:spLocks noChangeShapeType="1"/>
            </p:cNvSpPr>
            <p:nvPr/>
          </p:nvSpPr>
          <p:spPr bwMode="auto">
            <a:xfrm flipV="1">
              <a:off x="749" y="645"/>
              <a:ext cx="1" cy="3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7" name="Freeform 65"/>
            <p:cNvSpPr>
              <a:spLocks/>
            </p:cNvSpPr>
            <p:nvPr/>
          </p:nvSpPr>
          <p:spPr bwMode="auto">
            <a:xfrm>
              <a:off x="749" y="3071"/>
              <a:ext cx="3683" cy="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119" y="0"/>
                </a:cxn>
                <a:cxn ang="0">
                  <a:pos x="180" y="0"/>
                </a:cxn>
                <a:cxn ang="0">
                  <a:pos x="241" y="0"/>
                </a:cxn>
                <a:cxn ang="0">
                  <a:pos x="302" y="0"/>
                </a:cxn>
                <a:cxn ang="0">
                  <a:pos x="363" y="0"/>
                </a:cxn>
                <a:cxn ang="0">
                  <a:pos x="425" y="0"/>
                </a:cxn>
                <a:cxn ang="0">
                  <a:pos x="486" y="0"/>
                </a:cxn>
                <a:cxn ang="0">
                  <a:pos x="547" y="0"/>
                </a:cxn>
                <a:cxn ang="0">
                  <a:pos x="608" y="0"/>
                </a:cxn>
                <a:cxn ang="0">
                  <a:pos x="669" y="0"/>
                </a:cxn>
                <a:cxn ang="0">
                  <a:pos x="731" y="0"/>
                </a:cxn>
                <a:cxn ang="0">
                  <a:pos x="792" y="0"/>
                </a:cxn>
                <a:cxn ang="0">
                  <a:pos x="853" y="0"/>
                </a:cxn>
                <a:cxn ang="0">
                  <a:pos x="914" y="0"/>
                </a:cxn>
                <a:cxn ang="0">
                  <a:pos x="975" y="0"/>
                </a:cxn>
                <a:cxn ang="0">
                  <a:pos x="1037" y="0"/>
                </a:cxn>
                <a:cxn ang="0">
                  <a:pos x="1098" y="0"/>
                </a:cxn>
                <a:cxn ang="0">
                  <a:pos x="1159" y="0"/>
                </a:cxn>
                <a:cxn ang="0">
                  <a:pos x="1220" y="0"/>
                </a:cxn>
                <a:cxn ang="0">
                  <a:pos x="1281" y="0"/>
                </a:cxn>
                <a:cxn ang="0">
                  <a:pos x="1343" y="0"/>
                </a:cxn>
                <a:cxn ang="0">
                  <a:pos x="1404" y="0"/>
                </a:cxn>
                <a:cxn ang="0">
                  <a:pos x="1465" y="0"/>
                </a:cxn>
                <a:cxn ang="0">
                  <a:pos x="1526" y="0"/>
                </a:cxn>
                <a:cxn ang="0">
                  <a:pos x="1587" y="0"/>
                </a:cxn>
                <a:cxn ang="0">
                  <a:pos x="1649" y="0"/>
                </a:cxn>
                <a:cxn ang="0">
                  <a:pos x="1710" y="0"/>
                </a:cxn>
                <a:cxn ang="0">
                  <a:pos x="1771" y="0"/>
                </a:cxn>
                <a:cxn ang="0">
                  <a:pos x="1832" y="0"/>
                </a:cxn>
                <a:cxn ang="0">
                  <a:pos x="1893" y="0"/>
                </a:cxn>
                <a:cxn ang="0">
                  <a:pos x="1955" y="0"/>
                </a:cxn>
                <a:cxn ang="0">
                  <a:pos x="2016" y="0"/>
                </a:cxn>
                <a:cxn ang="0">
                  <a:pos x="2077" y="0"/>
                </a:cxn>
                <a:cxn ang="0">
                  <a:pos x="2138" y="0"/>
                </a:cxn>
                <a:cxn ang="0">
                  <a:pos x="2199" y="0"/>
                </a:cxn>
                <a:cxn ang="0">
                  <a:pos x="2261" y="0"/>
                </a:cxn>
                <a:cxn ang="0">
                  <a:pos x="2322" y="0"/>
                </a:cxn>
                <a:cxn ang="0">
                  <a:pos x="2383" y="0"/>
                </a:cxn>
                <a:cxn ang="0">
                  <a:pos x="2444" y="0"/>
                </a:cxn>
                <a:cxn ang="0">
                  <a:pos x="2505" y="0"/>
                </a:cxn>
                <a:cxn ang="0">
                  <a:pos x="2567" y="0"/>
                </a:cxn>
                <a:cxn ang="0">
                  <a:pos x="2628" y="0"/>
                </a:cxn>
                <a:cxn ang="0">
                  <a:pos x="2689" y="0"/>
                </a:cxn>
                <a:cxn ang="0">
                  <a:pos x="2750" y="0"/>
                </a:cxn>
                <a:cxn ang="0">
                  <a:pos x="2811" y="0"/>
                </a:cxn>
                <a:cxn ang="0">
                  <a:pos x="2873" y="0"/>
                </a:cxn>
                <a:cxn ang="0">
                  <a:pos x="2934" y="0"/>
                </a:cxn>
                <a:cxn ang="0">
                  <a:pos x="2995" y="0"/>
                </a:cxn>
                <a:cxn ang="0">
                  <a:pos x="3056" y="0"/>
                </a:cxn>
                <a:cxn ang="0">
                  <a:pos x="3117" y="0"/>
                </a:cxn>
                <a:cxn ang="0">
                  <a:pos x="3179" y="0"/>
                </a:cxn>
                <a:cxn ang="0">
                  <a:pos x="3240" y="0"/>
                </a:cxn>
                <a:cxn ang="0">
                  <a:pos x="3301" y="0"/>
                </a:cxn>
                <a:cxn ang="0">
                  <a:pos x="3362" y="0"/>
                </a:cxn>
                <a:cxn ang="0">
                  <a:pos x="3423" y="0"/>
                </a:cxn>
                <a:cxn ang="0">
                  <a:pos x="3485" y="0"/>
                </a:cxn>
                <a:cxn ang="0">
                  <a:pos x="3546" y="0"/>
                </a:cxn>
                <a:cxn ang="0">
                  <a:pos x="3607" y="0"/>
                </a:cxn>
                <a:cxn ang="0">
                  <a:pos x="3668" y="0"/>
                </a:cxn>
              </a:cxnLst>
              <a:rect l="0" t="0" r="r" b="b"/>
              <a:pathLst>
                <a:path w="3683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32" y="0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43" y="0"/>
                  </a:lnTo>
                  <a:lnTo>
                    <a:pt x="47" y="0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61" y="0"/>
                  </a:lnTo>
                  <a:lnTo>
                    <a:pt x="65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2" y="0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33" y="0"/>
                  </a:lnTo>
                  <a:lnTo>
                    <a:pt x="137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47" y="0"/>
                  </a:lnTo>
                  <a:lnTo>
                    <a:pt x="151" y="0"/>
                  </a:lnTo>
                  <a:lnTo>
                    <a:pt x="155" y="0"/>
                  </a:lnTo>
                  <a:lnTo>
                    <a:pt x="158" y="0"/>
                  </a:lnTo>
                  <a:lnTo>
                    <a:pt x="162" y="0"/>
                  </a:lnTo>
                  <a:lnTo>
                    <a:pt x="165" y="0"/>
                  </a:lnTo>
                  <a:lnTo>
                    <a:pt x="169" y="0"/>
                  </a:lnTo>
                  <a:lnTo>
                    <a:pt x="173" y="0"/>
                  </a:lnTo>
                  <a:lnTo>
                    <a:pt x="176" y="0"/>
                  </a:lnTo>
                  <a:lnTo>
                    <a:pt x="180" y="0"/>
                  </a:lnTo>
                  <a:lnTo>
                    <a:pt x="183" y="0"/>
                  </a:lnTo>
                  <a:lnTo>
                    <a:pt x="187" y="0"/>
                  </a:lnTo>
                  <a:lnTo>
                    <a:pt x="191" y="0"/>
                  </a:lnTo>
                  <a:lnTo>
                    <a:pt x="194" y="0"/>
                  </a:lnTo>
                  <a:lnTo>
                    <a:pt x="198" y="0"/>
                  </a:lnTo>
                  <a:lnTo>
                    <a:pt x="201" y="0"/>
                  </a:lnTo>
                  <a:lnTo>
                    <a:pt x="205" y="0"/>
                  </a:lnTo>
                  <a:lnTo>
                    <a:pt x="209" y="0"/>
                  </a:lnTo>
                  <a:lnTo>
                    <a:pt x="212" y="0"/>
                  </a:lnTo>
                  <a:lnTo>
                    <a:pt x="216" y="0"/>
                  </a:lnTo>
                  <a:lnTo>
                    <a:pt x="219" y="0"/>
                  </a:lnTo>
                  <a:lnTo>
                    <a:pt x="223" y="0"/>
                  </a:lnTo>
                  <a:lnTo>
                    <a:pt x="227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7" y="0"/>
                  </a:lnTo>
                  <a:lnTo>
                    <a:pt x="241" y="0"/>
                  </a:lnTo>
                  <a:lnTo>
                    <a:pt x="245" y="0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5" y="0"/>
                  </a:lnTo>
                  <a:lnTo>
                    <a:pt x="259" y="0"/>
                  </a:lnTo>
                  <a:lnTo>
                    <a:pt x="263" y="0"/>
                  </a:lnTo>
                  <a:lnTo>
                    <a:pt x="266" y="0"/>
                  </a:lnTo>
                  <a:lnTo>
                    <a:pt x="270" y="0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1" y="0"/>
                  </a:lnTo>
                  <a:lnTo>
                    <a:pt x="284" y="0"/>
                  </a:lnTo>
                  <a:lnTo>
                    <a:pt x="288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299" y="0"/>
                  </a:lnTo>
                  <a:lnTo>
                    <a:pt x="302" y="0"/>
                  </a:lnTo>
                  <a:lnTo>
                    <a:pt x="306" y="0"/>
                  </a:lnTo>
                  <a:lnTo>
                    <a:pt x="309" y="0"/>
                  </a:lnTo>
                  <a:lnTo>
                    <a:pt x="313" y="0"/>
                  </a:lnTo>
                  <a:lnTo>
                    <a:pt x="317" y="0"/>
                  </a:lnTo>
                  <a:lnTo>
                    <a:pt x="320" y="0"/>
                  </a:lnTo>
                  <a:lnTo>
                    <a:pt x="324" y="0"/>
                  </a:lnTo>
                  <a:lnTo>
                    <a:pt x="327" y="0"/>
                  </a:lnTo>
                  <a:lnTo>
                    <a:pt x="331" y="0"/>
                  </a:lnTo>
                  <a:lnTo>
                    <a:pt x="335" y="0"/>
                  </a:lnTo>
                  <a:lnTo>
                    <a:pt x="338" y="0"/>
                  </a:lnTo>
                  <a:lnTo>
                    <a:pt x="342" y="0"/>
                  </a:lnTo>
                  <a:lnTo>
                    <a:pt x="345" y="0"/>
                  </a:lnTo>
                  <a:lnTo>
                    <a:pt x="349" y="0"/>
                  </a:lnTo>
                  <a:lnTo>
                    <a:pt x="353" y="0"/>
                  </a:lnTo>
                  <a:lnTo>
                    <a:pt x="356" y="0"/>
                  </a:lnTo>
                  <a:lnTo>
                    <a:pt x="360" y="0"/>
                  </a:lnTo>
                  <a:lnTo>
                    <a:pt x="363" y="0"/>
                  </a:lnTo>
                  <a:lnTo>
                    <a:pt x="367" y="0"/>
                  </a:lnTo>
                  <a:lnTo>
                    <a:pt x="371" y="0"/>
                  </a:lnTo>
                  <a:lnTo>
                    <a:pt x="374" y="0"/>
                  </a:lnTo>
                  <a:lnTo>
                    <a:pt x="378" y="0"/>
                  </a:lnTo>
                  <a:lnTo>
                    <a:pt x="381" y="0"/>
                  </a:lnTo>
                  <a:lnTo>
                    <a:pt x="385" y="0"/>
                  </a:lnTo>
                  <a:lnTo>
                    <a:pt x="389" y="0"/>
                  </a:lnTo>
                  <a:lnTo>
                    <a:pt x="392" y="0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403" y="0"/>
                  </a:lnTo>
                  <a:lnTo>
                    <a:pt x="407" y="0"/>
                  </a:lnTo>
                  <a:lnTo>
                    <a:pt x="410" y="0"/>
                  </a:lnTo>
                  <a:lnTo>
                    <a:pt x="414" y="0"/>
                  </a:lnTo>
                  <a:lnTo>
                    <a:pt x="417" y="0"/>
                  </a:lnTo>
                  <a:lnTo>
                    <a:pt x="421" y="0"/>
                  </a:lnTo>
                  <a:lnTo>
                    <a:pt x="425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5" y="0"/>
                  </a:lnTo>
                  <a:lnTo>
                    <a:pt x="439" y="0"/>
                  </a:lnTo>
                  <a:lnTo>
                    <a:pt x="443" y="0"/>
                  </a:lnTo>
                  <a:lnTo>
                    <a:pt x="446" y="0"/>
                  </a:lnTo>
                  <a:lnTo>
                    <a:pt x="450" y="0"/>
                  </a:lnTo>
                  <a:lnTo>
                    <a:pt x="453" y="0"/>
                  </a:lnTo>
                  <a:lnTo>
                    <a:pt x="457" y="0"/>
                  </a:lnTo>
                  <a:lnTo>
                    <a:pt x="461" y="0"/>
                  </a:lnTo>
                  <a:lnTo>
                    <a:pt x="464" y="0"/>
                  </a:lnTo>
                  <a:lnTo>
                    <a:pt x="468" y="0"/>
                  </a:lnTo>
                  <a:lnTo>
                    <a:pt x="471" y="0"/>
                  </a:lnTo>
                  <a:lnTo>
                    <a:pt x="475" y="0"/>
                  </a:lnTo>
                  <a:lnTo>
                    <a:pt x="479" y="0"/>
                  </a:lnTo>
                  <a:lnTo>
                    <a:pt x="482" y="0"/>
                  </a:lnTo>
                  <a:lnTo>
                    <a:pt x="486" y="0"/>
                  </a:lnTo>
                  <a:lnTo>
                    <a:pt x="489" y="0"/>
                  </a:lnTo>
                  <a:lnTo>
                    <a:pt x="493" y="0"/>
                  </a:lnTo>
                  <a:lnTo>
                    <a:pt x="497" y="0"/>
                  </a:lnTo>
                  <a:lnTo>
                    <a:pt x="500" y="0"/>
                  </a:lnTo>
                  <a:lnTo>
                    <a:pt x="504" y="0"/>
                  </a:lnTo>
                  <a:lnTo>
                    <a:pt x="507" y="0"/>
                  </a:lnTo>
                  <a:lnTo>
                    <a:pt x="511" y="0"/>
                  </a:lnTo>
                  <a:lnTo>
                    <a:pt x="515" y="0"/>
                  </a:lnTo>
                  <a:lnTo>
                    <a:pt x="518" y="0"/>
                  </a:lnTo>
                  <a:lnTo>
                    <a:pt x="522" y="0"/>
                  </a:lnTo>
                  <a:lnTo>
                    <a:pt x="525" y="0"/>
                  </a:lnTo>
                  <a:lnTo>
                    <a:pt x="529" y="0"/>
                  </a:lnTo>
                  <a:lnTo>
                    <a:pt x="533" y="0"/>
                  </a:lnTo>
                  <a:lnTo>
                    <a:pt x="536" y="0"/>
                  </a:lnTo>
                  <a:lnTo>
                    <a:pt x="540" y="0"/>
                  </a:lnTo>
                  <a:lnTo>
                    <a:pt x="543" y="0"/>
                  </a:lnTo>
                  <a:lnTo>
                    <a:pt x="547" y="0"/>
                  </a:lnTo>
                  <a:lnTo>
                    <a:pt x="551" y="0"/>
                  </a:lnTo>
                  <a:lnTo>
                    <a:pt x="554" y="0"/>
                  </a:lnTo>
                  <a:lnTo>
                    <a:pt x="558" y="0"/>
                  </a:lnTo>
                  <a:lnTo>
                    <a:pt x="561" y="0"/>
                  </a:lnTo>
                  <a:lnTo>
                    <a:pt x="565" y="0"/>
                  </a:lnTo>
                  <a:lnTo>
                    <a:pt x="569" y="0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83" y="0"/>
                  </a:lnTo>
                  <a:lnTo>
                    <a:pt x="587" y="0"/>
                  </a:lnTo>
                  <a:lnTo>
                    <a:pt x="590" y="0"/>
                  </a:lnTo>
                  <a:lnTo>
                    <a:pt x="594" y="0"/>
                  </a:lnTo>
                  <a:lnTo>
                    <a:pt x="597" y="0"/>
                  </a:lnTo>
                  <a:lnTo>
                    <a:pt x="601" y="0"/>
                  </a:lnTo>
                  <a:lnTo>
                    <a:pt x="605" y="0"/>
                  </a:lnTo>
                  <a:lnTo>
                    <a:pt x="608" y="0"/>
                  </a:lnTo>
                  <a:lnTo>
                    <a:pt x="612" y="0"/>
                  </a:lnTo>
                  <a:lnTo>
                    <a:pt x="615" y="0"/>
                  </a:lnTo>
                  <a:lnTo>
                    <a:pt x="619" y="0"/>
                  </a:lnTo>
                  <a:lnTo>
                    <a:pt x="623" y="0"/>
                  </a:lnTo>
                  <a:lnTo>
                    <a:pt x="626" y="0"/>
                  </a:lnTo>
                  <a:lnTo>
                    <a:pt x="630" y="0"/>
                  </a:lnTo>
                  <a:lnTo>
                    <a:pt x="633" y="0"/>
                  </a:lnTo>
                  <a:lnTo>
                    <a:pt x="637" y="0"/>
                  </a:lnTo>
                  <a:lnTo>
                    <a:pt x="641" y="0"/>
                  </a:lnTo>
                  <a:lnTo>
                    <a:pt x="644" y="0"/>
                  </a:lnTo>
                  <a:lnTo>
                    <a:pt x="648" y="0"/>
                  </a:lnTo>
                  <a:lnTo>
                    <a:pt x="651" y="0"/>
                  </a:lnTo>
                  <a:lnTo>
                    <a:pt x="655" y="0"/>
                  </a:lnTo>
                  <a:lnTo>
                    <a:pt x="659" y="0"/>
                  </a:lnTo>
                  <a:lnTo>
                    <a:pt x="662" y="0"/>
                  </a:lnTo>
                  <a:lnTo>
                    <a:pt x="666" y="0"/>
                  </a:lnTo>
                  <a:lnTo>
                    <a:pt x="669" y="0"/>
                  </a:lnTo>
                  <a:lnTo>
                    <a:pt x="673" y="0"/>
                  </a:lnTo>
                  <a:lnTo>
                    <a:pt x="677" y="0"/>
                  </a:lnTo>
                  <a:lnTo>
                    <a:pt x="680" y="0"/>
                  </a:lnTo>
                  <a:lnTo>
                    <a:pt x="684" y="0"/>
                  </a:lnTo>
                  <a:lnTo>
                    <a:pt x="687" y="0"/>
                  </a:lnTo>
                  <a:lnTo>
                    <a:pt x="691" y="0"/>
                  </a:lnTo>
                  <a:lnTo>
                    <a:pt x="695" y="0"/>
                  </a:lnTo>
                  <a:lnTo>
                    <a:pt x="698" y="0"/>
                  </a:lnTo>
                  <a:lnTo>
                    <a:pt x="702" y="0"/>
                  </a:lnTo>
                  <a:lnTo>
                    <a:pt x="705" y="0"/>
                  </a:lnTo>
                  <a:lnTo>
                    <a:pt x="709" y="0"/>
                  </a:lnTo>
                  <a:lnTo>
                    <a:pt x="713" y="0"/>
                  </a:lnTo>
                  <a:lnTo>
                    <a:pt x="716" y="0"/>
                  </a:lnTo>
                  <a:lnTo>
                    <a:pt x="720" y="0"/>
                  </a:lnTo>
                  <a:lnTo>
                    <a:pt x="723" y="0"/>
                  </a:lnTo>
                  <a:lnTo>
                    <a:pt x="727" y="0"/>
                  </a:lnTo>
                  <a:lnTo>
                    <a:pt x="731" y="0"/>
                  </a:lnTo>
                  <a:lnTo>
                    <a:pt x="734" y="0"/>
                  </a:lnTo>
                  <a:lnTo>
                    <a:pt x="738" y="0"/>
                  </a:lnTo>
                  <a:lnTo>
                    <a:pt x="741" y="0"/>
                  </a:lnTo>
                  <a:lnTo>
                    <a:pt x="745" y="0"/>
                  </a:lnTo>
                  <a:lnTo>
                    <a:pt x="749" y="0"/>
                  </a:lnTo>
                  <a:lnTo>
                    <a:pt x="752" y="0"/>
                  </a:lnTo>
                  <a:lnTo>
                    <a:pt x="756" y="0"/>
                  </a:lnTo>
                  <a:lnTo>
                    <a:pt x="759" y="0"/>
                  </a:lnTo>
                  <a:lnTo>
                    <a:pt x="763" y="0"/>
                  </a:lnTo>
                  <a:lnTo>
                    <a:pt x="767" y="0"/>
                  </a:lnTo>
                  <a:lnTo>
                    <a:pt x="770" y="0"/>
                  </a:lnTo>
                  <a:lnTo>
                    <a:pt x="774" y="0"/>
                  </a:lnTo>
                  <a:lnTo>
                    <a:pt x="777" y="0"/>
                  </a:lnTo>
                  <a:lnTo>
                    <a:pt x="781" y="0"/>
                  </a:lnTo>
                  <a:lnTo>
                    <a:pt x="785" y="0"/>
                  </a:lnTo>
                  <a:lnTo>
                    <a:pt x="788" y="0"/>
                  </a:lnTo>
                  <a:lnTo>
                    <a:pt x="792" y="0"/>
                  </a:lnTo>
                  <a:lnTo>
                    <a:pt x="795" y="0"/>
                  </a:lnTo>
                  <a:lnTo>
                    <a:pt x="799" y="0"/>
                  </a:lnTo>
                  <a:lnTo>
                    <a:pt x="803" y="0"/>
                  </a:lnTo>
                  <a:lnTo>
                    <a:pt x="806" y="0"/>
                  </a:lnTo>
                  <a:lnTo>
                    <a:pt x="810" y="0"/>
                  </a:lnTo>
                  <a:lnTo>
                    <a:pt x="813" y="0"/>
                  </a:lnTo>
                  <a:lnTo>
                    <a:pt x="817" y="0"/>
                  </a:lnTo>
                  <a:lnTo>
                    <a:pt x="821" y="0"/>
                  </a:lnTo>
                  <a:lnTo>
                    <a:pt x="824" y="0"/>
                  </a:lnTo>
                  <a:lnTo>
                    <a:pt x="828" y="0"/>
                  </a:lnTo>
                  <a:lnTo>
                    <a:pt x="831" y="0"/>
                  </a:lnTo>
                  <a:lnTo>
                    <a:pt x="835" y="0"/>
                  </a:lnTo>
                  <a:lnTo>
                    <a:pt x="839" y="0"/>
                  </a:lnTo>
                  <a:lnTo>
                    <a:pt x="842" y="0"/>
                  </a:lnTo>
                  <a:lnTo>
                    <a:pt x="846" y="0"/>
                  </a:lnTo>
                  <a:lnTo>
                    <a:pt x="849" y="0"/>
                  </a:lnTo>
                  <a:lnTo>
                    <a:pt x="853" y="0"/>
                  </a:lnTo>
                  <a:lnTo>
                    <a:pt x="857" y="0"/>
                  </a:lnTo>
                  <a:lnTo>
                    <a:pt x="860" y="0"/>
                  </a:lnTo>
                  <a:lnTo>
                    <a:pt x="864" y="0"/>
                  </a:lnTo>
                  <a:lnTo>
                    <a:pt x="867" y="0"/>
                  </a:lnTo>
                  <a:lnTo>
                    <a:pt x="871" y="0"/>
                  </a:lnTo>
                  <a:lnTo>
                    <a:pt x="875" y="0"/>
                  </a:lnTo>
                  <a:lnTo>
                    <a:pt x="878" y="0"/>
                  </a:lnTo>
                  <a:lnTo>
                    <a:pt x="882" y="0"/>
                  </a:lnTo>
                  <a:lnTo>
                    <a:pt x="885" y="0"/>
                  </a:lnTo>
                  <a:lnTo>
                    <a:pt x="889" y="0"/>
                  </a:lnTo>
                  <a:lnTo>
                    <a:pt x="893" y="0"/>
                  </a:lnTo>
                  <a:lnTo>
                    <a:pt x="896" y="0"/>
                  </a:lnTo>
                  <a:lnTo>
                    <a:pt x="900" y="0"/>
                  </a:lnTo>
                  <a:lnTo>
                    <a:pt x="903" y="0"/>
                  </a:lnTo>
                  <a:lnTo>
                    <a:pt x="907" y="0"/>
                  </a:lnTo>
                  <a:lnTo>
                    <a:pt x="911" y="0"/>
                  </a:lnTo>
                  <a:lnTo>
                    <a:pt x="914" y="0"/>
                  </a:lnTo>
                  <a:lnTo>
                    <a:pt x="918" y="0"/>
                  </a:lnTo>
                  <a:lnTo>
                    <a:pt x="921" y="0"/>
                  </a:lnTo>
                  <a:lnTo>
                    <a:pt x="925" y="0"/>
                  </a:lnTo>
                  <a:lnTo>
                    <a:pt x="929" y="0"/>
                  </a:lnTo>
                  <a:lnTo>
                    <a:pt x="932" y="0"/>
                  </a:lnTo>
                  <a:lnTo>
                    <a:pt x="936" y="0"/>
                  </a:lnTo>
                  <a:lnTo>
                    <a:pt x="939" y="0"/>
                  </a:lnTo>
                  <a:lnTo>
                    <a:pt x="943" y="0"/>
                  </a:lnTo>
                  <a:lnTo>
                    <a:pt x="947" y="0"/>
                  </a:lnTo>
                  <a:lnTo>
                    <a:pt x="950" y="0"/>
                  </a:lnTo>
                  <a:lnTo>
                    <a:pt x="954" y="0"/>
                  </a:lnTo>
                  <a:lnTo>
                    <a:pt x="957" y="0"/>
                  </a:lnTo>
                  <a:lnTo>
                    <a:pt x="961" y="0"/>
                  </a:lnTo>
                  <a:lnTo>
                    <a:pt x="965" y="0"/>
                  </a:lnTo>
                  <a:lnTo>
                    <a:pt x="968" y="0"/>
                  </a:lnTo>
                  <a:lnTo>
                    <a:pt x="972" y="0"/>
                  </a:lnTo>
                  <a:lnTo>
                    <a:pt x="975" y="0"/>
                  </a:lnTo>
                  <a:lnTo>
                    <a:pt x="979" y="0"/>
                  </a:lnTo>
                  <a:lnTo>
                    <a:pt x="983" y="0"/>
                  </a:lnTo>
                  <a:lnTo>
                    <a:pt x="986" y="0"/>
                  </a:lnTo>
                  <a:lnTo>
                    <a:pt x="990" y="0"/>
                  </a:lnTo>
                  <a:lnTo>
                    <a:pt x="993" y="0"/>
                  </a:lnTo>
                  <a:lnTo>
                    <a:pt x="997" y="0"/>
                  </a:lnTo>
                  <a:lnTo>
                    <a:pt x="1001" y="0"/>
                  </a:lnTo>
                  <a:lnTo>
                    <a:pt x="1004" y="0"/>
                  </a:lnTo>
                  <a:lnTo>
                    <a:pt x="1008" y="0"/>
                  </a:lnTo>
                  <a:lnTo>
                    <a:pt x="1011" y="0"/>
                  </a:lnTo>
                  <a:lnTo>
                    <a:pt x="1015" y="0"/>
                  </a:lnTo>
                  <a:lnTo>
                    <a:pt x="1019" y="0"/>
                  </a:lnTo>
                  <a:lnTo>
                    <a:pt x="1022" y="0"/>
                  </a:lnTo>
                  <a:lnTo>
                    <a:pt x="1026" y="0"/>
                  </a:lnTo>
                  <a:lnTo>
                    <a:pt x="1029" y="0"/>
                  </a:lnTo>
                  <a:lnTo>
                    <a:pt x="1033" y="0"/>
                  </a:lnTo>
                  <a:lnTo>
                    <a:pt x="1037" y="0"/>
                  </a:lnTo>
                  <a:lnTo>
                    <a:pt x="1040" y="0"/>
                  </a:lnTo>
                  <a:lnTo>
                    <a:pt x="1044" y="0"/>
                  </a:lnTo>
                  <a:lnTo>
                    <a:pt x="1047" y="0"/>
                  </a:lnTo>
                  <a:lnTo>
                    <a:pt x="1051" y="0"/>
                  </a:lnTo>
                  <a:lnTo>
                    <a:pt x="1055" y="0"/>
                  </a:lnTo>
                  <a:lnTo>
                    <a:pt x="1058" y="0"/>
                  </a:lnTo>
                  <a:lnTo>
                    <a:pt x="1062" y="0"/>
                  </a:lnTo>
                  <a:lnTo>
                    <a:pt x="1065" y="0"/>
                  </a:lnTo>
                  <a:lnTo>
                    <a:pt x="1069" y="0"/>
                  </a:lnTo>
                  <a:lnTo>
                    <a:pt x="1073" y="0"/>
                  </a:lnTo>
                  <a:lnTo>
                    <a:pt x="1076" y="0"/>
                  </a:lnTo>
                  <a:lnTo>
                    <a:pt x="1080" y="0"/>
                  </a:lnTo>
                  <a:lnTo>
                    <a:pt x="1083" y="0"/>
                  </a:lnTo>
                  <a:lnTo>
                    <a:pt x="1087" y="0"/>
                  </a:lnTo>
                  <a:lnTo>
                    <a:pt x="1091" y="0"/>
                  </a:lnTo>
                  <a:lnTo>
                    <a:pt x="1094" y="0"/>
                  </a:lnTo>
                  <a:lnTo>
                    <a:pt x="1098" y="0"/>
                  </a:lnTo>
                  <a:lnTo>
                    <a:pt x="1101" y="0"/>
                  </a:lnTo>
                  <a:lnTo>
                    <a:pt x="1105" y="0"/>
                  </a:lnTo>
                  <a:lnTo>
                    <a:pt x="1109" y="0"/>
                  </a:lnTo>
                  <a:lnTo>
                    <a:pt x="1112" y="0"/>
                  </a:lnTo>
                  <a:lnTo>
                    <a:pt x="1116" y="0"/>
                  </a:lnTo>
                  <a:lnTo>
                    <a:pt x="1119" y="0"/>
                  </a:lnTo>
                  <a:lnTo>
                    <a:pt x="1123" y="0"/>
                  </a:lnTo>
                  <a:lnTo>
                    <a:pt x="1127" y="0"/>
                  </a:lnTo>
                  <a:lnTo>
                    <a:pt x="1130" y="0"/>
                  </a:lnTo>
                  <a:lnTo>
                    <a:pt x="1134" y="0"/>
                  </a:lnTo>
                  <a:lnTo>
                    <a:pt x="1137" y="0"/>
                  </a:lnTo>
                  <a:lnTo>
                    <a:pt x="1141" y="0"/>
                  </a:lnTo>
                  <a:lnTo>
                    <a:pt x="1145" y="0"/>
                  </a:lnTo>
                  <a:lnTo>
                    <a:pt x="1148" y="0"/>
                  </a:lnTo>
                  <a:lnTo>
                    <a:pt x="1152" y="0"/>
                  </a:lnTo>
                  <a:lnTo>
                    <a:pt x="1155" y="0"/>
                  </a:lnTo>
                  <a:lnTo>
                    <a:pt x="1159" y="0"/>
                  </a:lnTo>
                  <a:lnTo>
                    <a:pt x="1163" y="0"/>
                  </a:lnTo>
                  <a:lnTo>
                    <a:pt x="1166" y="0"/>
                  </a:lnTo>
                  <a:lnTo>
                    <a:pt x="1170" y="0"/>
                  </a:lnTo>
                  <a:lnTo>
                    <a:pt x="1173" y="0"/>
                  </a:lnTo>
                  <a:lnTo>
                    <a:pt x="1177" y="0"/>
                  </a:lnTo>
                  <a:lnTo>
                    <a:pt x="1181" y="0"/>
                  </a:lnTo>
                  <a:lnTo>
                    <a:pt x="1184" y="0"/>
                  </a:lnTo>
                  <a:lnTo>
                    <a:pt x="1188" y="0"/>
                  </a:lnTo>
                  <a:lnTo>
                    <a:pt x="1191" y="0"/>
                  </a:lnTo>
                  <a:lnTo>
                    <a:pt x="1195" y="0"/>
                  </a:lnTo>
                  <a:lnTo>
                    <a:pt x="1199" y="0"/>
                  </a:lnTo>
                  <a:lnTo>
                    <a:pt x="1202" y="0"/>
                  </a:lnTo>
                  <a:lnTo>
                    <a:pt x="1206" y="0"/>
                  </a:lnTo>
                  <a:lnTo>
                    <a:pt x="1209" y="0"/>
                  </a:lnTo>
                  <a:lnTo>
                    <a:pt x="1213" y="0"/>
                  </a:lnTo>
                  <a:lnTo>
                    <a:pt x="1217" y="0"/>
                  </a:lnTo>
                  <a:lnTo>
                    <a:pt x="1220" y="0"/>
                  </a:lnTo>
                  <a:lnTo>
                    <a:pt x="1224" y="0"/>
                  </a:lnTo>
                  <a:lnTo>
                    <a:pt x="1227" y="0"/>
                  </a:lnTo>
                  <a:lnTo>
                    <a:pt x="1231" y="0"/>
                  </a:lnTo>
                  <a:lnTo>
                    <a:pt x="1235" y="0"/>
                  </a:lnTo>
                  <a:lnTo>
                    <a:pt x="1238" y="0"/>
                  </a:lnTo>
                  <a:lnTo>
                    <a:pt x="1242" y="0"/>
                  </a:lnTo>
                  <a:lnTo>
                    <a:pt x="1245" y="0"/>
                  </a:lnTo>
                  <a:lnTo>
                    <a:pt x="1249" y="0"/>
                  </a:lnTo>
                  <a:lnTo>
                    <a:pt x="1253" y="0"/>
                  </a:lnTo>
                  <a:lnTo>
                    <a:pt x="1256" y="0"/>
                  </a:lnTo>
                  <a:lnTo>
                    <a:pt x="1260" y="0"/>
                  </a:lnTo>
                  <a:lnTo>
                    <a:pt x="1263" y="0"/>
                  </a:lnTo>
                  <a:lnTo>
                    <a:pt x="1267" y="0"/>
                  </a:lnTo>
                  <a:lnTo>
                    <a:pt x="1271" y="0"/>
                  </a:lnTo>
                  <a:lnTo>
                    <a:pt x="1274" y="0"/>
                  </a:lnTo>
                  <a:lnTo>
                    <a:pt x="1278" y="0"/>
                  </a:lnTo>
                  <a:lnTo>
                    <a:pt x="1281" y="0"/>
                  </a:lnTo>
                  <a:lnTo>
                    <a:pt x="1285" y="0"/>
                  </a:lnTo>
                  <a:lnTo>
                    <a:pt x="1289" y="0"/>
                  </a:lnTo>
                  <a:lnTo>
                    <a:pt x="1292" y="0"/>
                  </a:lnTo>
                  <a:lnTo>
                    <a:pt x="1296" y="0"/>
                  </a:lnTo>
                  <a:lnTo>
                    <a:pt x="1299" y="0"/>
                  </a:lnTo>
                  <a:lnTo>
                    <a:pt x="1303" y="0"/>
                  </a:lnTo>
                  <a:lnTo>
                    <a:pt x="1307" y="0"/>
                  </a:lnTo>
                  <a:lnTo>
                    <a:pt x="1310" y="0"/>
                  </a:lnTo>
                  <a:lnTo>
                    <a:pt x="1314" y="0"/>
                  </a:lnTo>
                  <a:lnTo>
                    <a:pt x="1317" y="0"/>
                  </a:lnTo>
                  <a:lnTo>
                    <a:pt x="1321" y="0"/>
                  </a:lnTo>
                  <a:lnTo>
                    <a:pt x="1325" y="0"/>
                  </a:lnTo>
                  <a:lnTo>
                    <a:pt x="1328" y="0"/>
                  </a:lnTo>
                  <a:lnTo>
                    <a:pt x="1332" y="0"/>
                  </a:lnTo>
                  <a:lnTo>
                    <a:pt x="1335" y="0"/>
                  </a:lnTo>
                  <a:lnTo>
                    <a:pt x="1339" y="0"/>
                  </a:lnTo>
                  <a:lnTo>
                    <a:pt x="1343" y="0"/>
                  </a:lnTo>
                  <a:lnTo>
                    <a:pt x="1346" y="0"/>
                  </a:lnTo>
                  <a:lnTo>
                    <a:pt x="1350" y="0"/>
                  </a:lnTo>
                  <a:lnTo>
                    <a:pt x="1353" y="0"/>
                  </a:lnTo>
                  <a:lnTo>
                    <a:pt x="1357" y="0"/>
                  </a:lnTo>
                  <a:lnTo>
                    <a:pt x="1361" y="0"/>
                  </a:lnTo>
                  <a:lnTo>
                    <a:pt x="1364" y="0"/>
                  </a:lnTo>
                  <a:lnTo>
                    <a:pt x="1368" y="0"/>
                  </a:lnTo>
                  <a:lnTo>
                    <a:pt x="1371" y="0"/>
                  </a:lnTo>
                  <a:lnTo>
                    <a:pt x="1375" y="0"/>
                  </a:lnTo>
                  <a:lnTo>
                    <a:pt x="1379" y="0"/>
                  </a:lnTo>
                  <a:lnTo>
                    <a:pt x="1382" y="0"/>
                  </a:lnTo>
                  <a:lnTo>
                    <a:pt x="1386" y="0"/>
                  </a:lnTo>
                  <a:lnTo>
                    <a:pt x="1389" y="0"/>
                  </a:lnTo>
                  <a:lnTo>
                    <a:pt x="1393" y="0"/>
                  </a:lnTo>
                  <a:lnTo>
                    <a:pt x="1397" y="0"/>
                  </a:lnTo>
                  <a:lnTo>
                    <a:pt x="1400" y="0"/>
                  </a:lnTo>
                  <a:lnTo>
                    <a:pt x="1404" y="0"/>
                  </a:lnTo>
                  <a:lnTo>
                    <a:pt x="1407" y="0"/>
                  </a:lnTo>
                  <a:lnTo>
                    <a:pt x="1411" y="0"/>
                  </a:lnTo>
                  <a:lnTo>
                    <a:pt x="1415" y="0"/>
                  </a:lnTo>
                  <a:lnTo>
                    <a:pt x="1418" y="0"/>
                  </a:lnTo>
                  <a:lnTo>
                    <a:pt x="1422" y="0"/>
                  </a:lnTo>
                  <a:lnTo>
                    <a:pt x="1425" y="0"/>
                  </a:lnTo>
                  <a:lnTo>
                    <a:pt x="1429" y="0"/>
                  </a:lnTo>
                  <a:lnTo>
                    <a:pt x="1433" y="0"/>
                  </a:lnTo>
                  <a:lnTo>
                    <a:pt x="1436" y="0"/>
                  </a:lnTo>
                  <a:lnTo>
                    <a:pt x="1440" y="0"/>
                  </a:lnTo>
                  <a:lnTo>
                    <a:pt x="1443" y="0"/>
                  </a:lnTo>
                  <a:lnTo>
                    <a:pt x="1447" y="0"/>
                  </a:lnTo>
                  <a:lnTo>
                    <a:pt x="1451" y="0"/>
                  </a:lnTo>
                  <a:lnTo>
                    <a:pt x="1454" y="0"/>
                  </a:lnTo>
                  <a:lnTo>
                    <a:pt x="1458" y="0"/>
                  </a:lnTo>
                  <a:lnTo>
                    <a:pt x="1461" y="0"/>
                  </a:lnTo>
                  <a:lnTo>
                    <a:pt x="1465" y="0"/>
                  </a:lnTo>
                  <a:lnTo>
                    <a:pt x="1469" y="0"/>
                  </a:lnTo>
                  <a:lnTo>
                    <a:pt x="1472" y="0"/>
                  </a:lnTo>
                  <a:lnTo>
                    <a:pt x="1476" y="0"/>
                  </a:lnTo>
                  <a:lnTo>
                    <a:pt x="1479" y="0"/>
                  </a:lnTo>
                  <a:lnTo>
                    <a:pt x="1483" y="0"/>
                  </a:lnTo>
                  <a:lnTo>
                    <a:pt x="1487" y="0"/>
                  </a:lnTo>
                  <a:lnTo>
                    <a:pt x="1490" y="0"/>
                  </a:lnTo>
                  <a:lnTo>
                    <a:pt x="1494" y="0"/>
                  </a:lnTo>
                  <a:lnTo>
                    <a:pt x="1497" y="0"/>
                  </a:lnTo>
                  <a:lnTo>
                    <a:pt x="1501" y="0"/>
                  </a:lnTo>
                  <a:lnTo>
                    <a:pt x="1505" y="0"/>
                  </a:lnTo>
                  <a:lnTo>
                    <a:pt x="1508" y="0"/>
                  </a:lnTo>
                  <a:lnTo>
                    <a:pt x="1512" y="0"/>
                  </a:lnTo>
                  <a:lnTo>
                    <a:pt x="1515" y="0"/>
                  </a:lnTo>
                  <a:lnTo>
                    <a:pt x="1519" y="0"/>
                  </a:lnTo>
                  <a:lnTo>
                    <a:pt x="1523" y="0"/>
                  </a:lnTo>
                  <a:lnTo>
                    <a:pt x="1526" y="0"/>
                  </a:lnTo>
                  <a:lnTo>
                    <a:pt x="1530" y="0"/>
                  </a:lnTo>
                  <a:lnTo>
                    <a:pt x="1533" y="0"/>
                  </a:lnTo>
                  <a:lnTo>
                    <a:pt x="1537" y="0"/>
                  </a:lnTo>
                  <a:lnTo>
                    <a:pt x="1541" y="0"/>
                  </a:lnTo>
                  <a:lnTo>
                    <a:pt x="1544" y="0"/>
                  </a:lnTo>
                  <a:lnTo>
                    <a:pt x="1548" y="0"/>
                  </a:lnTo>
                  <a:lnTo>
                    <a:pt x="1551" y="0"/>
                  </a:lnTo>
                  <a:lnTo>
                    <a:pt x="1555" y="0"/>
                  </a:lnTo>
                  <a:lnTo>
                    <a:pt x="1559" y="0"/>
                  </a:lnTo>
                  <a:lnTo>
                    <a:pt x="1562" y="0"/>
                  </a:lnTo>
                  <a:lnTo>
                    <a:pt x="1566" y="0"/>
                  </a:lnTo>
                  <a:lnTo>
                    <a:pt x="1569" y="0"/>
                  </a:lnTo>
                  <a:lnTo>
                    <a:pt x="1573" y="0"/>
                  </a:lnTo>
                  <a:lnTo>
                    <a:pt x="1577" y="0"/>
                  </a:lnTo>
                  <a:lnTo>
                    <a:pt x="1580" y="0"/>
                  </a:lnTo>
                  <a:lnTo>
                    <a:pt x="1584" y="0"/>
                  </a:lnTo>
                  <a:lnTo>
                    <a:pt x="1587" y="0"/>
                  </a:lnTo>
                  <a:lnTo>
                    <a:pt x="1591" y="0"/>
                  </a:lnTo>
                  <a:lnTo>
                    <a:pt x="1595" y="0"/>
                  </a:lnTo>
                  <a:lnTo>
                    <a:pt x="1598" y="0"/>
                  </a:lnTo>
                  <a:lnTo>
                    <a:pt x="1602" y="0"/>
                  </a:lnTo>
                  <a:lnTo>
                    <a:pt x="1605" y="0"/>
                  </a:lnTo>
                  <a:lnTo>
                    <a:pt x="1609" y="0"/>
                  </a:lnTo>
                  <a:lnTo>
                    <a:pt x="1613" y="0"/>
                  </a:lnTo>
                  <a:lnTo>
                    <a:pt x="1616" y="0"/>
                  </a:lnTo>
                  <a:lnTo>
                    <a:pt x="1620" y="0"/>
                  </a:lnTo>
                  <a:lnTo>
                    <a:pt x="1623" y="0"/>
                  </a:lnTo>
                  <a:lnTo>
                    <a:pt x="1627" y="0"/>
                  </a:lnTo>
                  <a:lnTo>
                    <a:pt x="1631" y="0"/>
                  </a:lnTo>
                  <a:lnTo>
                    <a:pt x="1634" y="0"/>
                  </a:lnTo>
                  <a:lnTo>
                    <a:pt x="1638" y="0"/>
                  </a:lnTo>
                  <a:lnTo>
                    <a:pt x="1641" y="0"/>
                  </a:lnTo>
                  <a:lnTo>
                    <a:pt x="1645" y="0"/>
                  </a:lnTo>
                  <a:lnTo>
                    <a:pt x="1649" y="0"/>
                  </a:lnTo>
                  <a:lnTo>
                    <a:pt x="1652" y="0"/>
                  </a:lnTo>
                  <a:lnTo>
                    <a:pt x="1656" y="0"/>
                  </a:lnTo>
                  <a:lnTo>
                    <a:pt x="1659" y="0"/>
                  </a:lnTo>
                  <a:lnTo>
                    <a:pt x="1663" y="0"/>
                  </a:lnTo>
                  <a:lnTo>
                    <a:pt x="1667" y="0"/>
                  </a:lnTo>
                  <a:lnTo>
                    <a:pt x="1670" y="0"/>
                  </a:lnTo>
                  <a:lnTo>
                    <a:pt x="1674" y="0"/>
                  </a:lnTo>
                  <a:lnTo>
                    <a:pt x="1677" y="0"/>
                  </a:lnTo>
                  <a:lnTo>
                    <a:pt x="1681" y="0"/>
                  </a:lnTo>
                  <a:lnTo>
                    <a:pt x="1685" y="0"/>
                  </a:lnTo>
                  <a:lnTo>
                    <a:pt x="1688" y="0"/>
                  </a:lnTo>
                  <a:lnTo>
                    <a:pt x="1692" y="0"/>
                  </a:lnTo>
                  <a:lnTo>
                    <a:pt x="1695" y="0"/>
                  </a:lnTo>
                  <a:lnTo>
                    <a:pt x="1699" y="0"/>
                  </a:lnTo>
                  <a:lnTo>
                    <a:pt x="1703" y="0"/>
                  </a:lnTo>
                  <a:lnTo>
                    <a:pt x="1706" y="0"/>
                  </a:lnTo>
                  <a:lnTo>
                    <a:pt x="1710" y="0"/>
                  </a:lnTo>
                  <a:lnTo>
                    <a:pt x="1713" y="0"/>
                  </a:lnTo>
                  <a:lnTo>
                    <a:pt x="1717" y="0"/>
                  </a:lnTo>
                  <a:lnTo>
                    <a:pt x="1721" y="0"/>
                  </a:lnTo>
                  <a:lnTo>
                    <a:pt x="1724" y="0"/>
                  </a:lnTo>
                  <a:lnTo>
                    <a:pt x="1728" y="0"/>
                  </a:lnTo>
                  <a:lnTo>
                    <a:pt x="1731" y="0"/>
                  </a:lnTo>
                  <a:lnTo>
                    <a:pt x="1735" y="0"/>
                  </a:lnTo>
                  <a:lnTo>
                    <a:pt x="1739" y="0"/>
                  </a:lnTo>
                  <a:lnTo>
                    <a:pt x="1742" y="0"/>
                  </a:lnTo>
                  <a:lnTo>
                    <a:pt x="1746" y="0"/>
                  </a:lnTo>
                  <a:lnTo>
                    <a:pt x="1749" y="0"/>
                  </a:lnTo>
                  <a:lnTo>
                    <a:pt x="1753" y="0"/>
                  </a:lnTo>
                  <a:lnTo>
                    <a:pt x="1757" y="0"/>
                  </a:lnTo>
                  <a:lnTo>
                    <a:pt x="1760" y="0"/>
                  </a:lnTo>
                  <a:lnTo>
                    <a:pt x="1764" y="0"/>
                  </a:lnTo>
                  <a:lnTo>
                    <a:pt x="1767" y="0"/>
                  </a:lnTo>
                  <a:lnTo>
                    <a:pt x="1771" y="0"/>
                  </a:lnTo>
                  <a:lnTo>
                    <a:pt x="1775" y="0"/>
                  </a:lnTo>
                  <a:lnTo>
                    <a:pt x="1778" y="0"/>
                  </a:lnTo>
                  <a:lnTo>
                    <a:pt x="1782" y="0"/>
                  </a:lnTo>
                  <a:lnTo>
                    <a:pt x="1785" y="0"/>
                  </a:lnTo>
                  <a:lnTo>
                    <a:pt x="1789" y="0"/>
                  </a:lnTo>
                  <a:lnTo>
                    <a:pt x="1793" y="0"/>
                  </a:lnTo>
                  <a:lnTo>
                    <a:pt x="1796" y="0"/>
                  </a:lnTo>
                  <a:lnTo>
                    <a:pt x="1800" y="0"/>
                  </a:lnTo>
                  <a:lnTo>
                    <a:pt x="1803" y="0"/>
                  </a:lnTo>
                  <a:lnTo>
                    <a:pt x="1807" y="0"/>
                  </a:lnTo>
                  <a:lnTo>
                    <a:pt x="1811" y="0"/>
                  </a:lnTo>
                  <a:lnTo>
                    <a:pt x="1814" y="0"/>
                  </a:lnTo>
                  <a:lnTo>
                    <a:pt x="1818" y="0"/>
                  </a:lnTo>
                  <a:lnTo>
                    <a:pt x="1821" y="0"/>
                  </a:lnTo>
                  <a:lnTo>
                    <a:pt x="1825" y="0"/>
                  </a:lnTo>
                  <a:lnTo>
                    <a:pt x="1829" y="0"/>
                  </a:lnTo>
                  <a:lnTo>
                    <a:pt x="1832" y="0"/>
                  </a:lnTo>
                  <a:lnTo>
                    <a:pt x="1836" y="0"/>
                  </a:lnTo>
                  <a:lnTo>
                    <a:pt x="1839" y="0"/>
                  </a:lnTo>
                  <a:lnTo>
                    <a:pt x="1843" y="0"/>
                  </a:lnTo>
                  <a:lnTo>
                    <a:pt x="1847" y="0"/>
                  </a:lnTo>
                  <a:lnTo>
                    <a:pt x="1850" y="0"/>
                  </a:lnTo>
                  <a:lnTo>
                    <a:pt x="1854" y="0"/>
                  </a:lnTo>
                  <a:lnTo>
                    <a:pt x="1857" y="0"/>
                  </a:lnTo>
                  <a:lnTo>
                    <a:pt x="1861" y="0"/>
                  </a:lnTo>
                  <a:lnTo>
                    <a:pt x="1865" y="0"/>
                  </a:lnTo>
                  <a:lnTo>
                    <a:pt x="1868" y="0"/>
                  </a:lnTo>
                  <a:lnTo>
                    <a:pt x="1872" y="0"/>
                  </a:lnTo>
                  <a:lnTo>
                    <a:pt x="1875" y="0"/>
                  </a:lnTo>
                  <a:lnTo>
                    <a:pt x="1879" y="0"/>
                  </a:lnTo>
                  <a:lnTo>
                    <a:pt x="1883" y="0"/>
                  </a:lnTo>
                  <a:lnTo>
                    <a:pt x="1886" y="0"/>
                  </a:lnTo>
                  <a:lnTo>
                    <a:pt x="1890" y="0"/>
                  </a:lnTo>
                  <a:lnTo>
                    <a:pt x="1893" y="0"/>
                  </a:lnTo>
                  <a:lnTo>
                    <a:pt x="1897" y="0"/>
                  </a:lnTo>
                  <a:lnTo>
                    <a:pt x="1901" y="0"/>
                  </a:lnTo>
                  <a:lnTo>
                    <a:pt x="1904" y="0"/>
                  </a:lnTo>
                  <a:lnTo>
                    <a:pt x="1908" y="0"/>
                  </a:lnTo>
                  <a:lnTo>
                    <a:pt x="1911" y="0"/>
                  </a:lnTo>
                  <a:lnTo>
                    <a:pt x="1915" y="0"/>
                  </a:lnTo>
                  <a:lnTo>
                    <a:pt x="1919" y="0"/>
                  </a:lnTo>
                  <a:lnTo>
                    <a:pt x="1922" y="0"/>
                  </a:lnTo>
                  <a:lnTo>
                    <a:pt x="1926" y="0"/>
                  </a:lnTo>
                  <a:lnTo>
                    <a:pt x="1929" y="0"/>
                  </a:lnTo>
                  <a:lnTo>
                    <a:pt x="1933" y="0"/>
                  </a:lnTo>
                  <a:lnTo>
                    <a:pt x="1937" y="0"/>
                  </a:lnTo>
                  <a:lnTo>
                    <a:pt x="1940" y="0"/>
                  </a:lnTo>
                  <a:lnTo>
                    <a:pt x="1944" y="0"/>
                  </a:lnTo>
                  <a:lnTo>
                    <a:pt x="1947" y="0"/>
                  </a:lnTo>
                  <a:lnTo>
                    <a:pt x="1951" y="0"/>
                  </a:lnTo>
                  <a:lnTo>
                    <a:pt x="1955" y="0"/>
                  </a:lnTo>
                  <a:lnTo>
                    <a:pt x="1958" y="0"/>
                  </a:lnTo>
                  <a:lnTo>
                    <a:pt x="1962" y="0"/>
                  </a:lnTo>
                  <a:lnTo>
                    <a:pt x="1965" y="0"/>
                  </a:lnTo>
                  <a:lnTo>
                    <a:pt x="1969" y="0"/>
                  </a:lnTo>
                  <a:lnTo>
                    <a:pt x="1973" y="0"/>
                  </a:lnTo>
                  <a:lnTo>
                    <a:pt x="1976" y="0"/>
                  </a:lnTo>
                  <a:lnTo>
                    <a:pt x="1980" y="0"/>
                  </a:lnTo>
                  <a:lnTo>
                    <a:pt x="1983" y="0"/>
                  </a:lnTo>
                  <a:lnTo>
                    <a:pt x="1987" y="0"/>
                  </a:lnTo>
                  <a:lnTo>
                    <a:pt x="1991" y="0"/>
                  </a:lnTo>
                  <a:lnTo>
                    <a:pt x="1994" y="0"/>
                  </a:lnTo>
                  <a:lnTo>
                    <a:pt x="1998" y="0"/>
                  </a:lnTo>
                  <a:lnTo>
                    <a:pt x="2001" y="0"/>
                  </a:lnTo>
                  <a:lnTo>
                    <a:pt x="2005" y="0"/>
                  </a:lnTo>
                  <a:lnTo>
                    <a:pt x="2009" y="0"/>
                  </a:lnTo>
                  <a:lnTo>
                    <a:pt x="2012" y="0"/>
                  </a:lnTo>
                  <a:lnTo>
                    <a:pt x="2016" y="0"/>
                  </a:lnTo>
                  <a:lnTo>
                    <a:pt x="2019" y="0"/>
                  </a:lnTo>
                  <a:lnTo>
                    <a:pt x="2023" y="0"/>
                  </a:lnTo>
                  <a:lnTo>
                    <a:pt x="2027" y="0"/>
                  </a:lnTo>
                  <a:lnTo>
                    <a:pt x="2030" y="0"/>
                  </a:lnTo>
                  <a:lnTo>
                    <a:pt x="2034" y="0"/>
                  </a:lnTo>
                  <a:lnTo>
                    <a:pt x="2037" y="0"/>
                  </a:lnTo>
                  <a:lnTo>
                    <a:pt x="2041" y="0"/>
                  </a:lnTo>
                  <a:lnTo>
                    <a:pt x="2045" y="0"/>
                  </a:lnTo>
                  <a:lnTo>
                    <a:pt x="2048" y="0"/>
                  </a:lnTo>
                  <a:lnTo>
                    <a:pt x="2052" y="0"/>
                  </a:lnTo>
                  <a:lnTo>
                    <a:pt x="2055" y="0"/>
                  </a:lnTo>
                  <a:lnTo>
                    <a:pt x="2059" y="0"/>
                  </a:lnTo>
                  <a:lnTo>
                    <a:pt x="2063" y="0"/>
                  </a:lnTo>
                  <a:lnTo>
                    <a:pt x="2066" y="0"/>
                  </a:lnTo>
                  <a:lnTo>
                    <a:pt x="2070" y="0"/>
                  </a:lnTo>
                  <a:lnTo>
                    <a:pt x="2073" y="0"/>
                  </a:lnTo>
                  <a:lnTo>
                    <a:pt x="2077" y="0"/>
                  </a:lnTo>
                  <a:lnTo>
                    <a:pt x="2081" y="0"/>
                  </a:lnTo>
                  <a:lnTo>
                    <a:pt x="2084" y="0"/>
                  </a:lnTo>
                  <a:lnTo>
                    <a:pt x="2088" y="0"/>
                  </a:lnTo>
                  <a:lnTo>
                    <a:pt x="2091" y="0"/>
                  </a:lnTo>
                  <a:lnTo>
                    <a:pt x="2095" y="0"/>
                  </a:lnTo>
                  <a:lnTo>
                    <a:pt x="2099" y="0"/>
                  </a:lnTo>
                  <a:lnTo>
                    <a:pt x="2102" y="0"/>
                  </a:lnTo>
                  <a:lnTo>
                    <a:pt x="2106" y="0"/>
                  </a:lnTo>
                  <a:lnTo>
                    <a:pt x="2109" y="0"/>
                  </a:lnTo>
                  <a:lnTo>
                    <a:pt x="2113" y="0"/>
                  </a:lnTo>
                  <a:lnTo>
                    <a:pt x="2117" y="0"/>
                  </a:lnTo>
                  <a:lnTo>
                    <a:pt x="2120" y="0"/>
                  </a:lnTo>
                  <a:lnTo>
                    <a:pt x="2124" y="0"/>
                  </a:lnTo>
                  <a:lnTo>
                    <a:pt x="2127" y="0"/>
                  </a:lnTo>
                  <a:lnTo>
                    <a:pt x="2131" y="0"/>
                  </a:lnTo>
                  <a:lnTo>
                    <a:pt x="2135" y="0"/>
                  </a:lnTo>
                  <a:lnTo>
                    <a:pt x="2138" y="0"/>
                  </a:lnTo>
                  <a:lnTo>
                    <a:pt x="2142" y="0"/>
                  </a:lnTo>
                  <a:lnTo>
                    <a:pt x="2145" y="0"/>
                  </a:lnTo>
                  <a:lnTo>
                    <a:pt x="2149" y="0"/>
                  </a:lnTo>
                  <a:lnTo>
                    <a:pt x="2153" y="0"/>
                  </a:lnTo>
                  <a:lnTo>
                    <a:pt x="2156" y="0"/>
                  </a:lnTo>
                  <a:lnTo>
                    <a:pt x="2160" y="0"/>
                  </a:lnTo>
                  <a:lnTo>
                    <a:pt x="2163" y="0"/>
                  </a:lnTo>
                  <a:lnTo>
                    <a:pt x="2167" y="0"/>
                  </a:lnTo>
                  <a:lnTo>
                    <a:pt x="2171" y="0"/>
                  </a:lnTo>
                  <a:lnTo>
                    <a:pt x="2174" y="0"/>
                  </a:lnTo>
                  <a:lnTo>
                    <a:pt x="2178" y="0"/>
                  </a:lnTo>
                  <a:lnTo>
                    <a:pt x="2181" y="0"/>
                  </a:lnTo>
                  <a:lnTo>
                    <a:pt x="2185" y="0"/>
                  </a:lnTo>
                  <a:lnTo>
                    <a:pt x="2189" y="0"/>
                  </a:lnTo>
                  <a:lnTo>
                    <a:pt x="2192" y="0"/>
                  </a:lnTo>
                  <a:lnTo>
                    <a:pt x="2196" y="0"/>
                  </a:lnTo>
                  <a:lnTo>
                    <a:pt x="2199" y="0"/>
                  </a:lnTo>
                  <a:lnTo>
                    <a:pt x="2203" y="0"/>
                  </a:lnTo>
                  <a:lnTo>
                    <a:pt x="2207" y="0"/>
                  </a:lnTo>
                  <a:lnTo>
                    <a:pt x="2210" y="0"/>
                  </a:lnTo>
                  <a:lnTo>
                    <a:pt x="2214" y="0"/>
                  </a:lnTo>
                  <a:lnTo>
                    <a:pt x="2217" y="0"/>
                  </a:lnTo>
                  <a:lnTo>
                    <a:pt x="2221" y="0"/>
                  </a:lnTo>
                  <a:lnTo>
                    <a:pt x="2225" y="0"/>
                  </a:lnTo>
                  <a:lnTo>
                    <a:pt x="2228" y="0"/>
                  </a:lnTo>
                  <a:lnTo>
                    <a:pt x="2232" y="0"/>
                  </a:lnTo>
                  <a:lnTo>
                    <a:pt x="2235" y="0"/>
                  </a:lnTo>
                  <a:lnTo>
                    <a:pt x="2239" y="0"/>
                  </a:lnTo>
                  <a:lnTo>
                    <a:pt x="2243" y="0"/>
                  </a:lnTo>
                  <a:lnTo>
                    <a:pt x="2246" y="0"/>
                  </a:lnTo>
                  <a:lnTo>
                    <a:pt x="2250" y="0"/>
                  </a:lnTo>
                  <a:lnTo>
                    <a:pt x="2253" y="0"/>
                  </a:lnTo>
                  <a:lnTo>
                    <a:pt x="2257" y="0"/>
                  </a:lnTo>
                  <a:lnTo>
                    <a:pt x="2261" y="0"/>
                  </a:lnTo>
                  <a:lnTo>
                    <a:pt x="2264" y="0"/>
                  </a:lnTo>
                  <a:lnTo>
                    <a:pt x="2268" y="0"/>
                  </a:lnTo>
                  <a:lnTo>
                    <a:pt x="2271" y="0"/>
                  </a:lnTo>
                  <a:lnTo>
                    <a:pt x="2275" y="0"/>
                  </a:lnTo>
                  <a:lnTo>
                    <a:pt x="2279" y="0"/>
                  </a:lnTo>
                  <a:lnTo>
                    <a:pt x="2282" y="0"/>
                  </a:lnTo>
                  <a:lnTo>
                    <a:pt x="2286" y="0"/>
                  </a:lnTo>
                  <a:lnTo>
                    <a:pt x="2289" y="0"/>
                  </a:lnTo>
                  <a:lnTo>
                    <a:pt x="2293" y="0"/>
                  </a:lnTo>
                  <a:lnTo>
                    <a:pt x="2297" y="0"/>
                  </a:lnTo>
                  <a:lnTo>
                    <a:pt x="2300" y="0"/>
                  </a:lnTo>
                  <a:lnTo>
                    <a:pt x="2304" y="0"/>
                  </a:lnTo>
                  <a:lnTo>
                    <a:pt x="2307" y="0"/>
                  </a:lnTo>
                  <a:lnTo>
                    <a:pt x="2311" y="0"/>
                  </a:lnTo>
                  <a:lnTo>
                    <a:pt x="2315" y="0"/>
                  </a:lnTo>
                  <a:lnTo>
                    <a:pt x="2318" y="0"/>
                  </a:lnTo>
                  <a:lnTo>
                    <a:pt x="2322" y="0"/>
                  </a:lnTo>
                  <a:lnTo>
                    <a:pt x="2325" y="0"/>
                  </a:lnTo>
                  <a:lnTo>
                    <a:pt x="2329" y="0"/>
                  </a:lnTo>
                  <a:lnTo>
                    <a:pt x="2333" y="0"/>
                  </a:lnTo>
                  <a:lnTo>
                    <a:pt x="2336" y="0"/>
                  </a:lnTo>
                  <a:lnTo>
                    <a:pt x="2340" y="0"/>
                  </a:lnTo>
                  <a:lnTo>
                    <a:pt x="2343" y="0"/>
                  </a:lnTo>
                  <a:lnTo>
                    <a:pt x="2347" y="0"/>
                  </a:lnTo>
                  <a:lnTo>
                    <a:pt x="2351" y="0"/>
                  </a:lnTo>
                  <a:lnTo>
                    <a:pt x="2354" y="0"/>
                  </a:lnTo>
                  <a:lnTo>
                    <a:pt x="2358" y="0"/>
                  </a:lnTo>
                  <a:lnTo>
                    <a:pt x="2361" y="0"/>
                  </a:lnTo>
                  <a:lnTo>
                    <a:pt x="2365" y="0"/>
                  </a:lnTo>
                  <a:lnTo>
                    <a:pt x="2369" y="0"/>
                  </a:lnTo>
                  <a:lnTo>
                    <a:pt x="2372" y="0"/>
                  </a:lnTo>
                  <a:lnTo>
                    <a:pt x="2376" y="0"/>
                  </a:lnTo>
                  <a:lnTo>
                    <a:pt x="2379" y="0"/>
                  </a:lnTo>
                  <a:lnTo>
                    <a:pt x="2383" y="0"/>
                  </a:lnTo>
                  <a:lnTo>
                    <a:pt x="2387" y="0"/>
                  </a:lnTo>
                  <a:lnTo>
                    <a:pt x="2390" y="0"/>
                  </a:lnTo>
                  <a:lnTo>
                    <a:pt x="2394" y="0"/>
                  </a:lnTo>
                  <a:lnTo>
                    <a:pt x="2397" y="0"/>
                  </a:lnTo>
                  <a:lnTo>
                    <a:pt x="2401" y="0"/>
                  </a:lnTo>
                  <a:lnTo>
                    <a:pt x="2405" y="0"/>
                  </a:lnTo>
                  <a:lnTo>
                    <a:pt x="2408" y="0"/>
                  </a:lnTo>
                  <a:lnTo>
                    <a:pt x="2412" y="0"/>
                  </a:lnTo>
                  <a:lnTo>
                    <a:pt x="2415" y="0"/>
                  </a:lnTo>
                  <a:lnTo>
                    <a:pt x="2419" y="0"/>
                  </a:lnTo>
                  <a:lnTo>
                    <a:pt x="2423" y="0"/>
                  </a:lnTo>
                  <a:lnTo>
                    <a:pt x="2426" y="0"/>
                  </a:lnTo>
                  <a:lnTo>
                    <a:pt x="2430" y="0"/>
                  </a:lnTo>
                  <a:lnTo>
                    <a:pt x="2433" y="0"/>
                  </a:lnTo>
                  <a:lnTo>
                    <a:pt x="2437" y="0"/>
                  </a:lnTo>
                  <a:lnTo>
                    <a:pt x="2441" y="0"/>
                  </a:lnTo>
                  <a:lnTo>
                    <a:pt x="2444" y="0"/>
                  </a:lnTo>
                  <a:lnTo>
                    <a:pt x="2448" y="0"/>
                  </a:lnTo>
                  <a:lnTo>
                    <a:pt x="2451" y="0"/>
                  </a:lnTo>
                  <a:lnTo>
                    <a:pt x="2455" y="0"/>
                  </a:lnTo>
                  <a:lnTo>
                    <a:pt x="2459" y="0"/>
                  </a:lnTo>
                  <a:lnTo>
                    <a:pt x="2462" y="0"/>
                  </a:lnTo>
                  <a:lnTo>
                    <a:pt x="2466" y="0"/>
                  </a:lnTo>
                  <a:lnTo>
                    <a:pt x="2469" y="0"/>
                  </a:lnTo>
                  <a:lnTo>
                    <a:pt x="2473" y="0"/>
                  </a:lnTo>
                  <a:lnTo>
                    <a:pt x="2477" y="0"/>
                  </a:lnTo>
                  <a:lnTo>
                    <a:pt x="2480" y="0"/>
                  </a:lnTo>
                  <a:lnTo>
                    <a:pt x="2484" y="0"/>
                  </a:lnTo>
                  <a:lnTo>
                    <a:pt x="2487" y="0"/>
                  </a:lnTo>
                  <a:lnTo>
                    <a:pt x="2491" y="0"/>
                  </a:lnTo>
                  <a:lnTo>
                    <a:pt x="2495" y="0"/>
                  </a:lnTo>
                  <a:lnTo>
                    <a:pt x="2498" y="0"/>
                  </a:lnTo>
                  <a:lnTo>
                    <a:pt x="2502" y="0"/>
                  </a:lnTo>
                  <a:lnTo>
                    <a:pt x="2505" y="0"/>
                  </a:lnTo>
                  <a:lnTo>
                    <a:pt x="2509" y="0"/>
                  </a:lnTo>
                  <a:lnTo>
                    <a:pt x="2513" y="0"/>
                  </a:lnTo>
                  <a:lnTo>
                    <a:pt x="2516" y="0"/>
                  </a:lnTo>
                  <a:lnTo>
                    <a:pt x="2520" y="0"/>
                  </a:lnTo>
                  <a:lnTo>
                    <a:pt x="2523" y="0"/>
                  </a:lnTo>
                  <a:lnTo>
                    <a:pt x="2527" y="0"/>
                  </a:lnTo>
                  <a:lnTo>
                    <a:pt x="2531" y="0"/>
                  </a:lnTo>
                  <a:lnTo>
                    <a:pt x="2534" y="0"/>
                  </a:lnTo>
                  <a:lnTo>
                    <a:pt x="2538" y="0"/>
                  </a:lnTo>
                  <a:lnTo>
                    <a:pt x="2541" y="0"/>
                  </a:lnTo>
                  <a:lnTo>
                    <a:pt x="2545" y="0"/>
                  </a:lnTo>
                  <a:lnTo>
                    <a:pt x="2549" y="0"/>
                  </a:lnTo>
                  <a:lnTo>
                    <a:pt x="2552" y="0"/>
                  </a:lnTo>
                  <a:lnTo>
                    <a:pt x="2556" y="0"/>
                  </a:lnTo>
                  <a:lnTo>
                    <a:pt x="2559" y="0"/>
                  </a:lnTo>
                  <a:lnTo>
                    <a:pt x="2563" y="0"/>
                  </a:lnTo>
                  <a:lnTo>
                    <a:pt x="2567" y="0"/>
                  </a:lnTo>
                  <a:lnTo>
                    <a:pt x="2570" y="0"/>
                  </a:lnTo>
                  <a:lnTo>
                    <a:pt x="2574" y="0"/>
                  </a:lnTo>
                  <a:lnTo>
                    <a:pt x="2577" y="0"/>
                  </a:lnTo>
                  <a:lnTo>
                    <a:pt x="2581" y="0"/>
                  </a:lnTo>
                  <a:lnTo>
                    <a:pt x="2585" y="0"/>
                  </a:lnTo>
                  <a:lnTo>
                    <a:pt x="2588" y="0"/>
                  </a:lnTo>
                  <a:lnTo>
                    <a:pt x="2592" y="0"/>
                  </a:lnTo>
                  <a:lnTo>
                    <a:pt x="2595" y="0"/>
                  </a:lnTo>
                  <a:lnTo>
                    <a:pt x="2599" y="0"/>
                  </a:lnTo>
                  <a:lnTo>
                    <a:pt x="2603" y="0"/>
                  </a:lnTo>
                  <a:lnTo>
                    <a:pt x="2606" y="0"/>
                  </a:lnTo>
                  <a:lnTo>
                    <a:pt x="2610" y="0"/>
                  </a:lnTo>
                  <a:lnTo>
                    <a:pt x="2613" y="0"/>
                  </a:lnTo>
                  <a:lnTo>
                    <a:pt x="2617" y="0"/>
                  </a:lnTo>
                  <a:lnTo>
                    <a:pt x="2621" y="0"/>
                  </a:lnTo>
                  <a:lnTo>
                    <a:pt x="2624" y="0"/>
                  </a:lnTo>
                  <a:lnTo>
                    <a:pt x="2628" y="0"/>
                  </a:lnTo>
                  <a:lnTo>
                    <a:pt x="2631" y="0"/>
                  </a:lnTo>
                  <a:lnTo>
                    <a:pt x="2635" y="0"/>
                  </a:lnTo>
                  <a:lnTo>
                    <a:pt x="2639" y="0"/>
                  </a:lnTo>
                  <a:lnTo>
                    <a:pt x="2642" y="0"/>
                  </a:lnTo>
                  <a:lnTo>
                    <a:pt x="2646" y="0"/>
                  </a:lnTo>
                  <a:lnTo>
                    <a:pt x="2649" y="0"/>
                  </a:lnTo>
                  <a:lnTo>
                    <a:pt x="2653" y="0"/>
                  </a:lnTo>
                  <a:lnTo>
                    <a:pt x="2657" y="0"/>
                  </a:lnTo>
                  <a:lnTo>
                    <a:pt x="2660" y="0"/>
                  </a:lnTo>
                  <a:lnTo>
                    <a:pt x="2664" y="0"/>
                  </a:lnTo>
                  <a:lnTo>
                    <a:pt x="2667" y="0"/>
                  </a:lnTo>
                  <a:lnTo>
                    <a:pt x="2671" y="0"/>
                  </a:lnTo>
                  <a:lnTo>
                    <a:pt x="2675" y="0"/>
                  </a:lnTo>
                  <a:lnTo>
                    <a:pt x="2678" y="0"/>
                  </a:lnTo>
                  <a:lnTo>
                    <a:pt x="2682" y="0"/>
                  </a:lnTo>
                  <a:lnTo>
                    <a:pt x="2685" y="0"/>
                  </a:lnTo>
                  <a:lnTo>
                    <a:pt x="2689" y="0"/>
                  </a:lnTo>
                  <a:lnTo>
                    <a:pt x="2693" y="0"/>
                  </a:lnTo>
                  <a:lnTo>
                    <a:pt x="2696" y="0"/>
                  </a:lnTo>
                  <a:lnTo>
                    <a:pt x="2700" y="0"/>
                  </a:lnTo>
                  <a:lnTo>
                    <a:pt x="2703" y="0"/>
                  </a:lnTo>
                  <a:lnTo>
                    <a:pt x="2707" y="0"/>
                  </a:lnTo>
                  <a:lnTo>
                    <a:pt x="2711" y="0"/>
                  </a:lnTo>
                  <a:lnTo>
                    <a:pt x="2714" y="0"/>
                  </a:lnTo>
                  <a:lnTo>
                    <a:pt x="2718" y="0"/>
                  </a:lnTo>
                  <a:lnTo>
                    <a:pt x="2721" y="0"/>
                  </a:lnTo>
                  <a:lnTo>
                    <a:pt x="2725" y="0"/>
                  </a:lnTo>
                  <a:lnTo>
                    <a:pt x="2729" y="0"/>
                  </a:lnTo>
                  <a:lnTo>
                    <a:pt x="2732" y="0"/>
                  </a:lnTo>
                  <a:lnTo>
                    <a:pt x="2736" y="0"/>
                  </a:lnTo>
                  <a:lnTo>
                    <a:pt x="2739" y="0"/>
                  </a:lnTo>
                  <a:lnTo>
                    <a:pt x="2743" y="0"/>
                  </a:lnTo>
                  <a:lnTo>
                    <a:pt x="2747" y="0"/>
                  </a:lnTo>
                  <a:lnTo>
                    <a:pt x="2750" y="0"/>
                  </a:lnTo>
                  <a:lnTo>
                    <a:pt x="2754" y="0"/>
                  </a:lnTo>
                  <a:lnTo>
                    <a:pt x="2757" y="0"/>
                  </a:lnTo>
                  <a:lnTo>
                    <a:pt x="2761" y="0"/>
                  </a:lnTo>
                  <a:lnTo>
                    <a:pt x="2765" y="0"/>
                  </a:lnTo>
                  <a:lnTo>
                    <a:pt x="2768" y="0"/>
                  </a:lnTo>
                  <a:lnTo>
                    <a:pt x="2772" y="0"/>
                  </a:lnTo>
                  <a:lnTo>
                    <a:pt x="2775" y="0"/>
                  </a:lnTo>
                  <a:lnTo>
                    <a:pt x="2779" y="0"/>
                  </a:lnTo>
                  <a:lnTo>
                    <a:pt x="2783" y="0"/>
                  </a:lnTo>
                  <a:lnTo>
                    <a:pt x="2786" y="0"/>
                  </a:lnTo>
                  <a:lnTo>
                    <a:pt x="2790" y="0"/>
                  </a:lnTo>
                  <a:lnTo>
                    <a:pt x="2793" y="0"/>
                  </a:lnTo>
                  <a:lnTo>
                    <a:pt x="2797" y="0"/>
                  </a:lnTo>
                  <a:lnTo>
                    <a:pt x="2801" y="0"/>
                  </a:lnTo>
                  <a:lnTo>
                    <a:pt x="2804" y="0"/>
                  </a:lnTo>
                  <a:lnTo>
                    <a:pt x="2808" y="0"/>
                  </a:lnTo>
                  <a:lnTo>
                    <a:pt x="2811" y="0"/>
                  </a:lnTo>
                  <a:lnTo>
                    <a:pt x="2815" y="0"/>
                  </a:lnTo>
                  <a:lnTo>
                    <a:pt x="2819" y="0"/>
                  </a:lnTo>
                  <a:lnTo>
                    <a:pt x="2822" y="0"/>
                  </a:lnTo>
                  <a:lnTo>
                    <a:pt x="2826" y="0"/>
                  </a:lnTo>
                  <a:lnTo>
                    <a:pt x="2829" y="0"/>
                  </a:lnTo>
                  <a:lnTo>
                    <a:pt x="2833" y="0"/>
                  </a:lnTo>
                  <a:lnTo>
                    <a:pt x="2837" y="0"/>
                  </a:lnTo>
                  <a:lnTo>
                    <a:pt x="2840" y="0"/>
                  </a:lnTo>
                  <a:lnTo>
                    <a:pt x="2844" y="0"/>
                  </a:lnTo>
                  <a:lnTo>
                    <a:pt x="2847" y="0"/>
                  </a:lnTo>
                  <a:lnTo>
                    <a:pt x="2851" y="0"/>
                  </a:lnTo>
                  <a:lnTo>
                    <a:pt x="2855" y="0"/>
                  </a:lnTo>
                  <a:lnTo>
                    <a:pt x="2858" y="0"/>
                  </a:lnTo>
                  <a:lnTo>
                    <a:pt x="2862" y="0"/>
                  </a:lnTo>
                  <a:lnTo>
                    <a:pt x="2865" y="0"/>
                  </a:lnTo>
                  <a:lnTo>
                    <a:pt x="2869" y="0"/>
                  </a:lnTo>
                  <a:lnTo>
                    <a:pt x="2873" y="0"/>
                  </a:lnTo>
                  <a:lnTo>
                    <a:pt x="2876" y="0"/>
                  </a:lnTo>
                  <a:lnTo>
                    <a:pt x="2880" y="0"/>
                  </a:lnTo>
                  <a:lnTo>
                    <a:pt x="2883" y="0"/>
                  </a:lnTo>
                  <a:lnTo>
                    <a:pt x="2887" y="0"/>
                  </a:lnTo>
                  <a:lnTo>
                    <a:pt x="2891" y="0"/>
                  </a:lnTo>
                  <a:lnTo>
                    <a:pt x="2894" y="0"/>
                  </a:lnTo>
                  <a:lnTo>
                    <a:pt x="2898" y="0"/>
                  </a:lnTo>
                  <a:lnTo>
                    <a:pt x="2901" y="0"/>
                  </a:lnTo>
                  <a:lnTo>
                    <a:pt x="2905" y="0"/>
                  </a:lnTo>
                  <a:lnTo>
                    <a:pt x="2909" y="0"/>
                  </a:lnTo>
                  <a:lnTo>
                    <a:pt x="2912" y="0"/>
                  </a:lnTo>
                  <a:lnTo>
                    <a:pt x="2916" y="0"/>
                  </a:lnTo>
                  <a:lnTo>
                    <a:pt x="2919" y="0"/>
                  </a:lnTo>
                  <a:lnTo>
                    <a:pt x="2923" y="0"/>
                  </a:lnTo>
                  <a:lnTo>
                    <a:pt x="2927" y="0"/>
                  </a:lnTo>
                  <a:lnTo>
                    <a:pt x="2930" y="0"/>
                  </a:lnTo>
                  <a:lnTo>
                    <a:pt x="2934" y="0"/>
                  </a:lnTo>
                  <a:lnTo>
                    <a:pt x="2937" y="0"/>
                  </a:lnTo>
                  <a:lnTo>
                    <a:pt x="2941" y="0"/>
                  </a:lnTo>
                  <a:lnTo>
                    <a:pt x="2945" y="0"/>
                  </a:lnTo>
                  <a:lnTo>
                    <a:pt x="2948" y="0"/>
                  </a:lnTo>
                  <a:lnTo>
                    <a:pt x="2952" y="0"/>
                  </a:lnTo>
                  <a:lnTo>
                    <a:pt x="2955" y="0"/>
                  </a:lnTo>
                  <a:lnTo>
                    <a:pt x="2959" y="0"/>
                  </a:lnTo>
                  <a:lnTo>
                    <a:pt x="2963" y="0"/>
                  </a:lnTo>
                  <a:lnTo>
                    <a:pt x="2966" y="0"/>
                  </a:lnTo>
                  <a:lnTo>
                    <a:pt x="2970" y="0"/>
                  </a:lnTo>
                  <a:lnTo>
                    <a:pt x="2973" y="0"/>
                  </a:lnTo>
                  <a:lnTo>
                    <a:pt x="2977" y="0"/>
                  </a:lnTo>
                  <a:lnTo>
                    <a:pt x="2981" y="0"/>
                  </a:lnTo>
                  <a:lnTo>
                    <a:pt x="2984" y="0"/>
                  </a:lnTo>
                  <a:lnTo>
                    <a:pt x="2988" y="0"/>
                  </a:lnTo>
                  <a:lnTo>
                    <a:pt x="2991" y="0"/>
                  </a:lnTo>
                  <a:lnTo>
                    <a:pt x="2995" y="0"/>
                  </a:lnTo>
                  <a:lnTo>
                    <a:pt x="2999" y="0"/>
                  </a:lnTo>
                  <a:lnTo>
                    <a:pt x="3002" y="0"/>
                  </a:lnTo>
                  <a:lnTo>
                    <a:pt x="3006" y="0"/>
                  </a:lnTo>
                  <a:lnTo>
                    <a:pt x="3009" y="0"/>
                  </a:lnTo>
                  <a:lnTo>
                    <a:pt x="3013" y="0"/>
                  </a:lnTo>
                  <a:lnTo>
                    <a:pt x="3017" y="0"/>
                  </a:lnTo>
                  <a:lnTo>
                    <a:pt x="3020" y="0"/>
                  </a:lnTo>
                  <a:lnTo>
                    <a:pt x="3024" y="0"/>
                  </a:lnTo>
                  <a:lnTo>
                    <a:pt x="3027" y="0"/>
                  </a:lnTo>
                  <a:lnTo>
                    <a:pt x="3031" y="0"/>
                  </a:lnTo>
                  <a:lnTo>
                    <a:pt x="3035" y="0"/>
                  </a:lnTo>
                  <a:lnTo>
                    <a:pt x="3038" y="0"/>
                  </a:lnTo>
                  <a:lnTo>
                    <a:pt x="3042" y="0"/>
                  </a:lnTo>
                  <a:lnTo>
                    <a:pt x="3045" y="0"/>
                  </a:lnTo>
                  <a:lnTo>
                    <a:pt x="3049" y="0"/>
                  </a:lnTo>
                  <a:lnTo>
                    <a:pt x="3053" y="0"/>
                  </a:lnTo>
                  <a:lnTo>
                    <a:pt x="3056" y="0"/>
                  </a:lnTo>
                  <a:lnTo>
                    <a:pt x="3060" y="0"/>
                  </a:lnTo>
                  <a:lnTo>
                    <a:pt x="3063" y="0"/>
                  </a:lnTo>
                  <a:lnTo>
                    <a:pt x="3067" y="0"/>
                  </a:lnTo>
                  <a:lnTo>
                    <a:pt x="3071" y="0"/>
                  </a:lnTo>
                  <a:lnTo>
                    <a:pt x="3074" y="0"/>
                  </a:lnTo>
                  <a:lnTo>
                    <a:pt x="3078" y="0"/>
                  </a:lnTo>
                  <a:lnTo>
                    <a:pt x="3081" y="0"/>
                  </a:lnTo>
                  <a:lnTo>
                    <a:pt x="3085" y="0"/>
                  </a:lnTo>
                  <a:lnTo>
                    <a:pt x="3089" y="0"/>
                  </a:lnTo>
                  <a:lnTo>
                    <a:pt x="3092" y="0"/>
                  </a:lnTo>
                  <a:lnTo>
                    <a:pt x="3096" y="0"/>
                  </a:lnTo>
                  <a:lnTo>
                    <a:pt x="3099" y="0"/>
                  </a:lnTo>
                  <a:lnTo>
                    <a:pt x="3103" y="0"/>
                  </a:lnTo>
                  <a:lnTo>
                    <a:pt x="3107" y="0"/>
                  </a:lnTo>
                  <a:lnTo>
                    <a:pt x="3110" y="0"/>
                  </a:lnTo>
                  <a:lnTo>
                    <a:pt x="3114" y="0"/>
                  </a:lnTo>
                  <a:lnTo>
                    <a:pt x="3117" y="0"/>
                  </a:lnTo>
                  <a:lnTo>
                    <a:pt x="3121" y="0"/>
                  </a:lnTo>
                  <a:lnTo>
                    <a:pt x="3125" y="0"/>
                  </a:lnTo>
                  <a:lnTo>
                    <a:pt x="3128" y="0"/>
                  </a:lnTo>
                  <a:lnTo>
                    <a:pt x="3132" y="0"/>
                  </a:lnTo>
                  <a:lnTo>
                    <a:pt x="3135" y="0"/>
                  </a:lnTo>
                  <a:lnTo>
                    <a:pt x="3139" y="0"/>
                  </a:lnTo>
                  <a:lnTo>
                    <a:pt x="3143" y="0"/>
                  </a:lnTo>
                  <a:lnTo>
                    <a:pt x="3146" y="0"/>
                  </a:lnTo>
                  <a:lnTo>
                    <a:pt x="3150" y="0"/>
                  </a:lnTo>
                  <a:lnTo>
                    <a:pt x="3153" y="0"/>
                  </a:lnTo>
                  <a:lnTo>
                    <a:pt x="3157" y="0"/>
                  </a:lnTo>
                  <a:lnTo>
                    <a:pt x="3161" y="0"/>
                  </a:lnTo>
                  <a:lnTo>
                    <a:pt x="3164" y="0"/>
                  </a:lnTo>
                  <a:lnTo>
                    <a:pt x="3168" y="0"/>
                  </a:lnTo>
                  <a:lnTo>
                    <a:pt x="3171" y="0"/>
                  </a:lnTo>
                  <a:lnTo>
                    <a:pt x="3175" y="0"/>
                  </a:lnTo>
                  <a:lnTo>
                    <a:pt x="3179" y="0"/>
                  </a:lnTo>
                  <a:lnTo>
                    <a:pt x="3182" y="0"/>
                  </a:lnTo>
                  <a:lnTo>
                    <a:pt x="3186" y="0"/>
                  </a:lnTo>
                  <a:lnTo>
                    <a:pt x="3189" y="0"/>
                  </a:lnTo>
                  <a:lnTo>
                    <a:pt x="3193" y="0"/>
                  </a:lnTo>
                  <a:lnTo>
                    <a:pt x="3197" y="0"/>
                  </a:lnTo>
                  <a:lnTo>
                    <a:pt x="3200" y="0"/>
                  </a:lnTo>
                  <a:lnTo>
                    <a:pt x="3204" y="0"/>
                  </a:lnTo>
                  <a:lnTo>
                    <a:pt x="3207" y="0"/>
                  </a:lnTo>
                  <a:lnTo>
                    <a:pt x="3211" y="0"/>
                  </a:lnTo>
                  <a:lnTo>
                    <a:pt x="3215" y="0"/>
                  </a:lnTo>
                  <a:lnTo>
                    <a:pt x="3218" y="0"/>
                  </a:lnTo>
                  <a:lnTo>
                    <a:pt x="3222" y="0"/>
                  </a:lnTo>
                  <a:lnTo>
                    <a:pt x="3225" y="0"/>
                  </a:lnTo>
                  <a:lnTo>
                    <a:pt x="3229" y="0"/>
                  </a:lnTo>
                  <a:lnTo>
                    <a:pt x="3233" y="0"/>
                  </a:lnTo>
                  <a:lnTo>
                    <a:pt x="3236" y="0"/>
                  </a:lnTo>
                  <a:lnTo>
                    <a:pt x="3240" y="0"/>
                  </a:lnTo>
                  <a:lnTo>
                    <a:pt x="3243" y="0"/>
                  </a:lnTo>
                  <a:lnTo>
                    <a:pt x="3247" y="0"/>
                  </a:lnTo>
                  <a:lnTo>
                    <a:pt x="3251" y="0"/>
                  </a:lnTo>
                  <a:lnTo>
                    <a:pt x="3254" y="0"/>
                  </a:lnTo>
                  <a:lnTo>
                    <a:pt x="3258" y="0"/>
                  </a:lnTo>
                  <a:lnTo>
                    <a:pt x="3261" y="0"/>
                  </a:lnTo>
                  <a:lnTo>
                    <a:pt x="3265" y="0"/>
                  </a:lnTo>
                  <a:lnTo>
                    <a:pt x="3269" y="0"/>
                  </a:lnTo>
                  <a:lnTo>
                    <a:pt x="3272" y="0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0"/>
                  </a:lnTo>
                  <a:lnTo>
                    <a:pt x="3287" y="0"/>
                  </a:lnTo>
                  <a:lnTo>
                    <a:pt x="3290" y="0"/>
                  </a:lnTo>
                  <a:lnTo>
                    <a:pt x="3294" y="0"/>
                  </a:lnTo>
                  <a:lnTo>
                    <a:pt x="3297" y="0"/>
                  </a:lnTo>
                  <a:lnTo>
                    <a:pt x="3301" y="0"/>
                  </a:lnTo>
                  <a:lnTo>
                    <a:pt x="3305" y="0"/>
                  </a:lnTo>
                  <a:lnTo>
                    <a:pt x="3308" y="0"/>
                  </a:lnTo>
                  <a:lnTo>
                    <a:pt x="3312" y="0"/>
                  </a:lnTo>
                  <a:lnTo>
                    <a:pt x="3315" y="0"/>
                  </a:lnTo>
                  <a:lnTo>
                    <a:pt x="3319" y="0"/>
                  </a:lnTo>
                  <a:lnTo>
                    <a:pt x="3323" y="0"/>
                  </a:lnTo>
                  <a:lnTo>
                    <a:pt x="3326" y="0"/>
                  </a:lnTo>
                  <a:lnTo>
                    <a:pt x="3330" y="0"/>
                  </a:lnTo>
                  <a:lnTo>
                    <a:pt x="3333" y="0"/>
                  </a:lnTo>
                  <a:lnTo>
                    <a:pt x="3337" y="0"/>
                  </a:lnTo>
                  <a:lnTo>
                    <a:pt x="3341" y="0"/>
                  </a:lnTo>
                  <a:lnTo>
                    <a:pt x="3344" y="0"/>
                  </a:lnTo>
                  <a:lnTo>
                    <a:pt x="3348" y="0"/>
                  </a:lnTo>
                  <a:lnTo>
                    <a:pt x="3351" y="0"/>
                  </a:lnTo>
                  <a:lnTo>
                    <a:pt x="3355" y="0"/>
                  </a:lnTo>
                  <a:lnTo>
                    <a:pt x="3359" y="0"/>
                  </a:lnTo>
                  <a:lnTo>
                    <a:pt x="3362" y="0"/>
                  </a:lnTo>
                  <a:lnTo>
                    <a:pt x="3366" y="0"/>
                  </a:lnTo>
                  <a:lnTo>
                    <a:pt x="3369" y="0"/>
                  </a:lnTo>
                  <a:lnTo>
                    <a:pt x="3373" y="0"/>
                  </a:lnTo>
                  <a:lnTo>
                    <a:pt x="3377" y="0"/>
                  </a:lnTo>
                  <a:lnTo>
                    <a:pt x="3380" y="0"/>
                  </a:lnTo>
                  <a:lnTo>
                    <a:pt x="3384" y="0"/>
                  </a:lnTo>
                  <a:lnTo>
                    <a:pt x="3387" y="0"/>
                  </a:lnTo>
                  <a:lnTo>
                    <a:pt x="3391" y="0"/>
                  </a:lnTo>
                  <a:lnTo>
                    <a:pt x="3395" y="0"/>
                  </a:lnTo>
                  <a:lnTo>
                    <a:pt x="3398" y="0"/>
                  </a:lnTo>
                  <a:lnTo>
                    <a:pt x="3402" y="0"/>
                  </a:lnTo>
                  <a:lnTo>
                    <a:pt x="3405" y="0"/>
                  </a:lnTo>
                  <a:lnTo>
                    <a:pt x="3409" y="0"/>
                  </a:lnTo>
                  <a:lnTo>
                    <a:pt x="3413" y="0"/>
                  </a:lnTo>
                  <a:lnTo>
                    <a:pt x="3416" y="0"/>
                  </a:lnTo>
                  <a:lnTo>
                    <a:pt x="3420" y="0"/>
                  </a:lnTo>
                  <a:lnTo>
                    <a:pt x="3423" y="0"/>
                  </a:lnTo>
                  <a:lnTo>
                    <a:pt x="3427" y="0"/>
                  </a:lnTo>
                  <a:lnTo>
                    <a:pt x="3431" y="0"/>
                  </a:lnTo>
                  <a:lnTo>
                    <a:pt x="3434" y="0"/>
                  </a:lnTo>
                  <a:lnTo>
                    <a:pt x="3438" y="0"/>
                  </a:lnTo>
                  <a:lnTo>
                    <a:pt x="3441" y="0"/>
                  </a:lnTo>
                  <a:lnTo>
                    <a:pt x="3445" y="0"/>
                  </a:lnTo>
                  <a:lnTo>
                    <a:pt x="3449" y="0"/>
                  </a:lnTo>
                  <a:lnTo>
                    <a:pt x="3452" y="0"/>
                  </a:lnTo>
                  <a:lnTo>
                    <a:pt x="3456" y="0"/>
                  </a:lnTo>
                  <a:lnTo>
                    <a:pt x="3459" y="0"/>
                  </a:lnTo>
                  <a:lnTo>
                    <a:pt x="3463" y="0"/>
                  </a:lnTo>
                  <a:lnTo>
                    <a:pt x="3467" y="0"/>
                  </a:lnTo>
                  <a:lnTo>
                    <a:pt x="3470" y="0"/>
                  </a:lnTo>
                  <a:lnTo>
                    <a:pt x="3474" y="0"/>
                  </a:lnTo>
                  <a:lnTo>
                    <a:pt x="3477" y="0"/>
                  </a:lnTo>
                  <a:lnTo>
                    <a:pt x="3481" y="0"/>
                  </a:lnTo>
                  <a:lnTo>
                    <a:pt x="3485" y="0"/>
                  </a:lnTo>
                  <a:lnTo>
                    <a:pt x="3488" y="0"/>
                  </a:lnTo>
                  <a:lnTo>
                    <a:pt x="3492" y="0"/>
                  </a:lnTo>
                  <a:lnTo>
                    <a:pt x="3495" y="0"/>
                  </a:lnTo>
                  <a:lnTo>
                    <a:pt x="3499" y="0"/>
                  </a:lnTo>
                  <a:lnTo>
                    <a:pt x="3503" y="0"/>
                  </a:lnTo>
                  <a:lnTo>
                    <a:pt x="3506" y="0"/>
                  </a:lnTo>
                  <a:lnTo>
                    <a:pt x="3510" y="0"/>
                  </a:lnTo>
                  <a:lnTo>
                    <a:pt x="3513" y="0"/>
                  </a:lnTo>
                  <a:lnTo>
                    <a:pt x="3517" y="0"/>
                  </a:lnTo>
                  <a:lnTo>
                    <a:pt x="3521" y="0"/>
                  </a:lnTo>
                  <a:lnTo>
                    <a:pt x="3524" y="0"/>
                  </a:lnTo>
                  <a:lnTo>
                    <a:pt x="3528" y="0"/>
                  </a:lnTo>
                  <a:lnTo>
                    <a:pt x="3531" y="0"/>
                  </a:lnTo>
                  <a:lnTo>
                    <a:pt x="3535" y="0"/>
                  </a:lnTo>
                  <a:lnTo>
                    <a:pt x="3539" y="0"/>
                  </a:lnTo>
                  <a:lnTo>
                    <a:pt x="3542" y="0"/>
                  </a:lnTo>
                  <a:lnTo>
                    <a:pt x="3546" y="0"/>
                  </a:lnTo>
                  <a:lnTo>
                    <a:pt x="3549" y="0"/>
                  </a:lnTo>
                  <a:lnTo>
                    <a:pt x="3553" y="0"/>
                  </a:lnTo>
                  <a:lnTo>
                    <a:pt x="3557" y="0"/>
                  </a:lnTo>
                  <a:lnTo>
                    <a:pt x="3560" y="0"/>
                  </a:lnTo>
                  <a:lnTo>
                    <a:pt x="3564" y="0"/>
                  </a:lnTo>
                  <a:lnTo>
                    <a:pt x="3567" y="0"/>
                  </a:lnTo>
                  <a:lnTo>
                    <a:pt x="3571" y="0"/>
                  </a:lnTo>
                  <a:lnTo>
                    <a:pt x="3575" y="0"/>
                  </a:lnTo>
                  <a:lnTo>
                    <a:pt x="3578" y="0"/>
                  </a:lnTo>
                  <a:lnTo>
                    <a:pt x="3582" y="0"/>
                  </a:lnTo>
                  <a:lnTo>
                    <a:pt x="3585" y="0"/>
                  </a:lnTo>
                  <a:lnTo>
                    <a:pt x="3589" y="0"/>
                  </a:lnTo>
                  <a:lnTo>
                    <a:pt x="3593" y="0"/>
                  </a:lnTo>
                  <a:lnTo>
                    <a:pt x="3596" y="0"/>
                  </a:lnTo>
                  <a:lnTo>
                    <a:pt x="3600" y="0"/>
                  </a:lnTo>
                  <a:lnTo>
                    <a:pt x="3603" y="0"/>
                  </a:lnTo>
                  <a:lnTo>
                    <a:pt x="3607" y="0"/>
                  </a:lnTo>
                  <a:lnTo>
                    <a:pt x="3611" y="0"/>
                  </a:lnTo>
                  <a:lnTo>
                    <a:pt x="3614" y="0"/>
                  </a:lnTo>
                  <a:lnTo>
                    <a:pt x="3618" y="0"/>
                  </a:lnTo>
                  <a:lnTo>
                    <a:pt x="3621" y="0"/>
                  </a:lnTo>
                  <a:lnTo>
                    <a:pt x="3625" y="0"/>
                  </a:lnTo>
                  <a:lnTo>
                    <a:pt x="3629" y="0"/>
                  </a:lnTo>
                  <a:lnTo>
                    <a:pt x="3632" y="0"/>
                  </a:lnTo>
                  <a:lnTo>
                    <a:pt x="3636" y="0"/>
                  </a:lnTo>
                  <a:lnTo>
                    <a:pt x="3639" y="0"/>
                  </a:lnTo>
                  <a:lnTo>
                    <a:pt x="3643" y="0"/>
                  </a:lnTo>
                  <a:lnTo>
                    <a:pt x="3647" y="0"/>
                  </a:lnTo>
                  <a:lnTo>
                    <a:pt x="3650" y="0"/>
                  </a:lnTo>
                  <a:lnTo>
                    <a:pt x="3654" y="0"/>
                  </a:lnTo>
                  <a:lnTo>
                    <a:pt x="3657" y="0"/>
                  </a:lnTo>
                  <a:lnTo>
                    <a:pt x="3661" y="0"/>
                  </a:lnTo>
                  <a:lnTo>
                    <a:pt x="3665" y="0"/>
                  </a:lnTo>
                  <a:lnTo>
                    <a:pt x="3668" y="0"/>
                  </a:lnTo>
                  <a:lnTo>
                    <a:pt x="3672" y="0"/>
                  </a:lnTo>
                  <a:lnTo>
                    <a:pt x="3675" y="0"/>
                  </a:lnTo>
                  <a:lnTo>
                    <a:pt x="3679" y="0"/>
                  </a:lnTo>
                  <a:lnTo>
                    <a:pt x="368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8" name="Freeform 66"/>
            <p:cNvSpPr>
              <a:spLocks/>
            </p:cNvSpPr>
            <p:nvPr/>
          </p:nvSpPr>
          <p:spPr bwMode="auto">
            <a:xfrm>
              <a:off x="4432" y="3071"/>
              <a:ext cx="777" cy="1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25" y="0"/>
                </a:cxn>
                <a:cxn ang="0">
                  <a:pos x="39" y="0"/>
                </a:cxn>
                <a:cxn ang="0">
                  <a:pos x="54" y="0"/>
                </a:cxn>
                <a:cxn ang="0">
                  <a:pos x="68" y="0"/>
                </a:cxn>
                <a:cxn ang="0">
                  <a:pos x="82" y="0"/>
                </a:cxn>
                <a:cxn ang="0">
                  <a:pos x="97" y="0"/>
                </a:cxn>
                <a:cxn ang="0">
                  <a:pos x="111" y="0"/>
                </a:cxn>
                <a:cxn ang="0">
                  <a:pos x="126" y="0"/>
                </a:cxn>
                <a:cxn ang="0">
                  <a:pos x="140" y="0"/>
                </a:cxn>
                <a:cxn ang="0">
                  <a:pos x="154" y="0"/>
                </a:cxn>
                <a:cxn ang="0">
                  <a:pos x="169" y="0"/>
                </a:cxn>
                <a:cxn ang="0">
                  <a:pos x="183" y="0"/>
                </a:cxn>
                <a:cxn ang="0">
                  <a:pos x="198" y="0"/>
                </a:cxn>
                <a:cxn ang="0">
                  <a:pos x="212" y="0"/>
                </a:cxn>
                <a:cxn ang="0">
                  <a:pos x="226" y="0"/>
                </a:cxn>
                <a:cxn ang="0">
                  <a:pos x="241" y="0"/>
                </a:cxn>
                <a:cxn ang="0">
                  <a:pos x="255" y="0"/>
                </a:cxn>
                <a:cxn ang="0">
                  <a:pos x="270" y="0"/>
                </a:cxn>
                <a:cxn ang="0">
                  <a:pos x="284" y="0"/>
                </a:cxn>
                <a:cxn ang="0">
                  <a:pos x="298" y="0"/>
                </a:cxn>
                <a:cxn ang="0">
                  <a:pos x="313" y="0"/>
                </a:cxn>
                <a:cxn ang="0">
                  <a:pos x="327" y="0"/>
                </a:cxn>
                <a:cxn ang="0">
                  <a:pos x="342" y="0"/>
                </a:cxn>
                <a:cxn ang="0">
                  <a:pos x="356" y="0"/>
                </a:cxn>
                <a:cxn ang="0">
                  <a:pos x="370" y="0"/>
                </a:cxn>
                <a:cxn ang="0">
                  <a:pos x="385" y="0"/>
                </a:cxn>
                <a:cxn ang="0">
                  <a:pos x="399" y="0"/>
                </a:cxn>
                <a:cxn ang="0">
                  <a:pos x="414" y="0"/>
                </a:cxn>
                <a:cxn ang="0">
                  <a:pos x="428" y="0"/>
                </a:cxn>
                <a:cxn ang="0">
                  <a:pos x="442" y="0"/>
                </a:cxn>
                <a:cxn ang="0">
                  <a:pos x="457" y="0"/>
                </a:cxn>
                <a:cxn ang="0">
                  <a:pos x="471" y="0"/>
                </a:cxn>
                <a:cxn ang="0">
                  <a:pos x="486" y="0"/>
                </a:cxn>
                <a:cxn ang="0">
                  <a:pos x="500" y="0"/>
                </a:cxn>
                <a:cxn ang="0">
                  <a:pos x="514" y="0"/>
                </a:cxn>
                <a:cxn ang="0">
                  <a:pos x="529" y="0"/>
                </a:cxn>
                <a:cxn ang="0">
                  <a:pos x="543" y="0"/>
                </a:cxn>
                <a:cxn ang="0">
                  <a:pos x="558" y="0"/>
                </a:cxn>
                <a:cxn ang="0">
                  <a:pos x="572" y="0"/>
                </a:cxn>
                <a:cxn ang="0">
                  <a:pos x="586" y="0"/>
                </a:cxn>
                <a:cxn ang="0">
                  <a:pos x="601" y="0"/>
                </a:cxn>
                <a:cxn ang="0">
                  <a:pos x="615" y="0"/>
                </a:cxn>
                <a:cxn ang="0">
                  <a:pos x="630" y="0"/>
                </a:cxn>
                <a:cxn ang="0">
                  <a:pos x="644" y="0"/>
                </a:cxn>
                <a:cxn ang="0">
                  <a:pos x="658" y="0"/>
                </a:cxn>
                <a:cxn ang="0">
                  <a:pos x="673" y="0"/>
                </a:cxn>
                <a:cxn ang="0">
                  <a:pos x="687" y="0"/>
                </a:cxn>
                <a:cxn ang="0">
                  <a:pos x="702" y="0"/>
                </a:cxn>
                <a:cxn ang="0">
                  <a:pos x="716" y="0"/>
                </a:cxn>
                <a:cxn ang="0">
                  <a:pos x="730" y="0"/>
                </a:cxn>
                <a:cxn ang="0">
                  <a:pos x="745" y="0"/>
                </a:cxn>
                <a:cxn ang="0">
                  <a:pos x="759" y="0"/>
                </a:cxn>
                <a:cxn ang="0">
                  <a:pos x="774" y="0"/>
                </a:cxn>
              </a:cxnLst>
              <a:rect l="0" t="0" r="r" b="b"/>
              <a:pathLst>
                <a:path w="777">
                  <a:moveTo>
                    <a:pt x="0" y="0"/>
                  </a:moveTo>
                  <a:lnTo>
                    <a:pt x="3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6" y="0"/>
                  </a:lnTo>
                  <a:lnTo>
                    <a:pt x="39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7" y="0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47" y="0"/>
                  </a:lnTo>
                  <a:lnTo>
                    <a:pt x="151" y="0"/>
                  </a:lnTo>
                  <a:lnTo>
                    <a:pt x="154" y="0"/>
                  </a:lnTo>
                  <a:lnTo>
                    <a:pt x="158" y="0"/>
                  </a:lnTo>
                  <a:lnTo>
                    <a:pt x="162" y="0"/>
                  </a:lnTo>
                  <a:lnTo>
                    <a:pt x="165" y="0"/>
                  </a:lnTo>
                  <a:lnTo>
                    <a:pt x="169" y="0"/>
                  </a:lnTo>
                  <a:lnTo>
                    <a:pt x="172" y="0"/>
                  </a:lnTo>
                  <a:lnTo>
                    <a:pt x="176" y="0"/>
                  </a:lnTo>
                  <a:lnTo>
                    <a:pt x="180" y="0"/>
                  </a:lnTo>
                  <a:lnTo>
                    <a:pt x="183" y="0"/>
                  </a:lnTo>
                  <a:lnTo>
                    <a:pt x="187" y="0"/>
                  </a:lnTo>
                  <a:lnTo>
                    <a:pt x="190" y="0"/>
                  </a:lnTo>
                  <a:lnTo>
                    <a:pt x="194" y="0"/>
                  </a:lnTo>
                  <a:lnTo>
                    <a:pt x="198" y="0"/>
                  </a:lnTo>
                  <a:lnTo>
                    <a:pt x="201" y="0"/>
                  </a:lnTo>
                  <a:lnTo>
                    <a:pt x="205" y="0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6" y="0"/>
                  </a:lnTo>
                  <a:lnTo>
                    <a:pt x="219" y="0"/>
                  </a:lnTo>
                  <a:lnTo>
                    <a:pt x="223" y="0"/>
                  </a:lnTo>
                  <a:lnTo>
                    <a:pt x="226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7" y="0"/>
                  </a:lnTo>
                  <a:lnTo>
                    <a:pt x="241" y="0"/>
                  </a:lnTo>
                  <a:lnTo>
                    <a:pt x="244" y="0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5" y="0"/>
                  </a:lnTo>
                  <a:lnTo>
                    <a:pt x="259" y="0"/>
                  </a:lnTo>
                  <a:lnTo>
                    <a:pt x="262" y="0"/>
                  </a:lnTo>
                  <a:lnTo>
                    <a:pt x="266" y="0"/>
                  </a:lnTo>
                  <a:lnTo>
                    <a:pt x="270" y="0"/>
                  </a:lnTo>
                  <a:lnTo>
                    <a:pt x="273" y="0"/>
                  </a:lnTo>
                  <a:lnTo>
                    <a:pt x="277" y="0"/>
                  </a:lnTo>
                  <a:lnTo>
                    <a:pt x="280" y="0"/>
                  </a:lnTo>
                  <a:lnTo>
                    <a:pt x="284" y="0"/>
                  </a:lnTo>
                  <a:lnTo>
                    <a:pt x="288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298" y="0"/>
                  </a:lnTo>
                  <a:lnTo>
                    <a:pt x="302" y="0"/>
                  </a:lnTo>
                  <a:lnTo>
                    <a:pt x="306" y="0"/>
                  </a:lnTo>
                  <a:lnTo>
                    <a:pt x="309" y="0"/>
                  </a:lnTo>
                  <a:lnTo>
                    <a:pt x="313" y="0"/>
                  </a:lnTo>
                  <a:lnTo>
                    <a:pt x="316" y="0"/>
                  </a:lnTo>
                  <a:lnTo>
                    <a:pt x="320" y="0"/>
                  </a:lnTo>
                  <a:lnTo>
                    <a:pt x="324" y="0"/>
                  </a:lnTo>
                  <a:lnTo>
                    <a:pt x="327" y="0"/>
                  </a:lnTo>
                  <a:lnTo>
                    <a:pt x="331" y="0"/>
                  </a:lnTo>
                  <a:lnTo>
                    <a:pt x="334" y="0"/>
                  </a:lnTo>
                  <a:lnTo>
                    <a:pt x="338" y="0"/>
                  </a:lnTo>
                  <a:lnTo>
                    <a:pt x="342" y="0"/>
                  </a:lnTo>
                  <a:lnTo>
                    <a:pt x="345" y="0"/>
                  </a:lnTo>
                  <a:lnTo>
                    <a:pt x="349" y="0"/>
                  </a:lnTo>
                  <a:lnTo>
                    <a:pt x="352" y="0"/>
                  </a:lnTo>
                  <a:lnTo>
                    <a:pt x="356" y="0"/>
                  </a:lnTo>
                  <a:lnTo>
                    <a:pt x="360" y="0"/>
                  </a:lnTo>
                  <a:lnTo>
                    <a:pt x="363" y="0"/>
                  </a:lnTo>
                  <a:lnTo>
                    <a:pt x="367" y="0"/>
                  </a:lnTo>
                  <a:lnTo>
                    <a:pt x="370" y="0"/>
                  </a:lnTo>
                  <a:lnTo>
                    <a:pt x="374" y="0"/>
                  </a:lnTo>
                  <a:lnTo>
                    <a:pt x="378" y="0"/>
                  </a:lnTo>
                  <a:lnTo>
                    <a:pt x="381" y="0"/>
                  </a:lnTo>
                  <a:lnTo>
                    <a:pt x="385" y="0"/>
                  </a:lnTo>
                  <a:lnTo>
                    <a:pt x="388" y="0"/>
                  </a:lnTo>
                  <a:lnTo>
                    <a:pt x="392" y="0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403" y="0"/>
                  </a:lnTo>
                  <a:lnTo>
                    <a:pt x="406" y="0"/>
                  </a:lnTo>
                  <a:lnTo>
                    <a:pt x="410" y="0"/>
                  </a:lnTo>
                  <a:lnTo>
                    <a:pt x="414" y="0"/>
                  </a:lnTo>
                  <a:lnTo>
                    <a:pt x="417" y="0"/>
                  </a:lnTo>
                  <a:lnTo>
                    <a:pt x="421" y="0"/>
                  </a:lnTo>
                  <a:lnTo>
                    <a:pt x="424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5" y="0"/>
                  </a:lnTo>
                  <a:lnTo>
                    <a:pt x="439" y="0"/>
                  </a:lnTo>
                  <a:lnTo>
                    <a:pt x="442" y="0"/>
                  </a:lnTo>
                  <a:lnTo>
                    <a:pt x="446" y="0"/>
                  </a:lnTo>
                  <a:lnTo>
                    <a:pt x="450" y="0"/>
                  </a:lnTo>
                  <a:lnTo>
                    <a:pt x="453" y="0"/>
                  </a:lnTo>
                  <a:lnTo>
                    <a:pt x="457" y="0"/>
                  </a:lnTo>
                  <a:lnTo>
                    <a:pt x="460" y="0"/>
                  </a:lnTo>
                  <a:lnTo>
                    <a:pt x="464" y="0"/>
                  </a:lnTo>
                  <a:lnTo>
                    <a:pt x="468" y="0"/>
                  </a:lnTo>
                  <a:lnTo>
                    <a:pt x="471" y="0"/>
                  </a:lnTo>
                  <a:lnTo>
                    <a:pt x="475" y="0"/>
                  </a:lnTo>
                  <a:lnTo>
                    <a:pt x="478" y="0"/>
                  </a:lnTo>
                  <a:lnTo>
                    <a:pt x="482" y="0"/>
                  </a:lnTo>
                  <a:lnTo>
                    <a:pt x="486" y="0"/>
                  </a:lnTo>
                  <a:lnTo>
                    <a:pt x="489" y="0"/>
                  </a:lnTo>
                  <a:lnTo>
                    <a:pt x="493" y="0"/>
                  </a:lnTo>
                  <a:lnTo>
                    <a:pt x="496" y="0"/>
                  </a:lnTo>
                  <a:lnTo>
                    <a:pt x="500" y="0"/>
                  </a:lnTo>
                  <a:lnTo>
                    <a:pt x="504" y="0"/>
                  </a:lnTo>
                  <a:lnTo>
                    <a:pt x="507" y="0"/>
                  </a:lnTo>
                  <a:lnTo>
                    <a:pt x="511" y="0"/>
                  </a:lnTo>
                  <a:lnTo>
                    <a:pt x="514" y="0"/>
                  </a:lnTo>
                  <a:lnTo>
                    <a:pt x="518" y="0"/>
                  </a:lnTo>
                  <a:lnTo>
                    <a:pt x="522" y="0"/>
                  </a:lnTo>
                  <a:lnTo>
                    <a:pt x="525" y="0"/>
                  </a:lnTo>
                  <a:lnTo>
                    <a:pt x="529" y="0"/>
                  </a:lnTo>
                  <a:lnTo>
                    <a:pt x="532" y="0"/>
                  </a:lnTo>
                  <a:lnTo>
                    <a:pt x="536" y="0"/>
                  </a:lnTo>
                  <a:lnTo>
                    <a:pt x="540" y="0"/>
                  </a:lnTo>
                  <a:lnTo>
                    <a:pt x="543" y="0"/>
                  </a:lnTo>
                  <a:lnTo>
                    <a:pt x="547" y="0"/>
                  </a:lnTo>
                  <a:lnTo>
                    <a:pt x="550" y="0"/>
                  </a:lnTo>
                  <a:lnTo>
                    <a:pt x="554" y="0"/>
                  </a:lnTo>
                  <a:lnTo>
                    <a:pt x="558" y="0"/>
                  </a:lnTo>
                  <a:lnTo>
                    <a:pt x="561" y="0"/>
                  </a:lnTo>
                  <a:lnTo>
                    <a:pt x="565" y="0"/>
                  </a:lnTo>
                  <a:lnTo>
                    <a:pt x="568" y="0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83" y="0"/>
                  </a:lnTo>
                  <a:lnTo>
                    <a:pt x="586" y="0"/>
                  </a:lnTo>
                  <a:lnTo>
                    <a:pt x="590" y="0"/>
                  </a:lnTo>
                  <a:lnTo>
                    <a:pt x="594" y="0"/>
                  </a:lnTo>
                  <a:lnTo>
                    <a:pt x="597" y="0"/>
                  </a:lnTo>
                  <a:lnTo>
                    <a:pt x="601" y="0"/>
                  </a:lnTo>
                  <a:lnTo>
                    <a:pt x="604" y="0"/>
                  </a:lnTo>
                  <a:lnTo>
                    <a:pt x="608" y="0"/>
                  </a:lnTo>
                  <a:lnTo>
                    <a:pt x="612" y="0"/>
                  </a:lnTo>
                  <a:lnTo>
                    <a:pt x="615" y="0"/>
                  </a:lnTo>
                  <a:lnTo>
                    <a:pt x="619" y="0"/>
                  </a:lnTo>
                  <a:lnTo>
                    <a:pt x="622" y="0"/>
                  </a:lnTo>
                  <a:lnTo>
                    <a:pt x="626" y="0"/>
                  </a:lnTo>
                  <a:lnTo>
                    <a:pt x="630" y="0"/>
                  </a:lnTo>
                  <a:lnTo>
                    <a:pt x="633" y="0"/>
                  </a:lnTo>
                  <a:lnTo>
                    <a:pt x="637" y="0"/>
                  </a:lnTo>
                  <a:lnTo>
                    <a:pt x="640" y="0"/>
                  </a:lnTo>
                  <a:lnTo>
                    <a:pt x="644" y="0"/>
                  </a:lnTo>
                  <a:lnTo>
                    <a:pt x="648" y="0"/>
                  </a:lnTo>
                  <a:lnTo>
                    <a:pt x="651" y="0"/>
                  </a:lnTo>
                  <a:lnTo>
                    <a:pt x="655" y="0"/>
                  </a:lnTo>
                  <a:lnTo>
                    <a:pt x="658" y="0"/>
                  </a:lnTo>
                  <a:lnTo>
                    <a:pt x="662" y="0"/>
                  </a:lnTo>
                  <a:lnTo>
                    <a:pt x="666" y="0"/>
                  </a:lnTo>
                  <a:lnTo>
                    <a:pt x="669" y="0"/>
                  </a:lnTo>
                  <a:lnTo>
                    <a:pt x="673" y="0"/>
                  </a:lnTo>
                  <a:lnTo>
                    <a:pt x="676" y="0"/>
                  </a:lnTo>
                  <a:lnTo>
                    <a:pt x="680" y="0"/>
                  </a:lnTo>
                  <a:lnTo>
                    <a:pt x="684" y="0"/>
                  </a:lnTo>
                  <a:lnTo>
                    <a:pt x="687" y="0"/>
                  </a:lnTo>
                  <a:lnTo>
                    <a:pt x="691" y="0"/>
                  </a:lnTo>
                  <a:lnTo>
                    <a:pt x="694" y="0"/>
                  </a:lnTo>
                  <a:lnTo>
                    <a:pt x="698" y="0"/>
                  </a:lnTo>
                  <a:lnTo>
                    <a:pt x="702" y="0"/>
                  </a:lnTo>
                  <a:lnTo>
                    <a:pt x="705" y="0"/>
                  </a:lnTo>
                  <a:lnTo>
                    <a:pt x="709" y="0"/>
                  </a:lnTo>
                  <a:lnTo>
                    <a:pt x="712" y="0"/>
                  </a:lnTo>
                  <a:lnTo>
                    <a:pt x="716" y="0"/>
                  </a:lnTo>
                  <a:lnTo>
                    <a:pt x="720" y="0"/>
                  </a:lnTo>
                  <a:lnTo>
                    <a:pt x="723" y="0"/>
                  </a:lnTo>
                  <a:lnTo>
                    <a:pt x="727" y="0"/>
                  </a:lnTo>
                  <a:lnTo>
                    <a:pt x="730" y="0"/>
                  </a:lnTo>
                  <a:lnTo>
                    <a:pt x="734" y="0"/>
                  </a:lnTo>
                  <a:lnTo>
                    <a:pt x="738" y="0"/>
                  </a:lnTo>
                  <a:lnTo>
                    <a:pt x="741" y="0"/>
                  </a:lnTo>
                  <a:lnTo>
                    <a:pt x="745" y="0"/>
                  </a:lnTo>
                  <a:lnTo>
                    <a:pt x="748" y="0"/>
                  </a:lnTo>
                  <a:lnTo>
                    <a:pt x="752" y="0"/>
                  </a:lnTo>
                  <a:lnTo>
                    <a:pt x="756" y="0"/>
                  </a:lnTo>
                  <a:lnTo>
                    <a:pt x="759" y="0"/>
                  </a:lnTo>
                  <a:lnTo>
                    <a:pt x="763" y="0"/>
                  </a:lnTo>
                  <a:lnTo>
                    <a:pt x="766" y="0"/>
                  </a:lnTo>
                  <a:lnTo>
                    <a:pt x="770" y="0"/>
                  </a:lnTo>
                  <a:lnTo>
                    <a:pt x="774" y="0"/>
                  </a:lnTo>
                  <a:lnTo>
                    <a:pt x="777" y="0"/>
                  </a:lnTo>
                  <a:lnTo>
                    <a:pt x="77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9" name="Freeform 67"/>
            <p:cNvSpPr>
              <a:spLocks/>
            </p:cNvSpPr>
            <p:nvPr/>
          </p:nvSpPr>
          <p:spPr bwMode="auto">
            <a:xfrm>
              <a:off x="749" y="1048"/>
              <a:ext cx="137" cy="2023"/>
            </a:xfrm>
            <a:custGeom>
              <a:avLst/>
              <a:gdLst/>
              <a:ahLst/>
              <a:cxnLst>
                <a:cxn ang="0">
                  <a:pos x="0" y="2005"/>
                </a:cxn>
                <a:cxn ang="0">
                  <a:pos x="3" y="1962"/>
                </a:cxn>
                <a:cxn ang="0">
                  <a:pos x="7" y="1919"/>
                </a:cxn>
                <a:cxn ang="0">
                  <a:pos x="11" y="1872"/>
                </a:cxn>
                <a:cxn ang="0">
                  <a:pos x="11" y="1825"/>
                </a:cxn>
                <a:cxn ang="0">
                  <a:pos x="14" y="1778"/>
                </a:cxn>
                <a:cxn ang="0">
                  <a:pos x="18" y="1731"/>
                </a:cxn>
                <a:cxn ang="0">
                  <a:pos x="21" y="1681"/>
                </a:cxn>
                <a:cxn ang="0">
                  <a:pos x="25" y="1631"/>
                </a:cxn>
                <a:cxn ang="0">
                  <a:pos x="25" y="1577"/>
                </a:cxn>
                <a:cxn ang="0">
                  <a:pos x="29" y="1523"/>
                </a:cxn>
                <a:cxn ang="0">
                  <a:pos x="32" y="1472"/>
                </a:cxn>
                <a:cxn ang="0">
                  <a:pos x="36" y="1418"/>
                </a:cxn>
                <a:cxn ang="0">
                  <a:pos x="36" y="1361"/>
                </a:cxn>
                <a:cxn ang="0">
                  <a:pos x="39" y="1307"/>
                </a:cxn>
                <a:cxn ang="0">
                  <a:pos x="43" y="1253"/>
                </a:cxn>
                <a:cxn ang="0">
                  <a:pos x="47" y="1195"/>
                </a:cxn>
                <a:cxn ang="0">
                  <a:pos x="50" y="1141"/>
                </a:cxn>
                <a:cxn ang="0">
                  <a:pos x="50" y="1087"/>
                </a:cxn>
                <a:cxn ang="0">
                  <a:pos x="54" y="1029"/>
                </a:cxn>
                <a:cxn ang="0">
                  <a:pos x="57" y="975"/>
                </a:cxn>
                <a:cxn ang="0">
                  <a:pos x="61" y="921"/>
                </a:cxn>
                <a:cxn ang="0">
                  <a:pos x="61" y="867"/>
                </a:cxn>
                <a:cxn ang="0">
                  <a:pos x="65" y="813"/>
                </a:cxn>
                <a:cxn ang="0">
                  <a:pos x="68" y="763"/>
                </a:cxn>
                <a:cxn ang="0">
                  <a:pos x="72" y="709"/>
                </a:cxn>
                <a:cxn ang="0">
                  <a:pos x="75" y="659"/>
                </a:cxn>
                <a:cxn ang="0">
                  <a:pos x="75" y="612"/>
                </a:cxn>
                <a:cxn ang="0">
                  <a:pos x="79" y="562"/>
                </a:cxn>
                <a:cxn ang="0">
                  <a:pos x="83" y="515"/>
                </a:cxn>
                <a:cxn ang="0">
                  <a:pos x="86" y="472"/>
                </a:cxn>
                <a:cxn ang="0">
                  <a:pos x="86" y="428"/>
                </a:cxn>
                <a:cxn ang="0">
                  <a:pos x="90" y="385"/>
                </a:cxn>
                <a:cxn ang="0">
                  <a:pos x="93" y="346"/>
                </a:cxn>
                <a:cxn ang="0">
                  <a:pos x="97" y="306"/>
                </a:cxn>
                <a:cxn ang="0">
                  <a:pos x="97" y="270"/>
                </a:cxn>
                <a:cxn ang="0">
                  <a:pos x="101" y="234"/>
                </a:cxn>
                <a:cxn ang="0">
                  <a:pos x="104" y="202"/>
                </a:cxn>
                <a:cxn ang="0">
                  <a:pos x="108" y="173"/>
                </a:cxn>
                <a:cxn ang="0">
                  <a:pos x="111" y="144"/>
                </a:cxn>
                <a:cxn ang="0">
                  <a:pos x="111" y="119"/>
                </a:cxn>
                <a:cxn ang="0">
                  <a:pos x="115" y="97"/>
                </a:cxn>
                <a:cxn ang="0">
                  <a:pos x="119" y="76"/>
                </a:cxn>
                <a:cxn ang="0">
                  <a:pos x="122" y="58"/>
                </a:cxn>
                <a:cxn ang="0">
                  <a:pos x="122" y="40"/>
                </a:cxn>
                <a:cxn ang="0">
                  <a:pos x="126" y="29"/>
                </a:cxn>
                <a:cxn ang="0">
                  <a:pos x="129" y="18"/>
                </a:cxn>
                <a:cxn ang="0">
                  <a:pos x="133" y="11"/>
                </a:cxn>
                <a:cxn ang="0">
                  <a:pos x="137" y="4"/>
                </a:cxn>
              </a:cxnLst>
              <a:rect l="0" t="0" r="r" b="b"/>
              <a:pathLst>
                <a:path w="137" h="2023">
                  <a:moveTo>
                    <a:pt x="0" y="2023"/>
                  </a:moveTo>
                  <a:lnTo>
                    <a:pt x="0" y="2005"/>
                  </a:lnTo>
                  <a:lnTo>
                    <a:pt x="3" y="1983"/>
                  </a:lnTo>
                  <a:lnTo>
                    <a:pt x="3" y="1962"/>
                  </a:lnTo>
                  <a:lnTo>
                    <a:pt x="7" y="1940"/>
                  </a:lnTo>
                  <a:lnTo>
                    <a:pt x="7" y="1919"/>
                  </a:lnTo>
                  <a:lnTo>
                    <a:pt x="7" y="1897"/>
                  </a:lnTo>
                  <a:lnTo>
                    <a:pt x="11" y="1872"/>
                  </a:lnTo>
                  <a:lnTo>
                    <a:pt x="11" y="1850"/>
                  </a:lnTo>
                  <a:lnTo>
                    <a:pt x="11" y="1825"/>
                  </a:lnTo>
                  <a:lnTo>
                    <a:pt x="14" y="1803"/>
                  </a:lnTo>
                  <a:lnTo>
                    <a:pt x="14" y="1778"/>
                  </a:lnTo>
                  <a:lnTo>
                    <a:pt x="18" y="1753"/>
                  </a:lnTo>
                  <a:lnTo>
                    <a:pt x="18" y="1731"/>
                  </a:lnTo>
                  <a:lnTo>
                    <a:pt x="18" y="1706"/>
                  </a:lnTo>
                  <a:lnTo>
                    <a:pt x="21" y="1681"/>
                  </a:lnTo>
                  <a:lnTo>
                    <a:pt x="21" y="1656"/>
                  </a:lnTo>
                  <a:lnTo>
                    <a:pt x="25" y="1631"/>
                  </a:lnTo>
                  <a:lnTo>
                    <a:pt x="25" y="1602"/>
                  </a:lnTo>
                  <a:lnTo>
                    <a:pt x="25" y="1577"/>
                  </a:lnTo>
                  <a:lnTo>
                    <a:pt x="29" y="1551"/>
                  </a:lnTo>
                  <a:lnTo>
                    <a:pt x="29" y="1523"/>
                  </a:lnTo>
                  <a:lnTo>
                    <a:pt x="32" y="1497"/>
                  </a:lnTo>
                  <a:lnTo>
                    <a:pt x="32" y="1472"/>
                  </a:lnTo>
                  <a:lnTo>
                    <a:pt x="32" y="1443"/>
                  </a:lnTo>
                  <a:lnTo>
                    <a:pt x="36" y="1418"/>
                  </a:lnTo>
                  <a:lnTo>
                    <a:pt x="36" y="1389"/>
                  </a:lnTo>
                  <a:lnTo>
                    <a:pt x="36" y="1361"/>
                  </a:lnTo>
                  <a:lnTo>
                    <a:pt x="39" y="1335"/>
                  </a:lnTo>
                  <a:lnTo>
                    <a:pt x="39" y="1307"/>
                  </a:lnTo>
                  <a:lnTo>
                    <a:pt x="43" y="1281"/>
                  </a:lnTo>
                  <a:lnTo>
                    <a:pt x="43" y="1253"/>
                  </a:lnTo>
                  <a:lnTo>
                    <a:pt x="43" y="1224"/>
                  </a:lnTo>
                  <a:lnTo>
                    <a:pt x="47" y="1195"/>
                  </a:lnTo>
                  <a:lnTo>
                    <a:pt x="47" y="1170"/>
                  </a:lnTo>
                  <a:lnTo>
                    <a:pt x="50" y="1141"/>
                  </a:lnTo>
                  <a:lnTo>
                    <a:pt x="50" y="1112"/>
                  </a:lnTo>
                  <a:lnTo>
                    <a:pt x="50" y="1087"/>
                  </a:lnTo>
                  <a:lnTo>
                    <a:pt x="54" y="1058"/>
                  </a:lnTo>
                  <a:lnTo>
                    <a:pt x="54" y="1029"/>
                  </a:lnTo>
                  <a:lnTo>
                    <a:pt x="54" y="1004"/>
                  </a:lnTo>
                  <a:lnTo>
                    <a:pt x="57" y="975"/>
                  </a:lnTo>
                  <a:lnTo>
                    <a:pt x="57" y="950"/>
                  </a:lnTo>
                  <a:lnTo>
                    <a:pt x="61" y="921"/>
                  </a:lnTo>
                  <a:lnTo>
                    <a:pt x="61" y="896"/>
                  </a:lnTo>
                  <a:lnTo>
                    <a:pt x="61" y="867"/>
                  </a:lnTo>
                  <a:lnTo>
                    <a:pt x="65" y="842"/>
                  </a:lnTo>
                  <a:lnTo>
                    <a:pt x="65" y="813"/>
                  </a:lnTo>
                  <a:lnTo>
                    <a:pt x="68" y="788"/>
                  </a:lnTo>
                  <a:lnTo>
                    <a:pt x="68" y="763"/>
                  </a:lnTo>
                  <a:lnTo>
                    <a:pt x="68" y="738"/>
                  </a:lnTo>
                  <a:lnTo>
                    <a:pt x="72" y="709"/>
                  </a:lnTo>
                  <a:lnTo>
                    <a:pt x="72" y="684"/>
                  </a:lnTo>
                  <a:lnTo>
                    <a:pt x="75" y="659"/>
                  </a:lnTo>
                  <a:lnTo>
                    <a:pt x="75" y="637"/>
                  </a:lnTo>
                  <a:lnTo>
                    <a:pt x="75" y="612"/>
                  </a:lnTo>
                  <a:lnTo>
                    <a:pt x="79" y="587"/>
                  </a:lnTo>
                  <a:lnTo>
                    <a:pt x="79" y="562"/>
                  </a:lnTo>
                  <a:lnTo>
                    <a:pt x="79" y="540"/>
                  </a:lnTo>
                  <a:lnTo>
                    <a:pt x="83" y="515"/>
                  </a:lnTo>
                  <a:lnTo>
                    <a:pt x="83" y="493"/>
                  </a:lnTo>
                  <a:lnTo>
                    <a:pt x="86" y="472"/>
                  </a:lnTo>
                  <a:lnTo>
                    <a:pt x="86" y="450"/>
                  </a:lnTo>
                  <a:lnTo>
                    <a:pt x="86" y="428"/>
                  </a:lnTo>
                  <a:lnTo>
                    <a:pt x="90" y="407"/>
                  </a:lnTo>
                  <a:lnTo>
                    <a:pt x="90" y="385"/>
                  </a:lnTo>
                  <a:lnTo>
                    <a:pt x="93" y="364"/>
                  </a:lnTo>
                  <a:lnTo>
                    <a:pt x="93" y="346"/>
                  </a:lnTo>
                  <a:lnTo>
                    <a:pt x="93" y="324"/>
                  </a:lnTo>
                  <a:lnTo>
                    <a:pt x="97" y="306"/>
                  </a:lnTo>
                  <a:lnTo>
                    <a:pt x="97" y="288"/>
                  </a:lnTo>
                  <a:lnTo>
                    <a:pt x="97" y="270"/>
                  </a:lnTo>
                  <a:lnTo>
                    <a:pt x="101" y="252"/>
                  </a:lnTo>
                  <a:lnTo>
                    <a:pt x="101" y="234"/>
                  </a:lnTo>
                  <a:lnTo>
                    <a:pt x="104" y="220"/>
                  </a:lnTo>
                  <a:lnTo>
                    <a:pt x="104" y="202"/>
                  </a:lnTo>
                  <a:lnTo>
                    <a:pt x="104" y="187"/>
                  </a:lnTo>
                  <a:lnTo>
                    <a:pt x="108" y="173"/>
                  </a:lnTo>
                  <a:lnTo>
                    <a:pt x="108" y="158"/>
                  </a:lnTo>
                  <a:lnTo>
                    <a:pt x="111" y="144"/>
                  </a:lnTo>
                  <a:lnTo>
                    <a:pt x="111" y="133"/>
                  </a:lnTo>
                  <a:lnTo>
                    <a:pt x="111" y="119"/>
                  </a:lnTo>
                  <a:lnTo>
                    <a:pt x="115" y="108"/>
                  </a:lnTo>
                  <a:lnTo>
                    <a:pt x="115" y="97"/>
                  </a:lnTo>
                  <a:lnTo>
                    <a:pt x="119" y="86"/>
                  </a:lnTo>
                  <a:lnTo>
                    <a:pt x="119" y="76"/>
                  </a:lnTo>
                  <a:lnTo>
                    <a:pt x="119" y="65"/>
                  </a:lnTo>
                  <a:lnTo>
                    <a:pt x="122" y="58"/>
                  </a:lnTo>
                  <a:lnTo>
                    <a:pt x="122" y="50"/>
                  </a:lnTo>
                  <a:lnTo>
                    <a:pt x="122" y="40"/>
                  </a:lnTo>
                  <a:lnTo>
                    <a:pt x="126" y="36"/>
                  </a:lnTo>
                  <a:lnTo>
                    <a:pt x="126" y="29"/>
                  </a:lnTo>
                  <a:lnTo>
                    <a:pt x="129" y="22"/>
                  </a:lnTo>
                  <a:lnTo>
                    <a:pt x="129" y="18"/>
                  </a:lnTo>
                  <a:lnTo>
                    <a:pt x="129" y="14"/>
                  </a:lnTo>
                  <a:lnTo>
                    <a:pt x="133" y="11"/>
                  </a:lnTo>
                  <a:lnTo>
                    <a:pt x="133" y="7"/>
                  </a:lnTo>
                  <a:lnTo>
                    <a:pt x="137" y="4"/>
                  </a:lnTo>
                  <a:lnTo>
                    <a:pt x="137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0" name="Freeform 68"/>
            <p:cNvSpPr>
              <a:spLocks/>
            </p:cNvSpPr>
            <p:nvPr/>
          </p:nvSpPr>
          <p:spPr bwMode="auto">
            <a:xfrm>
              <a:off x="889" y="1048"/>
              <a:ext cx="2481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5" y="1904"/>
                </a:cxn>
                <a:cxn ang="0">
                  <a:pos x="321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4" y="2171"/>
                </a:cxn>
                <a:cxn ang="0">
                  <a:pos x="501" y="2196"/>
                </a:cxn>
                <a:cxn ang="0">
                  <a:pos x="526" y="2131"/>
                </a:cxn>
                <a:cxn ang="0">
                  <a:pos x="551" y="2048"/>
                </a:cxn>
                <a:cxn ang="0">
                  <a:pos x="573" y="1965"/>
                </a:cxn>
                <a:cxn ang="0">
                  <a:pos x="601" y="1901"/>
                </a:cxn>
                <a:cxn ang="0">
                  <a:pos x="655" y="1911"/>
                </a:cxn>
                <a:cxn ang="0">
                  <a:pos x="681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3" y="2009"/>
                </a:cxn>
                <a:cxn ang="0">
                  <a:pos x="871" y="1947"/>
                </a:cxn>
                <a:cxn ang="0">
                  <a:pos x="933" y="1944"/>
                </a:cxn>
                <a:cxn ang="0">
                  <a:pos x="965" y="2005"/>
                </a:cxn>
                <a:cxn ang="0">
                  <a:pos x="997" y="2066"/>
                </a:cxn>
                <a:cxn ang="0">
                  <a:pos x="1051" y="2106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9" y="2001"/>
                </a:cxn>
                <a:cxn ang="0">
                  <a:pos x="1282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4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7" y="2077"/>
                </a:cxn>
                <a:cxn ang="0">
                  <a:pos x="1674" y="2023"/>
                </a:cxn>
                <a:cxn ang="0">
                  <a:pos x="1732" y="1973"/>
                </a:cxn>
                <a:cxn ang="0">
                  <a:pos x="1793" y="2005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7" y="1998"/>
                </a:cxn>
                <a:cxn ang="0">
                  <a:pos x="2038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3" y="1987"/>
                </a:cxn>
                <a:cxn ang="0">
                  <a:pos x="2344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1" y="2045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1" name="Freeform 69"/>
            <p:cNvSpPr>
              <a:spLocks/>
            </p:cNvSpPr>
            <p:nvPr/>
          </p:nvSpPr>
          <p:spPr bwMode="auto">
            <a:xfrm>
              <a:off x="3370" y="3039"/>
              <a:ext cx="1839" cy="64"/>
            </a:xfrm>
            <a:custGeom>
              <a:avLst/>
              <a:gdLst/>
              <a:ahLst/>
              <a:cxnLst>
                <a:cxn ang="0">
                  <a:pos x="28" y="32"/>
                </a:cxn>
                <a:cxn ang="0">
                  <a:pos x="61" y="7"/>
                </a:cxn>
                <a:cxn ang="0">
                  <a:pos x="93" y="0"/>
                </a:cxn>
                <a:cxn ang="0">
                  <a:pos x="126" y="7"/>
                </a:cxn>
                <a:cxn ang="0">
                  <a:pos x="158" y="28"/>
                </a:cxn>
                <a:cxn ang="0">
                  <a:pos x="190" y="50"/>
                </a:cxn>
                <a:cxn ang="0">
                  <a:pos x="223" y="64"/>
                </a:cxn>
                <a:cxn ang="0">
                  <a:pos x="255" y="61"/>
                </a:cxn>
                <a:cxn ang="0">
                  <a:pos x="288" y="46"/>
                </a:cxn>
                <a:cxn ang="0">
                  <a:pos x="320" y="21"/>
                </a:cxn>
                <a:cxn ang="0">
                  <a:pos x="352" y="7"/>
                </a:cxn>
                <a:cxn ang="0">
                  <a:pos x="385" y="3"/>
                </a:cxn>
                <a:cxn ang="0">
                  <a:pos x="417" y="14"/>
                </a:cxn>
                <a:cxn ang="0">
                  <a:pos x="450" y="36"/>
                </a:cxn>
                <a:cxn ang="0">
                  <a:pos x="482" y="57"/>
                </a:cxn>
                <a:cxn ang="0">
                  <a:pos x="514" y="64"/>
                </a:cxn>
                <a:cxn ang="0">
                  <a:pos x="547" y="54"/>
                </a:cxn>
                <a:cxn ang="0">
                  <a:pos x="579" y="36"/>
                </a:cxn>
                <a:cxn ang="0">
                  <a:pos x="612" y="18"/>
                </a:cxn>
                <a:cxn ang="0">
                  <a:pos x="644" y="3"/>
                </a:cxn>
                <a:cxn ang="0">
                  <a:pos x="676" y="7"/>
                </a:cxn>
                <a:cxn ang="0">
                  <a:pos x="709" y="25"/>
                </a:cxn>
                <a:cxn ang="0">
                  <a:pos x="741" y="43"/>
                </a:cxn>
                <a:cxn ang="0">
                  <a:pos x="774" y="57"/>
                </a:cxn>
                <a:cxn ang="0">
                  <a:pos x="806" y="57"/>
                </a:cxn>
                <a:cxn ang="0">
                  <a:pos x="838" y="46"/>
                </a:cxn>
                <a:cxn ang="0">
                  <a:pos x="871" y="28"/>
                </a:cxn>
                <a:cxn ang="0">
                  <a:pos x="903" y="10"/>
                </a:cxn>
                <a:cxn ang="0">
                  <a:pos x="936" y="7"/>
                </a:cxn>
                <a:cxn ang="0">
                  <a:pos x="968" y="14"/>
                </a:cxn>
                <a:cxn ang="0">
                  <a:pos x="1000" y="32"/>
                </a:cxn>
                <a:cxn ang="0">
                  <a:pos x="1033" y="50"/>
                </a:cxn>
                <a:cxn ang="0">
                  <a:pos x="1065" y="57"/>
                </a:cxn>
                <a:cxn ang="0">
                  <a:pos x="1098" y="54"/>
                </a:cxn>
                <a:cxn ang="0">
                  <a:pos x="1130" y="39"/>
                </a:cxn>
                <a:cxn ang="0">
                  <a:pos x="1162" y="21"/>
                </a:cxn>
                <a:cxn ang="0">
                  <a:pos x="1195" y="10"/>
                </a:cxn>
                <a:cxn ang="0">
                  <a:pos x="1227" y="10"/>
                </a:cxn>
                <a:cxn ang="0">
                  <a:pos x="1260" y="21"/>
                </a:cxn>
                <a:cxn ang="0">
                  <a:pos x="1292" y="39"/>
                </a:cxn>
                <a:cxn ang="0">
                  <a:pos x="1324" y="54"/>
                </a:cxn>
                <a:cxn ang="0">
                  <a:pos x="1357" y="57"/>
                </a:cxn>
                <a:cxn ang="0">
                  <a:pos x="1389" y="46"/>
                </a:cxn>
                <a:cxn ang="0">
                  <a:pos x="1422" y="32"/>
                </a:cxn>
                <a:cxn ang="0">
                  <a:pos x="1454" y="18"/>
                </a:cxn>
                <a:cxn ang="0">
                  <a:pos x="1486" y="10"/>
                </a:cxn>
                <a:cxn ang="0">
                  <a:pos x="1519" y="14"/>
                </a:cxn>
                <a:cxn ang="0">
                  <a:pos x="1551" y="28"/>
                </a:cxn>
                <a:cxn ang="0">
                  <a:pos x="1584" y="43"/>
                </a:cxn>
                <a:cxn ang="0">
                  <a:pos x="1616" y="54"/>
                </a:cxn>
                <a:cxn ang="0">
                  <a:pos x="1648" y="54"/>
                </a:cxn>
                <a:cxn ang="0">
                  <a:pos x="1681" y="43"/>
                </a:cxn>
                <a:cxn ang="0">
                  <a:pos x="1713" y="25"/>
                </a:cxn>
                <a:cxn ang="0">
                  <a:pos x="1746" y="14"/>
                </a:cxn>
                <a:cxn ang="0">
                  <a:pos x="1778" y="14"/>
                </a:cxn>
                <a:cxn ang="0">
                  <a:pos x="1810" y="21"/>
                </a:cxn>
                <a:cxn ang="0">
                  <a:pos x="1839" y="32"/>
                </a:cxn>
              </a:cxnLst>
              <a:rect l="0" t="0" r="r" b="b"/>
              <a:pathLst>
                <a:path w="1839" h="64">
                  <a:moveTo>
                    <a:pt x="0" y="54"/>
                  </a:moveTo>
                  <a:lnTo>
                    <a:pt x="3" y="50"/>
                  </a:lnTo>
                  <a:lnTo>
                    <a:pt x="7" y="50"/>
                  </a:lnTo>
                  <a:lnTo>
                    <a:pt x="10" y="46"/>
                  </a:lnTo>
                  <a:lnTo>
                    <a:pt x="14" y="43"/>
                  </a:lnTo>
                  <a:lnTo>
                    <a:pt x="18" y="39"/>
                  </a:lnTo>
                  <a:lnTo>
                    <a:pt x="21" y="36"/>
                  </a:lnTo>
                  <a:lnTo>
                    <a:pt x="25" y="36"/>
                  </a:lnTo>
                  <a:lnTo>
                    <a:pt x="28" y="32"/>
                  </a:lnTo>
                  <a:lnTo>
                    <a:pt x="32" y="28"/>
                  </a:lnTo>
                  <a:lnTo>
                    <a:pt x="36" y="25"/>
                  </a:lnTo>
                  <a:lnTo>
                    <a:pt x="39" y="21"/>
                  </a:lnTo>
                  <a:lnTo>
                    <a:pt x="43" y="21"/>
                  </a:lnTo>
                  <a:lnTo>
                    <a:pt x="46" y="18"/>
                  </a:lnTo>
                  <a:lnTo>
                    <a:pt x="50" y="14"/>
                  </a:lnTo>
                  <a:lnTo>
                    <a:pt x="54" y="10"/>
                  </a:lnTo>
                  <a:lnTo>
                    <a:pt x="57" y="10"/>
                  </a:lnTo>
                  <a:lnTo>
                    <a:pt x="61" y="7"/>
                  </a:lnTo>
                  <a:lnTo>
                    <a:pt x="64" y="7"/>
                  </a:lnTo>
                  <a:lnTo>
                    <a:pt x="68" y="3"/>
                  </a:lnTo>
                  <a:lnTo>
                    <a:pt x="72" y="3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0"/>
                  </a:lnTo>
                  <a:lnTo>
                    <a:pt x="115" y="3"/>
                  </a:lnTo>
                  <a:lnTo>
                    <a:pt x="118" y="3"/>
                  </a:lnTo>
                  <a:lnTo>
                    <a:pt x="122" y="3"/>
                  </a:lnTo>
                  <a:lnTo>
                    <a:pt x="126" y="7"/>
                  </a:lnTo>
                  <a:lnTo>
                    <a:pt x="129" y="7"/>
                  </a:lnTo>
                  <a:lnTo>
                    <a:pt x="133" y="10"/>
                  </a:lnTo>
                  <a:lnTo>
                    <a:pt x="136" y="10"/>
                  </a:lnTo>
                  <a:lnTo>
                    <a:pt x="140" y="14"/>
                  </a:lnTo>
                  <a:lnTo>
                    <a:pt x="144" y="18"/>
                  </a:lnTo>
                  <a:lnTo>
                    <a:pt x="147" y="18"/>
                  </a:lnTo>
                  <a:lnTo>
                    <a:pt x="151" y="21"/>
                  </a:lnTo>
                  <a:lnTo>
                    <a:pt x="154" y="25"/>
                  </a:lnTo>
                  <a:lnTo>
                    <a:pt x="158" y="28"/>
                  </a:lnTo>
                  <a:lnTo>
                    <a:pt x="162" y="28"/>
                  </a:lnTo>
                  <a:lnTo>
                    <a:pt x="165" y="32"/>
                  </a:lnTo>
                  <a:lnTo>
                    <a:pt x="169" y="36"/>
                  </a:lnTo>
                  <a:lnTo>
                    <a:pt x="172" y="39"/>
                  </a:lnTo>
                  <a:lnTo>
                    <a:pt x="176" y="43"/>
                  </a:lnTo>
                  <a:lnTo>
                    <a:pt x="180" y="43"/>
                  </a:lnTo>
                  <a:lnTo>
                    <a:pt x="183" y="46"/>
                  </a:lnTo>
                  <a:lnTo>
                    <a:pt x="187" y="46"/>
                  </a:lnTo>
                  <a:lnTo>
                    <a:pt x="190" y="50"/>
                  </a:lnTo>
                  <a:lnTo>
                    <a:pt x="194" y="54"/>
                  </a:lnTo>
                  <a:lnTo>
                    <a:pt x="198" y="54"/>
                  </a:lnTo>
                  <a:lnTo>
                    <a:pt x="201" y="57"/>
                  </a:lnTo>
                  <a:lnTo>
                    <a:pt x="205" y="57"/>
                  </a:lnTo>
                  <a:lnTo>
                    <a:pt x="208" y="61"/>
                  </a:lnTo>
                  <a:lnTo>
                    <a:pt x="212" y="61"/>
                  </a:lnTo>
                  <a:lnTo>
                    <a:pt x="216" y="64"/>
                  </a:lnTo>
                  <a:lnTo>
                    <a:pt x="219" y="64"/>
                  </a:lnTo>
                  <a:lnTo>
                    <a:pt x="223" y="64"/>
                  </a:lnTo>
                  <a:lnTo>
                    <a:pt x="226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7" y="64"/>
                  </a:lnTo>
                  <a:lnTo>
                    <a:pt x="241" y="64"/>
                  </a:lnTo>
                  <a:lnTo>
                    <a:pt x="244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5" y="61"/>
                  </a:lnTo>
                  <a:lnTo>
                    <a:pt x="259" y="61"/>
                  </a:lnTo>
                  <a:lnTo>
                    <a:pt x="262" y="61"/>
                  </a:lnTo>
                  <a:lnTo>
                    <a:pt x="266" y="57"/>
                  </a:lnTo>
                  <a:lnTo>
                    <a:pt x="270" y="57"/>
                  </a:lnTo>
                  <a:lnTo>
                    <a:pt x="273" y="54"/>
                  </a:lnTo>
                  <a:lnTo>
                    <a:pt x="277" y="54"/>
                  </a:lnTo>
                  <a:lnTo>
                    <a:pt x="280" y="50"/>
                  </a:lnTo>
                  <a:lnTo>
                    <a:pt x="284" y="46"/>
                  </a:lnTo>
                  <a:lnTo>
                    <a:pt x="288" y="46"/>
                  </a:lnTo>
                  <a:lnTo>
                    <a:pt x="291" y="43"/>
                  </a:lnTo>
                  <a:lnTo>
                    <a:pt x="295" y="39"/>
                  </a:lnTo>
                  <a:lnTo>
                    <a:pt x="298" y="39"/>
                  </a:lnTo>
                  <a:lnTo>
                    <a:pt x="302" y="36"/>
                  </a:lnTo>
                  <a:lnTo>
                    <a:pt x="306" y="32"/>
                  </a:lnTo>
                  <a:lnTo>
                    <a:pt x="309" y="28"/>
                  </a:lnTo>
                  <a:lnTo>
                    <a:pt x="313" y="28"/>
                  </a:lnTo>
                  <a:lnTo>
                    <a:pt x="316" y="25"/>
                  </a:lnTo>
                  <a:lnTo>
                    <a:pt x="320" y="21"/>
                  </a:lnTo>
                  <a:lnTo>
                    <a:pt x="324" y="21"/>
                  </a:lnTo>
                  <a:lnTo>
                    <a:pt x="327" y="18"/>
                  </a:lnTo>
                  <a:lnTo>
                    <a:pt x="331" y="14"/>
                  </a:lnTo>
                  <a:lnTo>
                    <a:pt x="334" y="14"/>
                  </a:lnTo>
                  <a:lnTo>
                    <a:pt x="338" y="10"/>
                  </a:lnTo>
                  <a:lnTo>
                    <a:pt x="342" y="10"/>
                  </a:lnTo>
                  <a:lnTo>
                    <a:pt x="345" y="7"/>
                  </a:lnTo>
                  <a:lnTo>
                    <a:pt x="349" y="7"/>
                  </a:lnTo>
                  <a:lnTo>
                    <a:pt x="352" y="7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3" y="3"/>
                  </a:lnTo>
                  <a:lnTo>
                    <a:pt x="367" y="3"/>
                  </a:lnTo>
                  <a:lnTo>
                    <a:pt x="370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1" y="3"/>
                  </a:lnTo>
                  <a:lnTo>
                    <a:pt x="385" y="3"/>
                  </a:lnTo>
                  <a:lnTo>
                    <a:pt x="388" y="3"/>
                  </a:lnTo>
                  <a:lnTo>
                    <a:pt x="392" y="3"/>
                  </a:lnTo>
                  <a:lnTo>
                    <a:pt x="396" y="7"/>
                  </a:lnTo>
                  <a:lnTo>
                    <a:pt x="399" y="7"/>
                  </a:lnTo>
                  <a:lnTo>
                    <a:pt x="403" y="7"/>
                  </a:lnTo>
                  <a:lnTo>
                    <a:pt x="406" y="10"/>
                  </a:lnTo>
                  <a:lnTo>
                    <a:pt x="410" y="10"/>
                  </a:lnTo>
                  <a:lnTo>
                    <a:pt x="414" y="14"/>
                  </a:lnTo>
                  <a:lnTo>
                    <a:pt x="417" y="14"/>
                  </a:lnTo>
                  <a:lnTo>
                    <a:pt x="421" y="18"/>
                  </a:lnTo>
                  <a:lnTo>
                    <a:pt x="424" y="21"/>
                  </a:lnTo>
                  <a:lnTo>
                    <a:pt x="428" y="21"/>
                  </a:lnTo>
                  <a:lnTo>
                    <a:pt x="432" y="25"/>
                  </a:lnTo>
                  <a:lnTo>
                    <a:pt x="435" y="28"/>
                  </a:lnTo>
                  <a:lnTo>
                    <a:pt x="439" y="28"/>
                  </a:lnTo>
                  <a:lnTo>
                    <a:pt x="442" y="32"/>
                  </a:lnTo>
                  <a:lnTo>
                    <a:pt x="446" y="36"/>
                  </a:lnTo>
                  <a:lnTo>
                    <a:pt x="450" y="36"/>
                  </a:lnTo>
                  <a:lnTo>
                    <a:pt x="453" y="39"/>
                  </a:lnTo>
                  <a:lnTo>
                    <a:pt x="457" y="43"/>
                  </a:lnTo>
                  <a:lnTo>
                    <a:pt x="460" y="43"/>
                  </a:lnTo>
                  <a:lnTo>
                    <a:pt x="464" y="46"/>
                  </a:lnTo>
                  <a:lnTo>
                    <a:pt x="468" y="50"/>
                  </a:lnTo>
                  <a:lnTo>
                    <a:pt x="471" y="50"/>
                  </a:lnTo>
                  <a:lnTo>
                    <a:pt x="475" y="54"/>
                  </a:lnTo>
                  <a:lnTo>
                    <a:pt x="478" y="54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89" y="57"/>
                  </a:lnTo>
                  <a:lnTo>
                    <a:pt x="493" y="61"/>
                  </a:lnTo>
                  <a:lnTo>
                    <a:pt x="496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7" y="61"/>
                  </a:lnTo>
                  <a:lnTo>
                    <a:pt x="511" y="64"/>
                  </a:lnTo>
                  <a:lnTo>
                    <a:pt x="514" y="64"/>
                  </a:lnTo>
                  <a:lnTo>
                    <a:pt x="518" y="64"/>
                  </a:lnTo>
                  <a:lnTo>
                    <a:pt x="522" y="61"/>
                  </a:lnTo>
                  <a:lnTo>
                    <a:pt x="525" y="61"/>
                  </a:lnTo>
                  <a:lnTo>
                    <a:pt x="529" y="61"/>
                  </a:lnTo>
                  <a:lnTo>
                    <a:pt x="532" y="61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3" y="57"/>
                  </a:lnTo>
                  <a:lnTo>
                    <a:pt x="547" y="54"/>
                  </a:lnTo>
                  <a:lnTo>
                    <a:pt x="550" y="54"/>
                  </a:lnTo>
                  <a:lnTo>
                    <a:pt x="554" y="50"/>
                  </a:lnTo>
                  <a:lnTo>
                    <a:pt x="558" y="50"/>
                  </a:lnTo>
                  <a:lnTo>
                    <a:pt x="561" y="46"/>
                  </a:lnTo>
                  <a:lnTo>
                    <a:pt x="565" y="43"/>
                  </a:lnTo>
                  <a:lnTo>
                    <a:pt x="568" y="43"/>
                  </a:lnTo>
                  <a:lnTo>
                    <a:pt x="572" y="39"/>
                  </a:lnTo>
                  <a:lnTo>
                    <a:pt x="576" y="39"/>
                  </a:lnTo>
                  <a:lnTo>
                    <a:pt x="579" y="36"/>
                  </a:lnTo>
                  <a:lnTo>
                    <a:pt x="583" y="36"/>
                  </a:lnTo>
                  <a:lnTo>
                    <a:pt x="586" y="32"/>
                  </a:lnTo>
                  <a:lnTo>
                    <a:pt x="590" y="28"/>
                  </a:lnTo>
                  <a:lnTo>
                    <a:pt x="594" y="25"/>
                  </a:lnTo>
                  <a:lnTo>
                    <a:pt x="597" y="25"/>
                  </a:lnTo>
                  <a:lnTo>
                    <a:pt x="601" y="21"/>
                  </a:lnTo>
                  <a:lnTo>
                    <a:pt x="604" y="21"/>
                  </a:lnTo>
                  <a:lnTo>
                    <a:pt x="608" y="18"/>
                  </a:lnTo>
                  <a:lnTo>
                    <a:pt x="612" y="18"/>
                  </a:lnTo>
                  <a:lnTo>
                    <a:pt x="615" y="14"/>
                  </a:lnTo>
                  <a:lnTo>
                    <a:pt x="619" y="14"/>
                  </a:lnTo>
                  <a:lnTo>
                    <a:pt x="622" y="10"/>
                  </a:lnTo>
                  <a:lnTo>
                    <a:pt x="626" y="10"/>
                  </a:lnTo>
                  <a:lnTo>
                    <a:pt x="630" y="7"/>
                  </a:lnTo>
                  <a:lnTo>
                    <a:pt x="633" y="7"/>
                  </a:lnTo>
                  <a:lnTo>
                    <a:pt x="637" y="7"/>
                  </a:lnTo>
                  <a:lnTo>
                    <a:pt x="640" y="7"/>
                  </a:lnTo>
                  <a:lnTo>
                    <a:pt x="644" y="3"/>
                  </a:lnTo>
                  <a:lnTo>
                    <a:pt x="648" y="3"/>
                  </a:lnTo>
                  <a:lnTo>
                    <a:pt x="651" y="3"/>
                  </a:lnTo>
                  <a:lnTo>
                    <a:pt x="655" y="3"/>
                  </a:lnTo>
                  <a:lnTo>
                    <a:pt x="658" y="3"/>
                  </a:lnTo>
                  <a:lnTo>
                    <a:pt x="662" y="3"/>
                  </a:lnTo>
                  <a:lnTo>
                    <a:pt x="666" y="7"/>
                  </a:lnTo>
                  <a:lnTo>
                    <a:pt x="669" y="7"/>
                  </a:lnTo>
                  <a:lnTo>
                    <a:pt x="673" y="7"/>
                  </a:lnTo>
                  <a:lnTo>
                    <a:pt x="676" y="7"/>
                  </a:lnTo>
                  <a:lnTo>
                    <a:pt x="680" y="10"/>
                  </a:lnTo>
                  <a:lnTo>
                    <a:pt x="684" y="10"/>
                  </a:lnTo>
                  <a:lnTo>
                    <a:pt x="687" y="14"/>
                  </a:lnTo>
                  <a:lnTo>
                    <a:pt x="691" y="14"/>
                  </a:lnTo>
                  <a:lnTo>
                    <a:pt x="694" y="14"/>
                  </a:lnTo>
                  <a:lnTo>
                    <a:pt x="698" y="18"/>
                  </a:lnTo>
                  <a:lnTo>
                    <a:pt x="702" y="21"/>
                  </a:lnTo>
                  <a:lnTo>
                    <a:pt x="705" y="21"/>
                  </a:lnTo>
                  <a:lnTo>
                    <a:pt x="709" y="25"/>
                  </a:lnTo>
                  <a:lnTo>
                    <a:pt x="712" y="25"/>
                  </a:lnTo>
                  <a:lnTo>
                    <a:pt x="716" y="28"/>
                  </a:lnTo>
                  <a:lnTo>
                    <a:pt x="720" y="32"/>
                  </a:lnTo>
                  <a:lnTo>
                    <a:pt x="723" y="32"/>
                  </a:lnTo>
                  <a:lnTo>
                    <a:pt x="727" y="36"/>
                  </a:lnTo>
                  <a:lnTo>
                    <a:pt x="730" y="36"/>
                  </a:lnTo>
                  <a:lnTo>
                    <a:pt x="734" y="39"/>
                  </a:lnTo>
                  <a:lnTo>
                    <a:pt x="738" y="43"/>
                  </a:lnTo>
                  <a:lnTo>
                    <a:pt x="741" y="43"/>
                  </a:lnTo>
                  <a:lnTo>
                    <a:pt x="745" y="46"/>
                  </a:lnTo>
                  <a:lnTo>
                    <a:pt x="748" y="46"/>
                  </a:lnTo>
                  <a:lnTo>
                    <a:pt x="752" y="50"/>
                  </a:lnTo>
                  <a:lnTo>
                    <a:pt x="756" y="50"/>
                  </a:lnTo>
                  <a:lnTo>
                    <a:pt x="759" y="54"/>
                  </a:lnTo>
                  <a:lnTo>
                    <a:pt x="763" y="54"/>
                  </a:lnTo>
                  <a:lnTo>
                    <a:pt x="766" y="57"/>
                  </a:lnTo>
                  <a:lnTo>
                    <a:pt x="770" y="57"/>
                  </a:lnTo>
                  <a:lnTo>
                    <a:pt x="774" y="57"/>
                  </a:lnTo>
                  <a:lnTo>
                    <a:pt x="777" y="57"/>
                  </a:lnTo>
                  <a:lnTo>
                    <a:pt x="781" y="61"/>
                  </a:lnTo>
                  <a:lnTo>
                    <a:pt x="784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5" y="61"/>
                  </a:lnTo>
                  <a:lnTo>
                    <a:pt x="799" y="61"/>
                  </a:lnTo>
                  <a:lnTo>
                    <a:pt x="802" y="61"/>
                  </a:lnTo>
                  <a:lnTo>
                    <a:pt x="806" y="57"/>
                  </a:lnTo>
                  <a:lnTo>
                    <a:pt x="810" y="57"/>
                  </a:lnTo>
                  <a:lnTo>
                    <a:pt x="813" y="57"/>
                  </a:lnTo>
                  <a:lnTo>
                    <a:pt x="817" y="57"/>
                  </a:lnTo>
                  <a:lnTo>
                    <a:pt x="820" y="54"/>
                  </a:lnTo>
                  <a:lnTo>
                    <a:pt x="824" y="54"/>
                  </a:lnTo>
                  <a:lnTo>
                    <a:pt x="828" y="54"/>
                  </a:lnTo>
                  <a:lnTo>
                    <a:pt x="831" y="50"/>
                  </a:lnTo>
                  <a:lnTo>
                    <a:pt x="835" y="50"/>
                  </a:lnTo>
                  <a:lnTo>
                    <a:pt x="838" y="46"/>
                  </a:lnTo>
                  <a:lnTo>
                    <a:pt x="842" y="46"/>
                  </a:lnTo>
                  <a:lnTo>
                    <a:pt x="846" y="43"/>
                  </a:lnTo>
                  <a:lnTo>
                    <a:pt x="849" y="39"/>
                  </a:lnTo>
                  <a:lnTo>
                    <a:pt x="853" y="39"/>
                  </a:lnTo>
                  <a:lnTo>
                    <a:pt x="856" y="36"/>
                  </a:lnTo>
                  <a:lnTo>
                    <a:pt x="860" y="36"/>
                  </a:lnTo>
                  <a:lnTo>
                    <a:pt x="864" y="32"/>
                  </a:lnTo>
                  <a:lnTo>
                    <a:pt x="867" y="32"/>
                  </a:lnTo>
                  <a:lnTo>
                    <a:pt x="871" y="28"/>
                  </a:lnTo>
                  <a:lnTo>
                    <a:pt x="874" y="25"/>
                  </a:lnTo>
                  <a:lnTo>
                    <a:pt x="878" y="25"/>
                  </a:lnTo>
                  <a:lnTo>
                    <a:pt x="882" y="21"/>
                  </a:lnTo>
                  <a:lnTo>
                    <a:pt x="885" y="21"/>
                  </a:lnTo>
                  <a:lnTo>
                    <a:pt x="889" y="18"/>
                  </a:lnTo>
                  <a:lnTo>
                    <a:pt x="892" y="18"/>
                  </a:lnTo>
                  <a:lnTo>
                    <a:pt x="896" y="14"/>
                  </a:lnTo>
                  <a:lnTo>
                    <a:pt x="900" y="14"/>
                  </a:lnTo>
                  <a:lnTo>
                    <a:pt x="903" y="10"/>
                  </a:lnTo>
                  <a:lnTo>
                    <a:pt x="907" y="10"/>
                  </a:lnTo>
                  <a:lnTo>
                    <a:pt x="910" y="10"/>
                  </a:lnTo>
                  <a:lnTo>
                    <a:pt x="914" y="10"/>
                  </a:lnTo>
                  <a:lnTo>
                    <a:pt x="918" y="7"/>
                  </a:lnTo>
                  <a:lnTo>
                    <a:pt x="921" y="7"/>
                  </a:lnTo>
                  <a:lnTo>
                    <a:pt x="925" y="7"/>
                  </a:lnTo>
                  <a:lnTo>
                    <a:pt x="928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39" y="7"/>
                  </a:lnTo>
                  <a:lnTo>
                    <a:pt x="943" y="7"/>
                  </a:lnTo>
                  <a:lnTo>
                    <a:pt x="946" y="7"/>
                  </a:lnTo>
                  <a:lnTo>
                    <a:pt x="950" y="10"/>
                  </a:lnTo>
                  <a:lnTo>
                    <a:pt x="954" y="10"/>
                  </a:lnTo>
                  <a:lnTo>
                    <a:pt x="957" y="10"/>
                  </a:lnTo>
                  <a:lnTo>
                    <a:pt x="961" y="14"/>
                  </a:lnTo>
                  <a:lnTo>
                    <a:pt x="964" y="14"/>
                  </a:lnTo>
                  <a:lnTo>
                    <a:pt x="968" y="14"/>
                  </a:lnTo>
                  <a:lnTo>
                    <a:pt x="972" y="18"/>
                  </a:lnTo>
                  <a:lnTo>
                    <a:pt x="975" y="18"/>
                  </a:lnTo>
                  <a:lnTo>
                    <a:pt x="979" y="21"/>
                  </a:lnTo>
                  <a:lnTo>
                    <a:pt x="982" y="21"/>
                  </a:lnTo>
                  <a:lnTo>
                    <a:pt x="986" y="25"/>
                  </a:lnTo>
                  <a:lnTo>
                    <a:pt x="990" y="25"/>
                  </a:lnTo>
                  <a:lnTo>
                    <a:pt x="993" y="28"/>
                  </a:lnTo>
                  <a:lnTo>
                    <a:pt x="997" y="28"/>
                  </a:lnTo>
                  <a:lnTo>
                    <a:pt x="1000" y="32"/>
                  </a:lnTo>
                  <a:lnTo>
                    <a:pt x="1004" y="36"/>
                  </a:lnTo>
                  <a:lnTo>
                    <a:pt x="1008" y="36"/>
                  </a:lnTo>
                  <a:lnTo>
                    <a:pt x="1011" y="39"/>
                  </a:lnTo>
                  <a:lnTo>
                    <a:pt x="1015" y="39"/>
                  </a:lnTo>
                  <a:lnTo>
                    <a:pt x="1018" y="43"/>
                  </a:lnTo>
                  <a:lnTo>
                    <a:pt x="1022" y="43"/>
                  </a:lnTo>
                  <a:lnTo>
                    <a:pt x="1026" y="46"/>
                  </a:lnTo>
                  <a:lnTo>
                    <a:pt x="1029" y="46"/>
                  </a:lnTo>
                  <a:lnTo>
                    <a:pt x="1033" y="50"/>
                  </a:lnTo>
                  <a:lnTo>
                    <a:pt x="1036" y="50"/>
                  </a:lnTo>
                  <a:lnTo>
                    <a:pt x="1040" y="54"/>
                  </a:lnTo>
                  <a:lnTo>
                    <a:pt x="1044" y="54"/>
                  </a:lnTo>
                  <a:lnTo>
                    <a:pt x="1047" y="54"/>
                  </a:lnTo>
                  <a:lnTo>
                    <a:pt x="1051" y="57"/>
                  </a:lnTo>
                  <a:lnTo>
                    <a:pt x="1054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5" y="57"/>
                  </a:lnTo>
                  <a:lnTo>
                    <a:pt x="1069" y="57"/>
                  </a:lnTo>
                  <a:lnTo>
                    <a:pt x="1072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3" y="57"/>
                  </a:lnTo>
                  <a:lnTo>
                    <a:pt x="1087" y="57"/>
                  </a:lnTo>
                  <a:lnTo>
                    <a:pt x="1090" y="57"/>
                  </a:lnTo>
                  <a:lnTo>
                    <a:pt x="1094" y="54"/>
                  </a:lnTo>
                  <a:lnTo>
                    <a:pt x="1098" y="54"/>
                  </a:lnTo>
                  <a:lnTo>
                    <a:pt x="1101" y="54"/>
                  </a:lnTo>
                  <a:lnTo>
                    <a:pt x="1105" y="50"/>
                  </a:lnTo>
                  <a:lnTo>
                    <a:pt x="1108" y="50"/>
                  </a:lnTo>
                  <a:lnTo>
                    <a:pt x="1112" y="50"/>
                  </a:lnTo>
                  <a:lnTo>
                    <a:pt x="1116" y="46"/>
                  </a:lnTo>
                  <a:lnTo>
                    <a:pt x="1119" y="46"/>
                  </a:lnTo>
                  <a:lnTo>
                    <a:pt x="1123" y="43"/>
                  </a:lnTo>
                  <a:lnTo>
                    <a:pt x="1126" y="43"/>
                  </a:lnTo>
                  <a:lnTo>
                    <a:pt x="1130" y="39"/>
                  </a:lnTo>
                  <a:lnTo>
                    <a:pt x="1134" y="36"/>
                  </a:lnTo>
                  <a:lnTo>
                    <a:pt x="1137" y="36"/>
                  </a:lnTo>
                  <a:lnTo>
                    <a:pt x="1141" y="32"/>
                  </a:lnTo>
                  <a:lnTo>
                    <a:pt x="1144" y="32"/>
                  </a:lnTo>
                  <a:lnTo>
                    <a:pt x="1148" y="28"/>
                  </a:lnTo>
                  <a:lnTo>
                    <a:pt x="1152" y="28"/>
                  </a:lnTo>
                  <a:lnTo>
                    <a:pt x="1155" y="25"/>
                  </a:lnTo>
                  <a:lnTo>
                    <a:pt x="1159" y="25"/>
                  </a:lnTo>
                  <a:lnTo>
                    <a:pt x="1162" y="21"/>
                  </a:lnTo>
                  <a:lnTo>
                    <a:pt x="1166" y="21"/>
                  </a:lnTo>
                  <a:lnTo>
                    <a:pt x="1170" y="18"/>
                  </a:lnTo>
                  <a:lnTo>
                    <a:pt x="1173" y="18"/>
                  </a:lnTo>
                  <a:lnTo>
                    <a:pt x="1177" y="14"/>
                  </a:lnTo>
                  <a:lnTo>
                    <a:pt x="1180" y="14"/>
                  </a:lnTo>
                  <a:lnTo>
                    <a:pt x="1184" y="14"/>
                  </a:lnTo>
                  <a:lnTo>
                    <a:pt x="1188" y="10"/>
                  </a:lnTo>
                  <a:lnTo>
                    <a:pt x="1191" y="10"/>
                  </a:lnTo>
                  <a:lnTo>
                    <a:pt x="1195" y="10"/>
                  </a:lnTo>
                  <a:lnTo>
                    <a:pt x="1198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09" y="10"/>
                  </a:lnTo>
                  <a:lnTo>
                    <a:pt x="1213" y="10"/>
                  </a:lnTo>
                  <a:lnTo>
                    <a:pt x="1216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7" y="10"/>
                  </a:lnTo>
                  <a:lnTo>
                    <a:pt x="1231" y="10"/>
                  </a:lnTo>
                  <a:lnTo>
                    <a:pt x="1234" y="10"/>
                  </a:lnTo>
                  <a:lnTo>
                    <a:pt x="1238" y="14"/>
                  </a:lnTo>
                  <a:lnTo>
                    <a:pt x="1242" y="14"/>
                  </a:lnTo>
                  <a:lnTo>
                    <a:pt x="1245" y="18"/>
                  </a:lnTo>
                  <a:lnTo>
                    <a:pt x="1249" y="18"/>
                  </a:lnTo>
                  <a:lnTo>
                    <a:pt x="1252" y="18"/>
                  </a:lnTo>
                  <a:lnTo>
                    <a:pt x="1256" y="21"/>
                  </a:lnTo>
                  <a:lnTo>
                    <a:pt x="1260" y="21"/>
                  </a:lnTo>
                  <a:lnTo>
                    <a:pt x="1263" y="25"/>
                  </a:lnTo>
                  <a:lnTo>
                    <a:pt x="1267" y="25"/>
                  </a:lnTo>
                  <a:lnTo>
                    <a:pt x="1270" y="28"/>
                  </a:lnTo>
                  <a:lnTo>
                    <a:pt x="1274" y="28"/>
                  </a:lnTo>
                  <a:lnTo>
                    <a:pt x="1278" y="32"/>
                  </a:lnTo>
                  <a:lnTo>
                    <a:pt x="1281" y="32"/>
                  </a:lnTo>
                  <a:lnTo>
                    <a:pt x="1285" y="36"/>
                  </a:lnTo>
                  <a:lnTo>
                    <a:pt x="1288" y="36"/>
                  </a:lnTo>
                  <a:lnTo>
                    <a:pt x="1292" y="39"/>
                  </a:lnTo>
                  <a:lnTo>
                    <a:pt x="1296" y="39"/>
                  </a:lnTo>
                  <a:lnTo>
                    <a:pt x="1299" y="43"/>
                  </a:lnTo>
                  <a:lnTo>
                    <a:pt x="1303" y="43"/>
                  </a:lnTo>
                  <a:lnTo>
                    <a:pt x="1306" y="46"/>
                  </a:lnTo>
                  <a:lnTo>
                    <a:pt x="1310" y="46"/>
                  </a:lnTo>
                  <a:lnTo>
                    <a:pt x="1314" y="50"/>
                  </a:lnTo>
                  <a:lnTo>
                    <a:pt x="1317" y="50"/>
                  </a:lnTo>
                  <a:lnTo>
                    <a:pt x="1321" y="50"/>
                  </a:lnTo>
                  <a:lnTo>
                    <a:pt x="1324" y="54"/>
                  </a:lnTo>
                  <a:lnTo>
                    <a:pt x="1328" y="54"/>
                  </a:lnTo>
                  <a:lnTo>
                    <a:pt x="1332" y="54"/>
                  </a:lnTo>
                  <a:lnTo>
                    <a:pt x="1335" y="54"/>
                  </a:lnTo>
                  <a:lnTo>
                    <a:pt x="1339" y="57"/>
                  </a:lnTo>
                  <a:lnTo>
                    <a:pt x="1342" y="57"/>
                  </a:lnTo>
                  <a:lnTo>
                    <a:pt x="1346" y="57"/>
                  </a:lnTo>
                  <a:lnTo>
                    <a:pt x="1350" y="57"/>
                  </a:lnTo>
                  <a:lnTo>
                    <a:pt x="1353" y="57"/>
                  </a:lnTo>
                  <a:lnTo>
                    <a:pt x="1357" y="57"/>
                  </a:lnTo>
                  <a:lnTo>
                    <a:pt x="1360" y="57"/>
                  </a:lnTo>
                  <a:lnTo>
                    <a:pt x="1364" y="54"/>
                  </a:lnTo>
                  <a:lnTo>
                    <a:pt x="1368" y="54"/>
                  </a:lnTo>
                  <a:lnTo>
                    <a:pt x="1371" y="54"/>
                  </a:lnTo>
                  <a:lnTo>
                    <a:pt x="1375" y="54"/>
                  </a:lnTo>
                  <a:lnTo>
                    <a:pt x="1378" y="50"/>
                  </a:lnTo>
                  <a:lnTo>
                    <a:pt x="1382" y="50"/>
                  </a:lnTo>
                  <a:lnTo>
                    <a:pt x="1386" y="50"/>
                  </a:lnTo>
                  <a:lnTo>
                    <a:pt x="1389" y="46"/>
                  </a:lnTo>
                  <a:lnTo>
                    <a:pt x="1393" y="46"/>
                  </a:lnTo>
                  <a:lnTo>
                    <a:pt x="1396" y="46"/>
                  </a:lnTo>
                  <a:lnTo>
                    <a:pt x="1400" y="43"/>
                  </a:lnTo>
                  <a:lnTo>
                    <a:pt x="1404" y="43"/>
                  </a:lnTo>
                  <a:lnTo>
                    <a:pt x="1407" y="39"/>
                  </a:lnTo>
                  <a:lnTo>
                    <a:pt x="1411" y="39"/>
                  </a:lnTo>
                  <a:lnTo>
                    <a:pt x="1414" y="36"/>
                  </a:lnTo>
                  <a:lnTo>
                    <a:pt x="1418" y="32"/>
                  </a:lnTo>
                  <a:lnTo>
                    <a:pt x="1422" y="32"/>
                  </a:lnTo>
                  <a:lnTo>
                    <a:pt x="1425" y="28"/>
                  </a:lnTo>
                  <a:lnTo>
                    <a:pt x="1429" y="28"/>
                  </a:lnTo>
                  <a:lnTo>
                    <a:pt x="1432" y="25"/>
                  </a:lnTo>
                  <a:lnTo>
                    <a:pt x="1436" y="25"/>
                  </a:lnTo>
                  <a:lnTo>
                    <a:pt x="1440" y="25"/>
                  </a:lnTo>
                  <a:lnTo>
                    <a:pt x="1443" y="21"/>
                  </a:lnTo>
                  <a:lnTo>
                    <a:pt x="1447" y="21"/>
                  </a:lnTo>
                  <a:lnTo>
                    <a:pt x="1450" y="18"/>
                  </a:lnTo>
                  <a:lnTo>
                    <a:pt x="1454" y="18"/>
                  </a:lnTo>
                  <a:lnTo>
                    <a:pt x="1458" y="18"/>
                  </a:lnTo>
                  <a:lnTo>
                    <a:pt x="1461" y="14"/>
                  </a:lnTo>
                  <a:lnTo>
                    <a:pt x="1465" y="14"/>
                  </a:lnTo>
                  <a:lnTo>
                    <a:pt x="1468" y="14"/>
                  </a:lnTo>
                  <a:lnTo>
                    <a:pt x="1472" y="10"/>
                  </a:lnTo>
                  <a:lnTo>
                    <a:pt x="1476" y="10"/>
                  </a:lnTo>
                  <a:lnTo>
                    <a:pt x="1479" y="10"/>
                  </a:lnTo>
                  <a:lnTo>
                    <a:pt x="1483" y="10"/>
                  </a:lnTo>
                  <a:lnTo>
                    <a:pt x="1486" y="10"/>
                  </a:lnTo>
                  <a:lnTo>
                    <a:pt x="1490" y="10"/>
                  </a:lnTo>
                  <a:lnTo>
                    <a:pt x="1494" y="10"/>
                  </a:lnTo>
                  <a:lnTo>
                    <a:pt x="1497" y="10"/>
                  </a:lnTo>
                  <a:lnTo>
                    <a:pt x="1501" y="10"/>
                  </a:lnTo>
                  <a:lnTo>
                    <a:pt x="1504" y="10"/>
                  </a:lnTo>
                  <a:lnTo>
                    <a:pt x="1508" y="14"/>
                  </a:lnTo>
                  <a:lnTo>
                    <a:pt x="1512" y="14"/>
                  </a:lnTo>
                  <a:lnTo>
                    <a:pt x="1515" y="14"/>
                  </a:lnTo>
                  <a:lnTo>
                    <a:pt x="1519" y="14"/>
                  </a:lnTo>
                  <a:lnTo>
                    <a:pt x="1522" y="18"/>
                  </a:lnTo>
                  <a:lnTo>
                    <a:pt x="1526" y="18"/>
                  </a:lnTo>
                  <a:lnTo>
                    <a:pt x="1530" y="18"/>
                  </a:lnTo>
                  <a:lnTo>
                    <a:pt x="1533" y="21"/>
                  </a:lnTo>
                  <a:lnTo>
                    <a:pt x="1537" y="21"/>
                  </a:lnTo>
                  <a:lnTo>
                    <a:pt x="1540" y="25"/>
                  </a:lnTo>
                  <a:lnTo>
                    <a:pt x="1544" y="25"/>
                  </a:lnTo>
                  <a:lnTo>
                    <a:pt x="1548" y="28"/>
                  </a:lnTo>
                  <a:lnTo>
                    <a:pt x="1551" y="28"/>
                  </a:lnTo>
                  <a:lnTo>
                    <a:pt x="1555" y="32"/>
                  </a:lnTo>
                  <a:lnTo>
                    <a:pt x="1558" y="32"/>
                  </a:lnTo>
                  <a:lnTo>
                    <a:pt x="1562" y="36"/>
                  </a:lnTo>
                  <a:lnTo>
                    <a:pt x="1566" y="36"/>
                  </a:lnTo>
                  <a:lnTo>
                    <a:pt x="1569" y="39"/>
                  </a:lnTo>
                  <a:lnTo>
                    <a:pt x="1573" y="39"/>
                  </a:lnTo>
                  <a:lnTo>
                    <a:pt x="1576" y="43"/>
                  </a:lnTo>
                  <a:lnTo>
                    <a:pt x="1580" y="43"/>
                  </a:lnTo>
                  <a:lnTo>
                    <a:pt x="1584" y="43"/>
                  </a:lnTo>
                  <a:lnTo>
                    <a:pt x="1587" y="46"/>
                  </a:lnTo>
                  <a:lnTo>
                    <a:pt x="1591" y="46"/>
                  </a:lnTo>
                  <a:lnTo>
                    <a:pt x="1594" y="50"/>
                  </a:lnTo>
                  <a:lnTo>
                    <a:pt x="1598" y="50"/>
                  </a:lnTo>
                  <a:lnTo>
                    <a:pt x="1602" y="50"/>
                  </a:lnTo>
                  <a:lnTo>
                    <a:pt x="1605" y="50"/>
                  </a:lnTo>
                  <a:lnTo>
                    <a:pt x="1609" y="54"/>
                  </a:lnTo>
                  <a:lnTo>
                    <a:pt x="1612" y="54"/>
                  </a:lnTo>
                  <a:lnTo>
                    <a:pt x="1616" y="54"/>
                  </a:lnTo>
                  <a:lnTo>
                    <a:pt x="1620" y="54"/>
                  </a:lnTo>
                  <a:lnTo>
                    <a:pt x="1623" y="54"/>
                  </a:lnTo>
                  <a:lnTo>
                    <a:pt x="1627" y="54"/>
                  </a:lnTo>
                  <a:lnTo>
                    <a:pt x="1630" y="54"/>
                  </a:lnTo>
                  <a:lnTo>
                    <a:pt x="1634" y="54"/>
                  </a:lnTo>
                  <a:lnTo>
                    <a:pt x="1638" y="54"/>
                  </a:lnTo>
                  <a:lnTo>
                    <a:pt x="1641" y="54"/>
                  </a:lnTo>
                  <a:lnTo>
                    <a:pt x="1645" y="54"/>
                  </a:lnTo>
                  <a:lnTo>
                    <a:pt x="1648" y="54"/>
                  </a:lnTo>
                  <a:lnTo>
                    <a:pt x="1652" y="54"/>
                  </a:lnTo>
                  <a:lnTo>
                    <a:pt x="1656" y="50"/>
                  </a:lnTo>
                  <a:lnTo>
                    <a:pt x="1659" y="50"/>
                  </a:lnTo>
                  <a:lnTo>
                    <a:pt x="1663" y="50"/>
                  </a:lnTo>
                  <a:lnTo>
                    <a:pt x="1666" y="46"/>
                  </a:lnTo>
                  <a:lnTo>
                    <a:pt x="1670" y="46"/>
                  </a:lnTo>
                  <a:lnTo>
                    <a:pt x="1674" y="43"/>
                  </a:lnTo>
                  <a:lnTo>
                    <a:pt x="1677" y="43"/>
                  </a:lnTo>
                  <a:lnTo>
                    <a:pt x="1681" y="43"/>
                  </a:lnTo>
                  <a:lnTo>
                    <a:pt x="1684" y="39"/>
                  </a:lnTo>
                  <a:lnTo>
                    <a:pt x="1688" y="39"/>
                  </a:lnTo>
                  <a:lnTo>
                    <a:pt x="1692" y="36"/>
                  </a:lnTo>
                  <a:lnTo>
                    <a:pt x="1695" y="36"/>
                  </a:lnTo>
                  <a:lnTo>
                    <a:pt x="1699" y="32"/>
                  </a:lnTo>
                  <a:lnTo>
                    <a:pt x="1702" y="32"/>
                  </a:lnTo>
                  <a:lnTo>
                    <a:pt x="1706" y="28"/>
                  </a:lnTo>
                  <a:lnTo>
                    <a:pt x="1710" y="28"/>
                  </a:lnTo>
                  <a:lnTo>
                    <a:pt x="1713" y="25"/>
                  </a:lnTo>
                  <a:lnTo>
                    <a:pt x="1717" y="25"/>
                  </a:lnTo>
                  <a:lnTo>
                    <a:pt x="1720" y="21"/>
                  </a:lnTo>
                  <a:lnTo>
                    <a:pt x="1724" y="21"/>
                  </a:lnTo>
                  <a:lnTo>
                    <a:pt x="1728" y="21"/>
                  </a:lnTo>
                  <a:lnTo>
                    <a:pt x="1731" y="18"/>
                  </a:lnTo>
                  <a:lnTo>
                    <a:pt x="1735" y="18"/>
                  </a:lnTo>
                  <a:lnTo>
                    <a:pt x="1738" y="18"/>
                  </a:lnTo>
                  <a:lnTo>
                    <a:pt x="1742" y="14"/>
                  </a:lnTo>
                  <a:lnTo>
                    <a:pt x="1746" y="14"/>
                  </a:lnTo>
                  <a:lnTo>
                    <a:pt x="1749" y="14"/>
                  </a:lnTo>
                  <a:lnTo>
                    <a:pt x="1753" y="14"/>
                  </a:lnTo>
                  <a:lnTo>
                    <a:pt x="1756" y="14"/>
                  </a:lnTo>
                  <a:lnTo>
                    <a:pt x="1760" y="10"/>
                  </a:lnTo>
                  <a:lnTo>
                    <a:pt x="1764" y="10"/>
                  </a:lnTo>
                  <a:lnTo>
                    <a:pt x="1767" y="10"/>
                  </a:lnTo>
                  <a:lnTo>
                    <a:pt x="1771" y="10"/>
                  </a:lnTo>
                  <a:lnTo>
                    <a:pt x="1774" y="10"/>
                  </a:lnTo>
                  <a:lnTo>
                    <a:pt x="1778" y="14"/>
                  </a:lnTo>
                  <a:lnTo>
                    <a:pt x="1782" y="14"/>
                  </a:lnTo>
                  <a:lnTo>
                    <a:pt x="1785" y="14"/>
                  </a:lnTo>
                  <a:lnTo>
                    <a:pt x="1789" y="14"/>
                  </a:lnTo>
                  <a:lnTo>
                    <a:pt x="1792" y="14"/>
                  </a:lnTo>
                  <a:lnTo>
                    <a:pt x="1796" y="18"/>
                  </a:lnTo>
                  <a:lnTo>
                    <a:pt x="1800" y="18"/>
                  </a:lnTo>
                  <a:lnTo>
                    <a:pt x="1803" y="18"/>
                  </a:lnTo>
                  <a:lnTo>
                    <a:pt x="1807" y="21"/>
                  </a:lnTo>
                  <a:lnTo>
                    <a:pt x="1810" y="21"/>
                  </a:lnTo>
                  <a:lnTo>
                    <a:pt x="1814" y="21"/>
                  </a:lnTo>
                  <a:lnTo>
                    <a:pt x="1818" y="25"/>
                  </a:lnTo>
                  <a:lnTo>
                    <a:pt x="1821" y="25"/>
                  </a:lnTo>
                  <a:lnTo>
                    <a:pt x="1825" y="25"/>
                  </a:lnTo>
                  <a:lnTo>
                    <a:pt x="1828" y="28"/>
                  </a:lnTo>
                  <a:lnTo>
                    <a:pt x="1832" y="32"/>
                  </a:lnTo>
                  <a:lnTo>
                    <a:pt x="1836" y="32"/>
                  </a:lnTo>
                  <a:lnTo>
                    <a:pt x="1839" y="32"/>
                  </a:lnTo>
                  <a:lnTo>
                    <a:pt x="1839" y="32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2" name="Freeform 70"/>
            <p:cNvSpPr>
              <a:spLocks/>
            </p:cNvSpPr>
            <p:nvPr/>
          </p:nvSpPr>
          <p:spPr bwMode="auto">
            <a:xfrm>
              <a:off x="749" y="1048"/>
              <a:ext cx="277" cy="2462"/>
            </a:xfrm>
            <a:custGeom>
              <a:avLst/>
              <a:gdLst/>
              <a:ahLst/>
              <a:cxnLst>
                <a:cxn ang="0">
                  <a:pos x="3" y="2045"/>
                </a:cxn>
                <a:cxn ang="0">
                  <a:pos x="7" y="2077"/>
                </a:cxn>
                <a:cxn ang="0">
                  <a:pos x="11" y="2106"/>
                </a:cxn>
                <a:cxn ang="0">
                  <a:pos x="14" y="2138"/>
                </a:cxn>
                <a:cxn ang="0">
                  <a:pos x="18" y="2171"/>
                </a:cxn>
                <a:cxn ang="0">
                  <a:pos x="25" y="2203"/>
                </a:cxn>
                <a:cxn ang="0">
                  <a:pos x="29" y="2235"/>
                </a:cxn>
                <a:cxn ang="0">
                  <a:pos x="32" y="2264"/>
                </a:cxn>
                <a:cxn ang="0">
                  <a:pos x="36" y="2293"/>
                </a:cxn>
                <a:cxn ang="0">
                  <a:pos x="39" y="2322"/>
                </a:cxn>
                <a:cxn ang="0">
                  <a:pos x="43" y="2347"/>
                </a:cxn>
                <a:cxn ang="0">
                  <a:pos x="50" y="2372"/>
                </a:cxn>
                <a:cxn ang="0">
                  <a:pos x="54" y="2394"/>
                </a:cxn>
                <a:cxn ang="0">
                  <a:pos x="57" y="2412"/>
                </a:cxn>
                <a:cxn ang="0">
                  <a:pos x="61" y="2430"/>
                </a:cxn>
                <a:cxn ang="0">
                  <a:pos x="65" y="2444"/>
                </a:cxn>
                <a:cxn ang="0">
                  <a:pos x="72" y="2455"/>
                </a:cxn>
                <a:cxn ang="0">
                  <a:pos x="83" y="2462"/>
                </a:cxn>
                <a:cxn ang="0">
                  <a:pos x="90" y="2451"/>
                </a:cxn>
                <a:cxn ang="0">
                  <a:pos x="93" y="2441"/>
                </a:cxn>
                <a:cxn ang="0">
                  <a:pos x="97" y="2426"/>
                </a:cxn>
                <a:cxn ang="0">
                  <a:pos x="101" y="2405"/>
                </a:cxn>
                <a:cxn ang="0">
                  <a:pos x="104" y="2379"/>
                </a:cxn>
                <a:cxn ang="0">
                  <a:pos x="111" y="2351"/>
                </a:cxn>
                <a:cxn ang="0">
                  <a:pos x="115" y="2315"/>
                </a:cxn>
                <a:cxn ang="0">
                  <a:pos x="119" y="2279"/>
                </a:cxn>
                <a:cxn ang="0">
                  <a:pos x="122" y="2235"/>
                </a:cxn>
                <a:cxn ang="0">
                  <a:pos x="126" y="2189"/>
                </a:cxn>
                <a:cxn ang="0">
                  <a:pos x="129" y="2138"/>
                </a:cxn>
                <a:cxn ang="0">
                  <a:pos x="137" y="2084"/>
                </a:cxn>
                <a:cxn ang="0">
                  <a:pos x="140" y="2023"/>
                </a:cxn>
                <a:cxn ang="0">
                  <a:pos x="144" y="1962"/>
                </a:cxn>
                <a:cxn ang="0">
                  <a:pos x="147" y="1897"/>
                </a:cxn>
                <a:cxn ang="0">
                  <a:pos x="151" y="1825"/>
                </a:cxn>
                <a:cxn ang="0">
                  <a:pos x="155" y="1753"/>
                </a:cxn>
                <a:cxn ang="0">
                  <a:pos x="162" y="1681"/>
                </a:cxn>
                <a:cxn ang="0">
                  <a:pos x="165" y="1602"/>
                </a:cxn>
                <a:cxn ang="0">
                  <a:pos x="169" y="1523"/>
                </a:cxn>
                <a:cxn ang="0">
                  <a:pos x="173" y="1443"/>
                </a:cxn>
                <a:cxn ang="0">
                  <a:pos x="176" y="1361"/>
                </a:cxn>
                <a:cxn ang="0">
                  <a:pos x="180" y="1281"/>
                </a:cxn>
                <a:cxn ang="0">
                  <a:pos x="183" y="1195"/>
                </a:cxn>
                <a:cxn ang="0">
                  <a:pos x="191" y="1112"/>
                </a:cxn>
                <a:cxn ang="0">
                  <a:pos x="194" y="1029"/>
                </a:cxn>
                <a:cxn ang="0">
                  <a:pos x="198" y="950"/>
                </a:cxn>
                <a:cxn ang="0">
                  <a:pos x="201" y="867"/>
                </a:cxn>
                <a:cxn ang="0">
                  <a:pos x="205" y="788"/>
                </a:cxn>
                <a:cxn ang="0">
                  <a:pos x="209" y="709"/>
                </a:cxn>
                <a:cxn ang="0">
                  <a:pos x="216" y="637"/>
                </a:cxn>
                <a:cxn ang="0">
                  <a:pos x="219" y="562"/>
                </a:cxn>
                <a:cxn ang="0">
                  <a:pos x="223" y="493"/>
                </a:cxn>
                <a:cxn ang="0">
                  <a:pos x="227" y="428"/>
                </a:cxn>
                <a:cxn ang="0">
                  <a:pos x="230" y="364"/>
                </a:cxn>
                <a:cxn ang="0">
                  <a:pos x="234" y="306"/>
                </a:cxn>
                <a:cxn ang="0">
                  <a:pos x="241" y="252"/>
                </a:cxn>
                <a:cxn ang="0">
                  <a:pos x="245" y="202"/>
                </a:cxn>
                <a:cxn ang="0">
                  <a:pos x="248" y="158"/>
                </a:cxn>
                <a:cxn ang="0">
                  <a:pos x="252" y="119"/>
                </a:cxn>
                <a:cxn ang="0">
                  <a:pos x="255" y="86"/>
                </a:cxn>
                <a:cxn ang="0">
                  <a:pos x="259" y="58"/>
                </a:cxn>
                <a:cxn ang="0">
                  <a:pos x="266" y="36"/>
                </a:cxn>
                <a:cxn ang="0">
                  <a:pos x="270" y="18"/>
                </a:cxn>
                <a:cxn ang="0">
                  <a:pos x="273" y="7"/>
                </a:cxn>
              </a:cxnLst>
              <a:rect l="0" t="0" r="r" b="b"/>
              <a:pathLst>
                <a:path w="277" h="2462">
                  <a:moveTo>
                    <a:pt x="0" y="2023"/>
                  </a:moveTo>
                  <a:lnTo>
                    <a:pt x="0" y="2034"/>
                  </a:lnTo>
                  <a:lnTo>
                    <a:pt x="3" y="2045"/>
                  </a:lnTo>
                  <a:lnTo>
                    <a:pt x="3" y="2055"/>
                  </a:lnTo>
                  <a:lnTo>
                    <a:pt x="7" y="2066"/>
                  </a:lnTo>
                  <a:lnTo>
                    <a:pt x="7" y="2077"/>
                  </a:lnTo>
                  <a:lnTo>
                    <a:pt x="7" y="2088"/>
                  </a:lnTo>
                  <a:lnTo>
                    <a:pt x="11" y="2095"/>
                  </a:lnTo>
                  <a:lnTo>
                    <a:pt x="11" y="2106"/>
                  </a:lnTo>
                  <a:lnTo>
                    <a:pt x="11" y="2117"/>
                  </a:lnTo>
                  <a:lnTo>
                    <a:pt x="14" y="2127"/>
                  </a:lnTo>
                  <a:lnTo>
                    <a:pt x="14" y="2138"/>
                  </a:lnTo>
                  <a:lnTo>
                    <a:pt x="18" y="2149"/>
                  </a:lnTo>
                  <a:lnTo>
                    <a:pt x="18" y="2160"/>
                  </a:lnTo>
                  <a:lnTo>
                    <a:pt x="18" y="2171"/>
                  </a:lnTo>
                  <a:lnTo>
                    <a:pt x="21" y="2181"/>
                  </a:lnTo>
                  <a:lnTo>
                    <a:pt x="21" y="2192"/>
                  </a:lnTo>
                  <a:lnTo>
                    <a:pt x="25" y="2203"/>
                  </a:lnTo>
                  <a:lnTo>
                    <a:pt x="25" y="2214"/>
                  </a:lnTo>
                  <a:lnTo>
                    <a:pt x="25" y="2225"/>
                  </a:lnTo>
                  <a:lnTo>
                    <a:pt x="29" y="2235"/>
                  </a:lnTo>
                  <a:lnTo>
                    <a:pt x="29" y="2243"/>
                  </a:lnTo>
                  <a:lnTo>
                    <a:pt x="32" y="2253"/>
                  </a:lnTo>
                  <a:lnTo>
                    <a:pt x="32" y="2264"/>
                  </a:lnTo>
                  <a:lnTo>
                    <a:pt x="32" y="2275"/>
                  </a:lnTo>
                  <a:lnTo>
                    <a:pt x="36" y="2286"/>
                  </a:lnTo>
                  <a:lnTo>
                    <a:pt x="36" y="2293"/>
                  </a:lnTo>
                  <a:lnTo>
                    <a:pt x="36" y="2304"/>
                  </a:lnTo>
                  <a:lnTo>
                    <a:pt x="39" y="2311"/>
                  </a:lnTo>
                  <a:lnTo>
                    <a:pt x="39" y="2322"/>
                  </a:lnTo>
                  <a:lnTo>
                    <a:pt x="43" y="2329"/>
                  </a:lnTo>
                  <a:lnTo>
                    <a:pt x="43" y="2340"/>
                  </a:lnTo>
                  <a:lnTo>
                    <a:pt x="43" y="2347"/>
                  </a:lnTo>
                  <a:lnTo>
                    <a:pt x="47" y="2354"/>
                  </a:lnTo>
                  <a:lnTo>
                    <a:pt x="47" y="2365"/>
                  </a:lnTo>
                  <a:lnTo>
                    <a:pt x="50" y="2372"/>
                  </a:lnTo>
                  <a:lnTo>
                    <a:pt x="50" y="2379"/>
                  </a:lnTo>
                  <a:lnTo>
                    <a:pt x="50" y="2387"/>
                  </a:lnTo>
                  <a:lnTo>
                    <a:pt x="54" y="2394"/>
                  </a:lnTo>
                  <a:lnTo>
                    <a:pt x="54" y="2401"/>
                  </a:lnTo>
                  <a:lnTo>
                    <a:pt x="54" y="2408"/>
                  </a:lnTo>
                  <a:lnTo>
                    <a:pt x="57" y="2412"/>
                  </a:lnTo>
                  <a:lnTo>
                    <a:pt x="57" y="2419"/>
                  </a:lnTo>
                  <a:lnTo>
                    <a:pt x="61" y="2423"/>
                  </a:lnTo>
                  <a:lnTo>
                    <a:pt x="61" y="2430"/>
                  </a:lnTo>
                  <a:lnTo>
                    <a:pt x="61" y="2433"/>
                  </a:lnTo>
                  <a:lnTo>
                    <a:pt x="65" y="2437"/>
                  </a:lnTo>
                  <a:lnTo>
                    <a:pt x="65" y="2444"/>
                  </a:lnTo>
                  <a:lnTo>
                    <a:pt x="68" y="2448"/>
                  </a:lnTo>
                  <a:lnTo>
                    <a:pt x="68" y="2451"/>
                  </a:lnTo>
                  <a:lnTo>
                    <a:pt x="72" y="2455"/>
                  </a:lnTo>
                  <a:lnTo>
                    <a:pt x="75" y="2459"/>
                  </a:lnTo>
                  <a:lnTo>
                    <a:pt x="79" y="2462"/>
                  </a:lnTo>
                  <a:lnTo>
                    <a:pt x="83" y="2462"/>
                  </a:lnTo>
                  <a:lnTo>
                    <a:pt x="86" y="2459"/>
                  </a:lnTo>
                  <a:lnTo>
                    <a:pt x="86" y="2455"/>
                  </a:lnTo>
                  <a:lnTo>
                    <a:pt x="90" y="2451"/>
                  </a:lnTo>
                  <a:lnTo>
                    <a:pt x="90" y="2448"/>
                  </a:lnTo>
                  <a:lnTo>
                    <a:pt x="93" y="2444"/>
                  </a:lnTo>
                  <a:lnTo>
                    <a:pt x="93" y="2441"/>
                  </a:lnTo>
                  <a:lnTo>
                    <a:pt x="93" y="2437"/>
                  </a:lnTo>
                  <a:lnTo>
                    <a:pt x="97" y="2430"/>
                  </a:lnTo>
                  <a:lnTo>
                    <a:pt x="97" y="2426"/>
                  </a:lnTo>
                  <a:lnTo>
                    <a:pt x="97" y="2419"/>
                  </a:lnTo>
                  <a:lnTo>
                    <a:pt x="101" y="2412"/>
                  </a:lnTo>
                  <a:lnTo>
                    <a:pt x="101" y="2405"/>
                  </a:lnTo>
                  <a:lnTo>
                    <a:pt x="104" y="2397"/>
                  </a:lnTo>
                  <a:lnTo>
                    <a:pt x="104" y="2387"/>
                  </a:lnTo>
                  <a:lnTo>
                    <a:pt x="104" y="2379"/>
                  </a:lnTo>
                  <a:lnTo>
                    <a:pt x="108" y="2369"/>
                  </a:lnTo>
                  <a:lnTo>
                    <a:pt x="108" y="2361"/>
                  </a:lnTo>
                  <a:lnTo>
                    <a:pt x="111" y="2351"/>
                  </a:lnTo>
                  <a:lnTo>
                    <a:pt x="111" y="2340"/>
                  </a:lnTo>
                  <a:lnTo>
                    <a:pt x="111" y="2329"/>
                  </a:lnTo>
                  <a:lnTo>
                    <a:pt x="115" y="2315"/>
                  </a:lnTo>
                  <a:lnTo>
                    <a:pt x="115" y="2304"/>
                  </a:lnTo>
                  <a:lnTo>
                    <a:pt x="119" y="2293"/>
                  </a:lnTo>
                  <a:lnTo>
                    <a:pt x="119" y="2279"/>
                  </a:lnTo>
                  <a:lnTo>
                    <a:pt x="119" y="2264"/>
                  </a:lnTo>
                  <a:lnTo>
                    <a:pt x="122" y="2250"/>
                  </a:lnTo>
                  <a:lnTo>
                    <a:pt x="122" y="2235"/>
                  </a:lnTo>
                  <a:lnTo>
                    <a:pt x="122" y="2221"/>
                  </a:lnTo>
                  <a:lnTo>
                    <a:pt x="126" y="2203"/>
                  </a:lnTo>
                  <a:lnTo>
                    <a:pt x="126" y="2189"/>
                  </a:lnTo>
                  <a:lnTo>
                    <a:pt x="129" y="2171"/>
                  </a:lnTo>
                  <a:lnTo>
                    <a:pt x="129" y="2156"/>
                  </a:lnTo>
                  <a:lnTo>
                    <a:pt x="129" y="2138"/>
                  </a:lnTo>
                  <a:lnTo>
                    <a:pt x="133" y="2120"/>
                  </a:lnTo>
                  <a:lnTo>
                    <a:pt x="133" y="2102"/>
                  </a:lnTo>
                  <a:lnTo>
                    <a:pt x="137" y="2084"/>
                  </a:lnTo>
                  <a:lnTo>
                    <a:pt x="137" y="2063"/>
                  </a:lnTo>
                  <a:lnTo>
                    <a:pt x="137" y="2045"/>
                  </a:lnTo>
                  <a:lnTo>
                    <a:pt x="140" y="2023"/>
                  </a:lnTo>
                  <a:lnTo>
                    <a:pt x="140" y="2005"/>
                  </a:lnTo>
                  <a:lnTo>
                    <a:pt x="140" y="1983"/>
                  </a:lnTo>
                  <a:lnTo>
                    <a:pt x="144" y="1962"/>
                  </a:lnTo>
                  <a:lnTo>
                    <a:pt x="144" y="1940"/>
                  </a:lnTo>
                  <a:lnTo>
                    <a:pt x="147" y="1919"/>
                  </a:lnTo>
                  <a:lnTo>
                    <a:pt x="147" y="1897"/>
                  </a:lnTo>
                  <a:lnTo>
                    <a:pt x="147" y="1872"/>
                  </a:lnTo>
                  <a:lnTo>
                    <a:pt x="151" y="1850"/>
                  </a:lnTo>
                  <a:lnTo>
                    <a:pt x="151" y="1825"/>
                  </a:lnTo>
                  <a:lnTo>
                    <a:pt x="155" y="1803"/>
                  </a:lnTo>
                  <a:lnTo>
                    <a:pt x="155" y="1778"/>
                  </a:lnTo>
                  <a:lnTo>
                    <a:pt x="155" y="1753"/>
                  </a:lnTo>
                  <a:lnTo>
                    <a:pt x="158" y="1731"/>
                  </a:lnTo>
                  <a:lnTo>
                    <a:pt x="158" y="1706"/>
                  </a:lnTo>
                  <a:lnTo>
                    <a:pt x="162" y="1681"/>
                  </a:lnTo>
                  <a:lnTo>
                    <a:pt x="162" y="1656"/>
                  </a:lnTo>
                  <a:lnTo>
                    <a:pt x="162" y="1631"/>
                  </a:lnTo>
                  <a:lnTo>
                    <a:pt x="165" y="1602"/>
                  </a:lnTo>
                  <a:lnTo>
                    <a:pt x="165" y="1577"/>
                  </a:lnTo>
                  <a:lnTo>
                    <a:pt x="165" y="1551"/>
                  </a:lnTo>
                  <a:lnTo>
                    <a:pt x="169" y="1523"/>
                  </a:lnTo>
                  <a:lnTo>
                    <a:pt x="169" y="1497"/>
                  </a:lnTo>
                  <a:lnTo>
                    <a:pt x="173" y="1472"/>
                  </a:lnTo>
                  <a:lnTo>
                    <a:pt x="173" y="1443"/>
                  </a:lnTo>
                  <a:lnTo>
                    <a:pt x="173" y="1418"/>
                  </a:lnTo>
                  <a:lnTo>
                    <a:pt x="176" y="1389"/>
                  </a:lnTo>
                  <a:lnTo>
                    <a:pt x="176" y="1361"/>
                  </a:lnTo>
                  <a:lnTo>
                    <a:pt x="180" y="1335"/>
                  </a:lnTo>
                  <a:lnTo>
                    <a:pt x="180" y="1307"/>
                  </a:lnTo>
                  <a:lnTo>
                    <a:pt x="180" y="1281"/>
                  </a:lnTo>
                  <a:lnTo>
                    <a:pt x="183" y="1253"/>
                  </a:lnTo>
                  <a:lnTo>
                    <a:pt x="183" y="1224"/>
                  </a:lnTo>
                  <a:lnTo>
                    <a:pt x="183" y="1195"/>
                  </a:lnTo>
                  <a:lnTo>
                    <a:pt x="187" y="1170"/>
                  </a:lnTo>
                  <a:lnTo>
                    <a:pt x="187" y="1141"/>
                  </a:lnTo>
                  <a:lnTo>
                    <a:pt x="191" y="1112"/>
                  </a:lnTo>
                  <a:lnTo>
                    <a:pt x="191" y="1087"/>
                  </a:lnTo>
                  <a:lnTo>
                    <a:pt x="191" y="1058"/>
                  </a:lnTo>
                  <a:lnTo>
                    <a:pt x="194" y="1029"/>
                  </a:lnTo>
                  <a:lnTo>
                    <a:pt x="194" y="1004"/>
                  </a:lnTo>
                  <a:lnTo>
                    <a:pt x="198" y="975"/>
                  </a:lnTo>
                  <a:lnTo>
                    <a:pt x="198" y="950"/>
                  </a:lnTo>
                  <a:lnTo>
                    <a:pt x="198" y="921"/>
                  </a:lnTo>
                  <a:lnTo>
                    <a:pt x="201" y="896"/>
                  </a:lnTo>
                  <a:lnTo>
                    <a:pt x="201" y="867"/>
                  </a:lnTo>
                  <a:lnTo>
                    <a:pt x="205" y="842"/>
                  </a:lnTo>
                  <a:lnTo>
                    <a:pt x="205" y="813"/>
                  </a:lnTo>
                  <a:lnTo>
                    <a:pt x="205" y="788"/>
                  </a:lnTo>
                  <a:lnTo>
                    <a:pt x="209" y="763"/>
                  </a:lnTo>
                  <a:lnTo>
                    <a:pt x="209" y="738"/>
                  </a:lnTo>
                  <a:lnTo>
                    <a:pt x="209" y="709"/>
                  </a:lnTo>
                  <a:lnTo>
                    <a:pt x="212" y="684"/>
                  </a:lnTo>
                  <a:lnTo>
                    <a:pt x="212" y="659"/>
                  </a:lnTo>
                  <a:lnTo>
                    <a:pt x="216" y="637"/>
                  </a:lnTo>
                  <a:lnTo>
                    <a:pt x="216" y="612"/>
                  </a:lnTo>
                  <a:lnTo>
                    <a:pt x="216" y="587"/>
                  </a:lnTo>
                  <a:lnTo>
                    <a:pt x="219" y="562"/>
                  </a:lnTo>
                  <a:lnTo>
                    <a:pt x="219" y="540"/>
                  </a:lnTo>
                  <a:lnTo>
                    <a:pt x="223" y="515"/>
                  </a:lnTo>
                  <a:lnTo>
                    <a:pt x="223" y="493"/>
                  </a:lnTo>
                  <a:lnTo>
                    <a:pt x="223" y="472"/>
                  </a:lnTo>
                  <a:lnTo>
                    <a:pt x="227" y="450"/>
                  </a:lnTo>
                  <a:lnTo>
                    <a:pt x="227" y="428"/>
                  </a:lnTo>
                  <a:lnTo>
                    <a:pt x="227" y="407"/>
                  </a:lnTo>
                  <a:lnTo>
                    <a:pt x="230" y="385"/>
                  </a:lnTo>
                  <a:lnTo>
                    <a:pt x="230" y="364"/>
                  </a:lnTo>
                  <a:lnTo>
                    <a:pt x="234" y="346"/>
                  </a:lnTo>
                  <a:lnTo>
                    <a:pt x="234" y="324"/>
                  </a:lnTo>
                  <a:lnTo>
                    <a:pt x="234" y="306"/>
                  </a:lnTo>
                  <a:lnTo>
                    <a:pt x="237" y="288"/>
                  </a:lnTo>
                  <a:lnTo>
                    <a:pt x="237" y="270"/>
                  </a:lnTo>
                  <a:lnTo>
                    <a:pt x="241" y="252"/>
                  </a:lnTo>
                  <a:lnTo>
                    <a:pt x="241" y="234"/>
                  </a:lnTo>
                  <a:lnTo>
                    <a:pt x="241" y="220"/>
                  </a:lnTo>
                  <a:lnTo>
                    <a:pt x="245" y="202"/>
                  </a:lnTo>
                  <a:lnTo>
                    <a:pt x="245" y="187"/>
                  </a:lnTo>
                  <a:lnTo>
                    <a:pt x="248" y="173"/>
                  </a:lnTo>
                  <a:lnTo>
                    <a:pt x="248" y="158"/>
                  </a:lnTo>
                  <a:lnTo>
                    <a:pt x="248" y="144"/>
                  </a:lnTo>
                  <a:lnTo>
                    <a:pt x="252" y="133"/>
                  </a:lnTo>
                  <a:lnTo>
                    <a:pt x="252" y="119"/>
                  </a:lnTo>
                  <a:lnTo>
                    <a:pt x="252" y="108"/>
                  </a:lnTo>
                  <a:lnTo>
                    <a:pt x="255" y="97"/>
                  </a:lnTo>
                  <a:lnTo>
                    <a:pt x="255" y="86"/>
                  </a:lnTo>
                  <a:lnTo>
                    <a:pt x="259" y="76"/>
                  </a:lnTo>
                  <a:lnTo>
                    <a:pt x="259" y="65"/>
                  </a:lnTo>
                  <a:lnTo>
                    <a:pt x="259" y="58"/>
                  </a:lnTo>
                  <a:lnTo>
                    <a:pt x="263" y="50"/>
                  </a:lnTo>
                  <a:lnTo>
                    <a:pt x="263" y="40"/>
                  </a:lnTo>
                  <a:lnTo>
                    <a:pt x="266" y="36"/>
                  </a:lnTo>
                  <a:lnTo>
                    <a:pt x="266" y="29"/>
                  </a:lnTo>
                  <a:lnTo>
                    <a:pt x="266" y="22"/>
                  </a:lnTo>
                  <a:lnTo>
                    <a:pt x="270" y="18"/>
                  </a:lnTo>
                  <a:lnTo>
                    <a:pt x="270" y="14"/>
                  </a:lnTo>
                  <a:lnTo>
                    <a:pt x="273" y="11"/>
                  </a:lnTo>
                  <a:lnTo>
                    <a:pt x="273" y="7"/>
                  </a:lnTo>
                  <a:lnTo>
                    <a:pt x="277" y="4"/>
                  </a:lnTo>
                  <a:lnTo>
                    <a:pt x="277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3" name="Freeform 71"/>
            <p:cNvSpPr>
              <a:spLocks/>
            </p:cNvSpPr>
            <p:nvPr/>
          </p:nvSpPr>
          <p:spPr bwMode="auto">
            <a:xfrm>
              <a:off x="1030" y="1048"/>
              <a:ext cx="2484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8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92"/>
                </a:cxn>
                <a:cxn ang="0">
                  <a:pos x="525" y="2127"/>
                </a:cxn>
                <a:cxn ang="0">
                  <a:pos x="550" y="2045"/>
                </a:cxn>
                <a:cxn ang="0">
                  <a:pos x="572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30" y="2109"/>
                </a:cxn>
                <a:cxn ang="0">
                  <a:pos x="784" y="2127"/>
                </a:cxn>
                <a:cxn ang="0">
                  <a:pos x="817" y="2066"/>
                </a:cxn>
                <a:cxn ang="0">
                  <a:pos x="842" y="2005"/>
                </a:cxn>
                <a:cxn ang="0">
                  <a:pos x="874" y="1944"/>
                </a:cxn>
                <a:cxn ang="0">
                  <a:pos x="932" y="1947"/>
                </a:cxn>
                <a:cxn ang="0">
                  <a:pos x="968" y="2009"/>
                </a:cxn>
                <a:cxn ang="0">
                  <a:pos x="997" y="2070"/>
                </a:cxn>
                <a:cxn ang="0">
                  <a:pos x="1051" y="2106"/>
                </a:cxn>
                <a:cxn ang="0">
                  <a:pos x="1101" y="2048"/>
                </a:cxn>
                <a:cxn ang="0">
                  <a:pos x="1134" y="1987"/>
                </a:cxn>
                <a:cxn ang="0">
                  <a:pos x="1191" y="1951"/>
                </a:cxn>
                <a:cxn ang="0">
                  <a:pos x="1242" y="2005"/>
                </a:cxn>
                <a:cxn ang="0">
                  <a:pos x="1281" y="2066"/>
                </a:cxn>
                <a:cxn ang="0">
                  <a:pos x="1342" y="2081"/>
                </a:cxn>
                <a:cxn ang="0">
                  <a:pos x="1393" y="2023"/>
                </a:cxn>
                <a:cxn ang="0">
                  <a:pos x="1447" y="1965"/>
                </a:cxn>
                <a:cxn ang="0">
                  <a:pos x="1508" y="1994"/>
                </a:cxn>
                <a:cxn ang="0">
                  <a:pos x="1558" y="2055"/>
                </a:cxn>
                <a:cxn ang="0">
                  <a:pos x="1620" y="2073"/>
                </a:cxn>
                <a:cxn ang="0">
                  <a:pos x="1677" y="2016"/>
                </a:cxn>
                <a:cxn ang="0">
                  <a:pos x="1738" y="1973"/>
                </a:cxn>
                <a:cxn ang="0">
                  <a:pos x="1800" y="2012"/>
                </a:cxn>
                <a:cxn ang="0">
                  <a:pos x="1857" y="2066"/>
                </a:cxn>
                <a:cxn ang="0">
                  <a:pos x="1918" y="2052"/>
                </a:cxn>
                <a:cxn ang="0">
                  <a:pos x="1980" y="1994"/>
                </a:cxn>
                <a:cxn ang="0">
                  <a:pos x="2041" y="1987"/>
                </a:cxn>
                <a:cxn ang="0">
                  <a:pos x="2102" y="2037"/>
                </a:cxn>
                <a:cxn ang="0">
                  <a:pos x="2163" y="2066"/>
                </a:cxn>
                <a:cxn ang="0">
                  <a:pos x="2224" y="2027"/>
                </a:cxn>
                <a:cxn ang="0">
                  <a:pos x="2286" y="1987"/>
                </a:cxn>
                <a:cxn ang="0">
                  <a:pos x="2347" y="2009"/>
                </a:cxn>
                <a:cxn ang="0">
                  <a:pos x="2408" y="2055"/>
                </a:cxn>
                <a:cxn ang="0">
                  <a:pos x="2469" y="2052"/>
                </a:cxn>
              </a:cxnLst>
              <a:rect l="0" t="0" r="r" b="b"/>
              <a:pathLst>
                <a:path w="2484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6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8" y="1706"/>
                  </a:lnTo>
                  <a:lnTo>
                    <a:pt x="118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4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2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6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4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2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0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4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2" y="2109"/>
                  </a:lnTo>
                  <a:lnTo>
                    <a:pt x="532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8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6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4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2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8" y="2016"/>
                  </a:lnTo>
                  <a:lnTo>
                    <a:pt x="838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6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90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8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6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6" y="1969"/>
                  </a:lnTo>
                  <a:lnTo>
                    <a:pt x="1220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0" y="2048"/>
                  </a:lnTo>
                  <a:lnTo>
                    <a:pt x="1270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2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0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8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6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2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6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4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2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0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0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  <a:lnTo>
                    <a:pt x="2484" y="2041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4" name="Freeform 72"/>
            <p:cNvSpPr>
              <a:spLocks/>
            </p:cNvSpPr>
            <p:nvPr/>
          </p:nvSpPr>
          <p:spPr bwMode="auto">
            <a:xfrm>
              <a:off x="3514" y="3039"/>
              <a:ext cx="1695" cy="64"/>
            </a:xfrm>
            <a:custGeom>
              <a:avLst/>
              <a:gdLst/>
              <a:ahLst/>
              <a:cxnLst>
                <a:cxn ang="0">
                  <a:pos x="25" y="32"/>
                </a:cxn>
                <a:cxn ang="0">
                  <a:pos x="54" y="10"/>
                </a:cxn>
                <a:cxn ang="0">
                  <a:pos x="82" y="0"/>
                </a:cxn>
                <a:cxn ang="0">
                  <a:pos x="111" y="3"/>
                </a:cxn>
                <a:cxn ang="0">
                  <a:pos x="140" y="18"/>
                </a:cxn>
                <a:cxn ang="0">
                  <a:pos x="169" y="39"/>
                </a:cxn>
                <a:cxn ang="0">
                  <a:pos x="198" y="57"/>
                </a:cxn>
                <a:cxn ang="0">
                  <a:pos x="226" y="64"/>
                </a:cxn>
                <a:cxn ang="0">
                  <a:pos x="255" y="61"/>
                </a:cxn>
                <a:cxn ang="0">
                  <a:pos x="284" y="46"/>
                </a:cxn>
                <a:cxn ang="0">
                  <a:pos x="313" y="25"/>
                </a:cxn>
                <a:cxn ang="0">
                  <a:pos x="342" y="7"/>
                </a:cxn>
                <a:cxn ang="0">
                  <a:pos x="370" y="3"/>
                </a:cxn>
                <a:cxn ang="0">
                  <a:pos x="399" y="7"/>
                </a:cxn>
                <a:cxn ang="0">
                  <a:pos x="428" y="25"/>
                </a:cxn>
                <a:cxn ang="0">
                  <a:pos x="457" y="43"/>
                </a:cxn>
                <a:cxn ang="0">
                  <a:pos x="486" y="57"/>
                </a:cxn>
                <a:cxn ang="0">
                  <a:pos x="514" y="61"/>
                </a:cxn>
                <a:cxn ang="0">
                  <a:pos x="543" y="54"/>
                </a:cxn>
                <a:cxn ang="0">
                  <a:pos x="572" y="39"/>
                </a:cxn>
                <a:cxn ang="0">
                  <a:pos x="601" y="18"/>
                </a:cxn>
                <a:cxn ang="0">
                  <a:pos x="630" y="7"/>
                </a:cxn>
                <a:cxn ang="0">
                  <a:pos x="658" y="7"/>
                </a:cxn>
                <a:cxn ang="0">
                  <a:pos x="687" y="14"/>
                </a:cxn>
                <a:cxn ang="0">
                  <a:pos x="716" y="32"/>
                </a:cxn>
                <a:cxn ang="0">
                  <a:pos x="745" y="50"/>
                </a:cxn>
                <a:cxn ang="0">
                  <a:pos x="774" y="61"/>
                </a:cxn>
                <a:cxn ang="0">
                  <a:pos x="802" y="57"/>
                </a:cxn>
                <a:cxn ang="0">
                  <a:pos x="831" y="46"/>
                </a:cxn>
                <a:cxn ang="0">
                  <a:pos x="860" y="32"/>
                </a:cxn>
                <a:cxn ang="0">
                  <a:pos x="889" y="18"/>
                </a:cxn>
                <a:cxn ang="0">
                  <a:pos x="918" y="7"/>
                </a:cxn>
                <a:cxn ang="0">
                  <a:pos x="946" y="10"/>
                </a:cxn>
                <a:cxn ang="0">
                  <a:pos x="975" y="21"/>
                </a:cxn>
                <a:cxn ang="0">
                  <a:pos x="1004" y="36"/>
                </a:cxn>
                <a:cxn ang="0">
                  <a:pos x="1033" y="50"/>
                </a:cxn>
                <a:cxn ang="0">
                  <a:pos x="1062" y="57"/>
                </a:cxn>
                <a:cxn ang="0">
                  <a:pos x="1090" y="54"/>
                </a:cxn>
                <a:cxn ang="0">
                  <a:pos x="1119" y="43"/>
                </a:cxn>
                <a:cxn ang="0">
                  <a:pos x="1148" y="28"/>
                </a:cxn>
                <a:cxn ang="0">
                  <a:pos x="1177" y="14"/>
                </a:cxn>
                <a:cxn ang="0">
                  <a:pos x="1206" y="10"/>
                </a:cxn>
                <a:cxn ang="0">
                  <a:pos x="1234" y="14"/>
                </a:cxn>
                <a:cxn ang="0">
                  <a:pos x="1263" y="25"/>
                </a:cxn>
                <a:cxn ang="0">
                  <a:pos x="1292" y="43"/>
                </a:cxn>
                <a:cxn ang="0">
                  <a:pos x="1321" y="54"/>
                </a:cxn>
                <a:cxn ang="0">
                  <a:pos x="1350" y="57"/>
                </a:cxn>
                <a:cxn ang="0">
                  <a:pos x="1378" y="50"/>
                </a:cxn>
                <a:cxn ang="0">
                  <a:pos x="1407" y="36"/>
                </a:cxn>
                <a:cxn ang="0">
                  <a:pos x="1436" y="21"/>
                </a:cxn>
                <a:cxn ang="0">
                  <a:pos x="1465" y="14"/>
                </a:cxn>
                <a:cxn ang="0">
                  <a:pos x="1494" y="10"/>
                </a:cxn>
                <a:cxn ang="0">
                  <a:pos x="1522" y="18"/>
                </a:cxn>
                <a:cxn ang="0">
                  <a:pos x="1551" y="32"/>
                </a:cxn>
                <a:cxn ang="0">
                  <a:pos x="1580" y="46"/>
                </a:cxn>
                <a:cxn ang="0">
                  <a:pos x="1609" y="54"/>
                </a:cxn>
                <a:cxn ang="0">
                  <a:pos x="1638" y="54"/>
                </a:cxn>
                <a:cxn ang="0">
                  <a:pos x="1666" y="46"/>
                </a:cxn>
                <a:cxn ang="0">
                  <a:pos x="1695" y="32"/>
                </a:cxn>
              </a:cxnLst>
              <a:rect l="0" t="0" r="r" b="b"/>
              <a:pathLst>
                <a:path w="1695" h="64">
                  <a:moveTo>
                    <a:pt x="0" y="50"/>
                  </a:moveTo>
                  <a:lnTo>
                    <a:pt x="3" y="46"/>
                  </a:lnTo>
                  <a:lnTo>
                    <a:pt x="7" y="46"/>
                  </a:lnTo>
                  <a:lnTo>
                    <a:pt x="10" y="43"/>
                  </a:lnTo>
                  <a:lnTo>
                    <a:pt x="14" y="39"/>
                  </a:lnTo>
                  <a:lnTo>
                    <a:pt x="18" y="36"/>
                  </a:lnTo>
                  <a:lnTo>
                    <a:pt x="21" y="32"/>
                  </a:lnTo>
                  <a:lnTo>
                    <a:pt x="25" y="32"/>
                  </a:lnTo>
                  <a:lnTo>
                    <a:pt x="28" y="28"/>
                  </a:lnTo>
                  <a:lnTo>
                    <a:pt x="32" y="25"/>
                  </a:lnTo>
                  <a:lnTo>
                    <a:pt x="36" y="21"/>
                  </a:lnTo>
                  <a:lnTo>
                    <a:pt x="39" y="18"/>
                  </a:lnTo>
                  <a:lnTo>
                    <a:pt x="43" y="18"/>
                  </a:lnTo>
                  <a:lnTo>
                    <a:pt x="46" y="14"/>
                  </a:lnTo>
                  <a:lnTo>
                    <a:pt x="50" y="10"/>
                  </a:lnTo>
                  <a:lnTo>
                    <a:pt x="54" y="10"/>
                  </a:lnTo>
                  <a:lnTo>
                    <a:pt x="57" y="7"/>
                  </a:lnTo>
                  <a:lnTo>
                    <a:pt x="61" y="7"/>
                  </a:lnTo>
                  <a:lnTo>
                    <a:pt x="64" y="3"/>
                  </a:lnTo>
                  <a:lnTo>
                    <a:pt x="68" y="3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1" y="3"/>
                  </a:lnTo>
                  <a:lnTo>
                    <a:pt x="115" y="3"/>
                  </a:lnTo>
                  <a:lnTo>
                    <a:pt x="118" y="7"/>
                  </a:lnTo>
                  <a:lnTo>
                    <a:pt x="122" y="7"/>
                  </a:lnTo>
                  <a:lnTo>
                    <a:pt x="126" y="10"/>
                  </a:lnTo>
                  <a:lnTo>
                    <a:pt x="129" y="10"/>
                  </a:lnTo>
                  <a:lnTo>
                    <a:pt x="133" y="14"/>
                  </a:lnTo>
                  <a:lnTo>
                    <a:pt x="136" y="14"/>
                  </a:lnTo>
                  <a:lnTo>
                    <a:pt x="140" y="18"/>
                  </a:lnTo>
                  <a:lnTo>
                    <a:pt x="144" y="21"/>
                  </a:lnTo>
                  <a:lnTo>
                    <a:pt x="147" y="21"/>
                  </a:lnTo>
                  <a:lnTo>
                    <a:pt x="151" y="25"/>
                  </a:lnTo>
                  <a:lnTo>
                    <a:pt x="154" y="28"/>
                  </a:lnTo>
                  <a:lnTo>
                    <a:pt x="158" y="32"/>
                  </a:lnTo>
                  <a:lnTo>
                    <a:pt x="162" y="36"/>
                  </a:lnTo>
                  <a:lnTo>
                    <a:pt x="165" y="36"/>
                  </a:lnTo>
                  <a:lnTo>
                    <a:pt x="169" y="39"/>
                  </a:lnTo>
                  <a:lnTo>
                    <a:pt x="172" y="43"/>
                  </a:lnTo>
                  <a:lnTo>
                    <a:pt x="176" y="43"/>
                  </a:lnTo>
                  <a:lnTo>
                    <a:pt x="180" y="46"/>
                  </a:lnTo>
                  <a:lnTo>
                    <a:pt x="183" y="50"/>
                  </a:lnTo>
                  <a:lnTo>
                    <a:pt x="187" y="50"/>
                  </a:lnTo>
                  <a:lnTo>
                    <a:pt x="190" y="54"/>
                  </a:lnTo>
                  <a:lnTo>
                    <a:pt x="194" y="57"/>
                  </a:lnTo>
                  <a:lnTo>
                    <a:pt x="198" y="57"/>
                  </a:lnTo>
                  <a:lnTo>
                    <a:pt x="201" y="61"/>
                  </a:lnTo>
                  <a:lnTo>
                    <a:pt x="205" y="61"/>
                  </a:lnTo>
                  <a:lnTo>
                    <a:pt x="208" y="61"/>
                  </a:lnTo>
                  <a:lnTo>
                    <a:pt x="212" y="64"/>
                  </a:lnTo>
                  <a:lnTo>
                    <a:pt x="216" y="64"/>
                  </a:lnTo>
                  <a:lnTo>
                    <a:pt x="219" y="64"/>
                  </a:lnTo>
                  <a:lnTo>
                    <a:pt x="223" y="64"/>
                  </a:lnTo>
                  <a:lnTo>
                    <a:pt x="226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7" y="64"/>
                  </a:lnTo>
                  <a:lnTo>
                    <a:pt x="241" y="64"/>
                  </a:lnTo>
                  <a:lnTo>
                    <a:pt x="244" y="64"/>
                  </a:lnTo>
                  <a:lnTo>
                    <a:pt x="248" y="64"/>
                  </a:lnTo>
                  <a:lnTo>
                    <a:pt x="252" y="61"/>
                  </a:lnTo>
                  <a:lnTo>
                    <a:pt x="255" y="61"/>
                  </a:lnTo>
                  <a:lnTo>
                    <a:pt x="259" y="61"/>
                  </a:lnTo>
                  <a:lnTo>
                    <a:pt x="262" y="57"/>
                  </a:lnTo>
                  <a:lnTo>
                    <a:pt x="266" y="57"/>
                  </a:lnTo>
                  <a:lnTo>
                    <a:pt x="270" y="54"/>
                  </a:lnTo>
                  <a:lnTo>
                    <a:pt x="273" y="50"/>
                  </a:lnTo>
                  <a:lnTo>
                    <a:pt x="277" y="50"/>
                  </a:lnTo>
                  <a:lnTo>
                    <a:pt x="280" y="46"/>
                  </a:lnTo>
                  <a:lnTo>
                    <a:pt x="284" y="46"/>
                  </a:lnTo>
                  <a:lnTo>
                    <a:pt x="288" y="43"/>
                  </a:lnTo>
                  <a:lnTo>
                    <a:pt x="291" y="39"/>
                  </a:lnTo>
                  <a:lnTo>
                    <a:pt x="295" y="36"/>
                  </a:lnTo>
                  <a:lnTo>
                    <a:pt x="298" y="36"/>
                  </a:lnTo>
                  <a:lnTo>
                    <a:pt x="302" y="32"/>
                  </a:lnTo>
                  <a:lnTo>
                    <a:pt x="306" y="28"/>
                  </a:lnTo>
                  <a:lnTo>
                    <a:pt x="309" y="28"/>
                  </a:lnTo>
                  <a:lnTo>
                    <a:pt x="313" y="25"/>
                  </a:lnTo>
                  <a:lnTo>
                    <a:pt x="316" y="21"/>
                  </a:lnTo>
                  <a:lnTo>
                    <a:pt x="320" y="18"/>
                  </a:lnTo>
                  <a:lnTo>
                    <a:pt x="324" y="18"/>
                  </a:lnTo>
                  <a:lnTo>
                    <a:pt x="327" y="14"/>
                  </a:lnTo>
                  <a:lnTo>
                    <a:pt x="331" y="14"/>
                  </a:lnTo>
                  <a:lnTo>
                    <a:pt x="334" y="10"/>
                  </a:lnTo>
                  <a:lnTo>
                    <a:pt x="338" y="10"/>
                  </a:lnTo>
                  <a:lnTo>
                    <a:pt x="342" y="7"/>
                  </a:lnTo>
                  <a:lnTo>
                    <a:pt x="345" y="7"/>
                  </a:lnTo>
                  <a:lnTo>
                    <a:pt x="349" y="3"/>
                  </a:lnTo>
                  <a:lnTo>
                    <a:pt x="352" y="3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3" y="3"/>
                  </a:lnTo>
                  <a:lnTo>
                    <a:pt x="367" y="3"/>
                  </a:lnTo>
                  <a:lnTo>
                    <a:pt x="370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1" y="3"/>
                  </a:lnTo>
                  <a:lnTo>
                    <a:pt x="385" y="3"/>
                  </a:lnTo>
                  <a:lnTo>
                    <a:pt x="388" y="3"/>
                  </a:lnTo>
                  <a:lnTo>
                    <a:pt x="392" y="7"/>
                  </a:lnTo>
                  <a:lnTo>
                    <a:pt x="396" y="7"/>
                  </a:lnTo>
                  <a:lnTo>
                    <a:pt x="399" y="7"/>
                  </a:lnTo>
                  <a:lnTo>
                    <a:pt x="403" y="10"/>
                  </a:lnTo>
                  <a:lnTo>
                    <a:pt x="406" y="10"/>
                  </a:lnTo>
                  <a:lnTo>
                    <a:pt x="410" y="14"/>
                  </a:lnTo>
                  <a:lnTo>
                    <a:pt x="414" y="14"/>
                  </a:lnTo>
                  <a:lnTo>
                    <a:pt x="417" y="18"/>
                  </a:lnTo>
                  <a:lnTo>
                    <a:pt x="421" y="21"/>
                  </a:lnTo>
                  <a:lnTo>
                    <a:pt x="424" y="21"/>
                  </a:lnTo>
                  <a:lnTo>
                    <a:pt x="428" y="25"/>
                  </a:lnTo>
                  <a:lnTo>
                    <a:pt x="432" y="28"/>
                  </a:lnTo>
                  <a:lnTo>
                    <a:pt x="435" y="28"/>
                  </a:lnTo>
                  <a:lnTo>
                    <a:pt x="439" y="32"/>
                  </a:lnTo>
                  <a:lnTo>
                    <a:pt x="442" y="36"/>
                  </a:lnTo>
                  <a:lnTo>
                    <a:pt x="446" y="39"/>
                  </a:lnTo>
                  <a:lnTo>
                    <a:pt x="450" y="39"/>
                  </a:lnTo>
                  <a:lnTo>
                    <a:pt x="453" y="43"/>
                  </a:lnTo>
                  <a:lnTo>
                    <a:pt x="457" y="43"/>
                  </a:lnTo>
                  <a:lnTo>
                    <a:pt x="460" y="46"/>
                  </a:lnTo>
                  <a:lnTo>
                    <a:pt x="464" y="50"/>
                  </a:lnTo>
                  <a:lnTo>
                    <a:pt x="468" y="50"/>
                  </a:lnTo>
                  <a:lnTo>
                    <a:pt x="471" y="54"/>
                  </a:lnTo>
                  <a:lnTo>
                    <a:pt x="475" y="54"/>
                  </a:lnTo>
                  <a:lnTo>
                    <a:pt x="478" y="57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89" y="61"/>
                  </a:lnTo>
                  <a:lnTo>
                    <a:pt x="493" y="61"/>
                  </a:lnTo>
                  <a:lnTo>
                    <a:pt x="496" y="61"/>
                  </a:lnTo>
                  <a:lnTo>
                    <a:pt x="500" y="61"/>
                  </a:lnTo>
                  <a:lnTo>
                    <a:pt x="504" y="64"/>
                  </a:lnTo>
                  <a:lnTo>
                    <a:pt x="507" y="64"/>
                  </a:lnTo>
                  <a:lnTo>
                    <a:pt x="511" y="64"/>
                  </a:lnTo>
                  <a:lnTo>
                    <a:pt x="514" y="61"/>
                  </a:lnTo>
                  <a:lnTo>
                    <a:pt x="518" y="61"/>
                  </a:lnTo>
                  <a:lnTo>
                    <a:pt x="522" y="61"/>
                  </a:lnTo>
                  <a:lnTo>
                    <a:pt x="525" y="61"/>
                  </a:lnTo>
                  <a:lnTo>
                    <a:pt x="529" y="61"/>
                  </a:lnTo>
                  <a:lnTo>
                    <a:pt x="532" y="57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3" y="54"/>
                  </a:lnTo>
                  <a:lnTo>
                    <a:pt x="547" y="54"/>
                  </a:lnTo>
                  <a:lnTo>
                    <a:pt x="550" y="50"/>
                  </a:lnTo>
                  <a:lnTo>
                    <a:pt x="554" y="50"/>
                  </a:lnTo>
                  <a:lnTo>
                    <a:pt x="558" y="46"/>
                  </a:lnTo>
                  <a:lnTo>
                    <a:pt x="561" y="43"/>
                  </a:lnTo>
                  <a:lnTo>
                    <a:pt x="565" y="43"/>
                  </a:lnTo>
                  <a:lnTo>
                    <a:pt x="568" y="39"/>
                  </a:lnTo>
                  <a:lnTo>
                    <a:pt x="572" y="39"/>
                  </a:lnTo>
                  <a:lnTo>
                    <a:pt x="576" y="36"/>
                  </a:lnTo>
                  <a:lnTo>
                    <a:pt x="579" y="32"/>
                  </a:lnTo>
                  <a:lnTo>
                    <a:pt x="583" y="28"/>
                  </a:lnTo>
                  <a:lnTo>
                    <a:pt x="586" y="28"/>
                  </a:lnTo>
                  <a:lnTo>
                    <a:pt x="590" y="25"/>
                  </a:lnTo>
                  <a:lnTo>
                    <a:pt x="594" y="25"/>
                  </a:lnTo>
                  <a:lnTo>
                    <a:pt x="597" y="21"/>
                  </a:lnTo>
                  <a:lnTo>
                    <a:pt x="601" y="18"/>
                  </a:lnTo>
                  <a:lnTo>
                    <a:pt x="604" y="18"/>
                  </a:lnTo>
                  <a:lnTo>
                    <a:pt x="608" y="14"/>
                  </a:lnTo>
                  <a:lnTo>
                    <a:pt x="612" y="14"/>
                  </a:lnTo>
                  <a:lnTo>
                    <a:pt x="615" y="10"/>
                  </a:lnTo>
                  <a:lnTo>
                    <a:pt x="619" y="10"/>
                  </a:lnTo>
                  <a:lnTo>
                    <a:pt x="622" y="10"/>
                  </a:lnTo>
                  <a:lnTo>
                    <a:pt x="626" y="7"/>
                  </a:lnTo>
                  <a:lnTo>
                    <a:pt x="630" y="7"/>
                  </a:lnTo>
                  <a:lnTo>
                    <a:pt x="633" y="7"/>
                  </a:lnTo>
                  <a:lnTo>
                    <a:pt x="637" y="7"/>
                  </a:lnTo>
                  <a:lnTo>
                    <a:pt x="640" y="3"/>
                  </a:lnTo>
                  <a:lnTo>
                    <a:pt x="644" y="3"/>
                  </a:lnTo>
                  <a:lnTo>
                    <a:pt x="648" y="3"/>
                  </a:lnTo>
                  <a:lnTo>
                    <a:pt x="651" y="3"/>
                  </a:lnTo>
                  <a:lnTo>
                    <a:pt x="655" y="3"/>
                  </a:lnTo>
                  <a:lnTo>
                    <a:pt x="658" y="7"/>
                  </a:lnTo>
                  <a:lnTo>
                    <a:pt x="662" y="7"/>
                  </a:lnTo>
                  <a:lnTo>
                    <a:pt x="666" y="7"/>
                  </a:lnTo>
                  <a:lnTo>
                    <a:pt x="669" y="7"/>
                  </a:lnTo>
                  <a:lnTo>
                    <a:pt x="673" y="7"/>
                  </a:lnTo>
                  <a:lnTo>
                    <a:pt x="676" y="10"/>
                  </a:lnTo>
                  <a:lnTo>
                    <a:pt x="680" y="10"/>
                  </a:lnTo>
                  <a:lnTo>
                    <a:pt x="684" y="14"/>
                  </a:lnTo>
                  <a:lnTo>
                    <a:pt x="687" y="14"/>
                  </a:lnTo>
                  <a:lnTo>
                    <a:pt x="691" y="18"/>
                  </a:lnTo>
                  <a:lnTo>
                    <a:pt x="694" y="18"/>
                  </a:lnTo>
                  <a:lnTo>
                    <a:pt x="698" y="21"/>
                  </a:lnTo>
                  <a:lnTo>
                    <a:pt x="702" y="21"/>
                  </a:lnTo>
                  <a:lnTo>
                    <a:pt x="705" y="25"/>
                  </a:lnTo>
                  <a:lnTo>
                    <a:pt x="709" y="28"/>
                  </a:lnTo>
                  <a:lnTo>
                    <a:pt x="712" y="28"/>
                  </a:lnTo>
                  <a:lnTo>
                    <a:pt x="716" y="32"/>
                  </a:lnTo>
                  <a:lnTo>
                    <a:pt x="720" y="32"/>
                  </a:lnTo>
                  <a:lnTo>
                    <a:pt x="723" y="36"/>
                  </a:lnTo>
                  <a:lnTo>
                    <a:pt x="727" y="39"/>
                  </a:lnTo>
                  <a:lnTo>
                    <a:pt x="730" y="39"/>
                  </a:lnTo>
                  <a:lnTo>
                    <a:pt x="734" y="43"/>
                  </a:lnTo>
                  <a:lnTo>
                    <a:pt x="738" y="46"/>
                  </a:lnTo>
                  <a:lnTo>
                    <a:pt x="741" y="46"/>
                  </a:lnTo>
                  <a:lnTo>
                    <a:pt x="745" y="50"/>
                  </a:lnTo>
                  <a:lnTo>
                    <a:pt x="748" y="50"/>
                  </a:lnTo>
                  <a:lnTo>
                    <a:pt x="752" y="54"/>
                  </a:lnTo>
                  <a:lnTo>
                    <a:pt x="756" y="54"/>
                  </a:lnTo>
                  <a:lnTo>
                    <a:pt x="759" y="54"/>
                  </a:lnTo>
                  <a:lnTo>
                    <a:pt x="763" y="57"/>
                  </a:lnTo>
                  <a:lnTo>
                    <a:pt x="766" y="57"/>
                  </a:lnTo>
                  <a:lnTo>
                    <a:pt x="770" y="57"/>
                  </a:lnTo>
                  <a:lnTo>
                    <a:pt x="774" y="61"/>
                  </a:lnTo>
                  <a:lnTo>
                    <a:pt x="777" y="61"/>
                  </a:lnTo>
                  <a:lnTo>
                    <a:pt x="781" y="61"/>
                  </a:lnTo>
                  <a:lnTo>
                    <a:pt x="784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5" y="61"/>
                  </a:lnTo>
                  <a:lnTo>
                    <a:pt x="799" y="61"/>
                  </a:lnTo>
                  <a:lnTo>
                    <a:pt x="802" y="57"/>
                  </a:lnTo>
                  <a:lnTo>
                    <a:pt x="806" y="57"/>
                  </a:lnTo>
                  <a:lnTo>
                    <a:pt x="810" y="57"/>
                  </a:lnTo>
                  <a:lnTo>
                    <a:pt x="813" y="57"/>
                  </a:lnTo>
                  <a:lnTo>
                    <a:pt x="817" y="54"/>
                  </a:lnTo>
                  <a:lnTo>
                    <a:pt x="820" y="54"/>
                  </a:lnTo>
                  <a:lnTo>
                    <a:pt x="824" y="50"/>
                  </a:lnTo>
                  <a:lnTo>
                    <a:pt x="828" y="50"/>
                  </a:lnTo>
                  <a:lnTo>
                    <a:pt x="831" y="46"/>
                  </a:lnTo>
                  <a:lnTo>
                    <a:pt x="835" y="46"/>
                  </a:lnTo>
                  <a:lnTo>
                    <a:pt x="838" y="43"/>
                  </a:lnTo>
                  <a:lnTo>
                    <a:pt x="842" y="43"/>
                  </a:lnTo>
                  <a:lnTo>
                    <a:pt x="846" y="39"/>
                  </a:lnTo>
                  <a:lnTo>
                    <a:pt x="849" y="39"/>
                  </a:lnTo>
                  <a:lnTo>
                    <a:pt x="853" y="36"/>
                  </a:lnTo>
                  <a:lnTo>
                    <a:pt x="856" y="32"/>
                  </a:lnTo>
                  <a:lnTo>
                    <a:pt x="860" y="32"/>
                  </a:lnTo>
                  <a:lnTo>
                    <a:pt x="864" y="28"/>
                  </a:lnTo>
                  <a:lnTo>
                    <a:pt x="867" y="28"/>
                  </a:lnTo>
                  <a:lnTo>
                    <a:pt x="871" y="25"/>
                  </a:lnTo>
                  <a:lnTo>
                    <a:pt x="874" y="25"/>
                  </a:lnTo>
                  <a:lnTo>
                    <a:pt x="878" y="21"/>
                  </a:lnTo>
                  <a:lnTo>
                    <a:pt x="882" y="18"/>
                  </a:lnTo>
                  <a:lnTo>
                    <a:pt x="885" y="18"/>
                  </a:lnTo>
                  <a:lnTo>
                    <a:pt x="889" y="18"/>
                  </a:lnTo>
                  <a:lnTo>
                    <a:pt x="892" y="14"/>
                  </a:lnTo>
                  <a:lnTo>
                    <a:pt x="896" y="14"/>
                  </a:lnTo>
                  <a:lnTo>
                    <a:pt x="900" y="10"/>
                  </a:lnTo>
                  <a:lnTo>
                    <a:pt x="903" y="10"/>
                  </a:lnTo>
                  <a:lnTo>
                    <a:pt x="907" y="10"/>
                  </a:lnTo>
                  <a:lnTo>
                    <a:pt x="910" y="7"/>
                  </a:lnTo>
                  <a:lnTo>
                    <a:pt x="914" y="7"/>
                  </a:lnTo>
                  <a:lnTo>
                    <a:pt x="918" y="7"/>
                  </a:lnTo>
                  <a:lnTo>
                    <a:pt x="921" y="7"/>
                  </a:lnTo>
                  <a:lnTo>
                    <a:pt x="925" y="7"/>
                  </a:lnTo>
                  <a:lnTo>
                    <a:pt x="928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39" y="7"/>
                  </a:lnTo>
                  <a:lnTo>
                    <a:pt x="943" y="7"/>
                  </a:lnTo>
                  <a:lnTo>
                    <a:pt x="946" y="10"/>
                  </a:lnTo>
                  <a:lnTo>
                    <a:pt x="950" y="10"/>
                  </a:lnTo>
                  <a:lnTo>
                    <a:pt x="954" y="10"/>
                  </a:lnTo>
                  <a:lnTo>
                    <a:pt x="957" y="14"/>
                  </a:lnTo>
                  <a:lnTo>
                    <a:pt x="961" y="14"/>
                  </a:lnTo>
                  <a:lnTo>
                    <a:pt x="964" y="14"/>
                  </a:lnTo>
                  <a:lnTo>
                    <a:pt x="968" y="18"/>
                  </a:lnTo>
                  <a:lnTo>
                    <a:pt x="972" y="18"/>
                  </a:lnTo>
                  <a:lnTo>
                    <a:pt x="975" y="21"/>
                  </a:lnTo>
                  <a:lnTo>
                    <a:pt x="979" y="21"/>
                  </a:lnTo>
                  <a:lnTo>
                    <a:pt x="982" y="25"/>
                  </a:lnTo>
                  <a:lnTo>
                    <a:pt x="986" y="25"/>
                  </a:lnTo>
                  <a:lnTo>
                    <a:pt x="990" y="28"/>
                  </a:lnTo>
                  <a:lnTo>
                    <a:pt x="993" y="32"/>
                  </a:lnTo>
                  <a:lnTo>
                    <a:pt x="997" y="32"/>
                  </a:lnTo>
                  <a:lnTo>
                    <a:pt x="1000" y="36"/>
                  </a:lnTo>
                  <a:lnTo>
                    <a:pt x="1004" y="36"/>
                  </a:lnTo>
                  <a:lnTo>
                    <a:pt x="1008" y="39"/>
                  </a:lnTo>
                  <a:lnTo>
                    <a:pt x="1011" y="39"/>
                  </a:lnTo>
                  <a:lnTo>
                    <a:pt x="1015" y="43"/>
                  </a:lnTo>
                  <a:lnTo>
                    <a:pt x="1018" y="43"/>
                  </a:lnTo>
                  <a:lnTo>
                    <a:pt x="1022" y="46"/>
                  </a:lnTo>
                  <a:lnTo>
                    <a:pt x="1026" y="46"/>
                  </a:lnTo>
                  <a:lnTo>
                    <a:pt x="1029" y="50"/>
                  </a:lnTo>
                  <a:lnTo>
                    <a:pt x="1033" y="50"/>
                  </a:lnTo>
                  <a:lnTo>
                    <a:pt x="1036" y="54"/>
                  </a:lnTo>
                  <a:lnTo>
                    <a:pt x="1040" y="54"/>
                  </a:lnTo>
                  <a:lnTo>
                    <a:pt x="1044" y="54"/>
                  </a:lnTo>
                  <a:lnTo>
                    <a:pt x="1047" y="57"/>
                  </a:lnTo>
                  <a:lnTo>
                    <a:pt x="1051" y="57"/>
                  </a:lnTo>
                  <a:lnTo>
                    <a:pt x="1054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5" y="57"/>
                  </a:lnTo>
                  <a:lnTo>
                    <a:pt x="1069" y="57"/>
                  </a:lnTo>
                  <a:lnTo>
                    <a:pt x="1072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3" y="57"/>
                  </a:lnTo>
                  <a:lnTo>
                    <a:pt x="1087" y="57"/>
                  </a:lnTo>
                  <a:lnTo>
                    <a:pt x="1090" y="54"/>
                  </a:lnTo>
                  <a:lnTo>
                    <a:pt x="1094" y="54"/>
                  </a:lnTo>
                  <a:lnTo>
                    <a:pt x="1098" y="54"/>
                  </a:lnTo>
                  <a:lnTo>
                    <a:pt x="1101" y="50"/>
                  </a:lnTo>
                  <a:lnTo>
                    <a:pt x="1105" y="50"/>
                  </a:lnTo>
                  <a:lnTo>
                    <a:pt x="1108" y="46"/>
                  </a:lnTo>
                  <a:lnTo>
                    <a:pt x="1112" y="46"/>
                  </a:lnTo>
                  <a:lnTo>
                    <a:pt x="1116" y="43"/>
                  </a:lnTo>
                  <a:lnTo>
                    <a:pt x="1119" y="43"/>
                  </a:lnTo>
                  <a:lnTo>
                    <a:pt x="1123" y="39"/>
                  </a:lnTo>
                  <a:lnTo>
                    <a:pt x="1126" y="39"/>
                  </a:lnTo>
                  <a:lnTo>
                    <a:pt x="1130" y="36"/>
                  </a:lnTo>
                  <a:lnTo>
                    <a:pt x="1134" y="36"/>
                  </a:lnTo>
                  <a:lnTo>
                    <a:pt x="1137" y="32"/>
                  </a:lnTo>
                  <a:lnTo>
                    <a:pt x="1141" y="32"/>
                  </a:lnTo>
                  <a:lnTo>
                    <a:pt x="1144" y="28"/>
                  </a:lnTo>
                  <a:lnTo>
                    <a:pt x="1148" y="28"/>
                  </a:lnTo>
                  <a:lnTo>
                    <a:pt x="1152" y="25"/>
                  </a:lnTo>
                  <a:lnTo>
                    <a:pt x="1155" y="25"/>
                  </a:lnTo>
                  <a:lnTo>
                    <a:pt x="1159" y="21"/>
                  </a:lnTo>
                  <a:lnTo>
                    <a:pt x="1162" y="18"/>
                  </a:lnTo>
                  <a:lnTo>
                    <a:pt x="1166" y="18"/>
                  </a:lnTo>
                  <a:lnTo>
                    <a:pt x="1170" y="18"/>
                  </a:lnTo>
                  <a:lnTo>
                    <a:pt x="1173" y="14"/>
                  </a:lnTo>
                  <a:lnTo>
                    <a:pt x="1177" y="14"/>
                  </a:lnTo>
                  <a:lnTo>
                    <a:pt x="1180" y="14"/>
                  </a:lnTo>
                  <a:lnTo>
                    <a:pt x="1184" y="10"/>
                  </a:lnTo>
                  <a:lnTo>
                    <a:pt x="1188" y="10"/>
                  </a:lnTo>
                  <a:lnTo>
                    <a:pt x="1191" y="10"/>
                  </a:lnTo>
                  <a:lnTo>
                    <a:pt x="1195" y="10"/>
                  </a:lnTo>
                  <a:lnTo>
                    <a:pt x="1198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09" y="10"/>
                  </a:lnTo>
                  <a:lnTo>
                    <a:pt x="1213" y="10"/>
                  </a:lnTo>
                  <a:lnTo>
                    <a:pt x="1216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7" y="10"/>
                  </a:lnTo>
                  <a:lnTo>
                    <a:pt x="1231" y="14"/>
                  </a:lnTo>
                  <a:lnTo>
                    <a:pt x="1234" y="14"/>
                  </a:lnTo>
                  <a:lnTo>
                    <a:pt x="1238" y="14"/>
                  </a:lnTo>
                  <a:lnTo>
                    <a:pt x="1242" y="18"/>
                  </a:lnTo>
                  <a:lnTo>
                    <a:pt x="1245" y="18"/>
                  </a:lnTo>
                  <a:lnTo>
                    <a:pt x="1249" y="21"/>
                  </a:lnTo>
                  <a:lnTo>
                    <a:pt x="1252" y="21"/>
                  </a:lnTo>
                  <a:lnTo>
                    <a:pt x="1256" y="21"/>
                  </a:lnTo>
                  <a:lnTo>
                    <a:pt x="1260" y="25"/>
                  </a:lnTo>
                  <a:lnTo>
                    <a:pt x="1263" y="25"/>
                  </a:lnTo>
                  <a:lnTo>
                    <a:pt x="1267" y="28"/>
                  </a:lnTo>
                  <a:lnTo>
                    <a:pt x="1270" y="28"/>
                  </a:lnTo>
                  <a:lnTo>
                    <a:pt x="1274" y="32"/>
                  </a:lnTo>
                  <a:lnTo>
                    <a:pt x="1278" y="32"/>
                  </a:lnTo>
                  <a:lnTo>
                    <a:pt x="1281" y="36"/>
                  </a:lnTo>
                  <a:lnTo>
                    <a:pt x="1285" y="36"/>
                  </a:lnTo>
                  <a:lnTo>
                    <a:pt x="1288" y="39"/>
                  </a:lnTo>
                  <a:lnTo>
                    <a:pt x="1292" y="43"/>
                  </a:lnTo>
                  <a:lnTo>
                    <a:pt x="1296" y="43"/>
                  </a:lnTo>
                  <a:lnTo>
                    <a:pt x="1299" y="46"/>
                  </a:lnTo>
                  <a:lnTo>
                    <a:pt x="1303" y="46"/>
                  </a:lnTo>
                  <a:lnTo>
                    <a:pt x="1306" y="46"/>
                  </a:lnTo>
                  <a:lnTo>
                    <a:pt x="1310" y="50"/>
                  </a:lnTo>
                  <a:lnTo>
                    <a:pt x="1314" y="50"/>
                  </a:lnTo>
                  <a:lnTo>
                    <a:pt x="1317" y="54"/>
                  </a:lnTo>
                  <a:lnTo>
                    <a:pt x="1321" y="54"/>
                  </a:lnTo>
                  <a:lnTo>
                    <a:pt x="1324" y="54"/>
                  </a:lnTo>
                  <a:lnTo>
                    <a:pt x="1328" y="54"/>
                  </a:lnTo>
                  <a:lnTo>
                    <a:pt x="1332" y="54"/>
                  </a:lnTo>
                  <a:lnTo>
                    <a:pt x="1335" y="57"/>
                  </a:lnTo>
                  <a:lnTo>
                    <a:pt x="1339" y="57"/>
                  </a:lnTo>
                  <a:lnTo>
                    <a:pt x="1342" y="57"/>
                  </a:lnTo>
                  <a:lnTo>
                    <a:pt x="1346" y="57"/>
                  </a:lnTo>
                  <a:lnTo>
                    <a:pt x="1350" y="57"/>
                  </a:lnTo>
                  <a:lnTo>
                    <a:pt x="1353" y="57"/>
                  </a:lnTo>
                  <a:lnTo>
                    <a:pt x="1357" y="57"/>
                  </a:lnTo>
                  <a:lnTo>
                    <a:pt x="1360" y="54"/>
                  </a:lnTo>
                  <a:lnTo>
                    <a:pt x="1364" y="54"/>
                  </a:lnTo>
                  <a:lnTo>
                    <a:pt x="1368" y="54"/>
                  </a:lnTo>
                  <a:lnTo>
                    <a:pt x="1371" y="54"/>
                  </a:lnTo>
                  <a:lnTo>
                    <a:pt x="1375" y="50"/>
                  </a:lnTo>
                  <a:lnTo>
                    <a:pt x="1378" y="50"/>
                  </a:lnTo>
                  <a:lnTo>
                    <a:pt x="1382" y="50"/>
                  </a:lnTo>
                  <a:lnTo>
                    <a:pt x="1386" y="46"/>
                  </a:lnTo>
                  <a:lnTo>
                    <a:pt x="1389" y="46"/>
                  </a:lnTo>
                  <a:lnTo>
                    <a:pt x="1393" y="43"/>
                  </a:lnTo>
                  <a:lnTo>
                    <a:pt x="1396" y="43"/>
                  </a:lnTo>
                  <a:lnTo>
                    <a:pt x="1400" y="39"/>
                  </a:lnTo>
                  <a:lnTo>
                    <a:pt x="1404" y="39"/>
                  </a:lnTo>
                  <a:lnTo>
                    <a:pt x="1407" y="36"/>
                  </a:lnTo>
                  <a:lnTo>
                    <a:pt x="1411" y="36"/>
                  </a:lnTo>
                  <a:lnTo>
                    <a:pt x="1414" y="32"/>
                  </a:lnTo>
                  <a:lnTo>
                    <a:pt x="1418" y="32"/>
                  </a:lnTo>
                  <a:lnTo>
                    <a:pt x="1422" y="28"/>
                  </a:lnTo>
                  <a:lnTo>
                    <a:pt x="1425" y="28"/>
                  </a:lnTo>
                  <a:lnTo>
                    <a:pt x="1429" y="25"/>
                  </a:lnTo>
                  <a:lnTo>
                    <a:pt x="1432" y="25"/>
                  </a:lnTo>
                  <a:lnTo>
                    <a:pt x="1436" y="21"/>
                  </a:lnTo>
                  <a:lnTo>
                    <a:pt x="1440" y="21"/>
                  </a:lnTo>
                  <a:lnTo>
                    <a:pt x="1443" y="21"/>
                  </a:lnTo>
                  <a:lnTo>
                    <a:pt x="1447" y="18"/>
                  </a:lnTo>
                  <a:lnTo>
                    <a:pt x="1450" y="18"/>
                  </a:lnTo>
                  <a:lnTo>
                    <a:pt x="1454" y="14"/>
                  </a:lnTo>
                  <a:lnTo>
                    <a:pt x="1458" y="14"/>
                  </a:lnTo>
                  <a:lnTo>
                    <a:pt x="1461" y="14"/>
                  </a:lnTo>
                  <a:lnTo>
                    <a:pt x="1465" y="14"/>
                  </a:lnTo>
                  <a:lnTo>
                    <a:pt x="1468" y="10"/>
                  </a:lnTo>
                  <a:lnTo>
                    <a:pt x="1472" y="10"/>
                  </a:lnTo>
                  <a:lnTo>
                    <a:pt x="1476" y="10"/>
                  </a:lnTo>
                  <a:lnTo>
                    <a:pt x="1479" y="10"/>
                  </a:lnTo>
                  <a:lnTo>
                    <a:pt x="1483" y="10"/>
                  </a:lnTo>
                  <a:lnTo>
                    <a:pt x="1486" y="10"/>
                  </a:lnTo>
                  <a:lnTo>
                    <a:pt x="1490" y="10"/>
                  </a:lnTo>
                  <a:lnTo>
                    <a:pt x="1494" y="10"/>
                  </a:lnTo>
                  <a:lnTo>
                    <a:pt x="1497" y="10"/>
                  </a:lnTo>
                  <a:lnTo>
                    <a:pt x="1501" y="10"/>
                  </a:lnTo>
                  <a:lnTo>
                    <a:pt x="1504" y="14"/>
                  </a:lnTo>
                  <a:lnTo>
                    <a:pt x="1508" y="14"/>
                  </a:lnTo>
                  <a:lnTo>
                    <a:pt x="1512" y="14"/>
                  </a:lnTo>
                  <a:lnTo>
                    <a:pt x="1515" y="14"/>
                  </a:lnTo>
                  <a:lnTo>
                    <a:pt x="1519" y="18"/>
                  </a:lnTo>
                  <a:lnTo>
                    <a:pt x="1522" y="18"/>
                  </a:lnTo>
                  <a:lnTo>
                    <a:pt x="1526" y="18"/>
                  </a:lnTo>
                  <a:lnTo>
                    <a:pt x="1530" y="21"/>
                  </a:lnTo>
                  <a:lnTo>
                    <a:pt x="1533" y="21"/>
                  </a:lnTo>
                  <a:lnTo>
                    <a:pt x="1537" y="25"/>
                  </a:lnTo>
                  <a:lnTo>
                    <a:pt x="1540" y="25"/>
                  </a:lnTo>
                  <a:lnTo>
                    <a:pt x="1544" y="28"/>
                  </a:lnTo>
                  <a:lnTo>
                    <a:pt x="1548" y="28"/>
                  </a:lnTo>
                  <a:lnTo>
                    <a:pt x="1551" y="32"/>
                  </a:lnTo>
                  <a:lnTo>
                    <a:pt x="1555" y="32"/>
                  </a:lnTo>
                  <a:lnTo>
                    <a:pt x="1558" y="36"/>
                  </a:lnTo>
                  <a:lnTo>
                    <a:pt x="1562" y="36"/>
                  </a:lnTo>
                  <a:lnTo>
                    <a:pt x="1566" y="39"/>
                  </a:lnTo>
                  <a:lnTo>
                    <a:pt x="1569" y="39"/>
                  </a:lnTo>
                  <a:lnTo>
                    <a:pt x="1573" y="43"/>
                  </a:lnTo>
                  <a:lnTo>
                    <a:pt x="1576" y="43"/>
                  </a:lnTo>
                  <a:lnTo>
                    <a:pt x="1580" y="46"/>
                  </a:lnTo>
                  <a:lnTo>
                    <a:pt x="1584" y="46"/>
                  </a:lnTo>
                  <a:lnTo>
                    <a:pt x="1587" y="46"/>
                  </a:lnTo>
                  <a:lnTo>
                    <a:pt x="1591" y="50"/>
                  </a:lnTo>
                  <a:lnTo>
                    <a:pt x="1594" y="50"/>
                  </a:lnTo>
                  <a:lnTo>
                    <a:pt x="1598" y="50"/>
                  </a:lnTo>
                  <a:lnTo>
                    <a:pt x="1602" y="54"/>
                  </a:lnTo>
                  <a:lnTo>
                    <a:pt x="1605" y="54"/>
                  </a:lnTo>
                  <a:lnTo>
                    <a:pt x="1609" y="54"/>
                  </a:lnTo>
                  <a:lnTo>
                    <a:pt x="1612" y="54"/>
                  </a:lnTo>
                  <a:lnTo>
                    <a:pt x="1616" y="54"/>
                  </a:lnTo>
                  <a:lnTo>
                    <a:pt x="1620" y="54"/>
                  </a:lnTo>
                  <a:lnTo>
                    <a:pt x="1623" y="54"/>
                  </a:lnTo>
                  <a:lnTo>
                    <a:pt x="1627" y="54"/>
                  </a:lnTo>
                  <a:lnTo>
                    <a:pt x="1630" y="54"/>
                  </a:lnTo>
                  <a:lnTo>
                    <a:pt x="1634" y="54"/>
                  </a:lnTo>
                  <a:lnTo>
                    <a:pt x="1638" y="54"/>
                  </a:lnTo>
                  <a:lnTo>
                    <a:pt x="1641" y="54"/>
                  </a:lnTo>
                  <a:lnTo>
                    <a:pt x="1645" y="54"/>
                  </a:lnTo>
                  <a:lnTo>
                    <a:pt x="1648" y="50"/>
                  </a:lnTo>
                  <a:lnTo>
                    <a:pt x="1652" y="50"/>
                  </a:lnTo>
                  <a:lnTo>
                    <a:pt x="1656" y="50"/>
                  </a:lnTo>
                  <a:lnTo>
                    <a:pt x="1659" y="50"/>
                  </a:lnTo>
                  <a:lnTo>
                    <a:pt x="1663" y="46"/>
                  </a:lnTo>
                  <a:lnTo>
                    <a:pt x="1666" y="46"/>
                  </a:lnTo>
                  <a:lnTo>
                    <a:pt x="1670" y="43"/>
                  </a:lnTo>
                  <a:lnTo>
                    <a:pt x="1674" y="43"/>
                  </a:lnTo>
                  <a:lnTo>
                    <a:pt x="1677" y="39"/>
                  </a:lnTo>
                  <a:lnTo>
                    <a:pt x="1681" y="39"/>
                  </a:lnTo>
                  <a:lnTo>
                    <a:pt x="1684" y="39"/>
                  </a:lnTo>
                  <a:lnTo>
                    <a:pt x="1688" y="36"/>
                  </a:lnTo>
                  <a:lnTo>
                    <a:pt x="1692" y="36"/>
                  </a:lnTo>
                  <a:lnTo>
                    <a:pt x="1695" y="32"/>
                  </a:lnTo>
                  <a:lnTo>
                    <a:pt x="1695" y="3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5" name="Freeform 73"/>
            <p:cNvSpPr>
              <a:spLocks/>
            </p:cNvSpPr>
            <p:nvPr/>
          </p:nvSpPr>
          <p:spPr bwMode="auto">
            <a:xfrm>
              <a:off x="749" y="1048"/>
              <a:ext cx="417" cy="2462"/>
            </a:xfrm>
            <a:custGeom>
              <a:avLst/>
              <a:gdLst/>
              <a:ahLst/>
              <a:cxnLst>
                <a:cxn ang="0">
                  <a:pos x="7" y="1998"/>
                </a:cxn>
                <a:cxn ang="0">
                  <a:pos x="11" y="1962"/>
                </a:cxn>
                <a:cxn ang="0">
                  <a:pos x="18" y="1929"/>
                </a:cxn>
                <a:cxn ang="0">
                  <a:pos x="25" y="1893"/>
                </a:cxn>
                <a:cxn ang="0">
                  <a:pos x="32" y="1865"/>
                </a:cxn>
                <a:cxn ang="0">
                  <a:pos x="39" y="1836"/>
                </a:cxn>
                <a:cxn ang="0">
                  <a:pos x="47" y="1811"/>
                </a:cxn>
                <a:cxn ang="0">
                  <a:pos x="54" y="1793"/>
                </a:cxn>
                <a:cxn ang="0">
                  <a:pos x="61" y="1775"/>
                </a:cxn>
                <a:cxn ang="0">
                  <a:pos x="79" y="1767"/>
                </a:cxn>
                <a:cxn ang="0">
                  <a:pos x="93" y="1782"/>
                </a:cxn>
                <a:cxn ang="0">
                  <a:pos x="97" y="1803"/>
                </a:cxn>
                <a:cxn ang="0">
                  <a:pos x="104" y="1829"/>
                </a:cxn>
                <a:cxn ang="0">
                  <a:pos x="111" y="1857"/>
                </a:cxn>
                <a:cxn ang="0">
                  <a:pos x="119" y="1897"/>
                </a:cxn>
                <a:cxn ang="0">
                  <a:pos x="126" y="1937"/>
                </a:cxn>
                <a:cxn ang="0">
                  <a:pos x="133" y="1983"/>
                </a:cxn>
                <a:cxn ang="0">
                  <a:pos x="140" y="2034"/>
                </a:cxn>
                <a:cxn ang="0">
                  <a:pos x="147" y="2088"/>
                </a:cxn>
                <a:cxn ang="0">
                  <a:pos x="155" y="2138"/>
                </a:cxn>
                <a:cxn ang="0">
                  <a:pos x="162" y="2192"/>
                </a:cxn>
                <a:cxn ang="0">
                  <a:pos x="169" y="2243"/>
                </a:cxn>
                <a:cxn ang="0">
                  <a:pos x="176" y="2293"/>
                </a:cxn>
                <a:cxn ang="0">
                  <a:pos x="183" y="2340"/>
                </a:cxn>
                <a:cxn ang="0">
                  <a:pos x="191" y="2379"/>
                </a:cxn>
                <a:cxn ang="0">
                  <a:pos x="198" y="2412"/>
                </a:cxn>
                <a:cxn ang="0">
                  <a:pos x="205" y="2437"/>
                </a:cxn>
                <a:cxn ang="0">
                  <a:pos x="212" y="2459"/>
                </a:cxn>
                <a:cxn ang="0">
                  <a:pos x="227" y="2451"/>
                </a:cxn>
                <a:cxn ang="0">
                  <a:pos x="234" y="2430"/>
                </a:cxn>
                <a:cxn ang="0">
                  <a:pos x="241" y="2397"/>
                </a:cxn>
                <a:cxn ang="0">
                  <a:pos x="248" y="2351"/>
                </a:cxn>
                <a:cxn ang="0">
                  <a:pos x="255" y="2293"/>
                </a:cxn>
                <a:cxn ang="0">
                  <a:pos x="263" y="2221"/>
                </a:cxn>
                <a:cxn ang="0">
                  <a:pos x="270" y="2138"/>
                </a:cxn>
                <a:cxn ang="0">
                  <a:pos x="277" y="2045"/>
                </a:cxn>
                <a:cxn ang="0">
                  <a:pos x="284" y="1940"/>
                </a:cxn>
                <a:cxn ang="0">
                  <a:pos x="291" y="1825"/>
                </a:cxn>
                <a:cxn ang="0">
                  <a:pos x="299" y="1706"/>
                </a:cxn>
                <a:cxn ang="0">
                  <a:pos x="306" y="1577"/>
                </a:cxn>
                <a:cxn ang="0">
                  <a:pos x="313" y="1443"/>
                </a:cxn>
                <a:cxn ang="0">
                  <a:pos x="320" y="1307"/>
                </a:cxn>
                <a:cxn ang="0">
                  <a:pos x="327" y="1170"/>
                </a:cxn>
                <a:cxn ang="0">
                  <a:pos x="335" y="1029"/>
                </a:cxn>
                <a:cxn ang="0">
                  <a:pos x="338" y="896"/>
                </a:cxn>
                <a:cxn ang="0">
                  <a:pos x="345" y="763"/>
                </a:cxn>
                <a:cxn ang="0">
                  <a:pos x="353" y="637"/>
                </a:cxn>
                <a:cxn ang="0">
                  <a:pos x="360" y="515"/>
                </a:cxn>
                <a:cxn ang="0">
                  <a:pos x="367" y="407"/>
                </a:cxn>
                <a:cxn ang="0">
                  <a:pos x="374" y="306"/>
                </a:cxn>
                <a:cxn ang="0">
                  <a:pos x="381" y="220"/>
                </a:cxn>
                <a:cxn ang="0">
                  <a:pos x="389" y="144"/>
                </a:cxn>
                <a:cxn ang="0">
                  <a:pos x="396" y="86"/>
                </a:cxn>
                <a:cxn ang="0">
                  <a:pos x="403" y="40"/>
                </a:cxn>
                <a:cxn ang="0">
                  <a:pos x="410" y="14"/>
                </a:cxn>
              </a:cxnLst>
              <a:rect l="0" t="0" r="r" b="b"/>
              <a:pathLst>
                <a:path w="417" h="2462">
                  <a:moveTo>
                    <a:pt x="0" y="2023"/>
                  </a:moveTo>
                  <a:lnTo>
                    <a:pt x="0" y="2016"/>
                  </a:lnTo>
                  <a:lnTo>
                    <a:pt x="3" y="2009"/>
                  </a:lnTo>
                  <a:lnTo>
                    <a:pt x="3" y="2005"/>
                  </a:lnTo>
                  <a:lnTo>
                    <a:pt x="7" y="1998"/>
                  </a:lnTo>
                  <a:lnTo>
                    <a:pt x="7" y="1991"/>
                  </a:lnTo>
                  <a:lnTo>
                    <a:pt x="7" y="1983"/>
                  </a:lnTo>
                  <a:lnTo>
                    <a:pt x="11" y="1976"/>
                  </a:lnTo>
                  <a:lnTo>
                    <a:pt x="11" y="1969"/>
                  </a:lnTo>
                  <a:lnTo>
                    <a:pt x="11" y="1962"/>
                  </a:lnTo>
                  <a:lnTo>
                    <a:pt x="14" y="1955"/>
                  </a:lnTo>
                  <a:lnTo>
                    <a:pt x="14" y="1947"/>
                  </a:lnTo>
                  <a:lnTo>
                    <a:pt x="18" y="1940"/>
                  </a:lnTo>
                  <a:lnTo>
                    <a:pt x="18" y="1937"/>
                  </a:lnTo>
                  <a:lnTo>
                    <a:pt x="18" y="1929"/>
                  </a:lnTo>
                  <a:lnTo>
                    <a:pt x="21" y="1922"/>
                  </a:lnTo>
                  <a:lnTo>
                    <a:pt x="21" y="1915"/>
                  </a:lnTo>
                  <a:lnTo>
                    <a:pt x="25" y="1908"/>
                  </a:lnTo>
                  <a:lnTo>
                    <a:pt x="25" y="1901"/>
                  </a:lnTo>
                  <a:lnTo>
                    <a:pt x="25" y="1893"/>
                  </a:lnTo>
                  <a:lnTo>
                    <a:pt x="29" y="1890"/>
                  </a:lnTo>
                  <a:lnTo>
                    <a:pt x="29" y="1883"/>
                  </a:lnTo>
                  <a:lnTo>
                    <a:pt x="32" y="1875"/>
                  </a:lnTo>
                  <a:lnTo>
                    <a:pt x="32" y="1872"/>
                  </a:lnTo>
                  <a:lnTo>
                    <a:pt x="32" y="1865"/>
                  </a:lnTo>
                  <a:lnTo>
                    <a:pt x="36" y="1857"/>
                  </a:lnTo>
                  <a:lnTo>
                    <a:pt x="36" y="1854"/>
                  </a:lnTo>
                  <a:lnTo>
                    <a:pt x="36" y="1847"/>
                  </a:lnTo>
                  <a:lnTo>
                    <a:pt x="39" y="1843"/>
                  </a:lnTo>
                  <a:lnTo>
                    <a:pt x="39" y="1836"/>
                  </a:lnTo>
                  <a:lnTo>
                    <a:pt x="43" y="1832"/>
                  </a:lnTo>
                  <a:lnTo>
                    <a:pt x="43" y="1825"/>
                  </a:lnTo>
                  <a:lnTo>
                    <a:pt x="43" y="1821"/>
                  </a:lnTo>
                  <a:lnTo>
                    <a:pt x="47" y="1818"/>
                  </a:lnTo>
                  <a:lnTo>
                    <a:pt x="47" y="1811"/>
                  </a:lnTo>
                  <a:lnTo>
                    <a:pt x="50" y="1807"/>
                  </a:lnTo>
                  <a:lnTo>
                    <a:pt x="50" y="1803"/>
                  </a:lnTo>
                  <a:lnTo>
                    <a:pt x="50" y="1800"/>
                  </a:lnTo>
                  <a:lnTo>
                    <a:pt x="54" y="1796"/>
                  </a:lnTo>
                  <a:lnTo>
                    <a:pt x="54" y="1793"/>
                  </a:lnTo>
                  <a:lnTo>
                    <a:pt x="54" y="1789"/>
                  </a:lnTo>
                  <a:lnTo>
                    <a:pt x="57" y="1785"/>
                  </a:lnTo>
                  <a:lnTo>
                    <a:pt x="57" y="1782"/>
                  </a:lnTo>
                  <a:lnTo>
                    <a:pt x="61" y="1778"/>
                  </a:lnTo>
                  <a:lnTo>
                    <a:pt x="61" y="1775"/>
                  </a:lnTo>
                  <a:lnTo>
                    <a:pt x="65" y="1771"/>
                  </a:lnTo>
                  <a:lnTo>
                    <a:pt x="68" y="1767"/>
                  </a:lnTo>
                  <a:lnTo>
                    <a:pt x="72" y="1764"/>
                  </a:lnTo>
                  <a:lnTo>
                    <a:pt x="75" y="1764"/>
                  </a:lnTo>
                  <a:lnTo>
                    <a:pt x="79" y="1767"/>
                  </a:lnTo>
                  <a:lnTo>
                    <a:pt x="83" y="1767"/>
                  </a:lnTo>
                  <a:lnTo>
                    <a:pt x="86" y="1771"/>
                  </a:lnTo>
                  <a:lnTo>
                    <a:pt x="86" y="1775"/>
                  </a:lnTo>
                  <a:lnTo>
                    <a:pt x="90" y="1778"/>
                  </a:lnTo>
                  <a:lnTo>
                    <a:pt x="93" y="1782"/>
                  </a:lnTo>
                  <a:lnTo>
                    <a:pt x="93" y="1785"/>
                  </a:lnTo>
                  <a:lnTo>
                    <a:pt x="93" y="1789"/>
                  </a:lnTo>
                  <a:lnTo>
                    <a:pt x="97" y="1793"/>
                  </a:lnTo>
                  <a:lnTo>
                    <a:pt x="97" y="1796"/>
                  </a:lnTo>
                  <a:lnTo>
                    <a:pt x="97" y="1803"/>
                  </a:lnTo>
                  <a:lnTo>
                    <a:pt x="101" y="1807"/>
                  </a:lnTo>
                  <a:lnTo>
                    <a:pt x="101" y="1811"/>
                  </a:lnTo>
                  <a:lnTo>
                    <a:pt x="104" y="1818"/>
                  </a:lnTo>
                  <a:lnTo>
                    <a:pt x="104" y="1821"/>
                  </a:lnTo>
                  <a:lnTo>
                    <a:pt x="104" y="1829"/>
                  </a:lnTo>
                  <a:lnTo>
                    <a:pt x="108" y="1832"/>
                  </a:lnTo>
                  <a:lnTo>
                    <a:pt x="108" y="1839"/>
                  </a:lnTo>
                  <a:lnTo>
                    <a:pt x="111" y="1847"/>
                  </a:lnTo>
                  <a:lnTo>
                    <a:pt x="111" y="1850"/>
                  </a:lnTo>
                  <a:lnTo>
                    <a:pt x="111" y="1857"/>
                  </a:lnTo>
                  <a:lnTo>
                    <a:pt x="115" y="1865"/>
                  </a:lnTo>
                  <a:lnTo>
                    <a:pt x="115" y="1872"/>
                  </a:lnTo>
                  <a:lnTo>
                    <a:pt x="119" y="1879"/>
                  </a:lnTo>
                  <a:lnTo>
                    <a:pt x="119" y="1886"/>
                  </a:lnTo>
                  <a:lnTo>
                    <a:pt x="119" y="1897"/>
                  </a:lnTo>
                  <a:lnTo>
                    <a:pt x="122" y="1904"/>
                  </a:lnTo>
                  <a:lnTo>
                    <a:pt x="122" y="1911"/>
                  </a:lnTo>
                  <a:lnTo>
                    <a:pt x="122" y="1922"/>
                  </a:lnTo>
                  <a:lnTo>
                    <a:pt x="126" y="1929"/>
                  </a:lnTo>
                  <a:lnTo>
                    <a:pt x="126" y="1937"/>
                  </a:lnTo>
                  <a:lnTo>
                    <a:pt x="129" y="1947"/>
                  </a:lnTo>
                  <a:lnTo>
                    <a:pt x="129" y="1955"/>
                  </a:lnTo>
                  <a:lnTo>
                    <a:pt x="129" y="1965"/>
                  </a:lnTo>
                  <a:lnTo>
                    <a:pt x="133" y="1976"/>
                  </a:lnTo>
                  <a:lnTo>
                    <a:pt x="133" y="1983"/>
                  </a:lnTo>
                  <a:lnTo>
                    <a:pt x="137" y="1994"/>
                  </a:lnTo>
                  <a:lnTo>
                    <a:pt x="137" y="2005"/>
                  </a:lnTo>
                  <a:lnTo>
                    <a:pt x="137" y="2012"/>
                  </a:lnTo>
                  <a:lnTo>
                    <a:pt x="140" y="2023"/>
                  </a:lnTo>
                  <a:lnTo>
                    <a:pt x="140" y="2034"/>
                  </a:lnTo>
                  <a:lnTo>
                    <a:pt x="140" y="2045"/>
                  </a:lnTo>
                  <a:lnTo>
                    <a:pt x="144" y="2055"/>
                  </a:lnTo>
                  <a:lnTo>
                    <a:pt x="144" y="2066"/>
                  </a:lnTo>
                  <a:lnTo>
                    <a:pt x="147" y="2077"/>
                  </a:lnTo>
                  <a:lnTo>
                    <a:pt x="147" y="2088"/>
                  </a:lnTo>
                  <a:lnTo>
                    <a:pt x="147" y="2095"/>
                  </a:lnTo>
                  <a:lnTo>
                    <a:pt x="151" y="2106"/>
                  </a:lnTo>
                  <a:lnTo>
                    <a:pt x="151" y="2117"/>
                  </a:lnTo>
                  <a:lnTo>
                    <a:pt x="155" y="2127"/>
                  </a:lnTo>
                  <a:lnTo>
                    <a:pt x="155" y="2138"/>
                  </a:lnTo>
                  <a:lnTo>
                    <a:pt x="155" y="2149"/>
                  </a:lnTo>
                  <a:lnTo>
                    <a:pt x="158" y="2160"/>
                  </a:lnTo>
                  <a:lnTo>
                    <a:pt x="158" y="2171"/>
                  </a:lnTo>
                  <a:lnTo>
                    <a:pt x="162" y="2181"/>
                  </a:lnTo>
                  <a:lnTo>
                    <a:pt x="162" y="2192"/>
                  </a:lnTo>
                  <a:lnTo>
                    <a:pt x="162" y="2203"/>
                  </a:lnTo>
                  <a:lnTo>
                    <a:pt x="165" y="2214"/>
                  </a:lnTo>
                  <a:lnTo>
                    <a:pt x="165" y="2225"/>
                  </a:lnTo>
                  <a:lnTo>
                    <a:pt x="165" y="2235"/>
                  </a:lnTo>
                  <a:lnTo>
                    <a:pt x="169" y="2243"/>
                  </a:lnTo>
                  <a:lnTo>
                    <a:pt x="169" y="2253"/>
                  </a:lnTo>
                  <a:lnTo>
                    <a:pt x="173" y="2264"/>
                  </a:lnTo>
                  <a:lnTo>
                    <a:pt x="173" y="2275"/>
                  </a:lnTo>
                  <a:lnTo>
                    <a:pt x="173" y="2286"/>
                  </a:lnTo>
                  <a:lnTo>
                    <a:pt x="176" y="2293"/>
                  </a:lnTo>
                  <a:lnTo>
                    <a:pt x="176" y="2304"/>
                  </a:lnTo>
                  <a:lnTo>
                    <a:pt x="180" y="2311"/>
                  </a:lnTo>
                  <a:lnTo>
                    <a:pt x="180" y="2322"/>
                  </a:lnTo>
                  <a:lnTo>
                    <a:pt x="180" y="2329"/>
                  </a:lnTo>
                  <a:lnTo>
                    <a:pt x="183" y="2340"/>
                  </a:lnTo>
                  <a:lnTo>
                    <a:pt x="183" y="2347"/>
                  </a:lnTo>
                  <a:lnTo>
                    <a:pt x="183" y="2354"/>
                  </a:lnTo>
                  <a:lnTo>
                    <a:pt x="187" y="2365"/>
                  </a:lnTo>
                  <a:lnTo>
                    <a:pt x="187" y="2372"/>
                  </a:lnTo>
                  <a:lnTo>
                    <a:pt x="191" y="2379"/>
                  </a:lnTo>
                  <a:lnTo>
                    <a:pt x="191" y="2387"/>
                  </a:lnTo>
                  <a:lnTo>
                    <a:pt x="191" y="2394"/>
                  </a:lnTo>
                  <a:lnTo>
                    <a:pt x="194" y="2401"/>
                  </a:lnTo>
                  <a:lnTo>
                    <a:pt x="194" y="2408"/>
                  </a:lnTo>
                  <a:lnTo>
                    <a:pt x="198" y="2412"/>
                  </a:lnTo>
                  <a:lnTo>
                    <a:pt x="198" y="2419"/>
                  </a:lnTo>
                  <a:lnTo>
                    <a:pt x="198" y="2423"/>
                  </a:lnTo>
                  <a:lnTo>
                    <a:pt x="201" y="2430"/>
                  </a:lnTo>
                  <a:lnTo>
                    <a:pt x="201" y="2433"/>
                  </a:lnTo>
                  <a:lnTo>
                    <a:pt x="205" y="2437"/>
                  </a:lnTo>
                  <a:lnTo>
                    <a:pt x="205" y="2444"/>
                  </a:lnTo>
                  <a:lnTo>
                    <a:pt x="205" y="2448"/>
                  </a:lnTo>
                  <a:lnTo>
                    <a:pt x="209" y="2451"/>
                  </a:lnTo>
                  <a:lnTo>
                    <a:pt x="209" y="2455"/>
                  </a:lnTo>
                  <a:lnTo>
                    <a:pt x="212" y="2459"/>
                  </a:lnTo>
                  <a:lnTo>
                    <a:pt x="216" y="2462"/>
                  </a:lnTo>
                  <a:lnTo>
                    <a:pt x="219" y="2462"/>
                  </a:lnTo>
                  <a:lnTo>
                    <a:pt x="223" y="2459"/>
                  </a:lnTo>
                  <a:lnTo>
                    <a:pt x="227" y="2455"/>
                  </a:lnTo>
                  <a:lnTo>
                    <a:pt x="227" y="2451"/>
                  </a:lnTo>
                  <a:lnTo>
                    <a:pt x="230" y="2448"/>
                  </a:lnTo>
                  <a:lnTo>
                    <a:pt x="230" y="2444"/>
                  </a:lnTo>
                  <a:lnTo>
                    <a:pt x="234" y="2441"/>
                  </a:lnTo>
                  <a:lnTo>
                    <a:pt x="234" y="2437"/>
                  </a:lnTo>
                  <a:lnTo>
                    <a:pt x="234" y="2430"/>
                  </a:lnTo>
                  <a:lnTo>
                    <a:pt x="237" y="2426"/>
                  </a:lnTo>
                  <a:lnTo>
                    <a:pt x="237" y="2419"/>
                  </a:lnTo>
                  <a:lnTo>
                    <a:pt x="241" y="2412"/>
                  </a:lnTo>
                  <a:lnTo>
                    <a:pt x="241" y="2405"/>
                  </a:lnTo>
                  <a:lnTo>
                    <a:pt x="241" y="2397"/>
                  </a:lnTo>
                  <a:lnTo>
                    <a:pt x="245" y="2387"/>
                  </a:lnTo>
                  <a:lnTo>
                    <a:pt x="245" y="2379"/>
                  </a:lnTo>
                  <a:lnTo>
                    <a:pt x="248" y="2369"/>
                  </a:lnTo>
                  <a:lnTo>
                    <a:pt x="248" y="2361"/>
                  </a:lnTo>
                  <a:lnTo>
                    <a:pt x="248" y="2351"/>
                  </a:lnTo>
                  <a:lnTo>
                    <a:pt x="252" y="2340"/>
                  </a:lnTo>
                  <a:lnTo>
                    <a:pt x="252" y="2329"/>
                  </a:lnTo>
                  <a:lnTo>
                    <a:pt x="252" y="2315"/>
                  </a:lnTo>
                  <a:lnTo>
                    <a:pt x="255" y="2304"/>
                  </a:lnTo>
                  <a:lnTo>
                    <a:pt x="255" y="2293"/>
                  </a:lnTo>
                  <a:lnTo>
                    <a:pt x="259" y="2279"/>
                  </a:lnTo>
                  <a:lnTo>
                    <a:pt x="259" y="2264"/>
                  </a:lnTo>
                  <a:lnTo>
                    <a:pt x="259" y="2250"/>
                  </a:lnTo>
                  <a:lnTo>
                    <a:pt x="263" y="2235"/>
                  </a:lnTo>
                  <a:lnTo>
                    <a:pt x="263" y="2221"/>
                  </a:lnTo>
                  <a:lnTo>
                    <a:pt x="266" y="2203"/>
                  </a:lnTo>
                  <a:lnTo>
                    <a:pt x="266" y="2189"/>
                  </a:lnTo>
                  <a:lnTo>
                    <a:pt x="266" y="2171"/>
                  </a:lnTo>
                  <a:lnTo>
                    <a:pt x="270" y="2156"/>
                  </a:lnTo>
                  <a:lnTo>
                    <a:pt x="270" y="2138"/>
                  </a:lnTo>
                  <a:lnTo>
                    <a:pt x="273" y="2120"/>
                  </a:lnTo>
                  <a:lnTo>
                    <a:pt x="273" y="2102"/>
                  </a:lnTo>
                  <a:lnTo>
                    <a:pt x="273" y="2084"/>
                  </a:lnTo>
                  <a:lnTo>
                    <a:pt x="277" y="2063"/>
                  </a:lnTo>
                  <a:lnTo>
                    <a:pt x="277" y="2045"/>
                  </a:lnTo>
                  <a:lnTo>
                    <a:pt x="277" y="2023"/>
                  </a:lnTo>
                  <a:lnTo>
                    <a:pt x="281" y="2005"/>
                  </a:lnTo>
                  <a:lnTo>
                    <a:pt x="281" y="1983"/>
                  </a:lnTo>
                  <a:lnTo>
                    <a:pt x="284" y="1962"/>
                  </a:lnTo>
                  <a:lnTo>
                    <a:pt x="284" y="1940"/>
                  </a:lnTo>
                  <a:lnTo>
                    <a:pt x="284" y="1919"/>
                  </a:lnTo>
                  <a:lnTo>
                    <a:pt x="288" y="1897"/>
                  </a:lnTo>
                  <a:lnTo>
                    <a:pt x="288" y="1872"/>
                  </a:lnTo>
                  <a:lnTo>
                    <a:pt x="291" y="1850"/>
                  </a:lnTo>
                  <a:lnTo>
                    <a:pt x="291" y="1825"/>
                  </a:lnTo>
                  <a:lnTo>
                    <a:pt x="291" y="1803"/>
                  </a:lnTo>
                  <a:lnTo>
                    <a:pt x="295" y="1778"/>
                  </a:lnTo>
                  <a:lnTo>
                    <a:pt x="295" y="1753"/>
                  </a:lnTo>
                  <a:lnTo>
                    <a:pt x="295" y="1731"/>
                  </a:lnTo>
                  <a:lnTo>
                    <a:pt x="299" y="1706"/>
                  </a:lnTo>
                  <a:lnTo>
                    <a:pt x="299" y="1681"/>
                  </a:lnTo>
                  <a:lnTo>
                    <a:pt x="302" y="1656"/>
                  </a:lnTo>
                  <a:lnTo>
                    <a:pt x="302" y="1631"/>
                  </a:lnTo>
                  <a:lnTo>
                    <a:pt x="302" y="1602"/>
                  </a:lnTo>
                  <a:lnTo>
                    <a:pt x="306" y="1577"/>
                  </a:lnTo>
                  <a:lnTo>
                    <a:pt x="306" y="1551"/>
                  </a:lnTo>
                  <a:lnTo>
                    <a:pt x="309" y="1523"/>
                  </a:lnTo>
                  <a:lnTo>
                    <a:pt x="309" y="1497"/>
                  </a:lnTo>
                  <a:lnTo>
                    <a:pt x="309" y="1472"/>
                  </a:lnTo>
                  <a:lnTo>
                    <a:pt x="313" y="1443"/>
                  </a:lnTo>
                  <a:lnTo>
                    <a:pt x="313" y="1418"/>
                  </a:lnTo>
                  <a:lnTo>
                    <a:pt x="317" y="1389"/>
                  </a:lnTo>
                  <a:lnTo>
                    <a:pt x="317" y="1361"/>
                  </a:lnTo>
                  <a:lnTo>
                    <a:pt x="317" y="1335"/>
                  </a:lnTo>
                  <a:lnTo>
                    <a:pt x="320" y="1307"/>
                  </a:lnTo>
                  <a:lnTo>
                    <a:pt x="320" y="1281"/>
                  </a:lnTo>
                  <a:lnTo>
                    <a:pt x="320" y="1253"/>
                  </a:lnTo>
                  <a:lnTo>
                    <a:pt x="324" y="1224"/>
                  </a:lnTo>
                  <a:lnTo>
                    <a:pt x="324" y="1195"/>
                  </a:lnTo>
                  <a:lnTo>
                    <a:pt x="327" y="1170"/>
                  </a:lnTo>
                  <a:lnTo>
                    <a:pt x="327" y="1141"/>
                  </a:lnTo>
                  <a:lnTo>
                    <a:pt x="327" y="1112"/>
                  </a:lnTo>
                  <a:lnTo>
                    <a:pt x="331" y="1087"/>
                  </a:lnTo>
                  <a:lnTo>
                    <a:pt x="331" y="1058"/>
                  </a:lnTo>
                  <a:lnTo>
                    <a:pt x="335" y="1029"/>
                  </a:lnTo>
                  <a:lnTo>
                    <a:pt x="335" y="1004"/>
                  </a:lnTo>
                  <a:lnTo>
                    <a:pt x="335" y="975"/>
                  </a:lnTo>
                  <a:lnTo>
                    <a:pt x="338" y="950"/>
                  </a:lnTo>
                  <a:lnTo>
                    <a:pt x="338" y="921"/>
                  </a:lnTo>
                  <a:lnTo>
                    <a:pt x="338" y="896"/>
                  </a:lnTo>
                  <a:lnTo>
                    <a:pt x="342" y="867"/>
                  </a:lnTo>
                  <a:lnTo>
                    <a:pt x="342" y="842"/>
                  </a:lnTo>
                  <a:lnTo>
                    <a:pt x="345" y="813"/>
                  </a:lnTo>
                  <a:lnTo>
                    <a:pt x="345" y="788"/>
                  </a:lnTo>
                  <a:lnTo>
                    <a:pt x="345" y="763"/>
                  </a:lnTo>
                  <a:lnTo>
                    <a:pt x="349" y="738"/>
                  </a:lnTo>
                  <a:lnTo>
                    <a:pt x="349" y="709"/>
                  </a:lnTo>
                  <a:lnTo>
                    <a:pt x="353" y="684"/>
                  </a:lnTo>
                  <a:lnTo>
                    <a:pt x="353" y="659"/>
                  </a:lnTo>
                  <a:lnTo>
                    <a:pt x="353" y="637"/>
                  </a:lnTo>
                  <a:lnTo>
                    <a:pt x="356" y="612"/>
                  </a:lnTo>
                  <a:lnTo>
                    <a:pt x="356" y="587"/>
                  </a:lnTo>
                  <a:lnTo>
                    <a:pt x="360" y="562"/>
                  </a:lnTo>
                  <a:lnTo>
                    <a:pt x="360" y="540"/>
                  </a:lnTo>
                  <a:lnTo>
                    <a:pt x="360" y="515"/>
                  </a:lnTo>
                  <a:lnTo>
                    <a:pt x="363" y="493"/>
                  </a:lnTo>
                  <a:lnTo>
                    <a:pt x="363" y="472"/>
                  </a:lnTo>
                  <a:lnTo>
                    <a:pt x="363" y="450"/>
                  </a:lnTo>
                  <a:lnTo>
                    <a:pt x="367" y="428"/>
                  </a:lnTo>
                  <a:lnTo>
                    <a:pt x="367" y="407"/>
                  </a:lnTo>
                  <a:lnTo>
                    <a:pt x="371" y="385"/>
                  </a:lnTo>
                  <a:lnTo>
                    <a:pt x="371" y="364"/>
                  </a:lnTo>
                  <a:lnTo>
                    <a:pt x="371" y="346"/>
                  </a:lnTo>
                  <a:lnTo>
                    <a:pt x="374" y="324"/>
                  </a:lnTo>
                  <a:lnTo>
                    <a:pt x="374" y="306"/>
                  </a:lnTo>
                  <a:lnTo>
                    <a:pt x="378" y="288"/>
                  </a:lnTo>
                  <a:lnTo>
                    <a:pt x="378" y="270"/>
                  </a:lnTo>
                  <a:lnTo>
                    <a:pt x="378" y="252"/>
                  </a:lnTo>
                  <a:lnTo>
                    <a:pt x="381" y="234"/>
                  </a:lnTo>
                  <a:lnTo>
                    <a:pt x="381" y="220"/>
                  </a:lnTo>
                  <a:lnTo>
                    <a:pt x="381" y="202"/>
                  </a:lnTo>
                  <a:lnTo>
                    <a:pt x="385" y="187"/>
                  </a:lnTo>
                  <a:lnTo>
                    <a:pt x="385" y="173"/>
                  </a:lnTo>
                  <a:lnTo>
                    <a:pt x="389" y="158"/>
                  </a:lnTo>
                  <a:lnTo>
                    <a:pt x="389" y="144"/>
                  </a:lnTo>
                  <a:lnTo>
                    <a:pt x="389" y="133"/>
                  </a:lnTo>
                  <a:lnTo>
                    <a:pt x="392" y="119"/>
                  </a:lnTo>
                  <a:lnTo>
                    <a:pt x="392" y="108"/>
                  </a:lnTo>
                  <a:lnTo>
                    <a:pt x="396" y="97"/>
                  </a:lnTo>
                  <a:lnTo>
                    <a:pt x="396" y="86"/>
                  </a:lnTo>
                  <a:lnTo>
                    <a:pt x="396" y="76"/>
                  </a:lnTo>
                  <a:lnTo>
                    <a:pt x="399" y="65"/>
                  </a:lnTo>
                  <a:lnTo>
                    <a:pt x="399" y="58"/>
                  </a:lnTo>
                  <a:lnTo>
                    <a:pt x="403" y="50"/>
                  </a:lnTo>
                  <a:lnTo>
                    <a:pt x="403" y="40"/>
                  </a:lnTo>
                  <a:lnTo>
                    <a:pt x="403" y="36"/>
                  </a:lnTo>
                  <a:lnTo>
                    <a:pt x="407" y="29"/>
                  </a:lnTo>
                  <a:lnTo>
                    <a:pt x="407" y="22"/>
                  </a:lnTo>
                  <a:lnTo>
                    <a:pt x="407" y="18"/>
                  </a:lnTo>
                  <a:lnTo>
                    <a:pt x="410" y="14"/>
                  </a:lnTo>
                  <a:lnTo>
                    <a:pt x="410" y="11"/>
                  </a:lnTo>
                  <a:lnTo>
                    <a:pt x="414" y="7"/>
                  </a:lnTo>
                  <a:lnTo>
                    <a:pt x="414" y="4"/>
                  </a:lnTo>
                  <a:lnTo>
                    <a:pt x="417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6" name="Freeform 74"/>
            <p:cNvSpPr>
              <a:spLocks/>
            </p:cNvSpPr>
            <p:nvPr/>
          </p:nvSpPr>
          <p:spPr bwMode="auto">
            <a:xfrm>
              <a:off x="1170" y="1048"/>
              <a:ext cx="2480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68" y="788"/>
                </a:cxn>
                <a:cxn ang="0">
                  <a:pos x="94" y="1253"/>
                </a:cxn>
                <a:cxn ang="0">
                  <a:pos x="115" y="1706"/>
                </a:cxn>
                <a:cxn ang="0">
                  <a:pos x="140" y="2084"/>
                </a:cxn>
                <a:cxn ang="0">
                  <a:pos x="166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5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7" y="1796"/>
                </a:cxn>
                <a:cxn ang="0">
                  <a:pos x="360" y="1789"/>
                </a:cxn>
                <a:cxn ang="0">
                  <a:pos x="382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0" y="2189"/>
                </a:cxn>
                <a:cxn ang="0">
                  <a:pos x="526" y="2124"/>
                </a:cxn>
                <a:cxn ang="0">
                  <a:pos x="551" y="2037"/>
                </a:cxn>
                <a:cxn ang="0">
                  <a:pos x="572" y="1958"/>
                </a:cxn>
                <a:cxn ang="0">
                  <a:pos x="605" y="1893"/>
                </a:cxn>
                <a:cxn ang="0">
                  <a:pos x="655" y="1915"/>
                </a:cxn>
                <a:cxn ang="0">
                  <a:pos x="677" y="1980"/>
                </a:cxn>
                <a:cxn ang="0">
                  <a:pos x="702" y="2048"/>
                </a:cxn>
                <a:cxn ang="0">
                  <a:pos x="727" y="2109"/>
                </a:cxn>
                <a:cxn ang="0">
                  <a:pos x="785" y="2124"/>
                </a:cxn>
                <a:cxn ang="0">
                  <a:pos x="817" y="2063"/>
                </a:cxn>
                <a:cxn ang="0">
                  <a:pos x="842" y="2001"/>
                </a:cxn>
                <a:cxn ang="0">
                  <a:pos x="875" y="1940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1" y="2073"/>
                </a:cxn>
                <a:cxn ang="0">
                  <a:pos x="1055" y="2106"/>
                </a:cxn>
                <a:cxn ang="0">
                  <a:pos x="1102" y="2045"/>
                </a:cxn>
                <a:cxn ang="0">
                  <a:pos x="1138" y="1983"/>
                </a:cxn>
                <a:cxn ang="0">
                  <a:pos x="1195" y="1951"/>
                </a:cxn>
                <a:cxn ang="0">
                  <a:pos x="1246" y="2012"/>
                </a:cxn>
                <a:cxn ang="0">
                  <a:pos x="1289" y="2073"/>
                </a:cxn>
                <a:cxn ang="0">
                  <a:pos x="1350" y="2077"/>
                </a:cxn>
                <a:cxn ang="0">
                  <a:pos x="1397" y="2016"/>
                </a:cxn>
                <a:cxn ang="0">
                  <a:pos x="1451" y="1962"/>
                </a:cxn>
                <a:cxn ang="0">
                  <a:pos x="1512" y="1998"/>
                </a:cxn>
                <a:cxn ang="0">
                  <a:pos x="1559" y="2059"/>
                </a:cxn>
                <a:cxn ang="0">
                  <a:pos x="1620" y="2073"/>
                </a:cxn>
                <a:cxn ang="0">
                  <a:pos x="1678" y="2016"/>
                </a:cxn>
                <a:cxn ang="0">
                  <a:pos x="1735" y="1973"/>
                </a:cxn>
                <a:cxn ang="0">
                  <a:pos x="1796" y="2009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8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27"/>
                </a:cxn>
                <a:cxn ang="0">
                  <a:pos x="2282" y="1987"/>
                </a:cxn>
                <a:cxn ang="0">
                  <a:pos x="2344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29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47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0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3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48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6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76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4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0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5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3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6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4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4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2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0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18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3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1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4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4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2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2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0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0" y="1915"/>
                  </a:lnTo>
                  <a:lnTo>
                    <a:pt x="590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77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2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0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8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6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6" y="2088"/>
                  </a:lnTo>
                  <a:lnTo>
                    <a:pt x="806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4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2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57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5" y="1940"/>
                  </a:lnTo>
                  <a:lnTo>
                    <a:pt x="878" y="1937"/>
                  </a:lnTo>
                  <a:lnTo>
                    <a:pt x="882" y="1933"/>
                  </a:lnTo>
                  <a:lnTo>
                    <a:pt x="886" y="1929"/>
                  </a:lnTo>
                  <a:lnTo>
                    <a:pt x="889" y="1926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58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4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4" y="2081"/>
                  </a:lnTo>
                  <a:lnTo>
                    <a:pt x="1004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30" y="2109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1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5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6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3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4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1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91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5" y="2045"/>
                  </a:lnTo>
                  <a:lnTo>
                    <a:pt x="1379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5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2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9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6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1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48" y="2048"/>
                  </a:lnTo>
                  <a:lnTo>
                    <a:pt x="1552" y="2052"/>
                  </a:lnTo>
                  <a:lnTo>
                    <a:pt x="1555" y="2055"/>
                  </a:lnTo>
                  <a:lnTo>
                    <a:pt x="1559" y="2059"/>
                  </a:lnTo>
                  <a:lnTo>
                    <a:pt x="1562" y="2063"/>
                  </a:lnTo>
                  <a:lnTo>
                    <a:pt x="1566" y="2066"/>
                  </a:lnTo>
                  <a:lnTo>
                    <a:pt x="1570" y="2070"/>
                  </a:lnTo>
                  <a:lnTo>
                    <a:pt x="1573" y="2073"/>
                  </a:lnTo>
                  <a:lnTo>
                    <a:pt x="1577" y="2073"/>
                  </a:lnTo>
                  <a:lnTo>
                    <a:pt x="1580" y="2077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3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67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5" y="2005"/>
                  </a:lnTo>
                  <a:lnTo>
                    <a:pt x="1688" y="2001"/>
                  </a:lnTo>
                  <a:lnTo>
                    <a:pt x="1692" y="1998"/>
                  </a:lnTo>
                  <a:lnTo>
                    <a:pt x="1696" y="1994"/>
                  </a:lnTo>
                  <a:lnTo>
                    <a:pt x="1699" y="1991"/>
                  </a:lnTo>
                  <a:lnTo>
                    <a:pt x="1703" y="1987"/>
                  </a:lnTo>
                  <a:lnTo>
                    <a:pt x="1706" y="1983"/>
                  </a:lnTo>
                  <a:lnTo>
                    <a:pt x="1710" y="1980"/>
                  </a:lnTo>
                  <a:lnTo>
                    <a:pt x="1714" y="1980"/>
                  </a:lnTo>
                  <a:lnTo>
                    <a:pt x="1717" y="1976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3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8" y="1994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3"/>
                  </a:lnTo>
                  <a:lnTo>
                    <a:pt x="1879" y="2070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59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37"/>
                  </a:lnTo>
                  <a:lnTo>
                    <a:pt x="1937" y="2034"/>
                  </a:lnTo>
                  <a:lnTo>
                    <a:pt x="1940" y="2030"/>
                  </a:lnTo>
                  <a:lnTo>
                    <a:pt x="1944" y="2027"/>
                  </a:lnTo>
                  <a:lnTo>
                    <a:pt x="1948" y="2023"/>
                  </a:lnTo>
                  <a:lnTo>
                    <a:pt x="1951" y="2019"/>
                  </a:lnTo>
                  <a:lnTo>
                    <a:pt x="1955" y="2016"/>
                  </a:lnTo>
                  <a:lnTo>
                    <a:pt x="1958" y="2012"/>
                  </a:lnTo>
                  <a:lnTo>
                    <a:pt x="1962" y="2009"/>
                  </a:lnTo>
                  <a:lnTo>
                    <a:pt x="1966" y="2005"/>
                  </a:lnTo>
                  <a:lnTo>
                    <a:pt x="1969" y="2001"/>
                  </a:lnTo>
                  <a:lnTo>
                    <a:pt x="1973" y="1998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87"/>
                  </a:lnTo>
                  <a:lnTo>
                    <a:pt x="1991" y="1987"/>
                  </a:lnTo>
                  <a:lnTo>
                    <a:pt x="1994" y="1983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3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6" y="1998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9"/>
                  </a:lnTo>
                  <a:lnTo>
                    <a:pt x="2084" y="2023"/>
                  </a:lnTo>
                  <a:lnTo>
                    <a:pt x="2088" y="2027"/>
                  </a:lnTo>
                  <a:lnTo>
                    <a:pt x="2092" y="2030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52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63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8" y="2030"/>
                  </a:lnTo>
                  <a:lnTo>
                    <a:pt x="2221" y="2027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6" y="2005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90" y="1983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91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2001"/>
                  </a:lnTo>
                  <a:lnTo>
                    <a:pt x="2340" y="2005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4" y="2016"/>
                  </a:lnTo>
                  <a:lnTo>
                    <a:pt x="2358" y="2019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6" y="2059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2" y="2052"/>
                  </a:lnTo>
                  <a:lnTo>
                    <a:pt x="2466" y="2052"/>
                  </a:lnTo>
                  <a:lnTo>
                    <a:pt x="2470" y="2048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7" name="Freeform 75"/>
            <p:cNvSpPr>
              <a:spLocks/>
            </p:cNvSpPr>
            <p:nvPr/>
          </p:nvSpPr>
          <p:spPr bwMode="auto">
            <a:xfrm>
              <a:off x="3650" y="3039"/>
              <a:ext cx="1559" cy="64"/>
            </a:xfrm>
            <a:custGeom>
              <a:avLst/>
              <a:gdLst/>
              <a:ahLst/>
              <a:cxnLst>
                <a:cxn ang="0">
                  <a:pos x="22" y="36"/>
                </a:cxn>
                <a:cxn ang="0">
                  <a:pos x="47" y="18"/>
                </a:cxn>
                <a:cxn ang="0">
                  <a:pos x="72" y="3"/>
                </a:cxn>
                <a:cxn ang="0">
                  <a:pos x="98" y="0"/>
                </a:cxn>
                <a:cxn ang="0">
                  <a:pos x="123" y="7"/>
                </a:cxn>
                <a:cxn ang="0">
                  <a:pos x="148" y="21"/>
                </a:cxn>
                <a:cxn ang="0">
                  <a:pos x="173" y="39"/>
                </a:cxn>
                <a:cxn ang="0">
                  <a:pos x="198" y="57"/>
                </a:cxn>
                <a:cxn ang="0">
                  <a:pos x="224" y="64"/>
                </a:cxn>
                <a:cxn ang="0">
                  <a:pos x="249" y="64"/>
                </a:cxn>
                <a:cxn ang="0">
                  <a:pos x="274" y="54"/>
                </a:cxn>
                <a:cxn ang="0">
                  <a:pos x="299" y="36"/>
                </a:cxn>
                <a:cxn ang="0">
                  <a:pos x="324" y="18"/>
                </a:cxn>
                <a:cxn ang="0">
                  <a:pos x="350" y="7"/>
                </a:cxn>
                <a:cxn ang="0">
                  <a:pos x="375" y="3"/>
                </a:cxn>
                <a:cxn ang="0">
                  <a:pos x="400" y="7"/>
                </a:cxn>
                <a:cxn ang="0">
                  <a:pos x="425" y="21"/>
                </a:cxn>
                <a:cxn ang="0">
                  <a:pos x="450" y="39"/>
                </a:cxn>
                <a:cxn ang="0">
                  <a:pos x="476" y="54"/>
                </a:cxn>
                <a:cxn ang="0">
                  <a:pos x="501" y="61"/>
                </a:cxn>
                <a:cxn ang="0">
                  <a:pos x="526" y="61"/>
                </a:cxn>
                <a:cxn ang="0">
                  <a:pos x="551" y="50"/>
                </a:cxn>
                <a:cxn ang="0">
                  <a:pos x="576" y="36"/>
                </a:cxn>
                <a:cxn ang="0">
                  <a:pos x="602" y="21"/>
                </a:cxn>
                <a:cxn ang="0">
                  <a:pos x="627" y="7"/>
                </a:cxn>
                <a:cxn ang="0">
                  <a:pos x="652" y="3"/>
                </a:cxn>
                <a:cxn ang="0">
                  <a:pos x="677" y="10"/>
                </a:cxn>
                <a:cxn ang="0">
                  <a:pos x="702" y="21"/>
                </a:cxn>
                <a:cxn ang="0">
                  <a:pos x="728" y="36"/>
                </a:cxn>
                <a:cxn ang="0">
                  <a:pos x="753" y="50"/>
                </a:cxn>
                <a:cxn ang="0">
                  <a:pos x="778" y="61"/>
                </a:cxn>
                <a:cxn ang="0">
                  <a:pos x="803" y="61"/>
                </a:cxn>
                <a:cxn ang="0">
                  <a:pos x="828" y="50"/>
                </a:cxn>
                <a:cxn ang="0">
                  <a:pos x="854" y="36"/>
                </a:cxn>
                <a:cxn ang="0">
                  <a:pos x="879" y="21"/>
                </a:cxn>
                <a:cxn ang="0">
                  <a:pos x="904" y="10"/>
                </a:cxn>
                <a:cxn ang="0">
                  <a:pos x="929" y="7"/>
                </a:cxn>
                <a:cxn ang="0">
                  <a:pos x="954" y="10"/>
                </a:cxn>
                <a:cxn ang="0">
                  <a:pos x="980" y="21"/>
                </a:cxn>
                <a:cxn ang="0">
                  <a:pos x="1005" y="36"/>
                </a:cxn>
                <a:cxn ang="0">
                  <a:pos x="1030" y="50"/>
                </a:cxn>
                <a:cxn ang="0">
                  <a:pos x="1055" y="57"/>
                </a:cxn>
                <a:cxn ang="0">
                  <a:pos x="1080" y="57"/>
                </a:cxn>
                <a:cxn ang="0">
                  <a:pos x="1106" y="50"/>
                </a:cxn>
                <a:cxn ang="0">
                  <a:pos x="1131" y="39"/>
                </a:cxn>
                <a:cxn ang="0">
                  <a:pos x="1156" y="25"/>
                </a:cxn>
                <a:cxn ang="0">
                  <a:pos x="1181" y="14"/>
                </a:cxn>
                <a:cxn ang="0">
                  <a:pos x="1206" y="10"/>
                </a:cxn>
                <a:cxn ang="0">
                  <a:pos x="1232" y="10"/>
                </a:cxn>
                <a:cxn ang="0">
                  <a:pos x="1257" y="21"/>
                </a:cxn>
                <a:cxn ang="0">
                  <a:pos x="1282" y="36"/>
                </a:cxn>
                <a:cxn ang="0">
                  <a:pos x="1307" y="46"/>
                </a:cxn>
                <a:cxn ang="0">
                  <a:pos x="1332" y="54"/>
                </a:cxn>
                <a:cxn ang="0">
                  <a:pos x="1358" y="57"/>
                </a:cxn>
                <a:cxn ang="0">
                  <a:pos x="1383" y="50"/>
                </a:cxn>
                <a:cxn ang="0">
                  <a:pos x="1408" y="39"/>
                </a:cxn>
                <a:cxn ang="0">
                  <a:pos x="1433" y="25"/>
                </a:cxn>
                <a:cxn ang="0">
                  <a:pos x="1458" y="14"/>
                </a:cxn>
                <a:cxn ang="0">
                  <a:pos x="1484" y="10"/>
                </a:cxn>
                <a:cxn ang="0">
                  <a:pos x="1509" y="14"/>
                </a:cxn>
                <a:cxn ang="0">
                  <a:pos x="1534" y="21"/>
                </a:cxn>
                <a:cxn ang="0">
                  <a:pos x="1559" y="32"/>
                </a:cxn>
              </a:cxnLst>
              <a:rect l="0" t="0" r="r" b="b"/>
              <a:pathLst>
                <a:path w="1559" h="64">
                  <a:moveTo>
                    <a:pt x="0" y="54"/>
                  </a:moveTo>
                  <a:lnTo>
                    <a:pt x="4" y="50"/>
                  </a:lnTo>
                  <a:lnTo>
                    <a:pt x="8" y="46"/>
                  </a:lnTo>
                  <a:lnTo>
                    <a:pt x="11" y="43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6" y="32"/>
                  </a:lnTo>
                  <a:lnTo>
                    <a:pt x="29" y="28"/>
                  </a:lnTo>
                  <a:lnTo>
                    <a:pt x="33" y="25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2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8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6" y="3"/>
                  </a:lnTo>
                  <a:lnTo>
                    <a:pt x="119" y="3"/>
                  </a:lnTo>
                  <a:lnTo>
                    <a:pt x="123" y="7"/>
                  </a:lnTo>
                  <a:lnTo>
                    <a:pt x="126" y="7"/>
                  </a:lnTo>
                  <a:lnTo>
                    <a:pt x="130" y="10"/>
                  </a:lnTo>
                  <a:lnTo>
                    <a:pt x="134" y="10"/>
                  </a:lnTo>
                  <a:lnTo>
                    <a:pt x="137" y="14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21"/>
                  </a:lnTo>
                  <a:lnTo>
                    <a:pt x="152" y="25"/>
                  </a:lnTo>
                  <a:lnTo>
                    <a:pt x="155" y="25"/>
                  </a:lnTo>
                  <a:lnTo>
                    <a:pt x="159" y="28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70" y="36"/>
                  </a:lnTo>
                  <a:lnTo>
                    <a:pt x="173" y="39"/>
                  </a:lnTo>
                  <a:lnTo>
                    <a:pt x="177" y="43"/>
                  </a:lnTo>
                  <a:lnTo>
                    <a:pt x="180" y="46"/>
                  </a:lnTo>
                  <a:lnTo>
                    <a:pt x="184" y="46"/>
                  </a:lnTo>
                  <a:lnTo>
                    <a:pt x="188" y="50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7"/>
                  </a:lnTo>
                  <a:lnTo>
                    <a:pt x="202" y="57"/>
                  </a:lnTo>
                  <a:lnTo>
                    <a:pt x="206" y="61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4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2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60" y="61"/>
                  </a:lnTo>
                  <a:lnTo>
                    <a:pt x="263" y="57"/>
                  </a:lnTo>
                  <a:lnTo>
                    <a:pt x="267" y="57"/>
                  </a:lnTo>
                  <a:lnTo>
                    <a:pt x="270" y="54"/>
                  </a:lnTo>
                  <a:lnTo>
                    <a:pt x="274" y="54"/>
                  </a:lnTo>
                  <a:lnTo>
                    <a:pt x="278" y="50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6" y="39"/>
                  </a:lnTo>
                  <a:lnTo>
                    <a:pt x="299" y="36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4" y="25"/>
                  </a:lnTo>
                  <a:lnTo>
                    <a:pt x="317" y="25"/>
                  </a:lnTo>
                  <a:lnTo>
                    <a:pt x="321" y="21"/>
                  </a:lnTo>
                  <a:lnTo>
                    <a:pt x="324" y="18"/>
                  </a:lnTo>
                  <a:lnTo>
                    <a:pt x="328" y="18"/>
                  </a:lnTo>
                  <a:lnTo>
                    <a:pt x="332" y="14"/>
                  </a:lnTo>
                  <a:lnTo>
                    <a:pt x="335" y="10"/>
                  </a:lnTo>
                  <a:lnTo>
                    <a:pt x="339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50" y="7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8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6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4" y="10"/>
                  </a:lnTo>
                  <a:lnTo>
                    <a:pt x="407" y="10"/>
                  </a:lnTo>
                  <a:lnTo>
                    <a:pt x="411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2" y="18"/>
                  </a:lnTo>
                  <a:lnTo>
                    <a:pt x="425" y="21"/>
                  </a:lnTo>
                  <a:lnTo>
                    <a:pt x="429" y="25"/>
                  </a:lnTo>
                  <a:lnTo>
                    <a:pt x="432" y="25"/>
                  </a:lnTo>
                  <a:lnTo>
                    <a:pt x="436" y="28"/>
                  </a:lnTo>
                  <a:lnTo>
                    <a:pt x="440" y="32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9"/>
                  </a:lnTo>
                  <a:lnTo>
                    <a:pt x="454" y="39"/>
                  </a:lnTo>
                  <a:lnTo>
                    <a:pt x="458" y="43"/>
                  </a:lnTo>
                  <a:lnTo>
                    <a:pt x="461" y="46"/>
                  </a:lnTo>
                  <a:lnTo>
                    <a:pt x="465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6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4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4"/>
                  </a:lnTo>
                  <a:lnTo>
                    <a:pt x="512" y="64"/>
                  </a:lnTo>
                  <a:lnTo>
                    <a:pt x="515" y="64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30" y="61"/>
                  </a:lnTo>
                  <a:lnTo>
                    <a:pt x="533" y="61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8" y="54"/>
                  </a:lnTo>
                  <a:lnTo>
                    <a:pt x="551" y="50"/>
                  </a:lnTo>
                  <a:lnTo>
                    <a:pt x="555" y="50"/>
                  </a:lnTo>
                  <a:lnTo>
                    <a:pt x="558" y="46"/>
                  </a:lnTo>
                  <a:lnTo>
                    <a:pt x="562" y="46"/>
                  </a:lnTo>
                  <a:lnTo>
                    <a:pt x="566" y="43"/>
                  </a:lnTo>
                  <a:lnTo>
                    <a:pt x="569" y="43"/>
                  </a:lnTo>
                  <a:lnTo>
                    <a:pt x="573" y="39"/>
                  </a:lnTo>
                  <a:lnTo>
                    <a:pt x="576" y="36"/>
                  </a:lnTo>
                  <a:lnTo>
                    <a:pt x="580" y="36"/>
                  </a:lnTo>
                  <a:lnTo>
                    <a:pt x="584" y="32"/>
                  </a:lnTo>
                  <a:lnTo>
                    <a:pt x="587" y="28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2" y="21"/>
                  </a:lnTo>
                  <a:lnTo>
                    <a:pt x="605" y="18"/>
                  </a:lnTo>
                  <a:lnTo>
                    <a:pt x="609" y="18"/>
                  </a:lnTo>
                  <a:lnTo>
                    <a:pt x="612" y="14"/>
                  </a:lnTo>
                  <a:lnTo>
                    <a:pt x="616" y="14"/>
                  </a:lnTo>
                  <a:lnTo>
                    <a:pt x="620" y="10"/>
                  </a:lnTo>
                  <a:lnTo>
                    <a:pt x="623" y="10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8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6" y="3"/>
                  </a:lnTo>
                  <a:lnTo>
                    <a:pt x="659" y="3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4" y="7"/>
                  </a:lnTo>
                  <a:lnTo>
                    <a:pt x="677" y="10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2" y="14"/>
                  </a:lnTo>
                  <a:lnTo>
                    <a:pt x="695" y="18"/>
                  </a:lnTo>
                  <a:lnTo>
                    <a:pt x="699" y="18"/>
                  </a:lnTo>
                  <a:lnTo>
                    <a:pt x="702" y="21"/>
                  </a:lnTo>
                  <a:lnTo>
                    <a:pt x="706" y="25"/>
                  </a:lnTo>
                  <a:lnTo>
                    <a:pt x="710" y="25"/>
                  </a:lnTo>
                  <a:lnTo>
                    <a:pt x="713" y="28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6"/>
                  </a:lnTo>
                  <a:lnTo>
                    <a:pt x="728" y="36"/>
                  </a:lnTo>
                  <a:lnTo>
                    <a:pt x="731" y="39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6"/>
                  </a:lnTo>
                  <a:lnTo>
                    <a:pt x="746" y="46"/>
                  </a:lnTo>
                  <a:lnTo>
                    <a:pt x="749" y="50"/>
                  </a:lnTo>
                  <a:lnTo>
                    <a:pt x="753" y="50"/>
                  </a:lnTo>
                  <a:lnTo>
                    <a:pt x="756" y="54"/>
                  </a:lnTo>
                  <a:lnTo>
                    <a:pt x="760" y="54"/>
                  </a:lnTo>
                  <a:lnTo>
                    <a:pt x="764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61"/>
                  </a:lnTo>
                  <a:lnTo>
                    <a:pt x="782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800" y="61"/>
                  </a:lnTo>
                  <a:lnTo>
                    <a:pt x="803" y="61"/>
                  </a:lnTo>
                  <a:lnTo>
                    <a:pt x="807" y="57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8" y="54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0"/>
                  </a:lnTo>
                  <a:lnTo>
                    <a:pt x="832" y="50"/>
                  </a:lnTo>
                  <a:lnTo>
                    <a:pt x="836" y="46"/>
                  </a:lnTo>
                  <a:lnTo>
                    <a:pt x="839" y="46"/>
                  </a:lnTo>
                  <a:lnTo>
                    <a:pt x="843" y="43"/>
                  </a:lnTo>
                  <a:lnTo>
                    <a:pt x="846" y="43"/>
                  </a:lnTo>
                  <a:lnTo>
                    <a:pt x="850" y="39"/>
                  </a:lnTo>
                  <a:lnTo>
                    <a:pt x="854" y="36"/>
                  </a:lnTo>
                  <a:lnTo>
                    <a:pt x="857" y="36"/>
                  </a:lnTo>
                  <a:lnTo>
                    <a:pt x="861" y="32"/>
                  </a:lnTo>
                  <a:lnTo>
                    <a:pt x="864" y="32"/>
                  </a:lnTo>
                  <a:lnTo>
                    <a:pt x="868" y="28"/>
                  </a:lnTo>
                  <a:lnTo>
                    <a:pt x="872" y="28"/>
                  </a:lnTo>
                  <a:lnTo>
                    <a:pt x="875" y="25"/>
                  </a:lnTo>
                  <a:lnTo>
                    <a:pt x="879" y="21"/>
                  </a:lnTo>
                  <a:lnTo>
                    <a:pt x="882" y="21"/>
                  </a:lnTo>
                  <a:lnTo>
                    <a:pt x="886" y="18"/>
                  </a:lnTo>
                  <a:lnTo>
                    <a:pt x="890" y="18"/>
                  </a:lnTo>
                  <a:lnTo>
                    <a:pt x="893" y="14"/>
                  </a:lnTo>
                  <a:lnTo>
                    <a:pt x="897" y="14"/>
                  </a:lnTo>
                  <a:lnTo>
                    <a:pt x="900" y="14"/>
                  </a:lnTo>
                  <a:lnTo>
                    <a:pt x="904" y="10"/>
                  </a:lnTo>
                  <a:lnTo>
                    <a:pt x="908" y="10"/>
                  </a:lnTo>
                  <a:lnTo>
                    <a:pt x="911" y="10"/>
                  </a:lnTo>
                  <a:lnTo>
                    <a:pt x="915" y="7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6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4" y="7"/>
                  </a:lnTo>
                  <a:lnTo>
                    <a:pt x="947" y="7"/>
                  </a:lnTo>
                  <a:lnTo>
                    <a:pt x="951" y="10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2" y="14"/>
                  </a:lnTo>
                  <a:lnTo>
                    <a:pt x="965" y="14"/>
                  </a:lnTo>
                  <a:lnTo>
                    <a:pt x="969" y="14"/>
                  </a:lnTo>
                  <a:lnTo>
                    <a:pt x="972" y="18"/>
                  </a:lnTo>
                  <a:lnTo>
                    <a:pt x="976" y="18"/>
                  </a:lnTo>
                  <a:lnTo>
                    <a:pt x="980" y="21"/>
                  </a:lnTo>
                  <a:lnTo>
                    <a:pt x="983" y="25"/>
                  </a:lnTo>
                  <a:lnTo>
                    <a:pt x="987" y="25"/>
                  </a:lnTo>
                  <a:lnTo>
                    <a:pt x="990" y="28"/>
                  </a:lnTo>
                  <a:lnTo>
                    <a:pt x="994" y="28"/>
                  </a:lnTo>
                  <a:lnTo>
                    <a:pt x="998" y="32"/>
                  </a:lnTo>
                  <a:lnTo>
                    <a:pt x="1001" y="32"/>
                  </a:lnTo>
                  <a:lnTo>
                    <a:pt x="1005" y="36"/>
                  </a:lnTo>
                  <a:lnTo>
                    <a:pt x="1008" y="39"/>
                  </a:lnTo>
                  <a:lnTo>
                    <a:pt x="1012" y="39"/>
                  </a:lnTo>
                  <a:lnTo>
                    <a:pt x="1016" y="43"/>
                  </a:lnTo>
                  <a:lnTo>
                    <a:pt x="1019" y="43"/>
                  </a:lnTo>
                  <a:lnTo>
                    <a:pt x="1023" y="46"/>
                  </a:lnTo>
                  <a:lnTo>
                    <a:pt x="1026" y="46"/>
                  </a:lnTo>
                  <a:lnTo>
                    <a:pt x="1030" y="50"/>
                  </a:lnTo>
                  <a:lnTo>
                    <a:pt x="1034" y="50"/>
                  </a:lnTo>
                  <a:lnTo>
                    <a:pt x="1037" y="50"/>
                  </a:lnTo>
                  <a:lnTo>
                    <a:pt x="1041" y="54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2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70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8" y="57"/>
                  </a:lnTo>
                  <a:lnTo>
                    <a:pt x="1091" y="54"/>
                  </a:lnTo>
                  <a:lnTo>
                    <a:pt x="1095" y="54"/>
                  </a:lnTo>
                  <a:lnTo>
                    <a:pt x="1098" y="54"/>
                  </a:lnTo>
                  <a:lnTo>
                    <a:pt x="1102" y="50"/>
                  </a:lnTo>
                  <a:lnTo>
                    <a:pt x="1106" y="50"/>
                  </a:lnTo>
                  <a:lnTo>
                    <a:pt x="1109" y="50"/>
                  </a:lnTo>
                  <a:lnTo>
                    <a:pt x="1113" y="46"/>
                  </a:lnTo>
                  <a:lnTo>
                    <a:pt x="1116" y="46"/>
                  </a:lnTo>
                  <a:lnTo>
                    <a:pt x="1120" y="43"/>
                  </a:lnTo>
                  <a:lnTo>
                    <a:pt x="1124" y="43"/>
                  </a:lnTo>
                  <a:lnTo>
                    <a:pt x="1127" y="39"/>
                  </a:lnTo>
                  <a:lnTo>
                    <a:pt x="1131" y="39"/>
                  </a:lnTo>
                  <a:lnTo>
                    <a:pt x="1134" y="36"/>
                  </a:lnTo>
                  <a:lnTo>
                    <a:pt x="1138" y="32"/>
                  </a:lnTo>
                  <a:lnTo>
                    <a:pt x="1142" y="32"/>
                  </a:lnTo>
                  <a:lnTo>
                    <a:pt x="1145" y="28"/>
                  </a:lnTo>
                  <a:lnTo>
                    <a:pt x="1149" y="28"/>
                  </a:lnTo>
                  <a:lnTo>
                    <a:pt x="1152" y="25"/>
                  </a:lnTo>
                  <a:lnTo>
                    <a:pt x="1156" y="25"/>
                  </a:lnTo>
                  <a:lnTo>
                    <a:pt x="1160" y="21"/>
                  </a:lnTo>
                  <a:lnTo>
                    <a:pt x="1163" y="21"/>
                  </a:lnTo>
                  <a:lnTo>
                    <a:pt x="1167" y="18"/>
                  </a:lnTo>
                  <a:lnTo>
                    <a:pt x="1170" y="18"/>
                  </a:lnTo>
                  <a:lnTo>
                    <a:pt x="1174" y="18"/>
                  </a:lnTo>
                  <a:lnTo>
                    <a:pt x="1178" y="14"/>
                  </a:lnTo>
                  <a:lnTo>
                    <a:pt x="1181" y="14"/>
                  </a:lnTo>
                  <a:lnTo>
                    <a:pt x="1185" y="14"/>
                  </a:lnTo>
                  <a:lnTo>
                    <a:pt x="1188" y="10"/>
                  </a:lnTo>
                  <a:lnTo>
                    <a:pt x="1192" y="10"/>
                  </a:lnTo>
                  <a:lnTo>
                    <a:pt x="1196" y="10"/>
                  </a:lnTo>
                  <a:lnTo>
                    <a:pt x="1199" y="10"/>
                  </a:lnTo>
                  <a:lnTo>
                    <a:pt x="1203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4" y="10"/>
                  </a:lnTo>
                  <a:lnTo>
                    <a:pt x="1217" y="10"/>
                  </a:lnTo>
                  <a:lnTo>
                    <a:pt x="1221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2" y="10"/>
                  </a:lnTo>
                  <a:lnTo>
                    <a:pt x="1235" y="14"/>
                  </a:lnTo>
                  <a:lnTo>
                    <a:pt x="1239" y="14"/>
                  </a:lnTo>
                  <a:lnTo>
                    <a:pt x="1242" y="14"/>
                  </a:lnTo>
                  <a:lnTo>
                    <a:pt x="1246" y="18"/>
                  </a:lnTo>
                  <a:lnTo>
                    <a:pt x="1250" y="18"/>
                  </a:lnTo>
                  <a:lnTo>
                    <a:pt x="1253" y="21"/>
                  </a:lnTo>
                  <a:lnTo>
                    <a:pt x="1257" y="21"/>
                  </a:lnTo>
                  <a:lnTo>
                    <a:pt x="1260" y="21"/>
                  </a:lnTo>
                  <a:lnTo>
                    <a:pt x="1264" y="25"/>
                  </a:lnTo>
                  <a:lnTo>
                    <a:pt x="1268" y="28"/>
                  </a:lnTo>
                  <a:lnTo>
                    <a:pt x="1271" y="28"/>
                  </a:lnTo>
                  <a:lnTo>
                    <a:pt x="1275" y="32"/>
                  </a:lnTo>
                  <a:lnTo>
                    <a:pt x="1278" y="32"/>
                  </a:lnTo>
                  <a:lnTo>
                    <a:pt x="1282" y="36"/>
                  </a:lnTo>
                  <a:lnTo>
                    <a:pt x="1286" y="36"/>
                  </a:lnTo>
                  <a:lnTo>
                    <a:pt x="1289" y="39"/>
                  </a:lnTo>
                  <a:lnTo>
                    <a:pt x="1293" y="39"/>
                  </a:lnTo>
                  <a:lnTo>
                    <a:pt x="1296" y="43"/>
                  </a:lnTo>
                  <a:lnTo>
                    <a:pt x="1300" y="43"/>
                  </a:lnTo>
                  <a:lnTo>
                    <a:pt x="1304" y="46"/>
                  </a:lnTo>
                  <a:lnTo>
                    <a:pt x="1307" y="46"/>
                  </a:lnTo>
                  <a:lnTo>
                    <a:pt x="1311" y="50"/>
                  </a:lnTo>
                  <a:lnTo>
                    <a:pt x="1314" y="50"/>
                  </a:lnTo>
                  <a:lnTo>
                    <a:pt x="1318" y="50"/>
                  </a:lnTo>
                  <a:lnTo>
                    <a:pt x="1322" y="54"/>
                  </a:lnTo>
                  <a:lnTo>
                    <a:pt x="1325" y="54"/>
                  </a:lnTo>
                  <a:lnTo>
                    <a:pt x="1329" y="54"/>
                  </a:lnTo>
                  <a:lnTo>
                    <a:pt x="1332" y="54"/>
                  </a:lnTo>
                  <a:lnTo>
                    <a:pt x="1336" y="57"/>
                  </a:lnTo>
                  <a:lnTo>
                    <a:pt x="1340" y="57"/>
                  </a:lnTo>
                  <a:lnTo>
                    <a:pt x="1343" y="57"/>
                  </a:lnTo>
                  <a:lnTo>
                    <a:pt x="1347" y="57"/>
                  </a:lnTo>
                  <a:lnTo>
                    <a:pt x="1350" y="57"/>
                  </a:lnTo>
                  <a:lnTo>
                    <a:pt x="1354" y="57"/>
                  </a:lnTo>
                  <a:lnTo>
                    <a:pt x="1358" y="57"/>
                  </a:lnTo>
                  <a:lnTo>
                    <a:pt x="1361" y="54"/>
                  </a:lnTo>
                  <a:lnTo>
                    <a:pt x="1365" y="54"/>
                  </a:lnTo>
                  <a:lnTo>
                    <a:pt x="1368" y="54"/>
                  </a:lnTo>
                  <a:lnTo>
                    <a:pt x="1372" y="54"/>
                  </a:lnTo>
                  <a:lnTo>
                    <a:pt x="1376" y="54"/>
                  </a:lnTo>
                  <a:lnTo>
                    <a:pt x="1379" y="50"/>
                  </a:lnTo>
                  <a:lnTo>
                    <a:pt x="1383" y="50"/>
                  </a:lnTo>
                  <a:lnTo>
                    <a:pt x="1386" y="50"/>
                  </a:lnTo>
                  <a:lnTo>
                    <a:pt x="1390" y="46"/>
                  </a:lnTo>
                  <a:lnTo>
                    <a:pt x="1394" y="46"/>
                  </a:lnTo>
                  <a:lnTo>
                    <a:pt x="1397" y="43"/>
                  </a:lnTo>
                  <a:lnTo>
                    <a:pt x="1401" y="43"/>
                  </a:lnTo>
                  <a:lnTo>
                    <a:pt x="1404" y="39"/>
                  </a:lnTo>
                  <a:lnTo>
                    <a:pt x="1408" y="39"/>
                  </a:lnTo>
                  <a:lnTo>
                    <a:pt x="1412" y="36"/>
                  </a:lnTo>
                  <a:lnTo>
                    <a:pt x="1415" y="36"/>
                  </a:lnTo>
                  <a:lnTo>
                    <a:pt x="1419" y="32"/>
                  </a:lnTo>
                  <a:lnTo>
                    <a:pt x="1422" y="32"/>
                  </a:lnTo>
                  <a:lnTo>
                    <a:pt x="1426" y="28"/>
                  </a:lnTo>
                  <a:lnTo>
                    <a:pt x="1430" y="28"/>
                  </a:lnTo>
                  <a:lnTo>
                    <a:pt x="1433" y="25"/>
                  </a:lnTo>
                  <a:lnTo>
                    <a:pt x="1437" y="25"/>
                  </a:lnTo>
                  <a:lnTo>
                    <a:pt x="1440" y="21"/>
                  </a:lnTo>
                  <a:lnTo>
                    <a:pt x="1444" y="21"/>
                  </a:lnTo>
                  <a:lnTo>
                    <a:pt x="1448" y="18"/>
                  </a:lnTo>
                  <a:lnTo>
                    <a:pt x="1451" y="18"/>
                  </a:lnTo>
                  <a:lnTo>
                    <a:pt x="1455" y="18"/>
                  </a:lnTo>
                  <a:lnTo>
                    <a:pt x="1458" y="14"/>
                  </a:lnTo>
                  <a:lnTo>
                    <a:pt x="1462" y="14"/>
                  </a:lnTo>
                  <a:lnTo>
                    <a:pt x="1466" y="14"/>
                  </a:lnTo>
                  <a:lnTo>
                    <a:pt x="1469" y="14"/>
                  </a:lnTo>
                  <a:lnTo>
                    <a:pt x="1473" y="10"/>
                  </a:lnTo>
                  <a:lnTo>
                    <a:pt x="1476" y="10"/>
                  </a:lnTo>
                  <a:lnTo>
                    <a:pt x="1480" y="10"/>
                  </a:lnTo>
                  <a:lnTo>
                    <a:pt x="1484" y="10"/>
                  </a:lnTo>
                  <a:lnTo>
                    <a:pt x="1487" y="10"/>
                  </a:lnTo>
                  <a:lnTo>
                    <a:pt x="1491" y="10"/>
                  </a:lnTo>
                  <a:lnTo>
                    <a:pt x="1494" y="10"/>
                  </a:lnTo>
                  <a:lnTo>
                    <a:pt x="1498" y="10"/>
                  </a:lnTo>
                  <a:lnTo>
                    <a:pt x="1502" y="10"/>
                  </a:lnTo>
                  <a:lnTo>
                    <a:pt x="1505" y="10"/>
                  </a:lnTo>
                  <a:lnTo>
                    <a:pt x="1509" y="14"/>
                  </a:lnTo>
                  <a:lnTo>
                    <a:pt x="1512" y="14"/>
                  </a:lnTo>
                  <a:lnTo>
                    <a:pt x="1516" y="14"/>
                  </a:lnTo>
                  <a:lnTo>
                    <a:pt x="1520" y="14"/>
                  </a:lnTo>
                  <a:lnTo>
                    <a:pt x="1523" y="18"/>
                  </a:lnTo>
                  <a:lnTo>
                    <a:pt x="1527" y="18"/>
                  </a:lnTo>
                  <a:lnTo>
                    <a:pt x="1530" y="21"/>
                  </a:lnTo>
                  <a:lnTo>
                    <a:pt x="1534" y="21"/>
                  </a:lnTo>
                  <a:lnTo>
                    <a:pt x="1538" y="21"/>
                  </a:lnTo>
                  <a:lnTo>
                    <a:pt x="1541" y="25"/>
                  </a:lnTo>
                  <a:lnTo>
                    <a:pt x="1545" y="25"/>
                  </a:lnTo>
                  <a:lnTo>
                    <a:pt x="1548" y="28"/>
                  </a:lnTo>
                  <a:lnTo>
                    <a:pt x="1552" y="28"/>
                  </a:lnTo>
                  <a:lnTo>
                    <a:pt x="1556" y="32"/>
                  </a:lnTo>
                  <a:lnTo>
                    <a:pt x="1559" y="32"/>
                  </a:lnTo>
                  <a:lnTo>
                    <a:pt x="1559" y="32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8" name="Freeform 76"/>
            <p:cNvSpPr>
              <a:spLocks/>
            </p:cNvSpPr>
            <p:nvPr/>
          </p:nvSpPr>
          <p:spPr bwMode="auto">
            <a:xfrm>
              <a:off x="749" y="1048"/>
              <a:ext cx="554" cy="2462"/>
            </a:xfrm>
            <a:custGeom>
              <a:avLst/>
              <a:gdLst/>
              <a:ahLst/>
              <a:cxnLst>
                <a:cxn ang="0">
                  <a:pos x="7" y="2048"/>
                </a:cxn>
                <a:cxn ang="0">
                  <a:pos x="14" y="2081"/>
                </a:cxn>
                <a:cxn ang="0">
                  <a:pos x="25" y="2109"/>
                </a:cxn>
                <a:cxn ang="0">
                  <a:pos x="32" y="2138"/>
                </a:cxn>
                <a:cxn ang="0">
                  <a:pos x="39" y="2160"/>
                </a:cxn>
                <a:cxn ang="0">
                  <a:pos x="50" y="2181"/>
                </a:cxn>
                <a:cxn ang="0">
                  <a:pos x="65" y="2203"/>
                </a:cxn>
                <a:cxn ang="0">
                  <a:pos x="86" y="2199"/>
                </a:cxn>
                <a:cxn ang="0">
                  <a:pos x="97" y="2178"/>
                </a:cxn>
                <a:cxn ang="0">
                  <a:pos x="108" y="2156"/>
                </a:cxn>
                <a:cxn ang="0">
                  <a:pos x="115" y="2127"/>
                </a:cxn>
                <a:cxn ang="0">
                  <a:pos x="122" y="2095"/>
                </a:cxn>
                <a:cxn ang="0">
                  <a:pos x="133" y="2055"/>
                </a:cxn>
                <a:cxn ang="0">
                  <a:pos x="140" y="2016"/>
                </a:cxn>
                <a:cxn ang="0">
                  <a:pos x="147" y="1976"/>
                </a:cxn>
                <a:cxn ang="0">
                  <a:pos x="158" y="1937"/>
                </a:cxn>
                <a:cxn ang="0">
                  <a:pos x="165" y="1893"/>
                </a:cxn>
                <a:cxn ang="0">
                  <a:pos x="173" y="1857"/>
                </a:cxn>
                <a:cxn ang="0">
                  <a:pos x="183" y="1825"/>
                </a:cxn>
                <a:cxn ang="0">
                  <a:pos x="191" y="1800"/>
                </a:cxn>
                <a:cxn ang="0">
                  <a:pos x="201" y="1778"/>
                </a:cxn>
                <a:cxn ang="0">
                  <a:pos x="219" y="1767"/>
                </a:cxn>
                <a:cxn ang="0">
                  <a:pos x="234" y="1789"/>
                </a:cxn>
                <a:cxn ang="0">
                  <a:pos x="241" y="1818"/>
                </a:cxn>
                <a:cxn ang="0">
                  <a:pos x="252" y="1850"/>
                </a:cxn>
                <a:cxn ang="0">
                  <a:pos x="259" y="1897"/>
                </a:cxn>
                <a:cxn ang="0">
                  <a:pos x="266" y="1947"/>
                </a:cxn>
                <a:cxn ang="0">
                  <a:pos x="277" y="2005"/>
                </a:cxn>
                <a:cxn ang="0">
                  <a:pos x="284" y="2066"/>
                </a:cxn>
                <a:cxn ang="0">
                  <a:pos x="291" y="2127"/>
                </a:cxn>
                <a:cxn ang="0">
                  <a:pos x="302" y="2192"/>
                </a:cxn>
                <a:cxn ang="0">
                  <a:pos x="309" y="2253"/>
                </a:cxn>
                <a:cxn ang="0">
                  <a:pos x="317" y="2311"/>
                </a:cxn>
                <a:cxn ang="0">
                  <a:pos x="327" y="2365"/>
                </a:cxn>
                <a:cxn ang="0">
                  <a:pos x="335" y="2408"/>
                </a:cxn>
                <a:cxn ang="0">
                  <a:pos x="342" y="2437"/>
                </a:cxn>
                <a:cxn ang="0">
                  <a:pos x="356" y="2462"/>
                </a:cxn>
                <a:cxn ang="0">
                  <a:pos x="371" y="2444"/>
                </a:cxn>
                <a:cxn ang="0">
                  <a:pos x="378" y="2412"/>
                </a:cxn>
                <a:cxn ang="0">
                  <a:pos x="389" y="2361"/>
                </a:cxn>
                <a:cxn ang="0">
                  <a:pos x="396" y="2293"/>
                </a:cxn>
                <a:cxn ang="0">
                  <a:pos x="403" y="2203"/>
                </a:cxn>
                <a:cxn ang="0">
                  <a:pos x="414" y="2102"/>
                </a:cxn>
                <a:cxn ang="0">
                  <a:pos x="421" y="1983"/>
                </a:cxn>
                <a:cxn ang="0">
                  <a:pos x="428" y="1850"/>
                </a:cxn>
                <a:cxn ang="0">
                  <a:pos x="439" y="1706"/>
                </a:cxn>
                <a:cxn ang="0">
                  <a:pos x="446" y="1551"/>
                </a:cxn>
                <a:cxn ang="0">
                  <a:pos x="453" y="1389"/>
                </a:cxn>
                <a:cxn ang="0">
                  <a:pos x="464" y="1224"/>
                </a:cxn>
                <a:cxn ang="0">
                  <a:pos x="471" y="1058"/>
                </a:cxn>
                <a:cxn ang="0">
                  <a:pos x="479" y="896"/>
                </a:cxn>
                <a:cxn ang="0">
                  <a:pos x="489" y="738"/>
                </a:cxn>
                <a:cxn ang="0">
                  <a:pos x="497" y="587"/>
                </a:cxn>
                <a:cxn ang="0">
                  <a:pos x="504" y="450"/>
                </a:cxn>
                <a:cxn ang="0">
                  <a:pos x="511" y="324"/>
                </a:cxn>
                <a:cxn ang="0">
                  <a:pos x="522" y="220"/>
                </a:cxn>
                <a:cxn ang="0">
                  <a:pos x="529" y="133"/>
                </a:cxn>
                <a:cxn ang="0">
                  <a:pos x="536" y="65"/>
                </a:cxn>
                <a:cxn ang="0">
                  <a:pos x="547" y="22"/>
                </a:cxn>
                <a:cxn ang="0">
                  <a:pos x="554" y="0"/>
                </a:cxn>
              </a:cxnLst>
              <a:rect l="0" t="0" r="r" b="b"/>
              <a:pathLst>
                <a:path w="554" h="2462">
                  <a:moveTo>
                    <a:pt x="0" y="2023"/>
                  </a:moveTo>
                  <a:lnTo>
                    <a:pt x="0" y="2030"/>
                  </a:lnTo>
                  <a:lnTo>
                    <a:pt x="3" y="2034"/>
                  </a:lnTo>
                  <a:lnTo>
                    <a:pt x="3" y="2037"/>
                  </a:lnTo>
                  <a:lnTo>
                    <a:pt x="7" y="2045"/>
                  </a:lnTo>
                  <a:lnTo>
                    <a:pt x="7" y="2048"/>
                  </a:lnTo>
                  <a:lnTo>
                    <a:pt x="7" y="2055"/>
                  </a:lnTo>
                  <a:lnTo>
                    <a:pt x="11" y="2059"/>
                  </a:lnTo>
                  <a:lnTo>
                    <a:pt x="11" y="2066"/>
                  </a:lnTo>
                  <a:lnTo>
                    <a:pt x="11" y="2070"/>
                  </a:lnTo>
                  <a:lnTo>
                    <a:pt x="14" y="2073"/>
                  </a:lnTo>
                  <a:lnTo>
                    <a:pt x="14" y="2081"/>
                  </a:lnTo>
                  <a:lnTo>
                    <a:pt x="18" y="2084"/>
                  </a:lnTo>
                  <a:lnTo>
                    <a:pt x="18" y="2091"/>
                  </a:lnTo>
                  <a:lnTo>
                    <a:pt x="18" y="2095"/>
                  </a:lnTo>
                  <a:lnTo>
                    <a:pt x="21" y="2099"/>
                  </a:lnTo>
                  <a:lnTo>
                    <a:pt x="21" y="2106"/>
                  </a:lnTo>
                  <a:lnTo>
                    <a:pt x="25" y="2109"/>
                  </a:lnTo>
                  <a:lnTo>
                    <a:pt x="25" y="2113"/>
                  </a:lnTo>
                  <a:lnTo>
                    <a:pt x="25" y="2120"/>
                  </a:lnTo>
                  <a:lnTo>
                    <a:pt x="29" y="2124"/>
                  </a:lnTo>
                  <a:lnTo>
                    <a:pt x="29" y="2127"/>
                  </a:lnTo>
                  <a:lnTo>
                    <a:pt x="32" y="2131"/>
                  </a:lnTo>
                  <a:lnTo>
                    <a:pt x="32" y="2138"/>
                  </a:lnTo>
                  <a:lnTo>
                    <a:pt x="32" y="2142"/>
                  </a:lnTo>
                  <a:lnTo>
                    <a:pt x="36" y="2145"/>
                  </a:lnTo>
                  <a:lnTo>
                    <a:pt x="36" y="2149"/>
                  </a:lnTo>
                  <a:lnTo>
                    <a:pt x="36" y="2153"/>
                  </a:lnTo>
                  <a:lnTo>
                    <a:pt x="39" y="2156"/>
                  </a:lnTo>
                  <a:lnTo>
                    <a:pt x="39" y="2160"/>
                  </a:lnTo>
                  <a:lnTo>
                    <a:pt x="43" y="2163"/>
                  </a:lnTo>
                  <a:lnTo>
                    <a:pt x="43" y="2167"/>
                  </a:lnTo>
                  <a:lnTo>
                    <a:pt x="43" y="2171"/>
                  </a:lnTo>
                  <a:lnTo>
                    <a:pt x="47" y="2174"/>
                  </a:lnTo>
                  <a:lnTo>
                    <a:pt x="47" y="2178"/>
                  </a:lnTo>
                  <a:lnTo>
                    <a:pt x="50" y="2181"/>
                  </a:lnTo>
                  <a:lnTo>
                    <a:pt x="50" y="2185"/>
                  </a:lnTo>
                  <a:lnTo>
                    <a:pt x="54" y="2189"/>
                  </a:lnTo>
                  <a:lnTo>
                    <a:pt x="54" y="2192"/>
                  </a:lnTo>
                  <a:lnTo>
                    <a:pt x="57" y="2196"/>
                  </a:lnTo>
                  <a:lnTo>
                    <a:pt x="61" y="2199"/>
                  </a:lnTo>
                  <a:lnTo>
                    <a:pt x="65" y="2203"/>
                  </a:lnTo>
                  <a:lnTo>
                    <a:pt x="68" y="2207"/>
                  </a:lnTo>
                  <a:lnTo>
                    <a:pt x="72" y="2210"/>
                  </a:lnTo>
                  <a:lnTo>
                    <a:pt x="75" y="2207"/>
                  </a:lnTo>
                  <a:lnTo>
                    <a:pt x="79" y="2207"/>
                  </a:lnTo>
                  <a:lnTo>
                    <a:pt x="83" y="2203"/>
                  </a:lnTo>
                  <a:lnTo>
                    <a:pt x="86" y="2199"/>
                  </a:lnTo>
                  <a:lnTo>
                    <a:pt x="90" y="2196"/>
                  </a:lnTo>
                  <a:lnTo>
                    <a:pt x="93" y="2192"/>
                  </a:lnTo>
                  <a:lnTo>
                    <a:pt x="93" y="2189"/>
                  </a:lnTo>
                  <a:lnTo>
                    <a:pt x="97" y="2185"/>
                  </a:lnTo>
                  <a:lnTo>
                    <a:pt x="97" y="2181"/>
                  </a:lnTo>
                  <a:lnTo>
                    <a:pt x="97" y="2178"/>
                  </a:lnTo>
                  <a:lnTo>
                    <a:pt x="101" y="2174"/>
                  </a:lnTo>
                  <a:lnTo>
                    <a:pt x="101" y="2171"/>
                  </a:lnTo>
                  <a:lnTo>
                    <a:pt x="104" y="2167"/>
                  </a:lnTo>
                  <a:lnTo>
                    <a:pt x="104" y="2163"/>
                  </a:lnTo>
                  <a:lnTo>
                    <a:pt x="104" y="2160"/>
                  </a:lnTo>
                  <a:lnTo>
                    <a:pt x="108" y="2156"/>
                  </a:lnTo>
                  <a:lnTo>
                    <a:pt x="108" y="2153"/>
                  </a:lnTo>
                  <a:lnTo>
                    <a:pt x="111" y="2145"/>
                  </a:lnTo>
                  <a:lnTo>
                    <a:pt x="111" y="2142"/>
                  </a:lnTo>
                  <a:lnTo>
                    <a:pt x="111" y="2138"/>
                  </a:lnTo>
                  <a:lnTo>
                    <a:pt x="115" y="2131"/>
                  </a:lnTo>
                  <a:lnTo>
                    <a:pt x="115" y="2127"/>
                  </a:lnTo>
                  <a:lnTo>
                    <a:pt x="119" y="2124"/>
                  </a:lnTo>
                  <a:lnTo>
                    <a:pt x="119" y="2117"/>
                  </a:lnTo>
                  <a:lnTo>
                    <a:pt x="119" y="2113"/>
                  </a:lnTo>
                  <a:lnTo>
                    <a:pt x="122" y="2106"/>
                  </a:lnTo>
                  <a:lnTo>
                    <a:pt x="122" y="2099"/>
                  </a:lnTo>
                  <a:lnTo>
                    <a:pt x="122" y="2095"/>
                  </a:lnTo>
                  <a:lnTo>
                    <a:pt x="126" y="2088"/>
                  </a:lnTo>
                  <a:lnTo>
                    <a:pt x="126" y="2081"/>
                  </a:lnTo>
                  <a:lnTo>
                    <a:pt x="129" y="2077"/>
                  </a:lnTo>
                  <a:lnTo>
                    <a:pt x="129" y="2070"/>
                  </a:lnTo>
                  <a:lnTo>
                    <a:pt x="129" y="2063"/>
                  </a:lnTo>
                  <a:lnTo>
                    <a:pt x="133" y="2055"/>
                  </a:lnTo>
                  <a:lnTo>
                    <a:pt x="133" y="2052"/>
                  </a:lnTo>
                  <a:lnTo>
                    <a:pt x="137" y="2045"/>
                  </a:lnTo>
                  <a:lnTo>
                    <a:pt x="137" y="2037"/>
                  </a:lnTo>
                  <a:lnTo>
                    <a:pt x="137" y="2030"/>
                  </a:lnTo>
                  <a:lnTo>
                    <a:pt x="140" y="2023"/>
                  </a:lnTo>
                  <a:lnTo>
                    <a:pt x="140" y="2016"/>
                  </a:lnTo>
                  <a:lnTo>
                    <a:pt x="140" y="2009"/>
                  </a:lnTo>
                  <a:lnTo>
                    <a:pt x="144" y="2005"/>
                  </a:lnTo>
                  <a:lnTo>
                    <a:pt x="144" y="1998"/>
                  </a:lnTo>
                  <a:lnTo>
                    <a:pt x="147" y="1991"/>
                  </a:lnTo>
                  <a:lnTo>
                    <a:pt x="147" y="1983"/>
                  </a:lnTo>
                  <a:lnTo>
                    <a:pt x="147" y="1976"/>
                  </a:lnTo>
                  <a:lnTo>
                    <a:pt x="151" y="1969"/>
                  </a:lnTo>
                  <a:lnTo>
                    <a:pt x="151" y="1962"/>
                  </a:lnTo>
                  <a:lnTo>
                    <a:pt x="155" y="1955"/>
                  </a:lnTo>
                  <a:lnTo>
                    <a:pt x="155" y="1947"/>
                  </a:lnTo>
                  <a:lnTo>
                    <a:pt x="155" y="1940"/>
                  </a:lnTo>
                  <a:lnTo>
                    <a:pt x="158" y="1937"/>
                  </a:lnTo>
                  <a:lnTo>
                    <a:pt x="158" y="1929"/>
                  </a:lnTo>
                  <a:lnTo>
                    <a:pt x="162" y="1922"/>
                  </a:lnTo>
                  <a:lnTo>
                    <a:pt x="162" y="1915"/>
                  </a:lnTo>
                  <a:lnTo>
                    <a:pt x="162" y="1908"/>
                  </a:lnTo>
                  <a:lnTo>
                    <a:pt x="165" y="1901"/>
                  </a:lnTo>
                  <a:lnTo>
                    <a:pt x="165" y="1893"/>
                  </a:lnTo>
                  <a:lnTo>
                    <a:pt x="165" y="1890"/>
                  </a:lnTo>
                  <a:lnTo>
                    <a:pt x="169" y="1883"/>
                  </a:lnTo>
                  <a:lnTo>
                    <a:pt x="169" y="1875"/>
                  </a:lnTo>
                  <a:lnTo>
                    <a:pt x="173" y="1872"/>
                  </a:lnTo>
                  <a:lnTo>
                    <a:pt x="173" y="1865"/>
                  </a:lnTo>
                  <a:lnTo>
                    <a:pt x="173" y="1857"/>
                  </a:lnTo>
                  <a:lnTo>
                    <a:pt x="176" y="1854"/>
                  </a:lnTo>
                  <a:lnTo>
                    <a:pt x="176" y="1847"/>
                  </a:lnTo>
                  <a:lnTo>
                    <a:pt x="180" y="1843"/>
                  </a:lnTo>
                  <a:lnTo>
                    <a:pt x="180" y="1836"/>
                  </a:lnTo>
                  <a:lnTo>
                    <a:pt x="180" y="1832"/>
                  </a:lnTo>
                  <a:lnTo>
                    <a:pt x="183" y="1825"/>
                  </a:lnTo>
                  <a:lnTo>
                    <a:pt x="183" y="1821"/>
                  </a:lnTo>
                  <a:lnTo>
                    <a:pt x="183" y="1818"/>
                  </a:lnTo>
                  <a:lnTo>
                    <a:pt x="187" y="1811"/>
                  </a:lnTo>
                  <a:lnTo>
                    <a:pt x="187" y="1807"/>
                  </a:lnTo>
                  <a:lnTo>
                    <a:pt x="191" y="1803"/>
                  </a:lnTo>
                  <a:lnTo>
                    <a:pt x="191" y="1800"/>
                  </a:lnTo>
                  <a:lnTo>
                    <a:pt x="191" y="1796"/>
                  </a:lnTo>
                  <a:lnTo>
                    <a:pt x="194" y="1793"/>
                  </a:lnTo>
                  <a:lnTo>
                    <a:pt x="194" y="1789"/>
                  </a:lnTo>
                  <a:lnTo>
                    <a:pt x="198" y="1785"/>
                  </a:lnTo>
                  <a:lnTo>
                    <a:pt x="198" y="1782"/>
                  </a:lnTo>
                  <a:lnTo>
                    <a:pt x="201" y="1778"/>
                  </a:lnTo>
                  <a:lnTo>
                    <a:pt x="201" y="1775"/>
                  </a:lnTo>
                  <a:lnTo>
                    <a:pt x="205" y="1771"/>
                  </a:lnTo>
                  <a:lnTo>
                    <a:pt x="209" y="1767"/>
                  </a:lnTo>
                  <a:lnTo>
                    <a:pt x="212" y="1764"/>
                  </a:lnTo>
                  <a:lnTo>
                    <a:pt x="216" y="1764"/>
                  </a:lnTo>
                  <a:lnTo>
                    <a:pt x="219" y="1767"/>
                  </a:lnTo>
                  <a:lnTo>
                    <a:pt x="223" y="1771"/>
                  </a:lnTo>
                  <a:lnTo>
                    <a:pt x="227" y="1775"/>
                  </a:lnTo>
                  <a:lnTo>
                    <a:pt x="230" y="1778"/>
                  </a:lnTo>
                  <a:lnTo>
                    <a:pt x="230" y="1782"/>
                  </a:lnTo>
                  <a:lnTo>
                    <a:pt x="234" y="1785"/>
                  </a:lnTo>
                  <a:lnTo>
                    <a:pt x="234" y="1789"/>
                  </a:lnTo>
                  <a:lnTo>
                    <a:pt x="234" y="1793"/>
                  </a:lnTo>
                  <a:lnTo>
                    <a:pt x="237" y="1796"/>
                  </a:lnTo>
                  <a:lnTo>
                    <a:pt x="237" y="1803"/>
                  </a:lnTo>
                  <a:lnTo>
                    <a:pt x="241" y="1807"/>
                  </a:lnTo>
                  <a:lnTo>
                    <a:pt x="241" y="1811"/>
                  </a:lnTo>
                  <a:lnTo>
                    <a:pt x="241" y="1818"/>
                  </a:lnTo>
                  <a:lnTo>
                    <a:pt x="245" y="1821"/>
                  </a:lnTo>
                  <a:lnTo>
                    <a:pt x="245" y="1829"/>
                  </a:lnTo>
                  <a:lnTo>
                    <a:pt x="248" y="1832"/>
                  </a:lnTo>
                  <a:lnTo>
                    <a:pt x="248" y="1839"/>
                  </a:lnTo>
                  <a:lnTo>
                    <a:pt x="248" y="1847"/>
                  </a:lnTo>
                  <a:lnTo>
                    <a:pt x="252" y="1850"/>
                  </a:lnTo>
                  <a:lnTo>
                    <a:pt x="252" y="1857"/>
                  </a:lnTo>
                  <a:lnTo>
                    <a:pt x="252" y="1865"/>
                  </a:lnTo>
                  <a:lnTo>
                    <a:pt x="255" y="1872"/>
                  </a:lnTo>
                  <a:lnTo>
                    <a:pt x="255" y="1879"/>
                  </a:lnTo>
                  <a:lnTo>
                    <a:pt x="259" y="1886"/>
                  </a:lnTo>
                  <a:lnTo>
                    <a:pt x="259" y="1897"/>
                  </a:lnTo>
                  <a:lnTo>
                    <a:pt x="259" y="1904"/>
                  </a:lnTo>
                  <a:lnTo>
                    <a:pt x="263" y="1911"/>
                  </a:lnTo>
                  <a:lnTo>
                    <a:pt x="263" y="1922"/>
                  </a:lnTo>
                  <a:lnTo>
                    <a:pt x="266" y="1929"/>
                  </a:lnTo>
                  <a:lnTo>
                    <a:pt x="266" y="1937"/>
                  </a:lnTo>
                  <a:lnTo>
                    <a:pt x="266" y="1947"/>
                  </a:lnTo>
                  <a:lnTo>
                    <a:pt x="270" y="1955"/>
                  </a:lnTo>
                  <a:lnTo>
                    <a:pt x="270" y="1965"/>
                  </a:lnTo>
                  <a:lnTo>
                    <a:pt x="273" y="1976"/>
                  </a:lnTo>
                  <a:lnTo>
                    <a:pt x="273" y="1983"/>
                  </a:lnTo>
                  <a:lnTo>
                    <a:pt x="273" y="1994"/>
                  </a:lnTo>
                  <a:lnTo>
                    <a:pt x="277" y="2005"/>
                  </a:lnTo>
                  <a:lnTo>
                    <a:pt x="277" y="2012"/>
                  </a:lnTo>
                  <a:lnTo>
                    <a:pt x="277" y="2023"/>
                  </a:lnTo>
                  <a:lnTo>
                    <a:pt x="281" y="2034"/>
                  </a:lnTo>
                  <a:lnTo>
                    <a:pt x="281" y="2045"/>
                  </a:lnTo>
                  <a:lnTo>
                    <a:pt x="284" y="2055"/>
                  </a:lnTo>
                  <a:lnTo>
                    <a:pt x="284" y="2066"/>
                  </a:lnTo>
                  <a:lnTo>
                    <a:pt x="284" y="2077"/>
                  </a:lnTo>
                  <a:lnTo>
                    <a:pt x="288" y="2088"/>
                  </a:lnTo>
                  <a:lnTo>
                    <a:pt x="288" y="2095"/>
                  </a:lnTo>
                  <a:lnTo>
                    <a:pt x="291" y="2106"/>
                  </a:lnTo>
                  <a:lnTo>
                    <a:pt x="291" y="2117"/>
                  </a:lnTo>
                  <a:lnTo>
                    <a:pt x="291" y="2127"/>
                  </a:lnTo>
                  <a:lnTo>
                    <a:pt x="295" y="2138"/>
                  </a:lnTo>
                  <a:lnTo>
                    <a:pt x="295" y="2149"/>
                  </a:lnTo>
                  <a:lnTo>
                    <a:pt x="295" y="2160"/>
                  </a:lnTo>
                  <a:lnTo>
                    <a:pt x="299" y="2171"/>
                  </a:lnTo>
                  <a:lnTo>
                    <a:pt x="299" y="2181"/>
                  </a:lnTo>
                  <a:lnTo>
                    <a:pt x="302" y="2192"/>
                  </a:lnTo>
                  <a:lnTo>
                    <a:pt x="302" y="2203"/>
                  </a:lnTo>
                  <a:lnTo>
                    <a:pt x="302" y="2214"/>
                  </a:lnTo>
                  <a:lnTo>
                    <a:pt x="306" y="2225"/>
                  </a:lnTo>
                  <a:lnTo>
                    <a:pt x="306" y="2235"/>
                  </a:lnTo>
                  <a:lnTo>
                    <a:pt x="309" y="2243"/>
                  </a:lnTo>
                  <a:lnTo>
                    <a:pt x="309" y="2253"/>
                  </a:lnTo>
                  <a:lnTo>
                    <a:pt x="309" y="2264"/>
                  </a:lnTo>
                  <a:lnTo>
                    <a:pt x="313" y="2275"/>
                  </a:lnTo>
                  <a:lnTo>
                    <a:pt x="313" y="2286"/>
                  </a:lnTo>
                  <a:lnTo>
                    <a:pt x="317" y="2293"/>
                  </a:lnTo>
                  <a:lnTo>
                    <a:pt x="317" y="2304"/>
                  </a:lnTo>
                  <a:lnTo>
                    <a:pt x="317" y="2311"/>
                  </a:lnTo>
                  <a:lnTo>
                    <a:pt x="320" y="2322"/>
                  </a:lnTo>
                  <a:lnTo>
                    <a:pt x="320" y="2329"/>
                  </a:lnTo>
                  <a:lnTo>
                    <a:pt x="320" y="2340"/>
                  </a:lnTo>
                  <a:lnTo>
                    <a:pt x="324" y="2347"/>
                  </a:lnTo>
                  <a:lnTo>
                    <a:pt x="324" y="2354"/>
                  </a:lnTo>
                  <a:lnTo>
                    <a:pt x="327" y="2365"/>
                  </a:lnTo>
                  <a:lnTo>
                    <a:pt x="327" y="2372"/>
                  </a:lnTo>
                  <a:lnTo>
                    <a:pt x="327" y="2379"/>
                  </a:lnTo>
                  <a:lnTo>
                    <a:pt x="331" y="2387"/>
                  </a:lnTo>
                  <a:lnTo>
                    <a:pt x="331" y="2394"/>
                  </a:lnTo>
                  <a:lnTo>
                    <a:pt x="335" y="2401"/>
                  </a:lnTo>
                  <a:lnTo>
                    <a:pt x="335" y="2408"/>
                  </a:lnTo>
                  <a:lnTo>
                    <a:pt x="335" y="2412"/>
                  </a:lnTo>
                  <a:lnTo>
                    <a:pt x="338" y="2419"/>
                  </a:lnTo>
                  <a:lnTo>
                    <a:pt x="338" y="2423"/>
                  </a:lnTo>
                  <a:lnTo>
                    <a:pt x="338" y="2430"/>
                  </a:lnTo>
                  <a:lnTo>
                    <a:pt x="342" y="2433"/>
                  </a:lnTo>
                  <a:lnTo>
                    <a:pt x="342" y="2437"/>
                  </a:lnTo>
                  <a:lnTo>
                    <a:pt x="345" y="2444"/>
                  </a:lnTo>
                  <a:lnTo>
                    <a:pt x="345" y="2448"/>
                  </a:lnTo>
                  <a:lnTo>
                    <a:pt x="349" y="2451"/>
                  </a:lnTo>
                  <a:lnTo>
                    <a:pt x="349" y="2455"/>
                  </a:lnTo>
                  <a:lnTo>
                    <a:pt x="353" y="2459"/>
                  </a:lnTo>
                  <a:lnTo>
                    <a:pt x="356" y="2462"/>
                  </a:lnTo>
                  <a:lnTo>
                    <a:pt x="360" y="2462"/>
                  </a:lnTo>
                  <a:lnTo>
                    <a:pt x="363" y="2459"/>
                  </a:lnTo>
                  <a:lnTo>
                    <a:pt x="367" y="2455"/>
                  </a:lnTo>
                  <a:lnTo>
                    <a:pt x="367" y="2451"/>
                  </a:lnTo>
                  <a:lnTo>
                    <a:pt x="371" y="2448"/>
                  </a:lnTo>
                  <a:lnTo>
                    <a:pt x="371" y="2444"/>
                  </a:lnTo>
                  <a:lnTo>
                    <a:pt x="371" y="2441"/>
                  </a:lnTo>
                  <a:lnTo>
                    <a:pt x="374" y="2437"/>
                  </a:lnTo>
                  <a:lnTo>
                    <a:pt x="374" y="2430"/>
                  </a:lnTo>
                  <a:lnTo>
                    <a:pt x="378" y="2426"/>
                  </a:lnTo>
                  <a:lnTo>
                    <a:pt x="378" y="2419"/>
                  </a:lnTo>
                  <a:lnTo>
                    <a:pt x="378" y="2412"/>
                  </a:lnTo>
                  <a:lnTo>
                    <a:pt x="381" y="2405"/>
                  </a:lnTo>
                  <a:lnTo>
                    <a:pt x="381" y="2397"/>
                  </a:lnTo>
                  <a:lnTo>
                    <a:pt x="381" y="2387"/>
                  </a:lnTo>
                  <a:lnTo>
                    <a:pt x="385" y="2379"/>
                  </a:lnTo>
                  <a:lnTo>
                    <a:pt x="385" y="2369"/>
                  </a:lnTo>
                  <a:lnTo>
                    <a:pt x="389" y="2361"/>
                  </a:lnTo>
                  <a:lnTo>
                    <a:pt x="389" y="2351"/>
                  </a:lnTo>
                  <a:lnTo>
                    <a:pt x="389" y="2340"/>
                  </a:lnTo>
                  <a:lnTo>
                    <a:pt x="392" y="2329"/>
                  </a:lnTo>
                  <a:lnTo>
                    <a:pt x="392" y="2315"/>
                  </a:lnTo>
                  <a:lnTo>
                    <a:pt x="396" y="2304"/>
                  </a:lnTo>
                  <a:lnTo>
                    <a:pt x="396" y="2293"/>
                  </a:lnTo>
                  <a:lnTo>
                    <a:pt x="396" y="2279"/>
                  </a:lnTo>
                  <a:lnTo>
                    <a:pt x="399" y="2264"/>
                  </a:lnTo>
                  <a:lnTo>
                    <a:pt x="399" y="2250"/>
                  </a:lnTo>
                  <a:lnTo>
                    <a:pt x="403" y="2235"/>
                  </a:lnTo>
                  <a:lnTo>
                    <a:pt x="403" y="2221"/>
                  </a:lnTo>
                  <a:lnTo>
                    <a:pt x="403" y="2203"/>
                  </a:lnTo>
                  <a:lnTo>
                    <a:pt x="407" y="2189"/>
                  </a:lnTo>
                  <a:lnTo>
                    <a:pt x="407" y="2171"/>
                  </a:lnTo>
                  <a:lnTo>
                    <a:pt x="407" y="2156"/>
                  </a:lnTo>
                  <a:lnTo>
                    <a:pt x="410" y="2138"/>
                  </a:lnTo>
                  <a:lnTo>
                    <a:pt x="410" y="2120"/>
                  </a:lnTo>
                  <a:lnTo>
                    <a:pt x="414" y="2102"/>
                  </a:lnTo>
                  <a:lnTo>
                    <a:pt x="414" y="2084"/>
                  </a:lnTo>
                  <a:lnTo>
                    <a:pt x="414" y="2063"/>
                  </a:lnTo>
                  <a:lnTo>
                    <a:pt x="417" y="2045"/>
                  </a:lnTo>
                  <a:lnTo>
                    <a:pt x="417" y="2023"/>
                  </a:lnTo>
                  <a:lnTo>
                    <a:pt x="421" y="2005"/>
                  </a:lnTo>
                  <a:lnTo>
                    <a:pt x="421" y="1983"/>
                  </a:lnTo>
                  <a:lnTo>
                    <a:pt x="421" y="1962"/>
                  </a:lnTo>
                  <a:lnTo>
                    <a:pt x="425" y="1940"/>
                  </a:lnTo>
                  <a:lnTo>
                    <a:pt x="425" y="1919"/>
                  </a:lnTo>
                  <a:lnTo>
                    <a:pt x="425" y="1897"/>
                  </a:lnTo>
                  <a:lnTo>
                    <a:pt x="428" y="1872"/>
                  </a:lnTo>
                  <a:lnTo>
                    <a:pt x="428" y="1850"/>
                  </a:lnTo>
                  <a:lnTo>
                    <a:pt x="432" y="1825"/>
                  </a:lnTo>
                  <a:lnTo>
                    <a:pt x="432" y="1803"/>
                  </a:lnTo>
                  <a:lnTo>
                    <a:pt x="432" y="1778"/>
                  </a:lnTo>
                  <a:lnTo>
                    <a:pt x="435" y="1753"/>
                  </a:lnTo>
                  <a:lnTo>
                    <a:pt x="435" y="1731"/>
                  </a:lnTo>
                  <a:lnTo>
                    <a:pt x="439" y="1706"/>
                  </a:lnTo>
                  <a:lnTo>
                    <a:pt x="439" y="1681"/>
                  </a:lnTo>
                  <a:lnTo>
                    <a:pt x="439" y="1656"/>
                  </a:lnTo>
                  <a:lnTo>
                    <a:pt x="443" y="1631"/>
                  </a:lnTo>
                  <a:lnTo>
                    <a:pt x="443" y="1602"/>
                  </a:lnTo>
                  <a:lnTo>
                    <a:pt x="446" y="1577"/>
                  </a:lnTo>
                  <a:lnTo>
                    <a:pt x="446" y="1551"/>
                  </a:lnTo>
                  <a:lnTo>
                    <a:pt x="446" y="1523"/>
                  </a:lnTo>
                  <a:lnTo>
                    <a:pt x="450" y="1497"/>
                  </a:lnTo>
                  <a:lnTo>
                    <a:pt x="450" y="1472"/>
                  </a:lnTo>
                  <a:lnTo>
                    <a:pt x="450" y="1443"/>
                  </a:lnTo>
                  <a:lnTo>
                    <a:pt x="453" y="1418"/>
                  </a:lnTo>
                  <a:lnTo>
                    <a:pt x="453" y="1389"/>
                  </a:lnTo>
                  <a:lnTo>
                    <a:pt x="457" y="1361"/>
                  </a:lnTo>
                  <a:lnTo>
                    <a:pt x="457" y="1335"/>
                  </a:lnTo>
                  <a:lnTo>
                    <a:pt x="457" y="1307"/>
                  </a:lnTo>
                  <a:lnTo>
                    <a:pt x="461" y="1281"/>
                  </a:lnTo>
                  <a:lnTo>
                    <a:pt x="461" y="1253"/>
                  </a:lnTo>
                  <a:lnTo>
                    <a:pt x="464" y="1224"/>
                  </a:lnTo>
                  <a:lnTo>
                    <a:pt x="464" y="1195"/>
                  </a:lnTo>
                  <a:lnTo>
                    <a:pt x="464" y="1170"/>
                  </a:lnTo>
                  <a:lnTo>
                    <a:pt x="468" y="1141"/>
                  </a:lnTo>
                  <a:lnTo>
                    <a:pt x="468" y="1112"/>
                  </a:lnTo>
                  <a:lnTo>
                    <a:pt x="468" y="1087"/>
                  </a:lnTo>
                  <a:lnTo>
                    <a:pt x="471" y="1058"/>
                  </a:lnTo>
                  <a:lnTo>
                    <a:pt x="471" y="1029"/>
                  </a:lnTo>
                  <a:lnTo>
                    <a:pt x="475" y="1004"/>
                  </a:lnTo>
                  <a:lnTo>
                    <a:pt x="475" y="975"/>
                  </a:lnTo>
                  <a:lnTo>
                    <a:pt x="475" y="950"/>
                  </a:lnTo>
                  <a:lnTo>
                    <a:pt x="479" y="921"/>
                  </a:lnTo>
                  <a:lnTo>
                    <a:pt x="479" y="896"/>
                  </a:lnTo>
                  <a:lnTo>
                    <a:pt x="482" y="867"/>
                  </a:lnTo>
                  <a:lnTo>
                    <a:pt x="482" y="842"/>
                  </a:lnTo>
                  <a:lnTo>
                    <a:pt x="482" y="813"/>
                  </a:lnTo>
                  <a:lnTo>
                    <a:pt x="486" y="788"/>
                  </a:lnTo>
                  <a:lnTo>
                    <a:pt x="486" y="763"/>
                  </a:lnTo>
                  <a:lnTo>
                    <a:pt x="489" y="738"/>
                  </a:lnTo>
                  <a:lnTo>
                    <a:pt x="489" y="709"/>
                  </a:lnTo>
                  <a:lnTo>
                    <a:pt x="489" y="684"/>
                  </a:lnTo>
                  <a:lnTo>
                    <a:pt x="493" y="659"/>
                  </a:lnTo>
                  <a:lnTo>
                    <a:pt x="493" y="637"/>
                  </a:lnTo>
                  <a:lnTo>
                    <a:pt x="493" y="612"/>
                  </a:lnTo>
                  <a:lnTo>
                    <a:pt x="497" y="587"/>
                  </a:lnTo>
                  <a:lnTo>
                    <a:pt x="497" y="562"/>
                  </a:lnTo>
                  <a:lnTo>
                    <a:pt x="500" y="540"/>
                  </a:lnTo>
                  <a:lnTo>
                    <a:pt x="500" y="515"/>
                  </a:lnTo>
                  <a:lnTo>
                    <a:pt x="500" y="493"/>
                  </a:lnTo>
                  <a:lnTo>
                    <a:pt x="504" y="472"/>
                  </a:lnTo>
                  <a:lnTo>
                    <a:pt x="504" y="450"/>
                  </a:lnTo>
                  <a:lnTo>
                    <a:pt x="507" y="428"/>
                  </a:lnTo>
                  <a:lnTo>
                    <a:pt x="507" y="407"/>
                  </a:lnTo>
                  <a:lnTo>
                    <a:pt x="507" y="385"/>
                  </a:lnTo>
                  <a:lnTo>
                    <a:pt x="511" y="364"/>
                  </a:lnTo>
                  <a:lnTo>
                    <a:pt x="511" y="346"/>
                  </a:lnTo>
                  <a:lnTo>
                    <a:pt x="511" y="324"/>
                  </a:lnTo>
                  <a:lnTo>
                    <a:pt x="515" y="306"/>
                  </a:lnTo>
                  <a:lnTo>
                    <a:pt x="515" y="288"/>
                  </a:lnTo>
                  <a:lnTo>
                    <a:pt x="518" y="270"/>
                  </a:lnTo>
                  <a:lnTo>
                    <a:pt x="518" y="252"/>
                  </a:lnTo>
                  <a:lnTo>
                    <a:pt x="518" y="234"/>
                  </a:lnTo>
                  <a:lnTo>
                    <a:pt x="522" y="220"/>
                  </a:lnTo>
                  <a:lnTo>
                    <a:pt x="522" y="202"/>
                  </a:lnTo>
                  <a:lnTo>
                    <a:pt x="525" y="187"/>
                  </a:lnTo>
                  <a:lnTo>
                    <a:pt x="525" y="173"/>
                  </a:lnTo>
                  <a:lnTo>
                    <a:pt x="525" y="158"/>
                  </a:lnTo>
                  <a:lnTo>
                    <a:pt x="529" y="144"/>
                  </a:lnTo>
                  <a:lnTo>
                    <a:pt x="529" y="133"/>
                  </a:lnTo>
                  <a:lnTo>
                    <a:pt x="533" y="119"/>
                  </a:lnTo>
                  <a:lnTo>
                    <a:pt x="533" y="108"/>
                  </a:lnTo>
                  <a:lnTo>
                    <a:pt x="533" y="97"/>
                  </a:lnTo>
                  <a:lnTo>
                    <a:pt x="536" y="86"/>
                  </a:lnTo>
                  <a:lnTo>
                    <a:pt x="536" y="76"/>
                  </a:lnTo>
                  <a:lnTo>
                    <a:pt x="536" y="65"/>
                  </a:lnTo>
                  <a:lnTo>
                    <a:pt x="540" y="58"/>
                  </a:lnTo>
                  <a:lnTo>
                    <a:pt x="540" y="50"/>
                  </a:lnTo>
                  <a:lnTo>
                    <a:pt x="543" y="40"/>
                  </a:lnTo>
                  <a:lnTo>
                    <a:pt x="543" y="36"/>
                  </a:lnTo>
                  <a:lnTo>
                    <a:pt x="543" y="29"/>
                  </a:lnTo>
                  <a:lnTo>
                    <a:pt x="547" y="22"/>
                  </a:lnTo>
                  <a:lnTo>
                    <a:pt x="547" y="18"/>
                  </a:lnTo>
                  <a:lnTo>
                    <a:pt x="551" y="14"/>
                  </a:lnTo>
                  <a:lnTo>
                    <a:pt x="551" y="11"/>
                  </a:lnTo>
                  <a:lnTo>
                    <a:pt x="551" y="7"/>
                  </a:lnTo>
                  <a:lnTo>
                    <a:pt x="554" y="4"/>
                  </a:lnTo>
                  <a:lnTo>
                    <a:pt x="554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9" name="Freeform 77"/>
            <p:cNvSpPr>
              <a:spLocks/>
            </p:cNvSpPr>
            <p:nvPr/>
          </p:nvSpPr>
          <p:spPr bwMode="auto">
            <a:xfrm>
              <a:off x="1307" y="1048"/>
              <a:ext cx="2480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7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8" y="2243"/>
                </a:cxn>
                <a:cxn ang="0">
                  <a:pos x="273" y="2066"/>
                </a:cxn>
                <a:cxn ang="0">
                  <a:pos x="295" y="1904"/>
                </a:cxn>
                <a:cxn ang="0">
                  <a:pos x="320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3" y="2171"/>
                </a:cxn>
                <a:cxn ang="0">
                  <a:pos x="504" y="2192"/>
                </a:cxn>
                <a:cxn ang="0">
                  <a:pos x="529" y="2127"/>
                </a:cxn>
                <a:cxn ang="0">
                  <a:pos x="551" y="2045"/>
                </a:cxn>
                <a:cxn ang="0">
                  <a:pos x="576" y="1962"/>
                </a:cxn>
                <a:cxn ang="0">
                  <a:pos x="605" y="1897"/>
                </a:cxn>
                <a:cxn ang="0">
                  <a:pos x="655" y="1911"/>
                </a:cxn>
                <a:cxn ang="0">
                  <a:pos x="680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2" y="2009"/>
                </a:cxn>
                <a:cxn ang="0">
                  <a:pos x="875" y="1947"/>
                </a:cxn>
                <a:cxn ang="0">
                  <a:pos x="932" y="1944"/>
                </a:cxn>
                <a:cxn ang="0">
                  <a:pos x="968" y="2005"/>
                </a:cxn>
                <a:cxn ang="0">
                  <a:pos x="997" y="2066"/>
                </a:cxn>
                <a:cxn ang="0">
                  <a:pos x="1051" y="2109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8" y="2001"/>
                </a:cxn>
                <a:cxn ang="0">
                  <a:pos x="1281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3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6" y="2077"/>
                </a:cxn>
                <a:cxn ang="0">
                  <a:pos x="1674" y="2023"/>
                </a:cxn>
                <a:cxn ang="0">
                  <a:pos x="1731" y="1973"/>
                </a:cxn>
                <a:cxn ang="0">
                  <a:pos x="1793" y="2005"/>
                </a:cxn>
                <a:cxn ang="0">
                  <a:pos x="1854" y="2063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7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7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63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9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7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7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4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5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23"/>
                  </a:lnTo>
                  <a:lnTo>
                    <a:pt x="2235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2001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37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0" name="Freeform 78"/>
            <p:cNvSpPr>
              <a:spLocks/>
            </p:cNvSpPr>
            <p:nvPr/>
          </p:nvSpPr>
          <p:spPr bwMode="auto">
            <a:xfrm>
              <a:off x="3787" y="3039"/>
              <a:ext cx="1422" cy="64"/>
            </a:xfrm>
            <a:custGeom>
              <a:avLst/>
              <a:gdLst/>
              <a:ahLst/>
              <a:cxnLst>
                <a:cxn ang="0">
                  <a:pos x="22" y="36"/>
                </a:cxn>
                <a:cxn ang="0">
                  <a:pos x="47" y="18"/>
                </a:cxn>
                <a:cxn ang="0">
                  <a:pos x="72" y="3"/>
                </a:cxn>
                <a:cxn ang="0">
                  <a:pos x="97" y="0"/>
                </a:cxn>
                <a:cxn ang="0">
                  <a:pos x="123" y="3"/>
                </a:cxn>
                <a:cxn ang="0">
                  <a:pos x="148" y="18"/>
                </a:cxn>
                <a:cxn ang="0">
                  <a:pos x="173" y="39"/>
                </a:cxn>
                <a:cxn ang="0">
                  <a:pos x="198" y="54"/>
                </a:cxn>
                <a:cxn ang="0">
                  <a:pos x="223" y="64"/>
                </a:cxn>
                <a:cxn ang="0">
                  <a:pos x="249" y="64"/>
                </a:cxn>
                <a:cxn ang="0">
                  <a:pos x="274" y="54"/>
                </a:cxn>
                <a:cxn ang="0">
                  <a:pos x="299" y="39"/>
                </a:cxn>
                <a:cxn ang="0">
                  <a:pos x="324" y="21"/>
                </a:cxn>
                <a:cxn ang="0">
                  <a:pos x="349" y="7"/>
                </a:cxn>
                <a:cxn ang="0">
                  <a:pos x="375" y="3"/>
                </a:cxn>
                <a:cxn ang="0">
                  <a:pos x="400" y="7"/>
                </a:cxn>
                <a:cxn ang="0">
                  <a:pos x="425" y="18"/>
                </a:cxn>
                <a:cxn ang="0">
                  <a:pos x="450" y="36"/>
                </a:cxn>
                <a:cxn ang="0">
                  <a:pos x="475" y="54"/>
                </a:cxn>
                <a:cxn ang="0">
                  <a:pos x="501" y="61"/>
                </a:cxn>
                <a:cxn ang="0">
                  <a:pos x="526" y="61"/>
                </a:cxn>
                <a:cxn ang="0">
                  <a:pos x="551" y="54"/>
                </a:cxn>
                <a:cxn ang="0">
                  <a:pos x="576" y="39"/>
                </a:cxn>
                <a:cxn ang="0">
                  <a:pos x="601" y="21"/>
                </a:cxn>
                <a:cxn ang="0">
                  <a:pos x="627" y="10"/>
                </a:cxn>
                <a:cxn ang="0">
                  <a:pos x="652" y="3"/>
                </a:cxn>
                <a:cxn ang="0">
                  <a:pos x="677" y="7"/>
                </a:cxn>
                <a:cxn ang="0">
                  <a:pos x="702" y="18"/>
                </a:cxn>
                <a:cxn ang="0">
                  <a:pos x="727" y="36"/>
                </a:cxn>
                <a:cxn ang="0">
                  <a:pos x="753" y="50"/>
                </a:cxn>
                <a:cxn ang="0">
                  <a:pos x="778" y="57"/>
                </a:cxn>
                <a:cxn ang="0">
                  <a:pos x="803" y="61"/>
                </a:cxn>
                <a:cxn ang="0">
                  <a:pos x="828" y="54"/>
                </a:cxn>
                <a:cxn ang="0">
                  <a:pos x="853" y="39"/>
                </a:cxn>
                <a:cxn ang="0">
                  <a:pos x="879" y="25"/>
                </a:cxn>
                <a:cxn ang="0">
                  <a:pos x="904" y="10"/>
                </a:cxn>
                <a:cxn ang="0">
                  <a:pos x="929" y="7"/>
                </a:cxn>
                <a:cxn ang="0">
                  <a:pos x="954" y="10"/>
                </a:cxn>
                <a:cxn ang="0">
                  <a:pos x="979" y="21"/>
                </a:cxn>
                <a:cxn ang="0">
                  <a:pos x="1005" y="32"/>
                </a:cxn>
                <a:cxn ang="0">
                  <a:pos x="1030" y="46"/>
                </a:cxn>
                <a:cxn ang="0">
                  <a:pos x="1055" y="57"/>
                </a:cxn>
                <a:cxn ang="0">
                  <a:pos x="1080" y="57"/>
                </a:cxn>
                <a:cxn ang="0">
                  <a:pos x="1105" y="50"/>
                </a:cxn>
                <a:cxn ang="0">
                  <a:pos x="1131" y="39"/>
                </a:cxn>
                <a:cxn ang="0">
                  <a:pos x="1156" y="25"/>
                </a:cxn>
                <a:cxn ang="0">
                  <a:pos x="1181" y="14"/>
                </a:cxn>
                <a:cxn ang="0">
                  <a:pos x="1206" y="10"/>
                </a:cxn>
                <a:cxn ang="0">
                  <a:pos x="1231" y="10"/>
                </a:cxn>
                <a:cxn ang="0">
                  <a:pos x="1257" y="21"/>
                </a:cxn>
                <a:cxn ang="0">
                  <a:pos x="1282" y="32"/>
                </a:cxn>
                <a:cxn ang="0">
                  <a:pos x="1307" y="46"/>
                </a:cxn>
                <a:cxn ang="0">
                  <a:pos x="1332" y="54"/>
                </a:cxn>
                <a:cxn ang="0">
                  <a:pos x="1357" y="57"/>
                </a:cxn>
                <a:cxn ang="0">
                  <a:pos x="1383" y="50"/>
                </a:cxn>
                <a:cxn ang="0">
                  <a:pos x="1408" y="39"/>
                </a:cxn>
              </a:cxnLst>
              <a:rect l="0" t="0" r="r" b="b"/>
              <a:pathLst>
                <a:path w="1422" h="64">
                  <a:moveTo>
                    <a:pt x="0" y="54"/>
                  </a:moveTo>
                  <a:lnTo>
                    <a:pt x="4" y="50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5" y="43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6"/>
                  </a:lnTo>
                  <a:lnTo>
                    <a:pt x="29" y="32"/>
                  </a:lnTo>
                  <a:lnTo>
                    <a:pt x="33" y="28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21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4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3"/>
                  </a:lnTo>
                  <a:lnTo>
                    <a:pt x="123" y="3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3" y="10"/>
                  </a:lnTo>
                  <a:lnTo>
                    <a:pt x="137" y="10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18"/>
                  </a:lnTo>
                  <a:lnTo>
                    <a:pt x="151" y="21"/>
                  </a:lnTo>
                  <a:lnTo>
                    <a:pt x="155" y="25"/>
                  </a:lnTo>
                  <a:lnTo>
                    <a:pt x="159" y="25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7" y="39"/>
                  </a:lnTo>
                  <a:lnTo>
                    <a:pt x="180" y="43"/>
                  </a:lnTo>
                  <a:lnTo>
                    <a:pt x="184" y="46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4"/>
                  </a:lnTo>
                  <a:lnTo>
                    <a:pt x="202" y="57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57"/>
                  </a:lnTo>
                  <a:lnTo>
                    <a:pt x="270" y="57"/>
                  </a:lnTo>
                  <a:lnTo>
                    <a:pt x="274" y="54"/>
                  </a:lnTo>
                  <a:lnTo>
                    <a:pt x="277" y="54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6"/>
                  </a:lnTo>
                  <a:lnTo>
                    <a:pt x="292" y="43"/>
                  </a:lnTo>
                  <a:lnTo>
                    <a:pt x="295" y="39"/>
                  </a:lnTo>
                  <a:lnTo>
                    <a:pt x="299" y="39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8"/>
                  </a:lnTo>
                  <a:lnTo>
                    <a:pt x="317" y="25"/>
                  </a:lnTo>
                  <a:lnTo>
                    <a:pt x="321" y="25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8"/>
                  </a:lnTo>
                  <a:lnTo>
                    <a:pt x="335" y="14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10"/>
                  </a:lnTo>
                  <a:lnTo>
                    <a:pt x="411" y="10"/>
                  </a:lnTo>
                  <a:lnTo>
                    <a:pt x="414" y="14"/>
                  </a:lnTo>
                  <a:lnTo>
                    <a:pt x="418" y="14"/>
                  </a:lnTo>
                  <a:lnTo>
                    <a:pt x="421" y="18"/>
                  </a:lnTo>
                  <a:lnTo>
                    <a:pt x="425" y="18"/>
                  </a:lnTo>
                  <a:lnTo>
                    <a:pt x="429" y="21"/>
                  </a:lnTo>
                  <a:lnTo>
                    <a:pt x="432" y="25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6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3"/>
                  </a:lnTo>
                  <a:lnTo>
                    <a:pt x="465" y="46"/>
                  </a:lnTo>
                  <a:lnTo>
                    <a:pt x="468" y="46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61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4"/>
                  </a:lnTo>
                  <a:lnTo>
                    <a:pt x="555" y="50"/>
                  </a:lnTo>
                  <a:lnTo>
                    <a:pt x="558" y="50"/>
                  </a:lnTo>
                  <a:lnTo>
                    <a:pt x="562" y="46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3" y="43"/>
                  </a:lnTo>
                  <a:lnTo>
                    <a:pt x="576" y="39"/>
                  </a:lnTo>
                  <a:lnTo>
                    <a:pt x="580" y="36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1" y="21"/>
                  </a:lnTo>
                  <a:lnTo>
                    <a:pt x="605" y="21"/>
                  </a:lnTo>
                  <a:lnTo>
                    <a:pt x="609" y="18"/>
                  </a:lnTo>
                  <a:lnTo>
                    <a:pt x="612" y="18"/>
                  </a:lnTo>
                  <a:lnTo>
                    <a:pt x="616" y="14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7" y="10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8"/>
                  </a:lnTo>
                  <a:lnTo>
                    <a:pt x="702" y="18"/>
                  </a:lnTo>
                  <a:lnTo>
                    <a:pt x="706" y="21"/>
                  </a:lnTo>
                  <a:lnTo>
                    <a:pt x="709" y="25"/>
                  </a:lnTo>
                  <a:lnTo>
                    <a:pt x="713" y="25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2"/>
                  </a:lnTo>
                  <a:lnTo>
                    <a:pt x="727" y="36"/>
                  </a:lnTo>
                  <a:lnTo>
                    <a:pt x="731" y="36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3"/>
                  </a:lnTo>
                  <a:lnTo>
                    <a:pt x="745" y="46"/>
                  </a:lnTo>
                  <a:lnTo>
                    <a:pt x="749" y="46"/>
                  </a:lnTo>
                  <a:lnTo>
                    <a:pt x="753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0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3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6"/>
                  </a:lnTo>
                  <a:lnTo>
                    <a:pt x="861" y="36"/>
                  </a:lnTo>
                  <a:lnTo>
                    <a:pt x="864" y="32"/>
                  </a:lnTo>
                  <a:lnTo>
                    <a:pt x="868" y="32"/>
                  </a:lnTo>
                  <a:lnTo>
                    <a:pt x="871" y="28"/>
                  </a:lnTo>
                  <a:lnTo>
                    <a:pt x="875" y="25"/>
                  </a:lnTo>
                  <a:lnTo>
                    <a:pt x="879" y="25"/>
                  </a:lnTo>
                  <a:lnTo>
                    <a:pt x="882" y="21"/>
                  </a:lnTo>
                  <a:lnTo>
                    <a:pt x="886" y="21"/>
                  </a:lnTo>
                  <a:lnTo>
                    <a:pt x="889" y="18"/>
                  </a:lnTo>
                  <a:lnTo>
                    <a:pt x="893" y="18"/>
                  </a:lnTo>
                  <a:lnTo>
                    <a:pt x="897" y="14"/>
                  </a:lnTo>
                  <a:lnTo>
                    <a:pt x="900" y="14"/>
                  </a:lnTo>
                  <a:lnTo>
                    <a:pt x="904" y="10"/>
                  </a:lnTo>
                  <a:lnTo>
                    <a:pt x="907" y="10"/>
                  </a:lnTo>
                  <a:lnTo>
                    <a:pt x="911" y="10"/>
                  </a:lnTo>
                  <a:lnTo>
                    <a:pt x="915" y="10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1" y="7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4"/>
                  </a:lnTo>
                  <a:lnTo>
                    <a:pt x="969" y="14"/>
                  </a:lnTo>
                  <a:lnTo>
                    <a:pt x="972" y="18"/>
                  </a:lnTo>
                  <a:lnTo>
                    <a:pt x="976" y="18"/>
                  </a:lnTo>
                  <a:lnTo>
                    <a:pt x="979" y="21"/>
                  </a:lnTo>
                  <a:lnTo>
                    <a:pt x="983" y="21"/>
                  </a:lnTo>
                  <a:lnTo>
                    <a:pt x="987" y="25"/>
                  </a:lnTo>
                  <a:lnTo>
                    <a:pt x="990" y="25"/>
                  </a:lnTo>
                  <a:lnTo>
                    <a:pt x="994" y="28"/>
                  </a:lnTo>
                  <a:lnTo>
                    <a:pt x="997" y="28"/>
                  </a:lnTo>
                  <a:lnTo>
                    <a:pt x="1001" y="32"/>
                  </a:lnTo>
                  <a:lnTo>
                    <a:pt x="1005" y="32"/>
                  </a:lnTo>
                  <a:lnTo>
                    <a:pt x="1008" y="36"/>
                  </a:lnTo>
                  <a:lnTo>
                    <a:pt x="1012" y="39"/>
                  </a:lnTo>
                  <a:lnTo>
                    <a:pt x="1015" y="39"/>
                  </a:lnTo>
                  <a:lnTo>
                    <a:pt x="1019" y="43"/>
                  </a:lnTo>
                  <a:lnTo>
                    <a:pt x="1023" y="43"/>
                  </a:lnTo>
                  <a:lnTo>
                    <a:pt x="1026" y="46"/>
                  </a:lnTo>
                  <a:lnTo>
                    <a:pt x="1030" y="46"/>
                  </a:lnTo>
                  <a:lnTo>
                    <a:pt x="1033" y="50"/>
                  </a:lnTo>
                  <a:lnTo>
                    <a:pt x="1037" y="50"/>
                  </a:lnTo>
                  <a:lnTo>
                    <a:pt x="1041" y="54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1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7" y="57"/>
                  </a:lnTo>
                  <a:lnTo>
                    <a:pt x="1091" y="57"/>
                  </a:lnTo>
                  <a:lnTo>
                    <a:pt x="1095" y="54"/>
                  </a:lnTo>
                  <a:lnTo>
                    <a:pt x="1098" y="54"/>
                  </a:lnTo>
                  <a:lnTo>
                    <a:pt x="1102" y="54"/>
                  </a:lnTo>
                  <a:lnTo>
                    <a:pt x="1105" y="50"/>
                  </a:lnTo>
                  <a:lnTo>
                    <a:pt x="1109" y="50"/>
                  </a:lnTo>
                  <a:lnTo>
                    <a:pt x="1113" y="50"/>
                  </a:lnTo>
                  <a:lnTo>
                    <a:pt x="1116" y="46"/>
                  </a:lnTo>
                  <a:lnTo>
                    <a:pt x="1120" y="46"/>
                  </a:lnTo>
                  <a:lnTo>
                    <a:pt x="1123" y="43"/>
                  </a:lnTo>
                  <a:lnTo>
                    <a:pt x="1127" y="43"/>
                  </a:lnTo>
                  <a:lnTo>
                    <a:pt x="1131" y="39"/>
                  </a:lnTo>
                  <a:lnTo>
                    <a:pt x="1134" y="39"/>
                  </a:lnTo>
                  <a:lnTo>
                    <a:pt x="1138" y="36"/>
                  </a:lnTo>
                  <a:lnTo>
                    <a:pt x="1141" y="32"/>
                  </a:lnTo>
                  <a:lnTo>
                    <a:pt x="1145" y="32"/>
                  </a:lnTo>
                  <a:lnTo>
                    <a:pt x="1149" y="28"/>
                  </a:lnTo>
                  <a:lnTo>
                    <a:pt x="1152" y="28"/>
                  </a:lnTo>
                  <a:lnTo>
                    <a:pt x="1156" y="25"/>
                  </a:lnTo>
                  <a:lnTo>
                    <a:pt x="1159" y="25"/>
                  </a:lnTo>
                  <a:lnTo>
                    <a:pt x="1163" y="21"/>
                  </a:lnTo>
                  <a:lnTo>
                    <a:pt x="1167" y="21"/>
                  </a:lnTo>
                  <a:lnTo>
                    <a:pt x="1170" y="18"/>
                  </a:lnTo>
                  <a:lnTo>
                    <a:pt x="1174" y="18"/>
                  </a:lnTo>
                  <a:lnTo>
                    <a:pt x="1177" y="14"/>
                  </a:lnTo>
                  <a:lnTo>
                    <a:pt x="1181" y="14"/>
                  </a:lnTo>
                  <a:lnTo>
                    <a:pt x="1185" y="14"/>
                  </a:lnTo>
                  <a:lnTo>
                    <a:pt x="1188" y="10"/>
                  </a:lnTo>
                  <a:lnTo>
                    <a:pt x="1192" y="10"/>
                  </a:lnTo>
                  <a:lnTo>
                    <a:pt x="1195" y="10"/>
                  </a:lnTo>
                  <a:lnTo>
                    <a:pt x="1199" y="10"/>
                  </a:lnTo>
                  <a:lnTo>
                    <a:pt x="1203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3" y="10"/>
                  </a:lnTo>
                  <a:lnTo>
                    <a:pt x="1217" y="10"/>
                  </a:lnTo>
                  <a:lnTo>
                    <a:pt x="1221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1" y="10"/>
                  </a:lnTo>
                  <a:lnTo>
                    <a:pt x="1235" y="10"/>
                  </a:lnTo>
                  <a:lnTo>
                    <a:pt x="1239" y="14"/>
                  </a:lnTo>
                  <a:lnTo>
                    <a:pt x="1242" y="14"/>
                  </a:lnTo>
                  <a:lnTo>
                    <a:pt x="1246" y="14"/>
                  </a:lnTo>
                  <a:lnTo>
                    <a:pt x="1249" y="18"/>
                  </a:lnTo>
                  <a:lnTo>
                    <a:pt x="1253" y="18"/>
                  </a:lnTo>
                  <a:lnTo>
                    <a:pt x="1257" y="21"/>
                  </a:lnTo>
                  <a:lnTo>
                    <a:pt x="1260" y="21"/>
                  </a:lnTo>
                  <a:lnTo>
                    <a:pt x="1264" y="25"/>
                  </a:lnTo>
                  <a:lnTo>
                    <a:pt x="1267" y="25"/>
                  </a:lnTo>
                  <a:lnTo>
                    <a:pt x="1271" y="28"/>
                  </a:lnTo>
                  <a:lnTo>
                    <a:pt x="1275" y="28"/>
                  </a:lnTo>
                  <a:lnTo>
                    <a:pt x="1278" y="32"/>
                  </a:lnTo>
                  <a:lnTo>
                    <a:pt x="1282" y="32"/>
                  </a:lnTo>
                  <a:lnTo>
                    <a:pt x="1285" y="36"/>
                  </a:lnTo>
                  <a:lnTo>
                    <a:pt x="1289" y="36"/>
                  </a:lnTo>
                  <a:lnTo>
                    <a:pt x="1293" y="39"/>
                  </a:lnTo>
                  <a:lnTo>
                    <a:pt x="1296" y="39"/>
                  </a:lnTo>
                  <a:lnTo>
                    <a:pt x="1300" y="43"/>
                  </a:lnTo>
                  <a:lnTo>
                    <a:pt x="1303" y="43"/>
                  </a:lnTo>
                  <a:lnTo>
                    <a:pt x="1307" y="46"/>
                  </a:lnTo>
                  <a:lnTo>
                    <a:pt x="1311" y="46"/>
                  </a:lnTo>
                  <a:lnTo>
                    <a:pt x="1314" y="50"/>
                  </a:lnTo>
                  <a:lnTo>
                    <a:pt x="1318" y="50"/>
                  </a:lnTo>
                  <a:lnTo>
                    <a:pt x="1321" y="50"/>
                  </a:lnTo>
                  <a:lnTo>
                    <a:pt x="1325" y="54"/>
                  </a:lnTo>
                  <a:lnTo>
                    <a:pt x="1329" y="54"/>
                  </a:lnTo>
                  <a:lnTo>
                    <a:pt x="1332" y="54"/>
                  </a:lnTo>
                  <a:lnTo>
                    <a:pt x="1336" y="54"/>
                  </a:lnTo>
                  <a:lnTo>
                    <a:pt x="1339" y="57"/>
                  </a:lnTo>
                  <a:lnTo>
                    <a:pt x="1343" y="57"/>
                  </a:lnTo>
                  <a:lnTo>
                    <a:pt x="1347" y="57"/>
                  </a:lnTo>
                  <a:lnTo>
                    <a:pt x="1350" y="57"/>
                  </a:lnTo>
                  <a:lnTo>
                    <a:pt x="1354" y="57"/>
                  </a:lnTo>
                  <a:lnTo>
                    <a:pt x="1357" y="57"/>
                  </a:lnTo>
                  <a:lnTo>
                    <a:pt x="1361" y="57"/>
                  </a:lnTo>
                  <a:lnTo>
                    <a:pt x="1365" y="54"/>
                  </a:lnTo>
                  <a:lnTo>
                    <a:pt x="1368" y="54"/>
                  </a:lnTo>
                  <a:lnTo>
                    <a:pt x="1372" y="54"/>
                  </a:lnTo>
                  <a:lnTo>
                    <a:pt x="1375" y="54"/>
                  </a:lnTo>
                  <a:lnTo>
                    <a:pt x="1379" y="50"/>
                  </a:lnTo>
                  <a:lnTo>
                    <a:pt x="1383" y="50"/>
                  </a:lnTo>
                  <a:lnTo>
                    <a:pt x="1386" y="50"/>
                  </a:lnTo>
                  <a:lnTo>
                    <a:pt x="1390" y="46"/>
                  </a:lnTo>
                  <a:lnTo>
                    <a:pt x="1393" y="46"/>
                  </a:lnTo>
                  <a:lnTo>
                    <a:pt x="1397" y="46"/>
                  </a:lnTo>
                  <a:lnTo>
                    <a:pt x="1401" y="43"/>
                  </a:lnTo>
                  <a:lnTo>
                    <a:pt x="1404" y="43"/>
                  </a:lnTo>
                  <a:lnTo>
                    <a:pt x="1408" y="39"/>
                  </a:lnTo>
                  <a:lnTo>
                    <a:pt x="1411" y="39"/>
                  </a:lnTo>
                  <a:lnTo>
                    <a:pt x="1415" y="36"/>
                  </a:lnTo>
                  <a:lnTo>
                    <a:pt x="1419" y="36"/>
                  </a:lnTo>
                  <a:lnTo>
                    <a:pt x="1422" y="32"/>
                  </a:lnTo>
                  <a:lnTo>
                    <a:pt x="1422" y="32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1" name="Freeform 79"/>
            <p:cNvSpPr>
              <a:spLocks/>
            </p:cNvSpPr>
            <p:nvPr/>
          </p:nvSpPr>
          <p:spPr bwMode="auto">
            <a:xfrm>
              <a:off x="749" y="1048"/>
              <a:ext cx="695" cy="2462"/>
            </a:xfrm>
            <a:custGeom>
              <a:avLst/>
              <a:gdLst/>
              <a:ahLst/>
              <a:cxnLst>
                <a:cxn ang="0">
                  <a:pos x="7" y="1998"/>
                </a:cxn>
                <a:cxn ang="0">
                  <a:pos x="18" y="1973"/>
                </a:cxn>
                <a:cxn ang="0">
                  <a:pos x="29" y="1944"/>
                </a:cxn>
                <a:cxn ang="0">
                  <a:pos x="39" y="1919"/>
                </a:cxn>
                <a:cxn ang="0">
                  <a:pos x="54" y="1893"/>
                </a:cxn>
                <a:cxn ang="0">
                  <a:pos x="79" y="1883"/>
                </a:cxn>
                <a:cxn ang="0">
                  <a:pos x="101" y="1908"/>
                </a:cxn>
                <a:cxn ang="0">
                  <a:pos x="111" y="1933"/>
                </a:cxn>
                <a:cxn ang="0">
                  <a:pos x="122" y="1962"/>
                </a:cxn>
                <a:cxn ang="0">
                  <a:pos x="129" y="1994"/>
                </a:cxn>
                <a:cxn ang="0">
                  <a:pos x="140" y="2030"/>
                </a:cxn>
                <a:cxn ang="0">
                  <a:pos x="151" y="2066"/>
                </a:cxn>
                <a:cxn ang="0">
                  <a:pos x="162" y="2099"/>
                </a:cxn>
                <a:cxn ang="0">
                  <a:pos x="169" y="2131"/>
                </a:cxn>
                <a:cxn ang="0">
                  <a:pos x="180" y="2160"/>
                </a:cxn>
                <a:cxn ang="0">
                  <a:pos x="191" y="2185"/>
                </a:cxn>
                <a:cxn ang="0">
                  <a:pos x="209" y="2207"/>
                </a:cxn>
                <a:cxn ang="0">
                  <a:pos x="230" y="2192"/>
                </a:cxn>
                <a:cxn ang="0">
                  <a:pos x="241" y="2167"/>
                </a:cxn>
                <a:cxn ang="0">
                  <a:pos x="252" y="2138"/>
                </a:cxn>
                <a:cxn ang="0">
                  <a:pos x="263" y="2099"/>
                </a:cxn>
                <a:cxn ang="0">
                  <a:pos x="273" y="2055"/>
                </a:cxn>
                <a:cxn ang="0">
                  <a:pos x="281" y="2009"/>
                </a:cxn>
                <a:cxn ang="0">
                  <a:pos x="291" y="1962"/>
                </a:cxn>
                <a:cxn ang="0">
                  <a:pos x="302" y="1915"/>
                </a:cxn>
                <a:cxn ang="0">
                  <a:pos x="309" y="1872"/>
                </a:cxn>
                <a:cxn ang="0">
                  <a:pos x="320" y="1832"/>
                </a:cxn>
                <a:cxn ang="0">
                  <a:pos x="331" y="1800"/>
                </a:cxn>
                <a:cxn ang="0">
                  <a:pos x="342" y="1775"/>
                </a:cxn>
                <a:cxn ang="0">
                  <a:pos x="367" y="1775"/>
                </a:cxn>
                <a:cxn ang="0">
                  <a:pos x="378" y="1803"/>
                </a:cxn>
                <a:cxn ang="0">
                  <a:pos x="389" y="1839"/>
                </a:cxn>
                <a:cxn ang="0">
                  <a:pos x="396" y="1886"/>
                </a:cxn>
                <a:cxn ang="0">
                  <a:pos x="407" y="1947"/>
                </a:cxn>
                <a:cxn ang="0">
                  <a:pos x="417" y="2012"/>
                </a:cxn>
                <a:cxn ang="0">
                  <a:pos x="425" y="2088"/>
                </a:cxn>
                <a:cxn ang="0">
                  <a:pos x="435" y="2160"/>
                </a:cxn>
                <a:cxn ang="0">
                  <a:pos x="446" y="2235"/>
                </a:cxn>
                <a:cxn ang="0">
                  <a:pos x="457" y="2304"/>
                </a:cxn>
                <a:cxn ang="0">
                  <a:pos x="464" y="2365"/>
                </a:cxn>
                <a:cxn ang="0">
                  <a:pos x="475" y="2412"/>
                </a:cxn>
                <a:cxn ang="0">
                  <a:pos x="486" y="2448"/>
                </a:cxn>
                <a:cxn ang="0">
                  <a:pos x="507" y="2455"/>
                </a:cxn>
                <a:cxn ang="0">
                  <a:pos x="515" y="2426"/>
                </a:cxn>
                <a:cxn ang="0">
                  <a:pos x="525" y="2369"/>
                </a:cxn>
                <a:cxn ang="0">
                  <a:pos x="536" y="2293"/>
                </a:cxn>
                <a:cxn ang="0">
                  <a:pos x="543" y="2189"/>
                </a:cxn>
                <a:cxn ang="0">
                  <a:pos x="554" y="2063"/>
                </a:cxn>
                <a:cxn ang="0">
                  <a:pos x="565" y="1919"/>
                </a:cxn>
                <a:cxn ang="0">
                  <a:pos x="576" y="1753"/>
                </a:cxn>
                <a:cxn ang="0">
                  <a:pos x="583" y="1577"/>
                </a:cxn>
                <a:cxn ang="0">
                  <a:pos x="594" y="1389"/>
                </a:cxn>
                <a:cxn ang="0">
                  <a:pos x="605" y="1195"/>
                </a:cxn>
                <a:cxn ang="0">
                  <a:pos x="612" y="1004"/>
                </a:cxn>
                <a:cxn ang="0">
                  <a:pos x="623" y="813"/>
                </a:cxn>
                <a:cxn ang="0">
                  <a:pos x="633" y="637"/>
                </a:cxn>
                <a:cxn ang="0">
                  <a:pos x="641" y="472"/>
                </a:cxn>
                <a:cxn ang="0">
                  <a:pos x="651" y="324"/>
                </a:cxn>
                <a:cxn ang="0">
                  <a:pos x="662" y="202"/>
                </a:cxn>
                <a:cxn ang="0">
                  <a:pos x="673" y="108"/>
                </a:cxn>
                <a:cxn ang="0">
                  <a:pos x="680" y="40"/>
                </a:cxn>
                <a:cxn ang="0">
                  <a:pos x="691" y="7"/>
                </a:cxn>
              </a:cxnLst>
              <a:rect l="0" t="0" r="r" b="b"/>
              <a:pathLst>
                <a:path w="695" h="2462">
                  <a:moveTo>
                    <a:pt x="0" y="2023"/>
                  </a:moveTo>
                  <a:lnTo>
                    <a:pt x="0" y="2019"/>
                  </a:lnTo>
                  <a:lnTo>
                    <a:pt x="3" y="2016"/>
                  </a:lnTo>
                  <a:lnTo>
                    <a:pt x="3" y="2012"/>
                  </a:lnTo>
                  <a:lnTo>
                    <a:pt x="7" y="2009"/>
                  </a:lnTo>
                  <a:lnTo>
                    <a:pt x="7" y="2005"/>
                  </a:lnTo>
                  <a:lnTo>
                    <a:pt x="7" y="1998"/>
                  </a:lnTo>
                  <a:lnTo>
                    <a:pt x="11" y="1994"/>
                  </a:lnTo>
                  <a:lnTo>
                    <a:pt x="11" y="1991"/>
                  </a:lnTo>
                  <a:lnTo>
                    <a:pt x="11" y="1987"/>
                  </a:lnTo>
                  <a:lnTo>
                    <a:pt x="14" y="1983"/>
                  </a:lnTo>
                  <a:lnTo>
                    <a:pt x="14" y="1980"/>
                  </a:lnTo>
                  <a:lnTo>
                    <a:pt x="18" y="1976"/>
                  </a:lnTo>
                  <a:lnTo>
                    <a:pt x="18" y="1973"/>
                  </a:lnTo>
                  <a:lnTo>
                    <a:pt x="18" y="1969"/>
                  </a:lnTo>
                  <a:lnTo>
                    <a:pt x="21" y="1965"/>
                  </a:lnTo>
                  <a:lnTo>
                    <a:pt x="21" y="1958"/>
                  </a:lnTo>
                  <a:lnTo>
                    <a:pt x="25" y="1955"/>
                  </a:lnTo>
                  <a:lnTo>
                    <a:pt x="25" y="1951"/>
                  </a:lnTo>
                  <a:lnTo>
                    <a:pt x="25" y="1947"/>
                  </a:lnTo>
                  <a:lnTo>
                    <a:pt x="29" y="1944"/>
                  </a:lnTo>
                  <a:lnTo>
                    <a:pt x="29" y="1940"/>
                  </a:lnTo>
                  <a:lnTo>
                    <a:pt x="32" y="1937"/>
                  </a:lnTo>
                  <a:lnTo>
                    <a:pt x="32" y="1933"/>
                  </a:lnTo>
                  <a:lnTo>
                    <a:pt x="36" y="1929"/>
                  </a:lnTo>
                  <a:lnTo>
                    <a:pt x="36" y="1926"/>
                  </a:lnTo>
                  <a:lnTo>
                    <a:pt x="36" y="1922"/>
                  </a:lnTo>
                  <a:lnTo>
                    <a:pt x="39" y="1919"/>
                  </a:lnTo>
                  <a:lnTo>
                    <a:pt x="39" y="1915"/>
                  </a:lnTo>
                  <a:lnTo>
                    <a:pt x="43" y="1911"/>
                  </a:lnTo>
                  <a:lnTo>
                    <a:pt x="43" y="1908"/>
                  </a:lnTo>
                  <a:lnTo>
                    <a:pt x="47" y="1904"/>
                  </a:lnTo>
                  <a:lnTo>
                    <a:pt x="50" y="1901"/>
                  </a:lnTo>
                  <a:lnTo>
                    <a:pt x="50" y="1897"/>
                  </a:lnTo>
                  <a:lnTo>
                    <a:pt x="54" y="1893"/>
                  </a:lnTo>
                  <a:lnTo>
                    <a:pt x="57" y="1890"/>
                  </a:lnTo>
                  <a:lnTo>
                    <a:pt x="61" y="1886"/>
                  </a:lnTo>
                  <a:lnTo>
                    <a:pt x="65" y="1883"/>
                  </a:lnTo>
                  <a:lnTo>
                    <a:pt x="68" y="1883"/>
                  </a:lnTo>
                  <a:lnTo>
                    <a:pt x="72" y="1879"/>
                  </a:lnTo>
                  <a:lnTo>
                    <a:pt x="75" y="1883"/>
                  </a:lnTo>
                  <a:lnTo>
                    <a:pt x="79" y="1883"/>
                  </a:lnTo>
                  <a:lnTo>
                    <a:pt x="83" y="1886"/>
                  </a:lnTo>
                  <a:lnTo>
                    <a:pt x="86" y="1890"/>
                  </a:lnTo>
                  <a:lnTo>
                    <a:pt x="90" y="1893"/>
                  </a:lnTo>
                  <a:lnTo>
                    <a:pt x="93" y="1897"/>
                  </a:lnTo>
                  <a:lnTo>
                    <a:pt x="97" y="1901"/>
                  </a:lnTo>
                  <a:lnTo>
                    <a:pt x="97" y="1904"/>
                  </a:lnTo>
                  <a:lnTo>
                    <a:pt x="101" y="1908"/>
                  </a:lnTo>
                  <a:lnTo>
                    <a:pt x="101" y="1911"/>
                  </a:lnTo>
                  <a:lnTo>
                    <a:pt x="104" y="1915"/>
                  </a:lnTo>
                  <a:lnTo>
                    <a:pt x="104" y="1919"/>
                  </a:lnTo>
                  <a:lnTo>
                    <a:pt x="108" y="1922"/>
                  </a:lnTo>
                  <a:lnTo>
                    <a:pt x="108" y="1926"/>
                  </a:lnTo>
                  <a:lnTo>
                    <a:pt x="111" y="1929"/>
                  </a:lnTo>
                  <a:lnTo>
                    <a:pt x="111" y="1933"/>
                  </a:lnTo>
                  <a:lnTo>
                    <a:pt x="111" y="1937"/>
                  </a:lnTo>
                  <a:lnTo>
                    <a:pt x="115" y="1940"/>
                  </a:lnTo>
                  <a:lnTo>
                    <a:pt x="115" y="1944"/>
                  </a:lnTo>
                  <a:lnTo>
                    <a:pt x="119" y="1951"/>
                  </a:lnTo>
                  <a:lnTo>
                    <a:pt x="119" y="1955"/>
                  </a:lnTo>
                  <a:lnTo>
                    <a:pt x="119" y="1958"/>
                  </a:lnTo>
                  <a:lnTo>
                    <a:pt x="122" y="1962"/>
                  </a:lnTo>
                  <a:lnTo>
                    <a:pt x="122" y="1965"/>
                  </a:lnTo>
                  <a:lnTo>
                    <a:pt x="122" y="1973"/>
                  </a:lnTo>
                  <a:lnTo>
                    <a:pt x="126" y="1976"/>
                  </a:lnTo>
                  <a:lnTo>
                    <a:pt x="126" y="1980"/>
                  </a:lnTo>
                  <a:lnTo>
                    <a:pt x="129" y="1983"/>
                  </a:lnTo>
                  <a:lnTo>
                    <a:pt x="129" y="1991"/>
                  </a:lnTo>
                  <a:lnTo>
                    <a:pt x="129" y="1994"/>
                  </a:lnTo>
                  <a:lnTo>
                    <a:pt x="133" y="1998"/>
                  </a:lnTo>
                  <a:lnTo>
                    <a:pt x="133" y="2005"/>
                  </a:lnTo>
                  <a:lnTo>
                    <a:pt x="137" y="2009"/>
                  </a:lnTo>
                  <a:lnTo>
                    <a:pt x="137" y="2012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30"/>
                  </a:lnTo>
                  <a:lnTo>
                    <a:pt x="140" y="2034"/>
                  </a:lnTo>
                  <a:lnTo>
                    <a:pt x="144" y="2037"/>
                  </a:lnTo>
                  <a:lnTo>
                    <a:pt x="144" y="2045"/>
                  </a:lnTo>
                  <a:lnTo>
                    <a:pt x="147" y="2048"/>
                  </a:lnTo>
                  <a:lnTo>
                    <a:pt x="147" y="2055"/>
                  </a:lnTo>
                  <a:lnTo>
                    <a:pt x="147" y="2059"/>
                  </a:lnTo>
                  <a:lnTo>
                    <a:pt x="151" y="2066"/>
                  </a:lnTo>
                  <a:lnTo>
                    <a:pt x="151" y="2070"/>
                  </a:lnTo>
                  <a:lnTo>
                    <a:pt x="155" y="2073"/>
                  </a:lnTo>
                  <a:lnTo>
                    <a:pt x="155" y="2081"/>
                  </a:lnTo>
                  <a:lnTo>
                    <a:pt x="155" y="2084"/>
                  </a:lnTo>
                  <a:lnTo>
                    <a:pt x="158" y="2091"/>
                  </a:lnTo>
                  <a:lnTo>
                    <a:pt x="158" y="2095"/>
                  </a:lnTo>
                  <a:lnTo>
                    <a:pt x="162" y="2099"/>
                  </a:lnTo>
                  <a:lnTo>
                    <a:pt x="162" y="2106"/>
                  </a:lnTo>
                  <a:lnTo>
                    <a:pt x="162" y="2109"/>
                  </a:lnTo>
                  <a:lnTo>
                    <a:pt x="165" y="2113"/>
                  </a:lnTo>
                  <a:lnTo>
                    <a:pt x="165" y="2120"/>
                  </a:lnTo>
                  <a:lnTo>
                    <a:pt x="165" y="2124"/>
                  </a:lnTo>
                  <a:lnTo>
                    <a:pt x="169" y="2127"/>
                  </a:lnTo>
                  <a:lnTo>
                    <a:pt x="169" y="2131"/>
                  </a:lnTo>
                  <a:lnTo>
                    <a:pt x="173" y="2138"/>
                  </a:lnTo>
                  <a:lnTo>
                    <a:pt x="173" y="2142"/>
                  </a:lnTo>
                  <a:lnTo>
                    <a:pt x="173" y="2145"/>
                  </a:lnTo>
                  <a:lnTo>
                    <a:pt x="176" y="2149"/>
                  </a:lnTo>
                  <a:lnTo>
                    <a:pt x="176" y="2153"/>
                  </a:lnTo>
                  <a:lnTo>
                    <a:pt x="180" y="2156"/>
                  </a:lnTo>
                  <a:lnTo>
                    <a:pt x="180" y="2160"/>
                  </a:lnTo>
                  <a:lnTo>
                    <a:pt x="180" y="2163"/>
                  </a:lnTo>
                  <a:lnTo>
                    <a:pt x="183" y="2167"/>
                  </a:lnTo>
                  <a:lnTo>
                    <a:pt x="183" y="2171"/>
                  </a:lnTo>
                  <a:lnTo>
                    <a:pt x="183" y="2174"/>
                  </a:lnTo>
                  <a:lnTo>
                    <a:pt x="187" y="2178"/>
                  </a:lnTo>
                  <a:lnTo>
                    <a:pt x="187" y="2181"/>
                  </a:lnTo>
                  <a:lnTo>
                    <a:pt x="191" y="2185"/>
                  </a:lnTo>
                  <a:lnTo>
                    <a:pt x="191" y="2189"/>
                  </a:lnTo>
                  <a:lnTo>
                    <a:pt x="194" y="2192"/>
                  </a:lnTo>
                  <a:lnTo>
                    <a:pt x="198" y="2196"/>
                  </a:lnTo>
                  <a:lnTo>
                    <a:pt x="198" y="2199"/>
                  </a:lnTo>
                  <a:lnTo>
                    <a:pt x="201" y="2203"/>
                  </a:lnTo>
                  <a:lnTo>
                    <a:pt x="205" y="2207"/>
                  </a:lnTo>
                  <a:lnTo>
                    <a:pt x="209" y="2207"/>
                  </a:lnTo>
                  <a:lnTo>
                    <a:pt x="212" y="2210"/>
                  </a:lnTo>
                  <a:lnTo>
                    <a:pt x="216" y="2207"/>
                  </a:lnTo>
                  <a:lnTo>
                    <a:pt x="219" y="2207"/>
                  </a:lnTo>
                  <a:lnTo>
                    <a:pt x="223" y="2203"/>
                  </a:lnTo>
                  <a:lnTo>
                    <a:pt x="227" y="2199"/>
                  </a:lnTo>
                  <a:lnTo>
                    <a:pt x="230" y="2196"/>
                  </a:lnTo>
                  <a:lnTo>
                    <a:pt x="230" y="2192"/>
                  </a:lnTo>
                  <a:lnTo>
                    <a:pt x="234" y="2189"/>
                  </a:lnTo>
                  <a:lnTo>
                    <a:pt x="234" y="2185"/>
                  </a:lnTo>
                  <a:lnTo>
                    <a:pt x="237" y="2181"/>
                  </a:lnTo>
                  <a:lnTo>
                    <a:pt x="237" y="2178"/>
                  </a:lnTo>
                  <a:lnTo>
                    <a:pt x="241" y="2174"/>
                  </a:lnTo>
                  <a:lnTo>
                    <a:pt x="241" y="2171"/>
                  </a:lnTo>
                  <a:lnTo>
                    <a:pt x="241" y="2167"/>
                  </a:lnTo>
                  <a:lnTo>
                    <a:pt x="245" y="2163"/>
                  </a:lnTo>
                  <a:lnTo>
                    <a:pt x="245" y="2160"/>
                  </a:lnTo>
                  <a:lnTo>
                    <a:pt x="248" y="2156"/>
                  </a:lnTo>
                  <a:lnTo>
                    <a:pt x="248" y="2153"/>
                  </a:lnTo>
                  <a:lnTo>
                    <a:pt x="248" y="2145"/>
                  </a:lnTo>
                  <a:lnTo>
                    <a:pt x="252" y="2142"/>
                  </a:lnTo>
                  <a:lnTo>
                    <a:pt x="252" y="2138"/>
                  </a:lnTo>
                  <a:lnTo>
                    <a:pt x="252" y="2131"/>
                  </a:lnTo>
                  <a:lnTo>
                    <a:pt x="255" y="2127"/>
                  </a:lnTo>
                  <a:lnTo>
                    <a:pt x="255" y="2124"/>
                  </a:lnTo>
                  <a:lnTo>
                    <a:pt x="259" y="2117"/>
                  </a:lnTo>
                  <a:lnTo>
                    <a:pt x="259" y="2113"/>
                  </a:lnTo>
                  <a:lnTo>
                    <a:pt x="259" y="2106"/>
                  </a:lnTo>
                  <a:lnTo>
                    <a:pt x="263" y="2099"/>
                  </a:lnTo>
                  <a:lnTo>
                    <a:pt x="263" y="2095"/>
                  </a:lnTo>
                  <a:lnTo>
                    <a:pt x="266" y="2088"/>
                  </a:lnTo>
                  <a:lnTo>
                    <a:pt x="266" y="2081"/>
                  </a:lnTo>
                  <a:lnTo>
                    <a:pt x="266" y="2077"/>
                  </a:lnTo>
                  <a:lnTo>
                    <a:pt x="270" y="2070"/>
                  </a:lnTo>
                  <a:lnTo>
                    <a:pt x="270" y="2063"/>
                  </a:lnTo>
                  <a:lnTo>
                    <a:pt x="273" y="2055"/>
                  </a:lnTo>
                  <a:lnTo>
                    <a:pt x="273" y="2052"/>
                  </a:lnTo>
                  <a:lnTo>
                    <a:pt x="273" y="2045"/>
                  </a:lnTo>
                  <a:lnTo>
                    <a:pt x="277" y="2037"/>
                  </a:lnTo>
                  <a:lnTo>
                    <a:pt x="277" y="2030"/>
                  </a:lnTo>
                  <a:lnTo>
                    <a:pt x="277" y="2023"/>
                  </a:lnTo>
                  <a:lnTo>
                    <a:pt x="281" y="2016"/>
                  </a:lnTo>
                  <a:lnTo>
                    <a:pt x="281" y="2009"/>
                  </a:lnTo>
                  <a:lnTo>
                    <a:pt x="284" y="2005"/>
                  </a:lnTo>
                  <a:lnTo>
                    <a:pt x="284" y="1998"/>
                  </a:lnTo>
                  <a:lnTo>
                    <a:pt x="284" y="1991"/>
                  </a:lnTo>
                  <a:lnTo>
                    <a:pt x="288" y="1983"/>
                  </a:lnTo>
                  <a:lnTo>
                    <a:pt x="288" y="1976"/>
                  </a:lnTo>
                  <a:lnTo>
                    <a:pt x="291" y="1969"/>
                  </a:lnTo>
                  <a:lnTo>
                    <a:pt x="291" y="1962"/>
                  </a:lnTo>
                  <a:lnTo>
                    <a:pt x="291" y="1955"/>
                  </a:lnTo>
                  <a:lnTo>
                    <a:pt x="295" y="1947"/>
                  </a:lnTo>
                  <a:lnTo>
                    <a:pt x="295" y="1940"/>
                  </a:lnTo>
                  <a:lnTo>
                    <a:pt x="295" y="1937"/>
                  </a:lnTo>
                  <a:lnTo>
                    <a:pt x="299" y="1929"/>
                  </a:lnTo>
                  <a:lnTo>
                    <a:pt x="299" y="1922"/>
                  </a:lnTo>
                  <a:lnTo>
                    <a:pt x="302" y="1915"/>
                  </a:lnTo>
                  <a:lnTo>
                    <a:pt x="302" y="1908"/>
                  </a:lnTo>
                  <a:lnTo>
                    <a:pt x="302" y="1901"/>
                  </a:lnTo>
                  <a:lnTo>
                    <a:pt x="306" y="1893"/>
                  </a:lnTo>
                  <a:lnTo>
                    <a:pt x="306" y="1890"/>
                  </a:lnTo>
                  <a:lnTo>
                    <a:pt x="309" y="1883"/>
                  </a:lnTo>
                  <a:lnTo>
                    <a:pt x="309" y="1875"/>
                  </a:lnTo>
                  <a:lnTo>
                    <a:pt x="309" y="1872"/>
                  </a:lnTo>
                  <a:lnTo>
                    <a:pt x="313" y="1865"/>
                  </a:lnTo>
                  <a:lnTo>
                    <a:pt x="313" y="1857"/>
                  </a:lnTo>
                  <a:lnTo>
                    <a:pt x="317" y="1854"/>
                  </a:lnTo>
                  <a:lnTo>
                    <a:pt x="317" y="1847"/>
                  </a:lnTo>
                  <a:lnTo>
                    <a:pt x="317" y="1843"/>
                  </a:lnTo>
                  <a:lnTo>
                    <a:pt x="320" y="1836"/>
                  </a:lnTo>
                  <a:lnTo>
                    <a:pt x="320" y="1832"/>
                  </a:lnTo>
                  <a:lnTo>
                    <a:pt x="320" y="1825"/>
                  </a:lnTo>
                  <a:lnTo>
                    <a:pt x="324" y="1821"/>
                  </a:lnTo>
                  <a:lnTo>
                    <a:pt x="324" y="1818"/>
                  </a:lnTo>
                  <a:lnTo>
                    <a:pt x="327" y="1811"/>
                  </a:lnTo>
                  <a:lnTo>
                    <a:pt x="327" y="1807"/>
                  </a:lnTo>
                  <a:lnTo>
                    <a:pt x="327" y="1803"/>
                  </a:lnTo>
                  <a:lnTo>
                    <a:pt x="331" y="1800"/>
                  </a:lnTo>
                  <a:lnTo>
                    <a:pt x="331" y="1796"/>
                  </a:lnTo>
                  <a:lnTo>
                    <a:pt x="335" y="1793"/>
                  </a:lnTo>
                  <a:lnTo>
                    <a:pt x="335" y="1789"/>
                  </a:lnTo>
                  <a:lnTo>
                    <a:pt x="335" y="1785"/>
                  </a:lnTo>
                  <a:lnTo>
                    <a:pt x="338" y="1782"/>
                  </a:lnTo>
                  <a:lnTo>
                    <a:pt x="338" y="1778"/>
                  </a:lnTo>
                  <a:lnTo>
                    <a:pt x="342" y="1775"/>
                  </a:lnTo>
                  <a:lnTo>
                    <a:pt x="345" y="1771"/>
                  </a:lnTo>
                  <a:lnTo>
                    <a:pt x="349" y="1767"/>
                  </a:lnTo>
                  <a:lnTo>
                    <a:pt x="353" y="1764"/>
                  </a:lnTo>
                  <a:lnTo>
                    <a:pt x="356" y="1764"/>
                  </a:lnTo>
                  <a:lnTo>
                    <a:pt x="360" y="1767"/>
                  </a:lnTo>
                  <a:lnTo>
                    <a:pt x="363" y="1771"/>
                  </a:lnTo>
                  <a:lnTo>
                    <a:pt x="367" y="1775"/>
                  </a:lnTo>
                  <a:lnTo>
                    <a:pt x="371" y="1778"/>
                  </a:lnTo>
                  <a:lnTo>
                    <a:pt x="371" y="1782"/>
                  </a:lnTo>
                  <a:lnTo>
                    <a:pt x="371" y="1785"/>
                  </a:lnTo>
                  <a:lnTo>
                    <a:pt x="374" y="1789"/>
                  </a:lnTo>
                  <a:lnTo>
                    <a:pt x="374" y="1793"/>
                  </a:lnTo>
                  <a:lnTo>
                    <a:pt x="378" y="1796"/>
                  </a:lnTo>
                  <a:lnTo>
                    <a:pt x="378" y="1803"/>
                  </a:lnTo>
                  <a:lnTo>
                    <a:pt x="378" y="1807"/>
                  </a:lnTo>
                  <a:lnTo>
                    <a:pt x="381" y="1811"/>
                  </a:lnTo>
                  <a:lnTo>
                    <a:pt x="381" y="1818"/>
                  </a:lnTo>
                  <a:lnTo>
                    <a:pt x="381" y="1821"/>
                  </a:lnTo>
                  <a:lnTo>
                    <a:pt x="385" y="1829"/>
                  </a:lnTo>
                  <a:lnTo>
                    <a:pt x="385" y="1832"/>
                  </a:lnTo>
                  <a:lnTo>
                    <a:pt x="389" y="1839"/>
                  </a:lnTo>
                  <a:lnTo>
                    <a:pt x="389" y="1847"/>
                  </a:lnTo>
                  <a:lnTo>
                    <a:pt x="389" y="1850"/>
                  </a:lnTo>
                  <a:lnTo>
                    <a:pt x="392" y="1857"/>
                  </a:lnTo>
                  <a:lnTo>
                    <a:pt x="392" y="1865"/>
                  </a:lnTo>
                  <a:lnTo>
                    <a:pt x="396" y="1872"/>
                  </a:lnTo>
                  <a:lnTo>
                    <a:pt x="396" y="1879"/>
                  </a:lnTo>
                  <a:lnTo>
                    <a:pt x="396" y="1886"/>
                  </a:lnTo>
                  <a:lnTo>
                    <a:pt x="399" y="1897"/>
                  </a:lnTo>
                  <a:lnTo>
                    <a:pt x="399" y="1904"/>
                  </a:lnTo>
                  <a:lnTo>
                    <a:pt x="403" y="1911"/>
                  </a:lnTo>
                  <a:lnTo>
                    <a:pt x="403" y="1922"/>
                  </a:lnTo>
                  <a:lnTo>
                    <a:pt x="403" y="1929"/>
                  </a:lnTo>
                  <a:lnTo>
                    <a:pt x="407" y="1937"/>
                  </a:lnTo>
                  <a:lnTo>
                    <a:pt x="407" y="1947"/>
                  </a:lnTo>
                  <a:lnTo>
                    <a:pt x="407" y="1955"/>
                  </a:lnTo>
                  <a:lnTo>
                    <a:pt x="410" y="1965"/>
                  </a:lnTo>
                  <a:lnTo>
                    <a:pt x="410" y="1976"/>
                  </a:lnTo>
                  <a:lnTo>
                    <a:pt x="414" y="1983"/>
                  </a:lnTo>
                  <a:lnTo>
                    <a:pt x="414" y="1994"/>
                  </a:lnTo>
                  <a:lnTo>
                    <a:pt x="414" y="2005"/>
                  </a:lnTo>
                  <a:lnTo>
                    <a:pt x="417" y="2012"/>
                  </a:lnTo>
                  <a:lnTo>
                    <a:pt x="417" y="2023"/>
                  </a:lnTo>
                  <a:lnTo>
                    <a:pt x="421" y="2034"/>
                  </a:lnTo>
                  <a:lnTo>
                    <a:pt x="421" y="2045"/>
                  </a:lnTo>
                  <a:lnTo>
                    <a:pt x="421" y="2055"/>
                  </a:lnTo>
                  <a:lnTo>
                    <a:pt x="425" y="2066"/>
                  </a:lnTo>
                  <a:lnTo>
                    <a:pt x="425" y="2077"/>
                  </a:lnTo>
                  <a:lnTo>
                    <a:pt x="425" y="2088"/>
                  </a:lnTo>
                  <a:lnTo>
                    <a:pt x="428" y="2095"/>
                  </a:lnTo>
                  <a:lnTo>
                    <a:pt x="428" y="2106"/>
                  </a:lnTo>
                  <a:lnTo>
                    <a:pt x="432" y="2117"/>
                  </a:lnTo>
                  <a:lnTo>
                    <a:pt x="432" y="2127"/>
                  </a:lnTo>
                  <a:lnTo>
                    <a:pt x="432" y="2138"/>
                  </a:lnTo>
                  <a:lnTo>
                    <a:pt x="435" y="2149"/>
                  </a:lnTo>
                  <a:lnTo>
                    <a:pt x="435" y="2160"/>
                  </a:lnTo>
                  <a:lnTo>
                    <a:pt x="439" y="2171"/>
                  </a:lnTo>
                  <a:lnTo>
                    <a:pt x="439" y="2181"/>
                  </a:lnTo>
                  <a:lnTo>
                    <a:pt x="439" y="2192"/>
                  </a:lnTo>
                  <a:lnTo>
                    <a:pt x="443" y="2203"/>
                  </a:lnTo>
                  <a:lnTo>
                    <a:pt x="443" y="2214"/>
                  </a:lnTo>
                  <a:lnTo>
                    <a:pt x="446" y="2225"/>
                  </a:lnTo>
                  <a:lnTo>
                    <a:pt x="446" y="2235"/>
                  </a:lnTo>
                  <a:lnTo>
                    <a:pt x="446" y="2243"/>
                  </a:lnTo>
                  <a:lnTo>
                    <a:pt x="450" y="2253"/>
                  </a:lnTo>
                  <a:lnTo>
                    <a:pt x="450" y="2264"/>
                  </a:lnTo>
                  <a:lnTo>
                    <a:pt x="450" y="2275"/>
                  </a:lnTo>
                  <a:lnTo>
                    <a:pt x="453" y="2286"/>
                  </a:lnTo>
                  <a:lnTo>
                    <a:pt x="453" y="2293"/>
                  </a:lnTo>
                  <a:lnTo>
                    <a:pt x="457" y="2304"/>
                  </a:lnTo>
                  <a:lnTo>
                    <a:pt x="457" y="2311"/>
                  </a:lnTo>
                  <a:lnTo>
                    <a:pt x="457" y="2322"/>
                  </a:lnTo>
                  <a:lnTo>
                    <a:pt x="461" y="2329"/>
                  </a:lnTo>
                  <a:lnTo>
                    <a:pt x="461" y="2340"/>
                  </a:lnTo>
                  <a:lnTo>
                    <a:pt x="464" y="2347"/>
                  </a:lnTo>
                  <a:lnTo>
                    <a:pt x="464" y="2354"/>
                  </a:lnTo>
                  <a:lnTo>
                    <a:pt x="464" y="2365"/>
                  </a:lnTo>
                  <a:lnTo>
                    <a:pt x="468" y="2372"/>
                  </a:lnTo>
                  <a:lnTo>
                    <a:pt x="468" y="2379"/>
                  </a:lnTo>
                  <a:lnTo>
                    <a:pt x="468" y="2387"/>
                  </a:lnTo>
                  <a:lnTo>
                    <a:pt x="471" y="2394"/>
                  </a:lnTo>
                  <a:lnTo>
                    <a:pt x="471" y="2401"/>
                  </a:lnTo>
                  <a:lnTo>
                    <a:pt x="475" y="2408"/>
                  </a:lnTo>
                  <a:lnTo>
                    <a:pt x="475" y="2412"/>
                  </a:lnTo>
                  <a:lnTo>
                    <a:pt x="475" y="2419"/>
                  </a:lnTo>
                  <a:lnTo>
                    <a:pt x="479" y="2423"/>
                  </a:lnTo>
                  <a:lnTo>
                    <a:pt x="479" y="2430"/>
                  </a:lnTo>
                  <a:lnTo>
                    <a:pt x="482" y="2433"/>
                  </a:lnTo>
                  <a:lnTo>
                    <a:pt x="482" y="2437"/>
                  </a:lnTo>
                  <a:lnTo>
                    <a:pt x="482" y="2444"/>
                  </a:lnTo>
                  <a:lnTo>
                    <a:pt x="486" y="2448"/>
                  </a:lnTo>
                  <a:lnTo>
                    <a:pt x="489" y="2451"/>
                  </a:lnTo>
                  <a:lnTo>
                    <a:pt x="489" y="2455"/>
                  </a:lnTo>
                  <a:lnTo>
                    <a:pt x="493" y="2459"/>
                  </a:lnTo>
                  <a:lnTo>
                    <a:pt x="497" y="2462"/>
                  </a:lnTo>
                  <a:lnTo>
                    <a:pt x="500" y="2462"/>
                  </a:lnTo>
                  <a:lnTo>
                    <a:pt x="504" y="2459"/>
                  </a:lnTo>
                  <a:lnTo>
                    <a:pt x="507" y="2455"/>
                  </a:lnTo>
                  <a:lnTo>
                    <a:pt x="507" y="2451"/>
                  </a:lnTo>
                  <a:lnTo>
                    <a:pt x="507" y="2448"/>
                  </a:lnTo>
                  <a:lnTo>
                    <a:pt x="511" y="2444"/>
                  </a:lnTo>
                  <a:lnTo>
                    <a:pt x="511" y="2441"/>
                  </a:lnTo>
                  <a:lnTo>
                    <a:pt x="511" y="2437"/>
                  </a:lnTo>
                  <a:lnTo>
                    <a:pt x="515" y="2430"/>
                  </a:lnTo>
                  <a:lnTo>
                    <a:pt x="515" y="2426"/>
                  </a:lnTo>
                  <a:lnTo>
                    <a:pt x="518" y="2419"/>
                  </a:lnTo>
                  <a:lnTo>
                    <a:pt x="518" y="2412"/>
                  </a:lnTo>
                  <a:lnTo>
                    <a:pt x="518" y="2405"/>
                  </a:lnTo>
                  <a:lnTo>
                    <a:pt x="522" y="2397"/>
                  </a:lnTo>
                  <a:lnTo>
                    <a:pt x="522" y="2387"/>
                  </a:lnTo>
                  <a:lnTo>
                    <a:pt x="525" y="2379"/>
                  </a:lnTo>
                  <a:lnTo>
                    <a:pt x="525" y="2369"/>
                  </a:lnTo>
                  <a:lnTo>
                    <a:pt x="525" y="2361"/>
                  </a:lnTo>
                  <a:lnTo>
                    <a:pt x="529" y="2351"/>
                  </a:lnTo>
                  <a:lnTo>
                    <a:pt x="529" y="2340"/>
                  </a:lnTo>
                  <a:lnTo>
                    <a:pt x="533" y="2329"/>
                  </a:lnTo>
                  <a:lnTo>
                    <a:pt x="533" y="2315"/>
                  </a:lnTo>
                  <a:lnTo>
                    <a:pt x="533" y="2304"/>
                  </a:lnTo>
                  <a:lnTo>
                    <a:pt x="536" y="2293"/>
                  </a:lnTo>
                  <a:lnTo>
                    <a:pt x="536" y="2279"/>
                  </a:lnTo>
                  <a:lnTo>
                    <a:pt x="536" y="2264"/>
                  </a:lnTo>
                  <a:lnTo>
                    <a:pt x="540" y="2250"/>
                  </a:lnTo>
                  <a:lnTo>
                    <a:pt x="540" y="2235"/>
                  </a:lnTo>
                  <a:lnTo>
                    <a:pt x="543" y="2221"/>
                  </a:lnTo>
                  <a:lnTo>
                    <a:pt x="543" y="2203"/>
                  </a:lnTo>
                  <a:lnTo>
                    <a:pt x="543" y="2189"/>
                  </a:lnTo>
                  <a:lnTo>
                    <a:pt x="547" y="2171"/>
                  </a:lnTo>
                  <a:lnTo>
                    <a:pt x="547" y="2156"/>
                  </a:lnTo>
                  <a:lnTo>
                    <a:pt x="551" y="2138"/>
                  </a:lnTo>
                  <a:lnTo>
                    <a:pt x="551" y="2120"/>
                  </a:lnTo>
                  <a:lnTo>
                    <a:pt x="551" y="2102"/>
                  </a:lnTo>
                  <a:lnTo>
                    <a:pt x="554" y="2084"/>
                  </a:lnTo>
                  <a:lnTo>
                    <a:pt x="554" y="2063"/>
                  </a:lnTo>
                  <a:lnTo>
                    <a:pt x="554" y="2045"/>
                  </a:lnTo>
                  <a:lnTo>
                    <a:pt x="558" y="2023"/>
                  </a:lnTo>
                  <a:lnTo>
                    <a:pt x="558" y="2005"/>
                  </a:lnTo>
                  <a:lnTo>
                    <a:pt x="561" y="1983"/>
                  </a:lnTo>
                  <a:lnTo>
                    <a:pt x="561" y="1962"/>
                  </a:lnTo>
                  <a:lnTo>
                    <a:pt x="561" y="1940"/>
                  </a:lnTo>
                  <a:lnTo>
                    <a:pt x="565" y="1919"/>
                  </a:lnTo>
                  <a:lnTo>
                    <a:pt x="565" y="1897"/>
                  </a:lnTo>
                  <a:lnTo>
                    <a:pt x="569" y="1872"/>
                  </a:lnTo>
                  <a:lnTo>
                    <a:pt x="569" y="1850"/>
                  </a:lnTo>
                  <a:lnTo>
                    <a:pt x="569" y="1825"/>
                  </a:lnTo>
                  <a:lnTo>
                    <a:pt x="572" y="1803"/>
                  </a:lnTo>
                  <a:lnTo>
                    <a:pt x="572" y="1778"/>
                  </a:lnTo>
                  <a:lnTo>
                    <a:pt x="576" y="1753"/>
                  </a:lnTo>
                  <a:lnTo>
                    <a:pt x="576" y="1731"/>
                  </a:lnTo>
                  <a:lnTo>
                    <a:pt x="576" y="1706"/>
                  </a:lnTo>
                  <a:lnTo>
                    <a:pt x="579" y="1681"/>
                  </a:lnTo>
                  <a:lnTo>
                    <a:pt x="579" y="1656"/>
                  </a:lnTo>
                  <a:lnTo>
                    <a:pt x="579" y="1631"/>
                  </a:lnTo>
                  <a:lnTo>
                    <a:pt x="583" y="1602"/>
                  </a:lnTo>
                  <a:lnTo>
                    <a:pt x="583" y="1577"/>
                  </a:lnTo>
                  <a:lnTo>
                    <a:pt x="587" y="1551"/>
                  </a:lnTo>
                  <a:lnTo>
                    <a:pt x="587" y="1523"/>
                  </a:lnTo>
                  <a:lnTo>
                    <a:pt x="587" y="1497"/>
                  </a:lnTo>
                  <a:lnTo>
                    <a:pt x="590" y="1472"/>
                  </a:lnTo>
                  <a:lnTo>
                    <a:pt x="590" y="1443"/>
                  </a:lnTo>
                  <a:lnTo>
                    <a:pt x="594" y="1418"/>
                  </a:lnTo>
                  <a:lnTo>
                    <a:pt x="594" y="1389"/>
                  </a:lnTo>
                  <a:lnTo>
                    <a:pt x="594" y="1361"/>
                  </a:lnTo>
                  <a:lnTo>
                    <a:pt x="597" y="1335"/>
                  </a:lnTo>
                  <a:lnTo>
                    <a:pt x="597" y="1307"/>
                  </a:lnTo>
                  <a:lnTo>
                    <a:pt x="597" y="1281"/>
                  </a:lnTo>
                  <a:lnTo>
                    <a:pt x="601" y="1253"/>
                  </a:lnTo>
                  <a:lnTo>
                    <a:pt x="601" y="1224"/>
                  </a:lnTo>
                  <a:lnTo>
                    <a:pt x="605" y="1195"/>
                  </a:lnTo>
                  <a:lnTo>
                    <a:pt x="605" y="1170"/>
                  </a:lnTo>
                  <a:lnTo>
                    <a:pt x="605" y="1141"/>
                  </a:lnTo>
                  <a:lnTo>
                    <a:pt x="608" y="1112"/>
                  </a:lnTo>
                  <a:lnTo>
                    <a:pt x="608" y="1087"/>
                  </a:lnTo>
                  <a:lnTo>
                    <a:pt x="612" y="1058"/>
                  </a:lnTo>
                  <a:lnTo>
                    <a:pt x="612" y="1029"/>
                  </a:lnTo>
                  <a:lnTo>
                    <a:pt x="612" y="1004"/>
                  </a:lnTo>
                  <a:lnTo>
                    <a:pt x="615" y="975"/>
                  </a:lnTo>
                  <a:lnTo>
                    <a:pt x="615" y="950"/>
                  </a:lnTo>
                  <a:lnTo>
                    <a:pt x="619" y="921"/>
                  </a:lnTo>
                  <a:lnTo>
                    <a:pt x="619" y="896"/>
                  </a:lnTo>
                  <a:lnTo>
                    <a:pt x="619" y="867"/>
                  </a:lnTo>
                  <a:lnTo>
                    <a:pt x="623" y="842"/>
                  </a:lnTo>
                  <a:lnTo>
                    <a:pt x="623" y="813"/>
                  </a:lnTo>
                  <a:lnTo>
                    <a:pt x="623" y="788"/>
                  </a:lnTo>
                  <a:lnTo>
                    <a:pt x="626" y="763"/>
                  </a:lnTo>
                  <a:lnTo>
                    <a:pt x="626" y="738"/>
                  </a:lnTo>
                  <a:lnTo>
                    <a:pt x="630" y="709"/>
                  </a:lnTo>
                  <a:lnTo>
                    <a:pt x="630" y="684"/>
                  </a:lnTo>
                  <a:lnTo>
                    <a:pt x="630" y="659"/>
                  </a:lnTo>
                  <a:lnTo>
                    <a:pt x="633" y="637"/>
                  </a:lnTo>
                  <a:lnTo>
                    <a:pt x="633" y="612"/>
                  </a:lnTo>
                  <a:lnTo>
                    <a:pt x="637" y="587"/>
                  </a:lnTo>
                  <a:lnTo>
                    <a:pt x="637" y="562"/>
                  </a:lnTo>
                  <a:lnTo>
                    <a:pt x="637" y="540"/>
                  </a:lnTo>
                  <a:lnTo>
                    <a:pt x="641" y="515"/>
                  </a:lnTo>
                  <a:lnTo>
                    <a:pt x="641" y="493"/>
                  </a:lnTo>
                  <a:lnTo>
                    <a:pt x="641" y="472"/>
                  </a:lnTo>
                  <a:lnTo>
                    <a:pt x="644" y="450"/>
                  </a:lnTo>
                  <a:lnTo>
                    <a:pt x="644" y="428"/>
                  </a:lnTo>
                  <a:lnTo>
                    <a:pt x="648" y="407"/>
                  </a:lnTo>
                  <a:lnTo>
                    <a:pt x="648" y="385"/>
                  </a:lnTo>
                  <a:lnTo>
                    <a:pt x="648" y="364"/>
                  </a:lnTo>
                  <a:lnTo>
                    <a:pt x="651" y="346"/>
                  </a:lnTo>
                  <a:lnTo>
                    <a:pt x="651" y="324"/>
                  </a:lnTo>
                  <a:lnTo>
                    <a:pt x="655" y="306"/>
                  </a:lnTo>
                  <a:lnTo>
                    <a:pt x="655" y="288"/>
                  </a:lnTo>
                  <a:lnTo>
                    <a:pt x="655" y="270"/>
                  </a:lnTo>
                  <a:lnTo>
                    <a:pt x="659" y="252"/>
                  </a:lnTo>
                  <a:lnTo>
                    <a:pt x="659" y="234"/>
                  </a:lnTo>
                  <a:lnTo>
                    <a:pt x="662" y="220"/>
                  </a:lnTo>
                  <a:lnTo>
                    <a:pt x="662" y="202"/>
                  </a:lnTo>
                  <a:lnTo>
                    <a:pt x="662" y="187"/>
                  </a:lnTo>
                  <a:lnTo>
                    <a:pt x="666" y="173"/>
                  </a:lnTo>
                  <a:lnTo>
                    <a:pt x="666" y="158"/>
                  </a:lnTo>
                  <a:lnTo>
                    <a:pt x="666" y="144"/>
                  </a:lnTo>
                  <a:lnTo>
                    <a:pt x="669" y="133"/>
                  </a:lnTo>
                  <a:lnTo>
                    <a:pt x="669" y="119"/>
                  </a:lnTo>
                  <a:lnTo>
                    <a:pt x="673" y="108"/>
                  </a:lnTo>
                  <a:lnTo>
                    <a:pt x="673" y="97"/>
                  </a:lnTo>
                  <a:lnTo>
                    <a:pt x="673" y="86"/>
                  </a:lnTo>
                  <a:lnTo>
                    <a:pt x="677" y="76"/>
                  </a:lnTo>
                  <a:lnTo>
                    <a:pt x="677" y="65"/>
                  </a:lnTo>
                  <a:lnTo>
                    <a:pt x="680" y="58"/>
                  </a:lnTo>
                  <a:lnTo>
                    <a:pt x="680" y="50"/>
                  </a:lnTo>
                  <a:lnTo>
                    <a:pt x="680" y="40"/>
                  </a:lnTo>
                  <a:lnTo>
                    <a:pt x="684" y="36"/>
                  </a:lnTo>
                  <a:lnTo>
                    <a:pt x="684" y="29"/>
                  </a:lnTo>
                  <a:lnTo>
                    <a:pt x="684" y="22"/>
                  </a:lnTo>
                  <a:lnTo>
                    <a:pt x="687" y="18"/>
                  </a:lnTo>
                  <a:lnTo>
                    <a:pt x="687" y="14"/>
                  </a:lnTo>
                  <a:lnTo>
                    <a:pt x="691" y="11"/>
                  </a:lnTo>
                  <a:lnTo>
                    <a:pt x="691" y="7"/>
                  </a:lnTo>
                  <a:lnTo>
                    <a:pt x="695" y="4"/>
                  </a:lnTo>
                  <a:lnTo>
                    <a:pt x="695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2" name="Freeform 80"/>
            <p:cNvSpPr>
              <a:spLocks/>
            </p:cNvSpPr>
            <p:nvPr/>
          </p:nvSpPr>
          <p:spPr bwMode="auto">
            <a:xfrm>
              <a:off x="1447" y="1048"/>
              <a:ext cx="2477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401"/>
                </a:cxn>
                <a:cxn ang="0">
                  <a:pos x="249" y="2253"/>
                </a:cxn>
                <a:cxn ang="0">
                  <a:pos x="270" y="2077"/>
                </a:cxn>
                <a:cxn ang="0">
                  <a:pos x="295" y="1911"/>
                </a:cxn>
                <a:cxn ang="0">
                  <a:pos x="317" y="1803"/>
                </a:cxn>
                <a:cxn ang="0">
                  <a:pos x="357" y="1782"/>
                </a:cxn>
                <a:cxn ang="0">
                  <a:pos x="382" y="1857"/>
                </a:cxn>
                <a:cxn ang="0">
                  <a:pos x="407" y="1969"/>
                </a:cxn>
                <a:cxn ang="0">
                  <a:pos x="429" y="2081"/>
                </a:cxn>
                <a:cxn ang="0">
                  <a:pos x="454" y="2167"/>
                </a:cxn>
                <a:cxn ang="0">
                  <a:pos x="497" y="2199"/>
                </a:cxn>
                <a:cxn ang="0">
                  <a:pos x="526" y="2138"/>
                </a:cxn>
                <a:cxn ang="0">
                  <a:pos x="547" y="2055"/>
                </a:cxn>
                <a:cxn ang="0">
                  <a:pos x="573" y="1973"/>
                </a:cxn>
                <a:cxn ang="0">
                  <a:pos x="598" y="1904"/>
                </a:cxn>
                <a:cxn ang="0">
                  <a:pos x="652" y="1908"/>
                </a:cxn>
                <a:cxn ang="0">
                  <a:pos x="677" y="1973"/>
                </a:cxn>
                <a:cxn ang="0">
                  <a:pos x="702" y="2041"/>
                </a:cxn>
                <a:cxn ang="0">
                  <a:pos x="727" y="2102"/>
                </a:cxn>
                <a:cxn ang="0">
                  <a:pos x="778" y="2135"/>
                </a:cxn>
                <a:cxn ang="0">
                  <a:pos x="814" y="2073"/>
                </a:cxn>
                <a:cxn ang="0">
                  <a:pos x="839" y="2012"/>
                </a:cxn>
                <a:cxn ang="0">
                  <a:pos x="871" y="1951"/>
                </a:cxn>
                <a:cxn ang="0">
                  <a:pos x="929" y="1940"/>
                </a:cxn>
                <a:cxn ang="0">
                  <a:pos x="965" y="2001"/>
                </a:cxn>
                <a:cxn ang="0">
                  <a:pos x="994" y="2063"/>
                </a:cxn>
                <a:cxn ang="0">
                  <a:pos x="1044" y="2109"/>
                </a:cxn>
                <a:cxn ang="0">
                  <a:pos x="1095" y="2059"/>
                </a:cxn>
                <a:cxn ang="0">
                  <a:pos x="1131" y="1998"/>
                </a:cxn>
                <a:cxn ang="0">
                  <a:pos x="1181" y="1947"/>
                </a:cxn>
                <a:cxn ang="0">
                  <a:pos x="1235" y="1994"/>
                </a:cxn>
                <a:cxn ang="0">
                  <a:pos x="1275" y="2055"/>
                </a:cxn>
                <a:cxn ang="0">
                  <a:pos x="1332" y="2088"/>
                </a:cxn>
                <a:cxn ang="0">
                  <a:pos x="1386" y="2034"/>
                </a:cxn>
                <a:cxn ang="0">
                  <a:pos x="1437" y="1973"/>
                </a:cxn>
                <a:cxn ang="0">
                  <a:pos x="1498" y="1983"/>
                </a:cxn>
                <a:cxn ang="0">
                  <a:pos x="1548" y="2045"/>
                </a:cxn>
                <a:cxn ang="0">
                  <a:pos x="1609" y="2077"/>
                </a:cxn>
                <a:cxn ang="0">
                  <a:pos x="1671" y="2027"/>
                </a:cxn>
                <a:cxn ang="0">
                  <a:pos x="1728" y="1973"/>
                </a:cxn>
                <a:cxn ang="0">
                  <a:pos x="1789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5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1" y="2052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3" name="Freeform 81"/>
            <p:cNvSpPr>
              <a:spLocks/>
            </p:cNvSpPr>
            <p:nvPr/>
          </p:nvSpPr>
          <p:spPr bwMode="auto">
            <a:xfrm>
              <a:off x="3924" y="3039"/>
              <a:ext cx="1285" cy="64"/>
            </a:xfrm>
            <a:custGeom>
              <a:avLst/>
              <a:gdLst/>
              <a:ahLst/>
              <a:cxnLst>
                <a:cxn ang="0">
                  <a:pos x="18" y="43"/>
                </a:cxn>
                <a:cxn ang="0">
                  <a:pos x="40" y="25"/>
                </a:cxn>
                <a:cxn ang="0">
                  <a:pos x="61" y="10"/>
                </a:cxn>
                <a:cxn ang="0">
                  <a:pos x="83" y="0"/>
                </a:cxn>
                <a:cxn ang="0">
                  <a:pos x="104" y="0"/>
                </a:cxn>
                <a:cxn ang="0">
                  <a:pos x="126" y="3"/>
                </a:cxn>
                <a:cxn ang="0">
                  <a:pos x="148" y="18"/>
                </a:cxn>
                <a:cxn ang="0">
                  <a:pos x="169" y="32"/>
                </a:cxn>
                <a:cxn ang="0">
                  <a:pos x="191" y="50"/>
                </a:cxn>
                <a:cxn ang="0">
                  <a:pos x="212" y="61"/>
                </a:cxn>
                <a:cxn ang="0">
                  <a:pos x="234" y="64"/>
                </a:cxn>
                <a:cxn ang="0">
                  <a:pos x="256" y="64"/>
                </a:cxn>
                <a:cxn ang="0">
                  <a:pos x="277" y="54"/>
                </a:cxn>
                <a:cxn ang="0">
                  <a:pos x="299" y="39"/>
                </a:cxn>
                <a:cxn ang="0">
                  <a:pos x="320" y="25"/>
                </a:cxn>
                <a:cxn ang="0">
                  <a:pos x="342" y="10"/>
                </a:cxn>
                <a:cxn ang="0">
                  <a:pos x="364" y="3"/>
                </a:cxn>
                <a:cxn ang="0">
                  <a:pos x="385" y="3"/>
                </a:cxn>
                <a:cxn ang="0">
                  <a:pos x="407" y="7"/>
                </a:cxn>
                <a:cxn ang="0">
                  <a:pos x="428" y="21"/>
                </a:cxn>
                <a:cxn ang="0">
                  <a:pos x="450" y="36"/>
                </a:cxn>
                <a:cxn ang="0">
                  <a:pos x="472" y="50"/>
                </a:cxn>
                <a:cxn ang="0">
                  <a:pos x="493" y="57"/>
                </a:cxn>
                <a:cxn ang="0">
                  <a:pos x="515" y="64"/>
                </a:cxn>
                <a:cxn ang="0">
                  <a:pos x="536" y="61"/>
                </a:cxn>
                <a:cxn ang="0">
                  <a:pos x="558" y="50"/>
                </a:cxn>
                <a:cxn ang="0">
                  <a:pos x="580" y="39"/>
                </a:cxn>
                <a:cxn ang="0">
                  <a:pos x="601" y="25"/>
                </a:cxn>
                <a:cxn ang="0">
                  <a:pos x="623" y="10"/>
                </a:cxn>
                <a:cxn ang="0">
                  <a:pos x="644" y="7"/>
                </a:cxn>
                <a:cxn ang="0">
                  <a:pos x="666" y="7"/>
                </a:cxn>
                <a:cxn ang="0">
                  <a:pos x="688" y="10"/>
                </a:cxn>
                <a:cxn ang="0">
                  <a:pos x="709" y="21"/>
                </a:cxn>
                <a:cxn ang="0">
                  <a:pos x="731" y="36"/>
                </a:cxn>
                <a:cxn ang="0">
                  <a:pos x="752" y="50"/>
                </a:cxn>
                <a:cxn ang="0">
                  <a:pos x="774" y="57"/>
                </a:cxn>
                <a:cxn ang="0">
                  <a:pos x="796" y="61"/>
                </a:cxn>
                <a:cxn ang="0">
                  <a:pos x="817" y="57"/>
                </a:cxn>
                <a:cxn ang="0">
                  <a:pos x="839" y="46"/>
                </a:cxn>
                <a:cxn ang="0">
                  <a:pos x="860" y="36"/>
                </a:cxn>
                <a:cxn ang="0">
                  <a:pos x="882" y="25"/>
                </a:cxn>
                <a:cxn ang="0">
                  <a:pos x="904" y="14"/>
                </a:cxn>
                <a:cxn ang="0">
                  <a:pos x="925" y="7"/>
                </a:cxn>
                <a:cxn ang="0">
                  <a:pos x="947" y="7"/>
                </a:cxn>
                <a:cxn ang="0">
                  <a:pos x="968" y="14"/>
                </a:cxn>
                <a:cxn ang="0">
                  <a:pos x="990" y="25"/>
                </a:cxn>
                <a:cxn ang="0">
                  <a:pos x="1012" y="36"/>
                </a:cxn>
                <a:cxn ang="0">
                  <a:pos x="1033" y="46"/>
                </a:cxn>
                <a:cxn ang="0">
                  <a:pos x="1055" y="57"/>
                </a:cxn>
                <a:cxn ang="0">
                  <a:pos x="1076" y="57"/>
                </a:cxn>
                <a:cxn ang="0">
                  <a:pos x="1098" y="54"/>
                </a:cxn>
                <a:cxn ang="0">
                  <a:pos x="1120" y="46"/>
                </a:cxn>
                <a:cxn ang="0">
                  <a:pos x="1141" y="36"/>
                </a:cxn>
                <a:cxn ang="0">
                  <a:pos x="1163" y="25"/>
                </a:cxn>
                <a:cxn ang="0">
                  <a:pos x="1184" y="14"/>
                </a:cxn>
                <a:cxn ang="0">
                  <a:pos x="1206" y="10"/>
                </a:cxn>
                <a:cxn ang="0">
                  <a:pos x="1228" y="10"/>
                </a:cxn>
                <a:cxn ang="0">
                  <a:pos x="1249" y="18"/>
                </a:cxn>
                <a:cxn ang="0">
                  <a:pos x="1271" y="25"/>
                </a:cxn>
              </a:cxnLst>
              <a:rect l="0" t="0" r="r" b="b"/>
              <a:pathLst>
                <a:path w="1285" h="64">
                  <a:moveTo>
                    <a:pt x="0" y="54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4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2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0" y="18"/>
                  </a:lnTo>
                  <a:lnTo>
                    <a:pt x="54" y="14"/>
                  </a:lnTo>
                  <a:lnTo>
                    <a:pt x="58" y="10"/>
                  </a:lnTo>
                  <a:lnTo>
                    <a:pt x="61" y="10"/>
                  </a:lnTo>
                  <a:lnTo>
                    <a:pt x="65" y="7"/>
                  </a:lnTo>
                  <a:lnTo>
                    <a:pt x="68" y="7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3"/>
                  </a:lnTo>
                  <a:lnTo>
                    <a:pt x="122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0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8" y="25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6" y="39"/>
                  </a:lnTo>
                  <a:lnTo>
                    <a:pt x="180" y="43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4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2" y="61"/>
                  </a:lnTo>
                  <a:lnTo>
                    <a:pt x="216" y="61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6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4" y="50"/>
                  </a:lnTo>
                  <a:lnTo>
                    <a:pt x="288" y="46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2" y="36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28"/>
                  </a:lnTo>
                  <a:lnTo>
                    <a:pt x="317" y="28"/>
                  </a:lnTo>
                  <a:lnTo>
                    <a:pt x="320" y="25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8"/>
                  </a:lnTo>
                  <a:lnTo>
                    <a:pt x="335" y="14"/>
                  </a:lnTo>
                  <a:lnTo>
                    <a:pt x="338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6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2" y="3"/>
                  </a:lnTo>
                  <a:lnTo>
                    <a:pt x="396" y="3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0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8" y="21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28"/>
                  </a:lnTo>
                  <a:lnTo>
                    <a:pt x="446" y="32"/>
                  </a:lnTo>
                  <a:lnTo>
                    <a:pt x="450" y="36"/>
                  </a:lnTo>
                  <a:lnTo>
                    <a:pt x="454" y="36"/>
                  </a:lnTo>
                  <a:lnTo>
                    <a:pt x="457" y="39"/>
                  </a:lnTo>
                  <a:lnTo>
                    <a:pt x="461" y="43"/>
                  </a:lnTo>
                  <a:lnTo>
                    <a:pt x="464" y="43"/>
                  </a:lnTo>
                  <a:lnTo>
                    <a:pt x="468" y="46"/>
                  </a:lnTo>
                  <a:lnTo>
                    <a:pt x="472" y="50"/>
                  </a:lnTo>
                  <a:lnTo>
                    <a:pt x="475" y="50"/>
                  </a:lnTo>
                  <a:lnTo>
                    <a:pt x="479" y="54"/>
                  </a:lnTo>
                  <a:lnTo>
                    <a:pt x="482" y="54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57"/>
                  </a:lnTo>
                  <a:lnTo>
                    <a:pt x="497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8" y="64"/>
                  </a:lnTo>
                  <a:lnTo>
                    <a:pt x="522" y="64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6" y="61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7"/>
                  </a:lnTo>
                  <a:lnTo>
                    <a:pt x="551" y="54"/>
                  </a:lnTo>
                  <a:lnTo>
                    <a:pt x="554" y="54"/>
                  </a:lnTo>
                  <a:lnTo>
                    <a:pt x="558" y="50"/>
                  </a:lnTo>
                  <a:lnTo>
                    <a:pt x="562" y="50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2" y="43"/>
                  </a:lnTo>
                  <a:lnTo>
                    <a:pt x="576" y="39"/>
                  </a:lnTo>
                  <a:lnTo>
                    <a:pt x="580" y="39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0" y="32"/>
                  </a:lnTo>
                  <a:lnTo>
                    <a:pt x="594" y="28"/>
                  </a:lnTo>
                  <a:lnTo>
                    <a:pt x="598" y="25"/>
                  </a:lnTo>
                  <a:lnTo>
                    <a:pt x="601" y="25"/>
                  </a:lnTo>
                  <a:lnTo>
                    <a:pt x="605" y="21"/>
                  </a:lnTo>
                  <a:lnTo>
                    <a:pt x="608" y="21"/>
                  </a:lnTo>
                  <a:lnTo>
                    <a:pt x="612" y="18"/>
                  </a:lnTo>
                  <a:lnTo>
                    <a:pt x="616" y="18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6" y="10"/>
                  </a:lnTo>
                  <a:lnTo>
                    <a:pt x="630" y="10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4" y="7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2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0" y="7"/>
                  </a:lnTo>
                  <a:lnTo>
                    <a:pt x="684" y="10"/>
                  </a:lnTo>
                  <a:lnTo>
                    <a:pt x="688" y="10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8" y="18"/>
                  </a:lnTo>
                  <a:lnTo>
                    <a:pt x="702" y="18"/>
                  </a:lnTo>
                  <a:lnTo>
                    <a:pt x="706" y="21"/>
                  </a:lnTo>
                  <a:lnTo>
                    <a:pt x="709" y="21"/>
                  </a:lnTo>
                  <a:lnTo>
                    <a:pt x="713" y="25"/>
                  </a:lnTo>
                  <a:lnTo>
                    <a:pt x="716" y="28"/>
                  </a:lnTo>
                  <a:lnTo>
                    <a:pt x="720" y="28"/>
                  </a:lnTo>
                  <a:lnTo>
                    <a:pt x="724" y="32"/>
                  </a:lnTo>
                  <a:lnTo>
                    <a:pt x="727" y="32"/>
                  </a:lnTo>
                  <a:lnTo>
                    <a:pt x="731" y="36"/>
                  </a:lnTo>
                  <a:lnTo>
                    <a:pt x="734" y="39"/>
                  </a:lnTo>
                  <a:lnTo>
                    <a:pt x="738" y="39"/>
                  </a:lnTo>
                  <a:lnTo>
                    <a:pt x="742" y="43"/>
                  </a:lnTo>
                  <a:lnTo>
                    <a:pt x="745" y="43"/>
                  </a:lnTo>
                  <a:lnTo>
                    <a:pt x="749" y="46"/>
                  </a:lnTo>
                  <a:lnTo>
                    <a:pt x="752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4"/>
                  </a:lnTo>
                  <a:lnTo>
                    <a:pt x="770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57"/>
                  </a:lnTo>
                  <a:lnTo>
                    <a:pt x="785" y="61"/>
                  </a:lnTo>
                  <a:lnTo>
                    <a:pt x="788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6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7"/>
                  </a:lnTo>
                  <a:lnTo>
                    <a:pt x="824" y="54"/>
                  </a:lnTo>
                  <a:lnTo>
                    <a:pt x="828" y="54"/>
                  </a:lnTo>
                  <a:lnTo>
                    <a:pt x="832" y="54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2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9"/>
                  </a:lnTo>
                  <a:lnTo>
                    <a:pt x="860" y="36"/>
                  </a:lnTo>
                  <a:lnTo>
                    <a:pt x="864" y="32"/>
                  </a:lnTo>
                  <a:lnTo>
                    <a:pt x="868" y="32"/>
                  </a:lnTo>
                  <a:lnTo>
                    <a:pt x="871" y="28"/>
                  </a:lnTo>
                  <a:lnTo>
                    <a:pt x="875" y="28"/>
                  </a:lnTo>
                  <a:lnTo>
                    <a:pt x="878" y="25"/>
                  </a:lnTo>
                  <a:lnTo>
                    <a:pt x="882" y="25"/>
                  </a:lnTo>
                  <a:lnTo>
                    <a:pt x="886" y="21"/>
                  </a:lnTo>
                  <a:lnTo>
                    <a:pt x="889" y="18"/>
                  </a:lnTo>
                  <a:lnTo>
                    <a:pt x="893" y="18"/>
                  </a:lnTo>
                  <a:lnTo>
                    <a:pt x="896" y="18"/>
                  </a:lnTo>
                  <a:lnTo>
                    <a:pt x="900" y="14"/>
                  </a:lnTo>
                  <a:lnTo>
                    <a:pt x="904" y="14"/>
                  </a:lnTo>
                  <a:lnTo>
                    <a:pt x="907" y="10"/>
                  </a:lnTo>
                  <a:lnTo>
                    <a:pt x="911" y="10"/>
                  </a:lnTo>
                  <a:lnTo>
                    <a:pt x="914" y="10"/>
                  </a:lnTo>
                  <a:lnTo>
                    <a:pt x="918" y="10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2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0" y="7"/>
                  </a:lnTo>
                  <a:lnTo>
                    <a:pt x="954" y="10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4"/>
                  </a:lnTo>
                  <a:lnTo>
                    <a:pt x="968" y="14"/>
                  </a:lnTo>
                  <a:lnTo>
                    <a:pt x="972" y="14"/>
                  </a:lnTo>
                  <a:lnTo>
                    <a:pt x="976" y="18"/>
                  </a:lnTo>
                  <a:lnTo>
                    <a:pt x="979" y="18"/>
                  </a:lnTo>
                  <a:lnTo>
                    <a:pt x="983" y="21"/>
                  </a:lnTo>
                  <a:lnTo>
                    <a:pt x="986" y="21"/>
                  </a:lnTo>
                  <a:lnTo>
                    <a:pt x="990" y="25"/>
                  </a:lnTo>
                  <a:lnTo>
                    <a:pt x="994" y="25"/>
                  </a:lnTo>
                  <a:lnTo>
                    <a:pt x="997" y="28"/>
                  </a:lnTo>
                  <a:lnTo>
                    <a:pt x="1001" y="32"/>
                  </a:lnTo>
                  <a:lnTo>
                    <a:pt x="1004" y="32"/>
                  </a:lnTo>
                  <a:lnTo>
                    <a:pt x="1008" y="36"/>
                  </a:lnTo>
                  <a:lnTo>
                    <a:pt x="1012" y="36"/>
                  </a:lnTo>
                  <a:lnTo>
                    <a:pt x="1015" y="39"/>
                  </a:lnTo>
                  <a:lnTo>
                    <a:pt x="1019" y="39"/>
                  </a:lnTo>
                  <a:lnTo>
                    <a:pt x="1022" y="43"/>
                  </a:lnTo>
                  <a:lnTo>
                    <a:pt x="1026" y="43"/>
                  </a:lnTo>
                  <a:lnTo>
                    <a:pt x="1030" y="46"/>
                  </a:lnTo>
                  <a:lnTo>
                    <a:pt x="1033" y="46"/>
                  </a:lnTo>
                  <a:lnTo>
                    <a:pt x="1037" y="50"/>
                  </a:lnTo>
                  <a:lnTo>
                    <a:pt x="1040" y="50"/>
                  </a:lnTo>
                  <a:lnTo>
                    <a:pt x="1044" y="54"/>
                  </a:lnTo>
                  <a:lnTo>
                    <a:pt x="1048" y="54"/>
                  </a:lnTo>
                  <a:lnTo>
                    <a:pt x="1051" y="54"/>
                  </a:lnTo>
                  <a:lnTo>
                    <a:pt x="1055" y="57"/>
                  </a:lnTo>
                  <a:lnTo>
                    <a:pt x="1058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6" y="57"/>
                  </a:lnTo>
                  <a:lnTo>
                    <a:pt x="1080" y="57"/>
                  </a:lnTo>
                  <a:lnTo>
                    <a:pt x="1084" y="57"/>
                  </a:lnTo>
                  <a:lnTo>
                    <a:pt x="1087" y="57"/>
                  </a:lnTo>
                  <a:lnTo>
                    <a:pt x="1091" y="57"/>
                  </a:lnTo>
                  <a:lnTo>
                    <a:pt x="1094" y="57"/>
                  </a:lnTo>
                  <a:lnTo>
                    <a:pt x="1098" y="54"/>
                  </a:lnTo>
                  <a:lnTo>
                    <a:pt x="1102" y="54"/>
                  </a:lnTo>
                  <a:lnTo>
                    <a:pt x="1105" y="54"/>
                  </a:lnTo>
                  <a:lnTo>
                    <a:pt x="1109" y="50"/>
                  </a:lnTo>
                  <a:lnTo>
                    <a:pt x="1112" y="50"/>
                  </a:lnTo>
                  <a:lnTo>
                    <a:pt x="1116" y="50"/>
                  </a:lnTo>
                  <a:lnTo>
                    <a:pt x="1120" y="46"/>
                  </a:lnTo>
                  <a:lnTo>
                    <a:pt x="1123" y="43"/>
                  </a:lnTo>
                  <a:lnTo>
                    <a:pt x="1127" y="43"/>
                  </a:lnTo>
                  <a:lnTo>
                    <a:pt x="1130" y="39"/>
                  </a:lnTo>
                  <a:lnTo>
                    <a:pt x="1134" y="39"/>
                  </a:lnTo>
                  <a:lnTo>
                    <a:pt x="1138" y="36"/>
                  </a:lnTo>
                  <a:lnTo>
                    <a:pt x="1141" y="36"/>
                  </a:lnTo>
                  <a:lnTo>
                    <a:pt x="1145" y="32"/>
                  </a:lnTo>
                  <a:lnTo>
                    <a:pt x="1148" y="32"/>
                  </a:lnTo>
                  <a:lnTo>
                    <a:pt x="1152" y="28"/>
                  </a:lnTo>
                  <a:lnTo>
                    <a:pt x="1156" y="28"/>
                  </a:lnTo>
                  <a:lnTo>
                    <a:pt x="1159" y="25"/>
                  </a:lnTo>
                  <a:lnTo>
                    <a:pt x="1163" y="25"/>
                  </a:lnTo>
                  <a:lnTo>
                    <a:pt x="1166" y="21"/>
                  </a:lnTo>
                  <a:lnTo>
                    <a:pt x="1170" y="21"/>
                  </a:lnTo>
                  <a:lnTo>
                    <a:pt x="1174" y="18"/>
                  </a:lnTo>
                  <a:lnTo>
                    <a:pt x="1177" y="18"/>
                  </a:lnTo>
                  <a:lnTo>
                    <a:pt x="1181" y="14"/>
                  </a:lnTo>
                  <a:lnTo>
                    <a:pt x="1184" y="14"/>
                  </a:lnTo>
                  <a:lnTo>
                    <a:pt x="1188" y="14"/>
                  </a:lnTo>
                  <a:lnTo>
                    <a:pt x="1192" y="10"/>
                  </a:lnTo>
                  <a:lnTo>
                    <a:pt x="1195" y="10"/>
                  </a:lnTo>
                  <a:lnTo>
                    <a:pt x="1199" y="10"/>
                  </a:lnTo>
                  <a:lnTo>
                    <a:pt x="1202" y="10"/>
                  </a:lnTo>
                  <a:lnTo>
                    <a:pt x="1206" y="10"/>
                  </a:lnTo>
                  <a:lnTo>
                    <a:pt x="1210" y="10"/>
                  </a:lnTo>
                  <a:lnTo>
                    <a:pt x="1213" y="10"/>
                  </a:lnTo>
                  <a:lnTo>
                    <a:pt x="1217" y="10"/>
                  </a:lnTo>
                  <a:lnTo>
                    <a:pt x="1220" y="10"/>
                  </a:lnTo>
                  <a:lnTo>
                    <a:pt x="1224" y="10"/>
                  </a:lnTo>
                  <a:lnTo>
                    <a:pt x="1228" y="10"/>
                  </a:lnTo>
                  <a:lnTo>
                    <a:pt x="1231" y="10"/>
                  </a:lnTo>
                  <a:lnTo>
                    <a:pt x="1235" y="10"/>
                  </a:lnTo>
                  <a:lnTo>
                    <a:pt x="1238" y="10"/>
                  </a:lnTo>
                  <a:lnTo>
                    <a:pt x="1242" y="14"/>
                  </a:lnTo>
                  <a:lnTo>
                    <a:pt x="1246" y="14"/>
                  </a:lnTo>
                  <a:lnTo>
                    <a:pt x="1249" y="18"/>
                  </a:lnTo>
                  <a:lnTo>
                    <a:pt x="1253" y="18"/>
                  </a:lnTo>
                  <a:lnTo>
                    <a:pt x="1256" y="18"/>
                  </a:lnTo>
                  <a:lnTo>
                    <a:pt x="1260" y="21"/>
                  </a:lnTo>
                  <a:lnTo>
                    <a:pt x="1264" y="21"/>
                  </a:lnTo>
                  <a:lnTo>
                    <a:pt x="1267" y="25"/>
                  </a:lnTo>
                  <a:lnTo>
                    <a:pt x="1271" y="25"/>
                  </a:lnTo>
                  <a:lnTo>
                    <a:pt x="1274" y="28"/>
                  </a:lnTo>
                  <a:lnTo>
                    <a:pt x="1278" y="28"/>
                  </a:lnTo>
                  <a:lnTo>
                    <a:pt x="1282" y="32"/>
                  </a:lnTo>
                  <a:lnTo>
                    <a:pt x="1285" y="32"/>
                  </a:lnTo>
                  <a:lnTo>
                    <a:pt x="1285" y="32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4" name="Freeform 82"/>
            <p:cNvSpPr>
              <a:spLocks/>
            </p:cNvSpPr>
            <p:nvPr/>
          </p:nvSpPr>
          <p:spPr bwMode="auto">
            <a:xfrm>
              <a:off x="749" y="1048"/>
              <a:ext cx="835" cy="2462"/>
            </a:xfrm>
            <a:custGeom>
              <a:avLst/>
              <a:gdLst/>
              <a:ahLst/>
              <a:cxnLst>
                <a:cxn ang="0">
                  <a:pos x="11" y="2048"/>
                </a:cxn>
                <a:cxn ang="0">
                  <a:pos x="21" y="2077"/>
                </a:cxn>
                <a:cxn ang="0">
                  <a:pos x="36" y="2106"/>
                </a:cxn>
                <a:cxn ang="0">
                  <a:pos x="57" y="2135"/>
                </a:cxn>
                <a:cxn ang="0">
                  <a:pos x="86" y="2135"/>
                </a:cxn>
                <a:cxn ang="0">
                  <a:pos x="108" y="2106"/>
                </a:cxn>
                <a:cxn ang="0">
                  <a:pos x="119" y="2077"/>
                </a:cxn>
                <a:cxn ang="0">
                  <a:pos x="129" y="2048"/>
                </a:cxn>
                <a:cxn ang="0">
                  <a:pos x="140" y="2016"/>
                </a:cxn>
                <a:cxn ang="0">
                  <a:pos x="155" y="1983"/>
                </a:cxn>
                <a:cxn ang="0">
                  <a:pos x="165" y="1951"/>
                </a:cxn>
                <a:cxn ang="0">
                  <a:pos x="176" y="1922"/>
                </a:cxn>
                <a:cxn ang="0">
                  <a:pos x="194" y="1893"/>
                </a:cxn>
                <a:cxn ang="0">
                  <a:pos x="223" y="1886"/>
                </a:cxn>
                <a:cxn ang="0">
                  <a:pos x="245" y="1915"/>
                </a:cxn>
                <a:cxn ang="0">
                  <a:pos x="255" y="1944"/>
                </a:cxn>
                <a:cxn ang="0">
                  <a:pos x="266" y="1980"/>
                </a:cxn>
                <a:cxn ang="0">
                  <a:pos x="277" y="2019"/>
                </a:cxn>
                <a:cxn ang="0">
                  <a:pos x="288" y="2059"/>
                </a:cxn>
                <a:cxn ang="0">
                  <a:pos x="299" y="2099"/>
                </a:cxn>
                <a:cxn ang="0">
                  <a:pos x="309" y="2138"/>
                </a:cxn>
                <a:cxn ang="0">
                  <a:pos x="320" y="2167"/>
                </a:cxn>
                <a:cxn ang="0">
                  <a:pos x="335" y="2196"/>
                </a:cxn>
                <a:cxn ang="0">
                  <a:pos x="363" y="2203"/>
                </a:cxn>
                <a:cxn ang="0">
                  <a:pos x="378" y="2174"/>
                </a:cxn>
                <a:cxn ang="0">
                  <a:pos x="389" y="2142"/>
                </a:cxn>
                <a:cxn ang="0">
                  <a:pos x="403" y="2099"/>
                </a:cxn>
                <a:cxn ang="0">
                  <a:pos x="414" y="2052"/>
                </a:cxn>
                <a:cxn ang="0">
                  <a:pos x="425" y="1998"/>
                </a:cxn>
                <a:cxn ang="0">
                  <a:pos x="435" y="1940"/>
                </a:cxn>
                <a:cxn ang="0">
                  <a:pos x="446" y="1890"/>
                </a:cxn>
                <a:cxn ang="0">
                  <a:pos x="457" y="1843"/>
                </a:cxn>
                <a:cxn ang="0">
                  <a:pos x="468" y="1803"/>
                </a:cxn>
                <a:cxn ang="0">
                  <a:pos x="482" y="1775"/>
                </a:cxn>
                <a:cxn ang="0">
                  <a:pos x="507" y="1775"/>
                </a:cxn>
                <a:cxn ang="0">
                  <a:pos x="518" y="1807"/>
                </a:cxn>
                <a:cxn ang="0">
                  <a:pos x="529" y="1850"/>
                </a:cxn>
                <a:cxn ang="0">
                  <a:pos x="540" y="1911"/>
                </a:cxn>
                <a:cxn ang="0">
                  <a:pos x="551" y="1983"/>
                </a:cxn>
                <a:cxn ang="0">
                  <a:pos x="561" y="2066"/>
                </a:cxn>
                <a:cxn ang="0">
                  <a:pos x="576" y="2149"/>
                </a:cxn>
                <a:cxn ang="0">
                  <a:pos x="587" y="2235"/>
                </a:cxn>
                <a:cxn ang="0">
                  <a:pos x="597" y="2311"/>
                </a:cxn>
                <a:cxn ang="0">
                  <a:pos x="608" y="2379"/>
                </a:cxn>
                <a:cxn ang="0">
                  <a:pos x="619" y="2430"/>
                </a:cxn>
                <a:cxn ang="0">
                  <a:pos x="633" y="2462"/>
                </a:cxn>
                <a:cxn ang="0">
                  <a:pos x="651" y="2437"/>
                </a:cxn>
                <a:cxn ang="0">
                  <a:pos x="662" y="2379"/>
                </a:cxn>
                <a:cxn ang="0">
                  <a:pos x="673" y="2293"/>
                </a:cxn>
                <a:cxn ang="0">
                  <a:pos x="684" y="2171"/>
                </a:cxn>
                <a:cxn ang="0">
                  <a:pos x="698" y="2023"/>
                </a:cxn>
                <a:cxn ang="0">
                  <a:pos x="709" y="1850"/>
                </a:cxn>
                <a:cxn ang="0">
                  <a:pos x="720" y="1656"/>
                </a:cxn>
                <a:cxn ang="0">
                  <a:pos x="731" y="1443"/>
                </a:cxn>
                <a:cxn ang="0">
                  <a:pos x="741" y="1224"/>
                </a:cxn>
                <a:cxn ang="0">
                  <a:pos x="752" y="1004"/>
                </a:cxn>
                <a:cxn ang="0">
                  <a:pos x="763" y="788"/>
                </a:cxn>
                <a:cxn ang="0">
                  <a:pos x="774" y="587"/>
                </a:cxn>
                <a:cxn ang="0">
                  <a:pos x="785" y="407"/>
                </a:cxn>
                <a:cxn ang="0">
                  <a:pos x="795" y="252"/>
                </a:cxn>
                <a:cxn ang="0">
                  <a:pos x="810" y="133"/>
                </a:cxn>
                <a:cxn ang="0">
                  <a:pos x="821" y="50"/>
                </a:cxn>
                <a:cxn ang="0">
                  <a:pos x="831" y="7"/>
                </a:cxn>
              </a:cxnLst>
              <a:rect l="0" t="0" r="r" b="b"/>
              <a:pathLst>
                <a:path w="835" h="2462">
                  <a:moveTo>
                    <a:pt x="0" y="2023"/>
                  </a:moveTo>
                  <a:lnTo>
                    <a:pt x="0" y="2027"/>
                  </a:lnTo>
                  <a:lnTo>
                    <a:pt x="3" y="2030"/>
                  </a:lnTo>
                  <a:lnTo>
                    <a:pt x="3" y="2034"/>
                  </a:lnTo>
                  <a:lnTo>
                    <a:pt x="7" y="2037"/>
                  </a:lnTo>
                  <a:lnTo>
                    <a:pt x="7" y="2041"/>
                  </a:lnTo>
                  <a:lnTo>
                    <a:pt x="7" y="2045"/>
                  </a:lnTo>
                  <a:lnTo>
                    <a:pt x="11" y="2048"/>
                  </a:lnTo>
                  <a:lnTo>
                    <a:pt x="11" y="2052"/>
                  </a:lnTo>
                  <a:lnTo>
                    <a:pt x="11" y="2055"/>
                  </a:lnTo>
                  <a:lnTo>
                    <a:pt x="14" y="2059"/>
                  </a:lnTo>
                  <a:lnTo>
                    <a:pt x="18" y="2063"/>
                  </a:lnTo>
                  <a:lnTo>
                    <a:pt x="18" y="2066"/>
                  </a:lnTo>
                  <a:lnTo>
                    <a:pt x="18" y="2070"/>
                  </a:lnTo>
                  <a:lnTo>
                    <a:pt x="21" y="2073"/>
                  </a:lnTo>
                  <a:lnTo>
                    <a:pt x="21" y="2077"/>
                  </a:lnTo>
                  <a:lnTo>
                    <a:pt x="25" y="2081"/>
                  </a:lnTo>
                  <a:lnTo>
                    <a:pt x="25" y="2084"/>
                  </a:lnTo>
                  <a:lnTo>
                    <a:pt x="29" y="2088"/>
                  </a:lnTo>
                  <a:lnTo>
                    <a:pt x="29" y="2091"/>
                  </a:lnTo>
                  <a:lnTo>
                    <a:pt x="32" y="2095"/>
                  </a:lnTo>
                  <a:lnTo>
                    <a:pt x="32" y="2099"/>
                  </a:lnTo>
                  <a:lnTo>
                    <a:pt x="36" y="2102"/>
                  </a:lnTo>
                  <a:lnTo>
                    <a:pt x="36" y="2106"/>
                  </a:lnTo>
                  <a:lnTo>
                    <a:pt x="39" y="2109"/>
                  </a:lnTo>
                  <a:lnTo>
                    <a:pt x="39" y="2113"/>
                  </a:lnTo>
                  <a:lnTo>
                    <a:pt x="43" y="2117"/>
                  </a:lnTo>
                  <a:lnTo>
                    <a:pt x="47" y="2120"/>
                  </a:lnTo>
                  <a:lnTo>
                    <a:pt x="50" y="2124"/>
                  </a:lnTo>
                  <a:lnTo>
                    <a:pt x="50" y="2127"/>
                  </a:lnTo>
                  <a:lnTo>
                    <a:pt x="54" y="2131"/>
                  </a:lnTo>
                  <a:lnTo>
                    <a:pt x="57" y="2135"/>
                  </a:lnTo>
                  <a:lnTo>
                    <a:pt x="61" y="2138"/>
                  </a:lnTo>
                  <a:lnTo>
                    <a:pt x="65" y="2138"/>
                  </a:lnTo>
                  <a:lnTo>
                    <a:pt x="68" y="2142"/>
                  </a:lnTo>
                  <a:lnTo>
                    <a:pt x="72" y="2142"/>
                  </a:lnTo>
                  <a:lnTo>
                    <a:pt x="75" y="2142"/>
                  </a:lnTo>
                  <a:lnTo>
                    <a:pt x="79" y="2138"/>
                  </a:lnTo>
                  <a:lnTo>
                    <a:pt x="83" y="2138"/>
                  </a:lnTo>
                  <a:lnTo>
                    <a:pt x="86" y="2135"/>
                  </a:lnTo>
                  <a:lnTo>
                    <a:pt x="90" y="2131"/>
                  </a:lnTo>
                  <a:lnTo>
                    <a:pt x="93" y="2127"/>
                  </a:lnTo>
                  <a:lnTo>
                    <a:pt x="97" y="2124"/>
                  </a:lnTo>
                  <a:lnTo>
                    <a:pt x="97" y="2120"/>
                  </a:lnTo>
                  <a:lnTo>
                    <a:pt x="101" y="2117"/>
                  </a:lnTo>
                  <a:lnTo>
                    <a:pt x="104" y="2113"/>
                  </a:lnTo>
                  <a:lnTo>
                    <a:pt x="104" y="2109"/>
                  </a:lnTo>
                  <a:lnTo>
                    <a:pt x="108" y="2106"/>
                  </a:lnTo>
                  <a:lnTo>
                    <a:pt x="108" y="2102"/>
                  </a:lnTo>
                  <a:lnTo>
                    <a:pt x="111" y="2099"/>
                  </a:lnTo>
                  <a:lnTo>
                    <a:pt x="111" y="2095"/>
                  </a:lnTo>
                  <a:lnTo>
                    <a:pt x="115" y="2091"/>
                  </a:lnTo>
                  <a:lnTo>
                    <a:pt x="115" y="2088"/>
                  </a:lnTo>
                  <a:lnTo>
                    <a:pt x="119" y="2084"/>
                  </a:lnTo>
                  <a:lnTo>
                    <a:pt x="119" y="2081"/>
                  </a:lnTo>
                  <a:lnTo>
                    <a:pt x="119" y="2077"/>
                  </a:lnTo>
                  <a:lnTo>
                    <a:pt x="122" y="2073"/>
                  </a:lnTo>
                  <a:lnTo>
                    <a:pt x="122" y="2070"/>
                  </a:lnTo>
                  <a:lnTo>
                    <a:pt x="122" y="2066"/>
                  </a:lnTo>
                  <a:lnTo>
                    <a:pt x="126" y="2063"/>
                  </a:lnTo>
                  <a:lnTo>
                    <a:pt x="126" y="2059"/>
                  </a:lnTo>
                  <a:lnTo>
                    <a:pt x="129" y="2055"/>
                  </a:lnTo>
                  <a:lnTo>
                    <a:pt x="129" y="2052"/>
                  </a:lnTo>
                  <a:lnTo>
                    <a:pt x="129" y="2048"/>
                  </a:lnTo>
                  <a:lnTo>
                    <a:pt x="133" y="2045"/>
                  </a:lnTo>
                  <a:lnTo>
                    <a:pt x="133" y="2041"/>
                  </a:lnTo>
                  <a:lnTo>
                    <a:pt x="137" y="2037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0" y="2016"/>
                  </a:lnTo>
                  <a:lnTo>
                    <a:pt x="144" y="2012"/>
                  </a:lnTo>
                  <a:lnTo>
                    <a:pt x="144" y="2009"/>
                  </a:lnTo>
                  <a:lnTo>
                    <a:pt x="147" y="2005"/>
                  </a:lnTo>
                  <a:lnTo>
                    <a:pt x="147" y="1998"/>
                  </a:lnTo>
                  <a:lnTo>
                    <a:pt x="147" y="1994"/>
                  </a:lnTo>
                  <a:lnTo>
                    <a:pt x="151" y="1991"/>
                  </a:lnTo>
                  <a:lnTo>
                    <a:pt x="151" y="1987"/>
                  </a:lnTo>
                  <a:lnTo>
                    <a:pt x="155" y="1983"/>
                  </a:lnTo>
                  <a:lnTo>
                    <a:pt x="155" y="1980"/>
                  </a:lnTo>
                  <a:lnTo>
                    <a:pt x="155" y="1976"/>
                  </a:lnTo>
                  <a:lnTo>
                    <a:pt x="158" y="1973"/>
                  </a:lnTo>
                  <a:lnTo>
                    <a:pt x="158" y="1969"/>
                  </a:lnTo>
                  <a:lnTo>
                    <a:pt x="162" y="1965"/>
                  </a:lnTo>
                  <a:lnTo>
                    <a:pt x="162" y="1958"/>
                  </a:lnTo>
                  <a:lnTo>
                    <a:pt x="162" y="1955"/>
                  </a:lnTo>
                  <a:lnTo>
                    <a:pt x="165" y="1951"/>
                  </a:lnTo>
                  <a:lnTo>
                    <a:pt x="165" y="1947"/>
                  </a:lnTo>
                  <a:lnTo>
                    <a:pt x="165" y="1944"/>
                  </a:lnTo>
                  <a:lnTo>
                    <a:pt x="169" y="1940"/>
                  </a:lnTo>
                  <a:lnTo>
                    <a:pt x="169" y="1937"/>
                  </a:lnTo>
                  <a:lnTo>
                    <a:pt x="173" y="1933"/>
                  </a:lnTo>
                  <a:lnTo>
                    <a:pt x="173" y="1929"/>
                  </a:lnTo>
                  <a:lnTo>
                    <a:pt x="176" y="1926"/>
                  </a:lnTo>
                  <a:lnTo>
                    <a:pt x="176" y="1922"/>
                  </a:lnTo>
                  <a:lnTo>
                    <a:pt x="180" y="1919"/>
                  </a:lnTo>
                  <a:lnTo>
                    <a:pt x="180" y="1915"/>
                  </a:lnTo>
                  <a:lnTo>
                    <a:pt x="183" y="1911"/>
                  </a:lnTo>
                  <a:lnTo>
                    <a:pt x="183" y="1908"/>
                  </a:lnTo>
                  <a:lnTo>
                    <a:pt x="187" y="1904"/>
                  </a:lnTo>
                  <a:lnTo>
                    <a:pt x="187" y="1901"/>
                  </a:lnTo>
                  <a:lnTo>
                    <a:pt x="191" y="1897"/>
                  </a:lnTo>
                  <a:lnTo>
                    <a:pt x="194" y="1893"/>
                  </a:lnTo>
                  <a:lnTo>
                    <a:pt x="198" y="1890"/>
                  </a:lnTo>
                  <a:lnTo>
                    <a:pt x="201" y="1886"/>
                  </a:lnTo>
                  <a:lnTo>
                    <a:pt x="205" y="1883"/>
                  </a:lnTo>
                  <a:lnTo>
                    <a:pt x="209" y="1879"/>
                  </a:lnTo>
                  <a:lnTo>
                    <a:pt x="212" y="1879"/>
                  </a:lnTo>
                  <a:lnTo>
                    <a:pt x="216" y="1883"/>
                  </a:lnTo>
                  <a:lnTo>
                    <a:pt x="219" y="1883"/>
                  </a:lnTo>
                  <a:lnTo>
                    <a:pt x="223" y="1886"/>
                  </a:lnTo>
                  <a:lnTo>
                    <a:pt x="227" y="1890"/>
                  </a:lnTo>
                  <a:lnTo>
                    <a:pt x="230" y="1893"/>
                  </a:lnTo>
                  <a:lnTo>
                    <a:pt x="234" y="1897"/>
                  </a:lnTo>
                  <a:lnTo>
                    <a:pt x="234" y="1901"/>
                  </a:lnTo>
                  <a:lnTo>
                    <a:pt x="237" y="1904"/>
                  </a:lnTo>
                  <a:lnTo>
                    <a:pt x="241" y="1908"/>
                  </a:lnTo>
                  <a:lnTo>
                    <a:pt x="241" y="1911"/>
                  </a:lnTo>
                  <a:lnTo>
                    <a:pt x="245" y="1915"/>
                  </a:lnTo>
                  <a:lnTo>
                    <a:pt x="245" y="1919"/>
                  </a:lnTo>
                  <a:lnTo>
                    <a:pt x="248" y="1922"/>
                  </a:lnTo>
                  <a:lnTo>
                    <a:pt x="248" y="1926"/>
                  </a:lnTo>
                  <a:lnTo>
                    <a:pt x="248" y="1929"/>
                  </a:lnTo>
                  <a:lnTo>
                    <a:pt x="252" y="1933"/>
                  </a:lnTo>
                  <a:lnTo>
                    <a:pt x="252" y="1937"/>
                  </a:lnTo>
                  <a:lnTo>
                    <a:pt x="252" y="1940"/>
                  </a:lnTo>
                  <a:lnTo>
                    <a:pt x="255" y="1944"/>
                  </a:lnTo>
                  <a:lnTo>
                    <a:pt x="255" y="1951"/>
                  </a:lnTo>
                  <a:lnTo>
                    <a:pt x="259" y="1955"/>
                  </a:lnTo>
                  <a:lnTo>
                    <a:pt x="259" y="1958"/>
                  </a:lnTo>
                  <a:lnTo>
                    <a:pt x="259" y="1962"/>
                  </a:lnTo>
                  <a:lnTo>
                    <a:pt x="263" y="1965"/>
                  </a:lnTo>
                  <a:lnTo>
                    <a:pt x="263" y="1973"/>
                  </a:lnTo>
                  <a:lnTo>
                    <a:pt x="266" y="1976"/>
                  </a:lnTo>
                  <a:lnTo>
                    <a:pt x="266" y="1980"/>
                  </a:lnTo>
                  <a:lnTo>
                    <a:pt x="266" y="1983"/>
                  </a:lnTo>
                  <a:lnTo>
                    <a:pt x="270" y="1991"/>
                  </a:lnTo>
                  <a:lnTo>
                    <a:pt x="270" y="1994"/>
                  </a:lnTo>
                  <a:lnTo>
                    <a:pt x="273" y="1998"/>
                  </a:lnTo>
                  <a:lnTo>
                    <a:pt x="273" y="2005"/>
                  </a:lnTo>
                  <a:lnTo>
                    <a:pt x="273" y="2009"/>
                  </a:lnTo>
                  <a:lnTo>
                    <a:pt x="277" y="2012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30"/>
                  </a:lnTo>
                  <a:lnTo>
                    <a:pt x="281" y="2034"/>
                  </a:lnTo>
                  <a:lnTo>
                    <a:pt x="284" y="2037"/>
                  </a:lnTo>
                  <a:lnTo>
                    <a:pt x="284" y="2045"/>
                  </a:lnTo>
                  <a:lnTo>
                    <a:pt x="284" y="2048"/>
                  </a:lnTo>
                  <a:lnTo>
                    <a:pt x="288" y="2055"/>
                  </a:lnTo>
                  <a:lnTo>
                    <a:pt x="288" y="2059"/>
                  </a:lnTo>
                  <a:lnTo>
                    <a:pt x="291" y="2066"/>
                  </a:lnTo>
                  <a:lnTo>
                    <a:pt x="291" y="2070"/>
                  </a:lnTo>
                  <a:lnTo>
                    <a:pt x="291" y="2073"/>
                  </a:lnTo>
                  <a:lnTo>
                    <a:pt x="295" y="2081"/>
                  </a:lnTo>
                  <a:lnTo>
                    <a:pt x="295" y="2084"/>
                  </a:lnTo>
                  <a:lnTo>
                    <a:pt x="295" y="2091"/>
                  </a:lnTo>
                  <a:lnTo>
                    <a:pt x="299" y="2095"/>
                  </a:lnTo>
                  <a:lnTo>
                    <a:pt x="299" y="2099"/>
                  </a:lnTo>
                  <a:lnTo>
                    <a:pt x="302" y="2106"/>
                  </a:lnTo>
                  <a:lnTo>
                    <a:pt x="302" y="2109"/>
                  </a:lnTo>
                  <a:lnTo>
                    <a:pt x="302" y="2113"/>
                  </a:lnTo>
                  <a:lnTo>
                    <a:pt x="306" y="2120"/>
                  </a:lnTo>
                  <a:lnTo>
                    <a:pt x="306" y="2124"/>
                  </a:lnTo>
                  <a:lnTo>
                    <a:pt x="309" y="2127"/>
                  </a:lnTo>
                  <a:lnTo>
                    <a:pt x="309" y="2131"/>
                  </a:lnTo>
                  <a:lnTo>
                    <a:pt x="309" y="2138"/>
                  </a:lnTo>
                  <a:lnTo>
                    <a:pt x="313" y="2142"/>
                  </a:lnTo>
                  <a:lnTo>
                    <a:pt x="313" y="2145"/>
                  </a:lnTo>
                  <a:lnTo>
                    <a:pt x="317" y="2149"/>
                  </a:lnTo>
                  <a:lnTo>
                    <a:pt x="317" y="2153"/>
                  </a:lnTo>
                  <a:lnTo>
                    <a:pt x="317" y="2156"/>
                  </a:lnTo>
                  <a:lnTo>
                    <a:pt x="320" y="2160"/>
                  </a:lnTo>
                  <a:lnTo>
                    <a:pt x="320" y="2163"/>
                  </a:lnTo>
                  <a:lnTo>
                    <a:pt x="320" y="2167"/>
                  </a:lnTo>
                  <a:lnTo>
                    <a:pt x="324" y="2171"/>
                  </a:lnTo>
                  <a:lnTo>
                    <a:pt x="324" y="2174"/>
                  </a:lnTo>
                  <a:lnTo>
                    <a:pt x="327" y="2178"/>
                  </a:lnTo>
                  <a:lnTo>
                    <a:pt x="327" y="2181"/>
                  </a:lnTo>
                  <a:lnTo>
                    <a:pt x="331" y="2185"/>
                  </a:lnTo>
                  <a:lnTo>
                    <a:pt x="331" y="2189"/>
                  </a:lnTo>
                  <a:lnTo>
                    <a:pt x="335" y="2192"/>
                  </a:lnTo>
                  <a:lnTo>
                    <a:pt x="335" y="2196"/>
                  </a:lnTo>
                  <a:lnTo>
                    <a:pt x="338" y="2199"/>
                  </a:lnTo>
                  <a:lnTo>
                    <a:pt x="342" y="2203"/>
                  </a:lnTo>
                  <a:lnTo>
                    <a:pt x="345" y="2207"/>
                  </a:lnTo>
                  <a:lnTo>
                    <a:pt x="349" y="2207"/>
                  </a:lnTo>
                  <a:lnTo>
                    <a:pt x="353" y="2210"/>
                  </a:lnTo>
                  <a:lnTo>
                    <a:pt x="356" y="2207"/>
                  </a:lnTo>
                  <a:lnTo>
                    <a:pt x="360" y="2207"/>
                  </a:lnTo>
                  <a:lnTo>
                    <a:pt x="363" y="2203"/>
                  </a:lnTo>
                  <a:lnTo>
                    <a:pt x="367" y="2199"/>
                  </a:lnTo>
                  <a:lnTo>
                    <a:pt x="371" y="2196"/>
                  </a:lnTo>
                  <a:lnTo>
                    <a:pt x="371" y="2192"/>
                  </a:lnTo>
                  <a:lnTo>
                    <a:pt x="374" y="2189"/>
                  </a:lnTo>
                  <a:lnTo>
                    <a:pt x="374" y="2185"/>
                  </a:lnTo>
                  <a:lnTo>
                    <a:pt x="378" y="2181"/>
                  </a:lnTo>
                  <a:lnTo>
                    <a:pt x="378" y="2178"/>
                  </a:lnTo>
                  <a:lnTo>
                    <a:pt x="378" y="2174"/>
                  </a:lnTo>
                  <a:lnTo>
                    <a:pt x="381" y="2171"/>
                  </a:lnTo>
                  <a:lnTo>
                    <a:pt x="381" y="2167"/>
                  </a:lnTo>
                  <a:lnTo>
                    <a:pt x="381" y="2163"/>
                  </a:lnTo>
                  <a:lnTo>
                    <a:pt x="385" y="2160"/>
                  </a:lnTo>
                  <a:lnTo>
                    <a:pt x="385" y="2156"/>
                  </a:lnTo>
                  <a:lnTo>
                    <a:pt x="389" y="2153"/>
                  </a:lnTo>
                  <a:lnTo>
                    <a:pt x="389" y="2145"/>
                  </a:lnTo>
                  <a:lnTo>
                    <a:pt x="389" y="2142"/>
                  </a:lnTo>
                  <a:lnTo>
                    <a:pt x="392" y="2138"/>
                  </a:lnTo>
                  <a:lnTo>
                    <a:pt x="392" y="2131"/>
                  </a:lnTo>
                  <a:lnTo>
                    <a:pt x="396" y="2127"/>
                  </a:lnTo>
                  <a:lnTo>
                    <a:pt x="396" y="2124"/>
                  </a:lnTo>
                  <a:lnTo>
                    <a:pt x="396" y="2117"/>
                  </a:lnTo>
                  <a:lnTo>
                    <a:pt x="399" y="2113"/>
                  </a:lnTo>
                  <a:lnTo>
                    <a:pt x="399" y="2106"/>
                  </a:lnTo>
                  <a:lnTo>
                    <a:pt x="403" y="2099"/>
                  </a:lnTo>
                  <a:lnTo>
                    <a:pt x="403" y="2095"/>
                  </a:lnTo>
                  <a:lnTo>
                    <a:pt x="403" y="2088"/>
                  </a:lnTo>
                  <a:lnTo>
                    <a:pt x="407" y="2081"/>
                  </a:lnTo>
                  <a:lnTo>
                    <a:pt x="407" y="2077"/>
                  </a:lnTo>
                  <a:lnTo>
                    <a:pt x="407" y="2070"/>
                  </a:lnTo>
                  <a:lnTo>
                    <a:pt x="410" y="2063"/>
                  </a:lnTo>
                  <a:lnTo>
                    <a:pt x="410" y="2055"/>
                  </a:lnTo>
                  <a:lnTo>
                    <a:pt x="414" y="2052"/>
                  </a:lnTo>
                  <a:lnTo>
                    <a:pt x="414" y="2045"/>
                  </a:lnTo>
                  <a:lnTo>
                    <a:pt x="414" y="2037"/>
                  </a:lnTo>
                  <a:lnTo>
                    <a:pt x="417" y="2030"/>
                  </a:lnTo>
                  <a:lnTo>
                    <a:pt x="417" y="2023"/>
                  </a:lnTo>
                  <a:lnTo>
                    <a:pt x="421" y="2016"/>
                  </a:lnTo>
                  <a:lnTo>
                    <a:pt x="421" y="2009"/>
                  </a:lnTo>
                  <a:lnTo>
                    <a:pt x="421" y="2005"/>
                  </a:lnTo>
                  <a:lnTo>
                    <a:pt x="425" y="1998"/>
                  </a:lnTo>
                  <a:lnTo>
                    <a:pt x="425" y="1991"/>
                  </a:lnTo>
                  <a:lnTo>
                    <a:pt x="425" y="1983"/>
                  </a:lnTo>
                  <a:lnTo>
                    <a:pt x="428" y="1976"/>
                  </a:lnTo>
                  <a:lnTo>
                    <a:pt x="428" y="1969"/>
                  </a:lnTo>
                  <a:lnTo>
                    <a:pt x="432" y="1962"/>
                  </a:lnTo>
                  <a:lnTo>
                    <a:pt x="432" y="1955"/>
                  </a:lnTo>
                  <a:lnTo>
                    <a:pt x="432" y="1947"/>
                  </a:lnTo>
                  <a:lnTo>
                    <a:pt x="435" y="1940"/>
                  </a:lnTo>
                  <a:lnTo>
                    <a:pt x="435" y="1937"/>
                  </a:lnTo>
                  <a:lnTo>
                    <a:pt x="439" y="1929"/>
                  </a:lnTo>
                  <a:lnTo>
                    <a:pt x="439" y="1922"/>
                  </a:lnTo>
                  <a:lnTo>
                    <a:pt x="439" y="1915"/>
                  </a:lnTo>
                  <a:lnTo>
                    <a:pt x="443" y="1908"/>
                  </a:lnTo>
                  <a:lnTo>
                    <a:pt x="443" y="1901"/>
                  </a:lnTo>
                  <a:lnTo>
                    <a:pt x="446" y="1893"/>
                  </a:lnTo>
                  <a:lnTo>
                    <a:pt x="446" y="1890"/>
                  </a:lnTo>
                  <a:lnTo>
                    <a:pt x="446" y="1883"/>
                  </a:lnTo>
                  <a:lnTo>
                    <a:pt x="450" y="1875"/>
                  </a:lnTo>
                  <a:lnTo>
                    <a:pt x="450" y="1872"/>
                  </a:lnTo>
                  <a:lnTo>
                    <a:pt x="450" y="1865"/>
                  </a:lnTo>
                  <a:lnTo>
                    <a:pt x="453" y="1857"/>
                  </a:lnTo>
                  <a:lnTo>
                    <a:pt x="453" y="1854"/>
                  </a:lnTo>
                  <a:lnTo>
                    <a:pt x="457" y="1847"/>
                  </a:lnTo>
                  <a:lnTo>
                    <a:pt x="457" y="1843"/>
                  </a:lnTo>
                  <a:lnTo>
                    <a:pt x="457" y="1836"/>
                  </a:lnTo>
                  <a:lnTo>
                    <a:pt x="461" y="1832"/>
                  </a:lnTo>
                  <a:lnTo>
                    <a:pt x="461" y="1825"/>
                  </a:lnTo>
                  <a:lnTo>
                    <a:pt x="464" y="1821"/>
                  </a:lnTo>
                  <a:lnTo>
                    <a:pt x="464" y="1818"/>
                  </a:lnTo>
                  <a:lnTo>
                    <a:pt x="464" y="1811"/>
                  </a:lnTo>
                  <a:lnTo>
                    <a:pt x="468" y="1807"/>
                  </a:lnTo>
                  <a:lnTo>
                    <a:pt x="468" y="1803"/>
                  </a:lnTo>
                  <a:lnTo>
                    <a:pt x="468" y="1800"/>
                  </a:lnTo>
                  <a:lnTo>
                    <a:pt x="471" y="1796"/>
                  </a:lnTo>
                  <a:lnTo>
                    <a:pt x="471" y="1793"/>
                  </a:lnTo>
                  <a:lnTo>
                    <a:pt x="475" y="1789"/>
                  </a:lnTo>
                  <a:lnTo>
                    <a:pt x="475" y="1785"/>
                  </a:lnTo>
                  <a:lnTo>
                    <a:pt x="475" y="1782"/>
                  </a:lnTo>
                  <a:lnTo>
                    <a:pt x="479" y="1778"/>
                  </a:lnTo>
                  <a:lnTo>
                    <a:pt x="482" y="1775"/>
                  </a:lnTo>
                  <a:lnTo>
                    <a:pt x="482" y="1771"/>
                  </a:lnTo>
                  <a:lnTo>
                    <a:pt x="486" y="1767"/>
                  </a:lnTo>
                  <a:lnTo>
                    <a:pt x="489" y="1764"/>
                  </a:lnTo>
                  <a:lnTo>
                    <a:pt x="493" y="1764"/>
                  </a:lnTo>
                  <a:lnTo>
                    <a:pt x="497" y="1764"/>
                  </a:lnTo>
                  <a:lnTo>
                    <a:pt x="500" y="1767"/>
                  </a:lnTo>
                  <a:lnTo>
                    <a:pt x="504" y="1771"/>
                  </a:lnTo>
                  <a:lnTo>
                    <a:pt x="507" y="1775"/>
                  </a:lnTo>
                  <a:lnTo>
                    <a:pt x="507" y="1778"/>
                  </a:lnTo>
                  <a:lnTo>
                    <a:pt x="511" y="1782"/>
                  </a:lnTo>
                  <a:lnTo>
                    <a:pt x="511" y="1785"/>
                  </a:lnTo>
                  <a:lnTo>
                    <a:pt x="511" y="1789"/>
                  </a:lnTo>
                  <a:lnTo>
                    <a:pt x="515" y="1793"/>
                  </a:lnTo>
                  <a:lnTo>
                    <a:pt x="515" y="1796"/>
                  </a:lnTo>
                  <a:lnTo>
                    <a:pt x="518" y="1803"/>
                  </a:lnTo>
                  <a:lnTo>
                    <a:pt x="518" y="1807"/>
                  </a:lnTo>
                  <a:lnTo>
                    <a:pt x="518" y="1811"/>
                  </a:lnTo>
                  <a:lnTo>
                    <a:pt x="522" y="1818"/>
                  </a:lnTo>
                  <a:lnTo>
                    <a:pt x="522" y="1821"/>
                  </a:lnTo>
                  <a:lnTo>
                    <a:pt x="525" y="1829"/>
                  </a:lnTo>
                  <a:lnTo>
                    <a:pt x="525" y="1832"/>
                  </a:lnTo>
                  <a:lnTo>
                    <a:pt x="525" y="1839"/>
                  </a:lnTo>
                  <a:lnTo>
                    <a:pt x="529" y="1847"/>
                  </a:lnTo>
                  <a:lnTo>
                    <a:pt x="529" y="1850"/>
                  </a:lnTo>
                  <a:lnTo>
                    <a:pt x="533" y="1857"/>
                  </a:lnTo>
                  <a:lnTo>
                    <a:pt x="533" y="1865"/>
                  </a:lnTo>
                  <a:lnTo>
                    <a:pt x="533" y="1872"/>
                  </a:lnTo>
                  <a:lnTo>
                    <a:pt x="536" y="1879"/>
                  </a:lnTo>
                  <a:lnTo>
                    <a:pt x="536" y="1886"/>
                  </a:lnTo>
                  <a:lnTo>
                    <a:pt x="536" y="1897"/>
                  </a:lnTo>
                  <a:lnTo>
                    <a:pt x="540" y="1904"/>
                  </a:lnTo>
                  <a:lnTo>
                    <a:pt x="540" y="1911"/>
                  </a:lnTo>
                  <a:lnTo>
                    <a:pt x="543" y="1922"/>
                  </a:lnTo>
                  <a:lnTo>
                    <a:pt x="543" y="1929"/>
                  </a:lnTo>
                  <a:lnTo>
                    <a:pt x="543" y="1937"/>
                  </a:lnTo>
                  <a:lnTo>
                    <a:pt x="547" y="1947"/>
                  </a:lnTo>
                  <a:lnTo>
                    <a:pt x="547" y="1955"/>
                  </a:lnTo>
                  <a:lnTo>
                    <a:pt x="551" y="1965"/>
                  </a:lnTo>
                  <a:lnTo>
                    <a:pt x="551" y="1976"/>
                  </a:lnTo>
                  <a:lnTo>
                    <a:pt x="551" y="1983"/>
                  </a:lnTo>
                  <a:lnTo>
                    <a:pt x="554" y="1994"/>
                  </a:lnTo>
                  <a:lnTo>
                    <a:pt x="554" y="2005"/>
                  </a:lnTo>
                  <a:lnTo>
                    <a:pt x="554" y="2012"/>
                  </a:lnTo>
                  <a:lnTo>
                    <a:pt x="558" y="2023"/>
                  </a:lnTo>
                  <a:lnTo>
                    <a:pt x="558" y="2034"/>
                  </a:lnTo>
                  <a:lnTo>
                    <a:pt x="561" y="2045"/>
                  </a:lnTo>
                  <a:lnTo>
                    <a:pt x="561" y="2055"/>
                  </a:lnTo>
                  <a:lnTo>
                    <a:pt x="561" y="2066"/>
                  </a:lnTo>
                  <a:lnTo>
                    <a:pt x="565" y="2077"/>
                  </a:lnTo>
                  <a:lnTo>
                    <a:pt x="565" y="2088"/>
                  </a:lnTo>
                  <a:lnTo>
                    <a:pt x="569" y="2095"/>
                  </a:lnTo>
                  <a:lnTo>
                    <a:pt x="569" y="2106"/>
                  </a:lnTo>
                  <a:lnTo>
                    <a:pt x="569" y="2117"/>
                  </a:lnTo>
                  <a:lnTo>
                    <a:pt x="572" y="2127"/>
                  </a:lnTo>
                  <a:lnTo>
                    <a:pt x="572" y="2138"/>
                  </a:lnTo>
                  <a:lnTo>
                    <a:pt x="576" y="2149"/>
                  </a:lnTo>
                  <a:lnTo>
                    <a:pt x="576" y="2160"/>
                  </a:lnTo>
                  <a:lnTo>
                    <a:pt x="576" y="2171"/>
                  </a:lnTo>
                  <a:lnTo>
                    <a:pt x="579" y="2181"/>
                  </a:lnTo>
                  <a:lnTo>
                    <a:pt x="579" y="2192"/>
                  </a:lnTo>
                  <a:lnTo>
                    <a:pt x="579" y="2203"/>
                  </a:lnTo>
                  <a:lnTo>
                    <a:pt x="583" y="2214"/>
                  </a:lnTo>
                  <a:lnTo>
                    <a:pt x="583" y="2225"/>
                  </a:lnTo>
                  <a:lnTo>
                    <a:pt x="587" y="2235"/>
                  </a:lnTo>
                  <a:lnTo>
                    <a:pt x="587" y="2243"/>
                  </a:lnTo>
                  <a:lnTo>
                    <a:pt x="587" y="2253"/>
                  </a:lnTo>
                  <a:lnTo>
                    <a:pt x="590" y="2264"/>
                  </a:lnTo>
                  <a:lnTo>
                    <a:pt x="590" y="2275"/>
                  </a:lnTo>
                  <a:lnTo>
                    <a:pt x="594" y="2286"/>
                  </a:lnTo>
                  <a:lnTo>
                    <a:pt x="594" y="2293"/>
                  </a:lnTo>
                  <a:lnTo>
                    <a:pt x="594" y="2304"/>
                  </a:lnTo>
                  <a:lnTo>
                    <a:pt x="597" y="2311"/>
                  </a:lnTo>
                  <a:lnTo>
                    <a:pt x="597" y="2322"/>
                  </a:lnTo>
                  <a:lnTo>
                    <a:pt x="597" y="2329"/>
                  </a:lnTo>
                  <a:lnTo>
                    <a:pt x="601" y="2340"/>
                  </a:lnTo>
                  <a:lnTo>
                    <a:pt x="601" y="2347"/>
                  </a:lnTo>
                  <a:lnTo>
                    <a:pt x="605" y="2354"/>
                  </a:lnTo>
                  <a:lnTo>
                    <a:pt x="605" y="2365"/>
                  </a:lnTo>
                  <a:lnTo>
                    <a:pt x="605" y="2372"/>
                  </a:lnTo>
                  <a:lnTo>
                    <a:pt x="608" y="2379"/>
                  </a:lnTo>
                  <a:lnTo>
                    <a:pt x="608" y="2387"/>
                  </a:lnTo>
                  <a:lnTo>
                    <a:pt x="612" y="2394"/>
                  </a:lnTo>
                  <a:lnTo>
                    <a:pt x="612" y="2401"/>
                  </a:lnTo>
                  <a:lnTo>
                    <a:pt x="612" y="2408"/>
                  </a:lnTo>
                  <a:lnTo>
                    <a:pt x="615" y="2412"/>
                  </a:lnTo>
                  <a:lnTo>
                    <a:pt x="615" y="2419"/>
                  </a:lnTo>
                  <a:lnTo>
                    <a:pt x="619" y="2423"/>
                  </a:lnTo>
                  <a:lnTo>
                    <a:pt x="619" y="2430"/>
                  </a:lnTo>
                  <a:lnTo>
                    <a:pt x="619" y="2433"/>
                  </a:lnTo>
                  <a:lnTo>
                    <a:pt x="623" y="2437"/>
                  </a:lnTo>
                  <a:lnTo>
                    <a:pt x="623" y="2444"/>
                  </a:lnTo>
                  <a:lnTo>
                    <a:pt x="623" y="2448"/>
                  </a:lnTo>
                  <a:lnTo>
                    <a:pt x="626" y="2451"/>
                  </a:lnTo>
                  <a:lnTo>
                    <a:pt x="630" y="2455"/>
                  </a:lnTo>
                  <a:lnTo>
                    <a:pt x="630" y="2459"/>
                  </a:lnTo>
                  <a:lnTo>
                    <a:pt x="633" y="2462"/>
                  </a:lnTo>
                  <a:lnTo>
                    <a:pt x="637" y="2462"/>
                  </a:lnTo>
                  <a:lnTo>
                    <a:pt x="641" y="2459"/>
                  </a:lnTo>
                  <a:lnTo>
                    <a:pt x="644" y="2455"/>
                  </a:lnTo>
                  <a:lnTo>
                    <a:pt x="648" y="2451"/>
                  </a:lnTo>
                  <a:lnTo>
                    <a:pt x="648" y="2448"/>
                  </a:lnTo>
                  <a:lnTo>
                    <a:pt x="648" y="2444"/>
                  </a:lnTo>
                  <a:lnTo>
                    <a:pt x="651" y="2441"/>
                  </a:lnTo>
                  <a:lnTo>
                    <a:pt x="651" y="2437"/>
                  </a:lnTo>
                  <a:lnTo>
                    <a:pt x="655" y="2430"/>
                  </a:lnTo>
                  <a:lnTo>
                    <a:pt x="655" y="2426"/>
                  </a:lnTo>
                  <a:lnTo>
                    <a:pt x="655" y="2419"/>
                  </a:lnTo>
                  <a:lnTo>
                    <a:pt x="659" y="2412"/>
                  </a:lnTo>
                  <a:lnTo>
                    <a:pt x="659" y="2405"/>
                  </a:lnTo>
                  <a:lnTo>
                    <a:pt x="662" y="2397"/>
                  </a:lnTo>
                  <a:lnTo>
                    <a:pt x="662" y="2387"/>
                  </a:lnTo>
                  <a:lnTo>
                    <a:pt x="662" y="2379"/>
                  </a:lnTo>
                  <a:lnTo>
                    <a:pt x="666" y="2369"/>
                  </a:lnTo>
                  <a:lnTo>
                    <a:pt x="666" y="2361"/>
                  </a:lnTo>
                  <a:lnTo>
                    <a:pt x="666" y="2351"/>
                  </a:lnTo>
                  <a:lnTo>
                    <a:pt x="669" y="2340"/>
                  </a:lnTo>
                  <a:lnTo>
                    <a:pt x="669" y="2329"/>
                  </a:lnTo>
                  <a:lnTo>
                    <a:pt x="673" y="2315"/>
                  </a:lnTo>
                  <a:lnTo>
                    <a:pt x="673" y="2304"/>
                  </a:lnTo>
                  <a:lnTo>
                    <a:pt x="673" y="2293"/>
                  </a:lnTo>
                  <a:lnTo>
                    <a:pt x="677" y="2279"/>
                  </a:lnTo>
                  <a:lnTo>
                    <a:pt x="677" y="2264"/>
                  </a:lnTo>
                  <a:lnTo>
                    <a:pt x="680" y="2250"/>
                  </a:lnTo>
                  <a:lnTo>
                    <a:pt x="680" y="2235"/>
                  </a:lnTo>
                  <a:lnTo>
                    <a:pt x="680" y="2221"/>
                  </a:lnTo>
                  <a:lnTo>
                    <a:pt x="684" y="2203"/>
                  </a:lnTo>
                  <a:lnTo>
                    <a:pt x="684" y="2189"/>
                  </a:lnTo>
                  <a:lnTo>
                    <a:pt x="684" y="2171"/>
                  </a:lnTo>
                  <a:lnTo>
                    <a:pt x="687" y="2156"/>
                  </a:lnTo>
                  <a:lnTo>
                    <a:pt x="687" y="2138"/>
                  </a:lnTo>
                  <a:lnTo>
                    <a:pt x="691" y="2120"/>
                  </a:lnTo>
                  <a:lnTo>
                    <a:pt x="691" y="2102"/>
                  </a:lnTo>
                  <a:lnTo>
                    <a:pt x="691" y="2084"/>
                  </a:lnTo>
                  <a:lnTo>
                    <a:pt x="695" y="2063"/>
                  </a:lnTo>
                  <a:lnTo>
                    <a:pt x="695" y="2045"/>
                  </a:lnTo>
                  <a:lnTo>
                    <a:pt x="698" y="2023"/>
                  </a:lnTo>
                  <a:lnTo>
                    <a:pt x="698" y="2005"/>
                  </a:lnTo>
                  <a:lnTo>
                    <a:pt x="698" y="1983"/>
                  </a:lnTo>
                  <a:lnTo>
                    <a:pt x="702" y="1962"/>
                  </a:lnTo>
                  <a:lnTo>
                    <a:pt x="702" y="1940"/>
                  </a:lnTo>
                  <a:lnTo>
                    <a:pt x="705" y="1919"/>
                  </a:lnTo>
                  <a:lnTo>
                    <a:pt x="705" y="1897"/>
                  </a:lnTo>
                  <a:lnTo>
                    <a:pt x="705" y="1872"/>
                  </a:lnTo>
                  <a:lnTo>
                    <a:pt x="709" y="1850"/>
                  </a:lnTo>
                  <a:lnTo>
                    <a:pt x="709" y="1825"/>
                  </a:lnTo>
                  <a:lnTo>
                    <a:pt x="709" y="1803"/>
                  </a:lnTo>
                  <a:lnTo>
                    <a:pt x="713" y="1778"/>
                  </a:lnTo>
                  <a:lnTo>
                    <a:pt x="713" y="1753"/>
                  </a:lnTo>
                  <a:lnTo>
                    <a:pt x="716" y="1731"/>
                  </a:lnTo>
                  <a:lnTo>
                    <a:pt x="716" y="1706"/>
                  </a:lnTo>
                  <a:lnTo>
                    <a:pt x="716" y="1681"/>
                  </a:lnTo>
                  <a:lnTo>
                    <a:pt x="720" y="1656"/>
                  </a:lnTo>
                  <a:lnTo>
                    <a:pt x="720" y="1631"/>
                  </a:lnTo>
                  <a:lnTo>
                    <a:pt x="723" y="1602"/>
                  </a:lnTo>
                  <a:lnTo>
                    <a:pt x="723" y="1577"/>
                  </a:lnTo>
                  <a:lnTo>
                    <a:pt x="723" y="1551"/>
                  </a:lnTo>
                  <a:lnTo>
                    <a:pt x="727" y="1523"/>
                  </a:lnTo>
                  <a:lnTo>
                    <a:pt x="727" y="1497"/>
                  </a:lnTo>
                  <a:lnTo>
                    <a:pt x="727" y="1472"/>
                  </a:lnTo>
                  <a:lnTo>
                    <a:pt x="731" y="1443"/>
                  </a:lnTo>
                  <a:lnTo>
                    <a:pt x="731" y="1418"/>
                  </a:lnTo>
                  <a:lnTo>
                    <a:pt x="734" y="1389"/>
                  </a:lnTo>
                  <a:lnTo>
                    <a:pt x="734" y="1361"/>
                  </a:lnTo>
                  <a:lnTo>
                    <a:pt x="734" y="1335"/>
                  </a:lnTo>
                  <a:lnTo>
                    <a:pt x="738" y="1307"/>
                  </a:lnTo>
                  <a:lnTo>
                    <a:pt x="738" y="1281"/>
                  </a:lnTo>
                  <a:lnTo>
                    <a:pt x="741" y="1253"/>
                  </a:lnTo>
                  <a:lnTo>
                    <a:pt x="741" y="1224"/>
                  </a:lnTo>
                  <a:lnTo>
                    <a:pt x="741" y="1195"/>
                  </a:lnTo>
                  <a:lnTo>
                    <a:pt x="745" y="1170"/>
                  </a:lnTo>
                  <a:lnTo>
                    <a:pt x="745" y="1141"/>
                  </a:lnTo>
                  <a:lnTo>
                    <a:pt x="749" y="1112"/>
                  </a:lnTo>
                  <a:lnTo>
                    <a:pt x="749" y="1087"/>
                  </a:lnTo>
                  <a:lnTo>
                    <a:pt x="749" y="1058"/>
                  </a:lnTo>
                  <a:lnTo>
                    <a:pt x="752" y="1029"/>
                  </a:lnTo>
                  <a:lnTo>
                    <a:pt x="752" y="1004"/>
                  </a:lnTo>
                  <a:lnTo>
                    <a:pt x="752" y="975"/>
                  </a:lnTo>
                  <a:lnTo>
                    <a:pt x="756" y="950"/>
                  </a:lnTo>
                  <a:lnTo>
                    <a:pt x="756" y="921"/>
                  </a:lnTo>
                  <a:lnTo>
                    <a:pt x="759" y="896"/>
                  </a:lnTo>
                  <a:lnTo>
                    <a:pt x="759" y="867"/>
                  </a:lnTo>
                  <a:lnTo>
                    <a:pt x="759" y="842"/>
                  </a:lnTo>
                  <a:lnTo>
                    <a:pt x="763" y="813"/>
                  </a:lnTo>
                  <a:lnTo>
                    <a:pt x="763" y="788"/>
                  </a:lnTo>
                  <a:lnTo>
                    <a:pt x="767" y="763"/>
                  </a:lnTo>
                  <a:lnTo>
                    <a:pt x="767" y="738"/>
                  </a:lnTo>
                  <a:lnTo>
                    <a:pt x="767" y="709"/>
                  </a:lnTo>
                  <a:lnTo>
                    <a:pt x="770" y="684"/>
                  </a:lnTo>
                  <a:lnTo>
                    <a:pt x="770" y="659"/>
                  </a:lnTo>
                  <a:lnTo>
                    <a:pt x="774" y="637"/>
                  </a:lnTo>
                  <a:lnTo>
                    <a:pt x="774" y="612"/>
                  </a:lnTo>
                  <a:lnTo>
                    <a:pt x="774" y="587"/>
                  </a:lnTo>
                  <a:lnTo>
                    <a:pt x="777" y="562"/>
                  </a:lnTo>
                  <a:lnTo>
                    <a:pt x="777" y="540"/>
                  </a:lnTo>
                  <a:lnTo>
                    <a:pt x="777" y="515"/>
                  </a:lnTo>
                  <a:lnTo>
                    <a:pt x="781" y="493"/>
                  </a:lnTo>
                  <a:lnTo>
                    <a:pt x="781" y="472"/>
                  </a:lnTo>
                  <a:lnTo>
                    <a:pt x="785" y="450"/>
                  </a:lnTo>
                  <a:lnTo>
                    <a:pt x="785" y="428"/>
                  </a:lnTo>
                  <a:lnTo>
                    <a:pt x="785" y="407"/>
                  </a:lnTo>
                  <a:lnTo>
                    <a:pt x="788" y="385"/>
                  </a:lnTo>
                  <a:lnTo>
                    <a:pt x="788" y="364"/>
                  </a:lnTo>
                  <a:lnTo>
                    <a:pt x="792" y="346"/>
                  </a:lnTo>
                  <a:lnTo>
                    <a:pt x="792" y="324"/>
                  </a:lnTo>
                  <a:lnTo>
                    <a:pt x="792" y="306"/>
                  </a:lnTo>
                  <a:lnTo>
                    <a:pt x="795" y="288"/>
                  </a:lnTo>
                  <a:lnTo>
                    <a:pt x="795" y="270"/>
                  </a:lnTo>
                  <a:lnTo>
                    <a:pt x="795" y="252"/>
                  </a:lnTo>
                  <a:lnTo>
                    <a:pt x="799" y="234"/>
                  </a:lnTo>
                  <a:lnTo>
                    <a:pt x="799" y="220"/>
                  </a:lnTo>
                  <a:lnTo>
                    <a:pt x="803" y="202"/>
                  </a:lnTo>
                  <a:lnTo>
                    <a:pt x="803" y="187"/>
                  </a:lnTo>
                  <a:lnTo>
                    <a:pt x="803" y="173"/>
                  </a:lnTo>
                  <a:lnTo>
                    <a:pt x="806" y="158"/>
                  </a:lnTo>
                  <a:lnTo>
                    <a:pt x="806" y="144"/>
                  </a:lnTo>
                  <a:lnTo>
                    <a:pt x="810" y="133"/>
                  </a:lnTo>
                  <a:lnTo>
                    <a:pt x="810" y="119"/>
                  </a:lnTo>
                  <a:lnTo>
                    <a:pt x="810" y="108"/>
                  </a:lnTo>
                  <a:lnTo>
                    <a:pt x="813" y="97"/>
                  </a:lnTo>
                  <a:lnTo>
                    <a:pt x="813" y="86"/>
                  </a:lnTo>
                  <a:lnTo>
                    <a:pt x="817" y="76"/>
                  </a:lnTo>
                  <a:lnTo>
                    <a:pt x="817" y="65"/>
                  </a:lnTo>
                  <a:lnTo>
                    <a:pt x="817" y="58"/>
                  </a:lnTo>
                  <a:lnTo>
                    <a:pt x="821" y="50"/>
                  </a:lnTo>
                  <a:lnTo>
                    <a:pt x="821" y="40"/>
                  </a:lnTo>
                  <a:lnTo>
                    <a:pt x="821" y="36"/>
                  </a:lnTo>
                  <a:lnTo>
                    <a:pt x="824" y="29"/>
                  </a:lnTo>
                  <a:lnTo>
                    <a:pt x="824" y="22"/>
                  </a:lnTo>
                  <a:lnTo>
                    <a:pt x="828" y="18"/>
                  </a:lnTo>
                  <a:lnTo>
                    <a:pt x="828" y="14"/>
                  </a:lnTo>
                  <a:lnTo>
                    <a:pt x="828" y="11"/>
                  </a:lnTo>
                  <a:lnTo>
                    <a:pt x="831" y="7"/>
                  </a:lnTo>
                  <a:lnTo>
                    <a:pt x="835" y="4"/>
                  </a:lnTo>
                  <a:lnTo>
                    <a:pt x="835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5" name="Freeform 83"/>
            <p:cNvSpPr>
              <a:spLocks/>
            </p:cNvSpPr>
            <p:nvPr/>
          </p:nvSpPr>
          <p:spPr bwMode="auto">
            <a:xfrm>
              <a:off x="1588" y="1048"/>
              <a:ext cx="2487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68" y="788"/>
                </a:cxn>
                <a:cxn ang="0">
                  <a:pos x="93" y="1253"/>
                </a:cxn>
                <a:cxn ang="0">
                  <a:pos x="118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92"/>
                </a:cxn>
                <a:cxn ang="0">
                  <a:pos x="525" y="2127"/>
                </a:cxn>
                <a:cxn ang="0">
                  <a:pos x="550" y="2045"/>
                </a:cxn>
                <a:cxn ang="0">
                  <a:pos x="572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30" y="2109"/>
                </a:cxn>
                <a:cxn ang="0">
                  <a:pos x="784" y="2127"/>
                </a:cxn>
                <a:cxn ang="0">
                  <a:pos x="817" y="2066"/>
                </a:cxn>
                <a:cxn ang="0">
                  <a:pos x="842" y="2005"/>
                </a:cxn>
                <a:cxn ang="0">
                  <a:pos x="874" y="1944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0" y="2073"/>
                </a:cxn>
                <a:cxn ang="0">
                  <a:pos x="1054" y="2106"/>
                </a:cxn>
                <a:cxn ang="0">
                  <a:pos x="1101" y="2045"/>
                </a:cxn>
                <a:cxn ang="0">
                  <a:pos x="1137" y="1983"/>
                </a:cxn>
                <a:cxn ang="0">
                  <a:pos x="1195" y="1951"/>
                </a:cxn>
                <a:cxn ang="0">
                  <a:pos x="1245" y="2012"/>
                </a:cxn>
                <a:cxn ang="0">
                  <a:pos x="1288" y="2073"/>
                </a:cxn>
                <a:cxn ang="0">
                  <a:pos x="1350" y="2077"/>
                </a:cxn>
                <a:cxn ang="0">
                  <a:pos x="1396" y="2016"/>
                </a:cxn>
                <a:cxn ang="0">
                  <a:pos x="1450" y="1965"/>
                </a:cxn>
                <a:cxn ang="0">
                  <a:pos x="1512" y="1998"/>
                </a:cxn>
                <a:cxn ang="0">
                  <a:pos x="1562" y="2059"/>
                </a:cxn>
                <a:cxn ang="0">
                  <a:pos x="1623" y="2070"/>
                </a:cxn>
                <a:cxn ang="0">
                  <a:pos x="1681" y="2012"/>
                </a:cxn>
                <a:cxn ang="0">
                  <a:pos x="1742" y="1973"/>
                </a:cxn>
                <a:cxn ang="0">
                  <a:pos x="1803" y="2016"/>
                </a:cxn>
                <a:cxn ang="0">
                  <a:pos x="1861" y="2070"/>
                </a:cxn>
                <a:cxn ang="0">
                  <a:pos x="1922" y="2048"/>
                </a:cxn>
                <a:cxn ang="0">
                  <a:pos x="1983" y="1991"/>
                </a:cxn>
                <a:cxn ang="0">
                  <a:pos x="2044" y="1987"/>
                </a:cxn>
                <a:cxn ang="0">
                  <a:pos x="2106" y="2041"/>
                </a:cxn>
                <a:cxn ang="0">
                  <a:pos x="2167" y="2063"/>
                </a:cxn>
                <a:cxn ang="0">
                  <a:pos x="2228" y="2023"/>
                </a:cxn>
                <a:cxn ang="0">
                  <a:pos x="2289" y="1987"/>
                </a:cxn>
                <a:cxn ang="0">
                  <a:pos x="2350" y="2012"/>
                </a:cxn>
                <a:cxn ang="0">
                  <a:pos x="2412" y="2055"/>
                </a:cxn>
                <a:cxn ang="0">
                  <a:pos x="2473" y="2048"/>
                </a:cxn>
              </a:cxnLst>
              <a:rect l="0" t="0" r="r" b="b"/>
              <a:pathLst>
                <a:path w="2487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8" y="1706"/>
                  </a:lnTo>
                  <a:lnTo>
                    <a:pt x="118" y="1731"/>
                  </a:lnTo>
                  <a:lnTo>
                    <a:pt x="118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36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4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2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6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0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88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4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2" y="2109"/>
                  </a:lnTo>
                  <a:lnTo>
                    <a:pt x="532" y="2106"/>
                  </a:lnTo>
                  <a:lnTo>
                    <a:pt x="532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0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68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86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4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2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4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2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8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4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0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8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6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6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0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78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4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2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0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8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6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2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76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0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29" y="2041"/>
                  </a:lnTo>
                  <a:lnTo>
                    <a:pt x="1933" y="2041"/>
                  </a:lnTo>
                  <a:lnTo>
                    <a:pt x="1936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4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2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0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3" y="2012"/>
                  </a:lnTo>
                  <a:lnTo>
                    <a:pt x="2077" y="2016"/>
                  </a:lnTo>
                  <a:lnTo>
                    <a:pt x="2080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0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2001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6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9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  <a:lnTo>
                    <a:pt x="2484" y="2041"/>
                  </a:lnTo>
                  <a:lnTo>
                    <a:pt x="2487" y="203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6" name="Freeform 84"/>
            <p:cNvSpPr>
              <a:spLocks/>
            </p:cNvSpPr>
            <p:nvPr/>
          </p:nvSpPr>
          <p:spPr bwMode="auto">
            <a:xfrm>
              <a:off x="4075" y="3039"/>
              <a:ext cx="1134" cy="64"/>
            </a:xfrm>
            <a:custGeom>
              <a:avLst/>
              <a:gdLst/>
              <a:ahLst/>
              <a:cxnLst>
                <a:cxn ang="0">
                  <a:pos x="15" y="36"/>
                </a:cxn>
                <a:cxn ang="0">
                  <a:pos x="33" y="21"/>
                </a:cxn>
                <a:cxn ang="0">
                  <a:pos x="51" y="10"/>
                </a:cxn>
                <a:cxn ang="0">
                  <a:pos x="69" y="0"/>
                </a:cxn>
                <a:cxn ang="0">
                  <a:pos x="87" y="0"/>
                </a:cxn>
                <a:cxn ang="0">
                  <a:pos x="105" y="0"/>
                </a:cxn>
                <a:cxn ang="0">
                  <a:pos x="123" y="10"/>
                </a:cxn>
                <a:cxn ang="0">
                  <a:pos x="141" y="21"/>
                </a:cxn>
                <a:cxn ang="0">
                  <a:pos x="159" y="36"/>
                </a:cxn>
                <a:cxn ang="0">
                  <a:pos x="177" y="46"/>
                </a:cxn>
                <a:cxn ang="0">
                  <a:pos x="195" y="57"/>
                </a:cxn>
                <a:cxn ang="0">
                  <a:pos x="213" y="64"/>
                </a:cxn>
                <a:cxn ang="0">
                  <a:pos x="231" y="64"/>
                </a:cxn>
                <a:cxn ang="0">
                  <a:pos x="249" y="61"/>
                </a:cxn>
                <a:cxn ang="0">
                  <a:pos x="267" y="54"/>
                </a:cxn>
                <a:cxn ang="0">
                  <a:pos x="285" y="43"/>
                </a:cxn>
                <a:cxn ang="0">
                  <a:pos x="303" y="28"/>
                </a:cxn>
                <a:cxn ang="0">
                  <a:pos x="321" y="18"/>
                </a:cxn>
                <a:cxn ang="0">
                  <a:pos x="339" y="7"/>
                </a:cxn>
                <a:cxn ang="0">
                  <a:pos x="357" y="3"/>
                </a:cxn>
                <a:cxn ang="0">
                  <a:pos x="375" y="3"/>
                </a:cxn>
                <a:cxn ang="0">
                  <a:pos x="393" y="7"/>
                </a:cxn>
                <a:cxn ang="0">
                  <a:pos x="411" y="18"/>
                </a:cxn>
                <a:cxn ang="0">
                  <a:pos x="429" y="28"/>
                </a:cxn>
                <a:cxn ang="0">
                  <a:pos x="447" y="39"/>
                </a:cxn>
                <a:cxn ang="0">
                  <a:pos x="465" y="50"/>
                </a:cxn>
                <a:cxn ang="0">
                  <a:pos x="483" y="57"/>
                </a:cxn>
                <a:cxn ang="0">
                  <a:pos x="501" y="64"/>
                </a:cxn>
                <a:cxn ang="0">
                  <a:pos x="519" y="61"/>
                </a:cxn>
                <a:cxn ang="0">
                  <a:pos x="537" y="57"/>
                </a:cxn>
                <a:cxn ang="0">
                  <a:pos x="555" y="46"/>
                </a:cxn>
                <a:cxn ang="0">
                  <a:pos x="573" y="36"/>
                </a:cxn>
                <a:cxn ang="0">
                  <a:pos x="591" y="25"/>
                </a:cxn>
                <a:cxn ang="0">
                  <a:pos x="609" y="14"/>
                </a:cxn>
                <a:cxn ang="0">
                  <a:pos x="627" y="7"/>
                </a:cxn>
                <a:cxn ang="0">
                  <a:pos x="645" y="3"/>
                </a:cxn>
                <a:cxn ang="0">
                  <a:pos x="663" y="7"/>
                </a:cxn>
                <a:cxn ang="0">
                  <a:pos x="681" y="14"/>
                </a:cxn>
                <a:cxn ang="0">
                  <a:pos x="699" y="21"/>
                </a:cxn>
                <a:cxn ang="0">
                  <a:pos x="717" y="32"/>
                </a:cxn>
                <a:cxn ang="0">
                  <a:pos x="735" y="46"/>
                </a:cxn>
                <a:cxn ang="0">
                  <a:pos x="753" y="54"/>
                </a:cxn>
                <a:cxn ang="0">
                  <a:pos x="771" y="61"/>
                </a:cxn>
                <a:cxn ang="0">
                  <a:pos x="789" y="61"/>
                </a:cxn>
                <a:cxn ang="0">
                  <a:pos x="807" y="57"/>
                </a:cxn>
                <a:cxn ang="0">
                  <a:pos x="825" y="50"/>
                </a:cxn>
                <a:cxn ang="0">
                  <a:pos x="843" y="39"/>
                </a:cxn>
                <a:cxn ang="0">
                  <a:pos x="861" y="28"/>
                </a:cxn>
                <a:cxn ang="0">
                  <a:pos x="879" y="18"/>
                </a:cxn>
                <a:cxn ang="0">
                  <a:pos x="897" y="10"/>
                </a:cxn>
                <a:cxn ang="0">
                  <a:pos x="915" y="7"/>
                </a:cxn>
                <a:cxn ang="0">
                  <a:pos x="933" y="7"/>
                </a:cxn>
                <a:cxn ang="0">
                  <a:pos x="951" y="10"/>
                </a:cxn>
                <a:cxn ang="0">
                  <a:pos x="969" y="18"/>
                </a:cxn>
                <a:cxn ang="0">
                  <a:pos x="987" y="28"/>
                </a:cxn>
                <a:cxn ang="0">
                  <a:pos x="1005" y="39"/>
                </a:cxn>
                <a:cxn ang="0">
                  <a:pos x="1023" y="50"/>
                </a:cxn>
                <a:cxn ang="0">
                  <a:pos x="1041" y="54"/>
                </a:cxn>
                <a:cxn ang="0">
                  <a:pos x="1059" y="57"/>
                </a:cxn>
                <a:cxn ang="0">
                  <a:pos x="1077" y="57"/>
                </a:cxn>
                <a:cxn ang="0">
                  <a:pos x="1095" y="54"/>
                </a:cxn>
                <a:cxn ang="0">
                  <a:pos x="1113" y="43"/>
                </a:cxn>
                <a:cxn ang="0">
                  <a:pos x="1131" y="36"/>
                </a:cxn>
              </a:cxnLst>
              <a:rect l="0" t="0" r="r" b="b"/>
              <a:pathLst>
                <a:path w="1134" h="64">
                  <a:moveTo>
                    <a:pt x="0" y="46"/>
                  </a:moveTo>
                  <a:lnTo>
                    <a:pt x="4" y="43"/>
                  </a:lnTo>
                  <a:lnTo>
                    <a:pt x="7" y="43"/>
                  </a:lnTo>
                  <a:lnTo>
                    <a:pt x="11" y="39"/>
                  </a:lnTo>
                  <a:lnTo>
                    <a:pt x="15" y="36"/>
                  </a:lnTo>
                  <a:lnTo>
                    <a:pt x="18" y="32"/>
                  </a:lnTo>
                  <a:lnTo>
                    <a:pt x="22" y="28"/>
                  </a:lnTo>
                  <a:lnTo>
                    <a:pt x="25" y="28"/>
                  </a:lnTo>
                  <a:lnTo>
                    <a:pt x="29" y="25"/>
                  </a:lnTo>
                  <a:lnTo>
                    <a:pt x="33" y="21"/>
                  </a:lnTo>
                  <a:lnTo>
                    <a:pt x="36" y="18"/>
                  </a:lnTo>
                  <a:lnTo>
                    <a:pt x="40" y="18"/>
                  </a:lnTo>
                  <a:lnTo>
                    <a:pt x="43" y="14"/>
                  </a:lnTo>
                  <a:lnTo>
                    <a:pt x="47" y="10"/>
                  </a:lnTo>
                  <a:lnTo>
                    <a:pt x="51" y="10"/>
                  </a:lnTo>
                  <a:lnTo>
                    <a:pt x="54" y="7"/>
                  </a:lnTo>
                  <a:lnTo>
                    <a:pt x="58" y="7"/>
                  </a:lnTo>
                  <a:lnTo>
                    <a:pt x="61" y="3"/>
                  </a:lnTo>
                  <a:lnTo>
                    <a:pt x="65" y="3"/>
                  </a:lnTo>
                  <a:lnTo>
                    <a:pt x="69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3"/>
                  </a:lnTo>
                  <a:lnTo>
                    <a:pt x="112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3" y="10"/>
                  </a:lnTo>
                  <a:lnTo>
                    <a:pt x="126" y="10"/>
                  </a:lnTo>
                  <a:lnTo>
                    <a:pt x="130" y="14"/>
                  </a:lnTo>
                  <a:lnTo>
                    <a:pt x="133" y="14"/>
                  </a:lnTo>
                  <a:lnTo>
                    <a:pt x="137" y="18"/>
                  </a:lnTo>
                  <a:lnTo>
                    <a:pt x="141" y="21"/>
                  </a:lnTo>
                  <a:lnTo>
                    <a:pt x="144" y="25"/>
                  </a:lnTo>
                  <a:lnTo>
                    <a:pt x="148" y="25"/>
                  </a:lnTo>
                  <a:lnTo>
                    <a:pt x="151" y="28"/>
                  </a:lnTo>
                  <a:lnTo>
                    <a:pt x="155" y="32"/>
                  </a:lnTo>
                  <a:lnTo>
                    <a:pt x="159" y="36"/>
                  </a:lnTo>
                  <a:lnTo>
                    <a:pt x="162" y="36"/>
                  </a:lnTo>
                  <a:lnTo>
                    <a:pt x="166" y="39"/>
                  </a:lnTo>
                  <a:lnTo>
                    <a:pt x="169" y="43"/>
                  </a:lnTo>
                  <a:lnTo>
                    <a:pt x="173" y="43"/>
                  </a:lnTo>
                  <a:lnTo>
                    <a:pt x="177" y="46"/>
                  </a:lnTo>
                  <a:lnTo>
                    <a:pt x="180" y="50"/>
                  </a:lnTo>
                  <a:lnTo>
                    <a:pt x="184" y="50"/>
                  </a:lnTo>
                  <a:lnTo>
                    <a:pt x="187" y="54"/>
                  </a:lnTo>
                  <a:lnTo>
                    <a:pt x="191" y="57"/>
                  </a:lnTo>
                  <a:lnTo>
                    <a:pt x="195" y="57"/>
                  </a:lnTo>
                  <a:lnTo>
                    <a:pt x="198" y="61"/>
                  </a:lnTo>
                  <a:lnTo>
                    <a:pt x="202" y="61"/>
                  </a:lnTo>
                  <a:lnTo>
                    <a:pt x="205" y="61"/>
                  </a:lnTo>
                  <a:lnTo>
                    <a:pt x="209" y="64"/>
                  </a:lnTo>
                  <a:lnTo>
                    <a:pt x="213" y="64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1"/>
                  </a:lnTo>
                  <a:lnTo>
                    <a:pt x="252" y="61"/>
                  </a:lnTo>
                  <a:lnTo>
                    <a:pt x="256" y="57"/>
                  </a:lnTo>
                  <a:lnTo>
                    <a:pt x="259" y="57"/>
                  </a:lnTo>
                  <a:lnTo>
                    <a:pt x="263" y="54"/>
                  </a:lnTo>
                  <a:lnTo>
                    <a:pt x="267" y="54"/>
                  </a:lnTo>
                  <a:lnTo>
                    <a:pt x="270" y="50"/>
                  </a:lnTo>
                  <a:lnTo>
                    <a:pt x="274" y="50"/>
                  </a:lnTo>
                  <a:lnTo>
                    <a:pt x="277" y="46"/>
                  </a:lnTo>
                  <a:lnTo>
                    <a:pt x="281" y="43"/>
                  </a:lnTo>
                  <a:lnTo>
                    <a:pt x="285" y="43"/>
                  </a:lnTo>
                  <a:lnTo>
                    <a:pt x="288" y="39"/>
                  </a:lnTo>
                  <a:lnTo>
                    <a:pt x="292" y="36"/>
                  </a:lnTo>
                  <a:lnTo>
                    <a:pt x="295" y="36"/>
                  </a:lnTo>
                  <a:lnTo>
                    <a:pt x="299" y="32"/>
                  </a:lnTo>
                  <a:lnTo>
                    <a:pt x="303" y="28"/>
                  </a:lnTo>
                  <a:lnTo>
                    <a:pt x="306" y="25"/>
                  </a:lnTo>
                  <a:lnTo>
                    <a:pt x="310" y="25"/>
                  </a:lnTo>
                  <a:lnTo>
                    <a:pt x="313" y="21"/>
                  </a:lnTo>
                  <a:lnTo>
                    <a:pt x="317" y="18"/>
                  </a:lnTo>
                  <a:lnTo>
                    <a:pt x="321" y="18"/>
                  </a:lnTo>
                  <a:lnTo>
                    <a:pt x="324" y="14"/>
                  </a:lnTo>
                  <a:lnTo>
                    <a:pt x="328" y="14"/>
                  </a:lnTo>
                  <a:lnTo>
                    <a:pt x="331" y="10"/>
                  </a:lnTo>
                  <a:lnTo>
                    <a:pt x="335" y="10"/>
                  </a:lnTo>
                  <a:lnTo>
                    <a:pt x="339" y="7"/>
                  </a:lnTo>
                  <a:lnTo>
                    <a:pt x="342" y="7"/>
                  </a:lnTo>
                  <a:lnTo>
                    <a:pt x="346" y="3"/>
                  </a:lnTo>
                  <a:lnTo>
                    <a:pt x="349" y="3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7"/>
                  </a:lnTo>
                  <a:lnTo>
                    <a:pt x="393" y="7"/>
                  </a:lnTo>
                  <a:lnTo>
                    <a:pt x="396" y="7"/>
                  </a:lnTo>
                  <a:lnTo>
                    <a:pt x="400" y="10"/>
                  </a:lnTo>
                  <a:lnTo>
                    <a:pt x="403" y="10"/>
                  </a:lnTo>
                  <a:lnTo>
                    <a:pt x="407" y="14"/>
                  </a:lnTo>
                  <a:lnTo>
                    <a:pt x="411" y="18"/>
                  </a:lnTo>
                  <a:lnTo>
                    <a:pt x="414" y="18"/>
                  </a:lnTo>
                  <a:lnTo>
                    <a:pt x="418" y="21"/>
                  </a:lnTo>
                  <a:lnTo>
                    <a:pt x="421" y="21"/>
                  </a:lnTo>
                  <a:lnTo>
                    <a:pt x="425" y="25"/>
                  </a:lnTo>
                  <a:lnTo>
                    <a:pt x="429" y="28"/>
                  </a:lnTo>
                  <a:lnTo>
                    <a:pt x="432" y="28"/>
                  </a:lnTo>
                  <a:lnTo>
                    <a:pt x="436" y="32"/>
                  </a:lnTo>
                  <a:lnTo>
                    <a:pt x="439" y="36"/>
                  </a:lnTo>
                  <a:lnTo>
                    <a:pt x="443" y="39"/>
                  </a:lnTo>
                  <a:lnTo>
                    <a:pt x="447" y="39"/>
                  </a:lnTo>
                  <a:lnTo>
                    <a:pt x="450" y="43"/>
                  </a:lnTo>
                  <a:lnTo>
                    <a:pt x="454" y="46"/>
                  </a:lnTo>
                  <a:lnTo>
                    <a:pt x="457" y="46"/>
                  </a:lnTo>
                  <a:lnTo>
                    <a:pt x="461" y="50"/>
                  </a:lnTo>
                  <a:lnTo>
                    <a:pt x="465" y="50"/>
                  </a:lnTo>
                  <a:lnTo>
                    <a:pt x="468" y="54"/>
                  </a:lnTo>
                  <a:lnTo>
                    <a:pt x="472" y="54"/>
                  </a:lnTo>
                  <a:lnTo>
                    <a:pt x="475" y="57"/>
                  </a:lnTo>
                  <a:lnTo>
                    <a:pt x="479" y="57"/>
                  </a:lnTo>
                  <a:lnTo>
                    <a:pt x="483" y="57"/>
                  </a:lnTo>
                  <a:lnTo>
                    <a:pt x="486" y="61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4"/>
                  </a:lnTo>
                  <a:lnTo>
                    <a:pt x="504" y="64"/>
                  </a:lnTo>
                  <a:lnTo>
                    <a:pt x="508" y="64"/>
                  </a:lnTo>
                  <a:lnTo>
                    <a:pt x="511" y="61"/>
                  </a:lnTo>
                  <a:lnTo>
                    <a:pt x="515" y="61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57"/>
                  </a:lnTo>
                  <a:lnTo>
                    <a:pt x="533" y="57"/>
                  </a:lnTo>
                  <a:lnTo>
                    <a:pt x="537" y="57"/>
                  </a:lnTo>
                  <a:lnTo>
                    <a:pt x="540" y="54"/>
                  </a:lnTo>
                  <a:lnTo>
                    <a:pt x="544" y="54"/>
                  </a:lnTo>
                  <a:lnTo>
                    <a:pt x="547" y="50"/>
                  </a:lnTo>
                  <a:lnTo>
                    <a:pt x="551" y="50"/>
                  </a:lnTo>
                  <a:lnTo>
                    <a:pt x="555" y="46"/>
                  </a:lnTo>
                  <a:lnTo>
                    <a:pt x="558" y="43"/>
                  </a:lnTo>
                  <a:lnTo>
                    <a:pt x="562" y="43"/>
                  </a:lnTo>
                  <a:lnTo>
                    <a:pt x="565" y="39"/>
                  </a:lnTo>
                  <a:lnTo>
                    <a:pt x="569" y="39"/>
                  </a:lnTo>
                  <a:lnTo>
                    <a:pt x="573" y="36"/>
                  </a:lnTo>
                  <a:lnTo>
                    <a:pt x="576" y="32"/>
                  </a:lnTo>
                  <a:lnTo>
                    <a:pt x="580" y="28"/>
                  </a:lnTo>
                  <a:lnTo>
                    <a:pt x="583" y="28"/>
                  </a:lnTo>
                  <a:lnTo>
                    <a:pt x="587" y="25"/>
                  </a:lnTo>
                  <a:lnTo>
                    <a:pt x="591" y="25"/>
                  </a:lnTo>
                  <a:lnTo>
                    <a:pt x="594" y="21"/>
                  </a:lnTo>
                  <a:lnTo>
                    <a:pt x="598" y="18"/>
                  </a:lnTo>
                  <a:lnTo>
                    <a:pt x="601" y="18"/>
                  </a:lnTo>
                  <a:lnTo>
                    <a:pt x="605" y="14"/>
                  </a:lnTo>
                  <a:lnTo>
                    <a:pt x="609" y="14"/>
                  </a:lnTo>
                  <a:lnTo>
                    <a:pt x="612" y="10"/>
                  </a:lnTo>
                  <a:lnTo>
                    <a:pt x="616" y="10"/>
                  </a:lnTo>
                  <a:lnTo>
                    <a:pt x="619" y="10"/>
                  </a:lnTo>
                  <a:lnTo>
                    <a:pt x="623" y="7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3"/>
                  </a:lnTo>
                  <a:lnTo>
                    <a:pt x="641" y="3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7"/>
                  </a:lnTo>
                  <a:lnTo>
                    <a:pt x="659" y="7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10"/>
                  </a:lnTo>
                  <a:lnTo>
                    <a:pt x="673" y="10"/>
                  </a:lnTo>
                  <a:lnTo>
                    <a:pt x="677" y="10"/>
                  </a:lnTo>
                  <a:lnTo>
                    <a:pt x="681" y="14"/>
                  </a:lnTo>
                  <a:lnTo>
                    <a:pt x="684" y="14"/>
                  </a:lnTo>
                  <a:lnTo>
                    <a:pt x="688" y="18"/>
                  </a:lnTo>
                  <a:lnTo>
                    <a:pt x="691" y="18"/>
                  </a:lnTo>
                  <a:lnTo>
                    <a:pt x="695" y="21"/>
                  </a:lnTo>
                  <a:lnTo>
                    <a:pt x="699" y="21"/>
                  </a:lnTo>
                  <a:lnTo>
                    <a:pt x="702" y="25"/>
                  </a:lnTo>
                  <a:lnTo>
                    <a:pt x="706" y="28"/>
                  </a:lnTo>
                  <a:lnTo>
                    <a:pt x="709" y="28"/>
                  </a:lnTo>
                  <a:lnTo>
                    <a:pt x="713" y="32"/>
                  </a:lnTo>
                  <a:lnTo>
                    <a:pt x="717" y="32"/>
                  </a:lnTo>
                  <a:lnTo>
                    <a:pt x="720" y="36"/>
                  </a:lnTo>
                  <a:lnTo>
                    <a:pt x="724" y="39"/>
                  </a:lnTo>
                  <a:lnTo>
                    <a:pt x="727" y="39"/>
                  </a:lnTo>
                  <a:lnTo>
                    <a:pt x="731" y="43"/>
                  </a:lnTo>
                  <a:lnTo>
                    <a:pt x="735" y="46"/>
                  </a:lnTo>
                  <a:lnTo>
                    <a:pt x="738" y="46"/>
                  </a:lnTo>
                  <a:lnTo>
                    <a:pt x="742" y="50"/>
                  </a:lnTo>
                  <a:lnTo>
                    <a:pt x="745" y="50"/>
                  </a:lnTo>
                  <a:lnTo>
                    <a:pt x="749" y="54"/>
                  </a:lnTo>
                  <a:lnTo>
                    <a:pt x="753" y="54"/>
                  </a:lnTo>
                  <a:lnTo>
                    <a:pt x="756" y="54"/>
                  </a:lnTo>
                  <a:lnTo>
                    <a:pt x="760" y="57"/>
                  </a:lnTo>
                  <a:lnTo>
                    <a:pt x="763" y="57"/>
                  </a:lnTo>
                  <a:lnTo>
                    <a:pt x="767" y="57"/>
                  </a:lnTo>
                  <a:lnTo>
                    <a:pt x="771" y="61"/>
                  </a:lnTo>
                  <a:lnTo>
                    <a:pt x="774" y="61"/>
                  </a:lnTo>
                  <a:lnTo>
                    <a:pt x="778" y="61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57"/>
                  </a:lnTo>
                  <a:lnTo>
                    <a:pt x="803" y="57"/>
                  </a:lnTo>
                  <a:lnTo>
                    <a:pt x="807" y="57"/>
                  </a:lnTo>
                  <a:lnTo>
                    <a:pt x="810" y="57"/>
                  </a:lnTo>
                  <a:lnTo>
                    <a:pt x="814" y="54"/>
                  </a:lnTo>
                  <a:lnTo>
                    <a:pt x="817" y="54"/>
                  </a:lnTo>
                  <a:lnTo>
                    <a:pt x="821" y="50"/>
                  </a:lnTo>
                  <a:lnTo>
                    <a:pt x="825" y="50"/>
                  </a:lnTo>
                  <a:lnTo>
                    <a:pt x="828" y="46"/>
                  </a:lnTo>
                  <a:lnTo>
                    <a:pt x="832" y="46"/>
                  </a:lnTo>
                  <a:lnTo>
                    <a:pt x="835" y="43"/>
                  </a:lnTo>
                  <a:lnTo>
                    <a:pt x="839" y="43"/>
                  </a:lnTo>
                  <a:lnTo>
                    <a:pt x="843" y="39"/>
                  </a:lnTo>
                  <a:lnTo>
                    <a:pt x="846" y="39"/>
                  </a:lnTo>
                  <a:lnTo>
                    <a:pt x="850" y="36"/>
                  </a:lnTo>
                  <a:lnTo>
                    <a:pt x="853" y="32"/>
                  </a:lnTo>
                  <a:lnTo>
                    <a:pt x="857" y="32"/>
                  </a:lnTo>
                  <a:lnTo>
                    <a:pt x="861" y="28"/>
                  </a:lnTo>
                  <a:lnTo>
                    <a:pt x="864" y="28"/>
                  </a:lnTo>
                  <a:lnTo>
                    <a:pt x="868" y="25"/>
                  </a:lnTo>
                  <a:lnTo>
                    <a:pt x="871" y="25"/>
                  </a:lnTo>
                  <a:lnTo>
                    <a:pt x="875" y="21"/>
                  </a:lnTo>
                  <a:lnTo>
                    <a:pt x="879" y="18"/>
                  </a:lnTo>
                  <a:lnTo>
                    <a:pt x="882" y="18"/>
                  </a:lnTo>
                  <a:lnTo>
                    <a:pt x="886" y="14"/>
                  </a:lnTo>
                  <a:lnTo>
                    <a:pt x="889" y="14"/>
                  </a:lnTo>
                  <a:lnTo>
                    <a:pt x="893" y="14"/>
                  </a:lnTo>
                  <a:lnTo>
                    <a:pt x="897" y="10"/>
                  </a:lnTo>
                  <a:lnTo>
                    <a:pt x="900" y="10"/>
                  </a:lnTo>
                  <a:lnTo>
                    <a:pt x="904" y="10"/>
                  </a:lnTo>
                  <a:lnTo>
                    <a:pt x="907" y="7"/>
                  </a:lnTo>
                  <a:lnTo>
                    <a:pt x="911" y="7"/>
                  </a:lnTo>
                  <a:lnTo>
                    <a:pt x="915" y="7"/>
                  </a:lnTo>
                  <a:lnTo>
                    <a:pt x="918" y="7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10"/>
                  </a:lnTo>
                  <a:lnTo>
                    <a:pt x="947" y="10"/>
                  </a:lnTo>
                  <a:lnTo>
                    <a:pt x="951" y="10"/>
                  </a:lnTo>
                  <a:lnTo>
                    <a:pt x="954" y="14"/>
                  </a:lnTo>
                  <a:lnTo>
                    <a:pt x="958" y="14"/>
                  </a:lnTo>
                  <a:lnTo>
                    <a:pt x="961" y="14"/>
                  </a:lnTo>
                  <a:lnTo>
                    <a:pt x="965" y="18"/>
                  </a:lnTo>
                  <a:lnTo>
                    <a:pt x="969" y="18"/>
                  </a:lnTo>
                  <a:lnTo>
                    <a:pt x="972" y="21"/>
                  </a:lnTo>
                  <a:lnTo>
                    <a:pt x="976" y="21"/>
                  </a:lnTo>
                  <a:lnTo>
                    <a:pt x="979" y="25"/>
                  </a:lnTo>
                  <a:lnTo>
                    <a:pt x="983" y="25"/>
                  </a:lnTo>
                  <a:lnTo>
                    <a:pt x="987" y="28"/>
                  </a:lnTo>
                  <a:lnTo>
                    <a:pt x="990" y="32"/>
                  </a:lnTo>
                  <a:lnTo>
                    <a:pt x="994" y="32"/>
                  </a:lnTo>
                  <a:lnTo>
                    <a:pt x="997" y="36"/>
                  </a:lnTo>
                  <a:lnTo>
                    <a:pt x="1001" y="36"/>
                  </a:lnTo>
                  <a:lnTo>
                    <a:pt x="1005" y="39"/>
                  </a:lnTo>
                  <a:lnTo>
                    <a:pt x="1008" y="39"/>
                  </a:lnTo>
                  <a:lnTo>
                    <a:pt x="1012" y="43"/>
                  </a:lnTo>
                  <a:lnTo>
                    <a:pt x="1015" y="46"/>
                  </a:lnTo>
                  <a:lnTo>
                    <a:pt x="1019" y="46"/>
                  </a:lnTo>
                  <a:lnTo>
                    <a:pt x="1023" y="50"/>
                  </a:lnTo>
                  <a:lnTo>
                    <a:pt x="1026" y="50"/>
                  </a:lnTo>
                  <a:lnTo>
                    <a:pt x="1030" y="50"/>
                  </a:lnTo>
                  <a:lnTo>
                    <a:pt x="1033" y="54"/>
                  </a:lnTo>
                  <a:lnTo>
                    <a:pt x="1037" y="54"/>
                  </a:lnTo>
                  <a:lnTo>
                    <a:pt x="1041" y="54"/>
                  </a:lnTo>
                  <a:lnTo>
                    <a:pt x="1044" y="57"/>
                  </a:lnTo>
                  <a:lnTo>
                    <a:pt x="1048" y="57"/>
                  </a:lnTo>
                  <a:lnTo>
                    <a:pt x="1051" y="57"/>
                  </a:lnTo>
                  <a:lnTo>
                    <a:pt x="1055" y="57"/>
                  </a:lnTo>
                  <a:lnTo>
                    <a:pt x="1059" y="57"/>
                  </a:lnTo>
                  <a:lnTo>
                    <a:pt x="1062" y="57"/>
                  </a:lnTo>
                  <a:lnTo>
                    <a:pt x="1066" y="57"/>
                  </a:lnTo>
                  <a:lnTo>
                    <a:pt x="1069" y="57"/>
                  </a:lnTo>
                  <a:lnTo>
                    <a:pt x="1073" y="57"/>
                  </a:lnTo>
                  <a:lnTo>
                    <a:pt x="1077" y="57"/>
                  </a:lnTo>
                  <a:lnTo>
                    <a:pt x="1080" y="57"/>
                  </a:lnTo>
                  <a:lnTo>
                    <a:pt x="1084" y="54"/>
                  </a:lnTo>
                  <a:lnTo>
                    <a:pt x="1087" y="54"/>
                  </a:lnTo>
                  <a:lnTo>
                    <a:pt x="1091" y="54"/>
                  </a:lnTo>
                  <a:lnTo>
                    <a:pt x="1095" y="54"/>
                  </a:lnTo>
                  <a:lnTo>
                    <a:pt x="1098" y="50"/>
                  </a:lnTo>
                  <a:lnTo>
                    <a:pt x="1102" y="50"/>
                  </a:lnTo>
                  <a:lnTo>
                    <a:pt x="1105" y="46"/>
                  </a:lnTo>
                  <a:lnTo>
                    <a:pt x="1109" y="46"/>
                  </a:lnTo>
                  <a:lnTo>
                    <a:pt x="1113" y="43"/>
                  </a:lnTo>
                  <a:lnTo>
                    <a:pt x="1116" y="43"/>
                  </a:lnTo>
                  <a:lnTo>
                    <a:pt x="1120" y="39"/>
                  </a:lnTo>
                  <a:lnTo>
                    <a:pt x="1123" y="39"/>
                  </a:lnTo>
                  <a:lnTo>
                    <a:pt x="1127" y="36"/>
                  </a:lnTo>
                  <a:lnTo>
                    <a:pt x="1131" y="36"/>
                  </a:lnTo>
                  <a:lnTo>
                    <a:pt x="1134" y="32"/>
                  </a:lnTo>
                  <a:lnTo>
                    <a:pt x="1134" y="32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7" name="Freeform 85"/>
            <p:cNvSpPr>
              <a:spLocks/>
            </p:cNvSpPr>
            <p:nvPr/>
          </p:nvSpPr>
          <p:spPr bwMode="auto">
            <a:xfrm>
              <a:off x="749" y="1048"/>
              <a:ext cx="975" cy="2462"/>
            </a:xfrm>
            <a:custGeom>
              <a:avLst/>
              <a:gdLst/>
              <a:ahLst/>
              <a:cxnLst>
                <a:cxn ang="0">
                  <a:pos x="14" y="1994"/>
                </a:cxn>
                <a:cxn ang="0">
                  <a:pos x="32" y="1962"/>
                </a:cxn>
                <a:cxn ang="0">
                  <a:pos x="57" y="1929"/>
                </a:cxn>
                <a:cxn ang="0">
                  <a:pos x="90" y="1933"/>
                </a:cxn>
                <a:cxn ang="0">
                  <a:pos x="111" y="1965"/>
                </a:cxn>
                <a:cxn ang="0">
                  <a:pos x="129" y="1998"/>
                </a:cxn>
                <a:cxn ang="0">
                  <a:pos x="140" y="2030"/>
                </a:cxn>
                <a:cxn ang="0">
                  <a:pos x="155" y="2063"/>
                </a:cxn>
                <a:cxn ang="0">
                  <a:pos x="169" y="2095"/>
                </a:cxn>
                <a:cxn ang="0">
                  <a:pos x="191" y="2127"/>
                </a:cxn>
                <a:cxn ang="0">
                  <a:pos x="223" y="2135"/>
                </a:cxn>
                <a:cxn ang="0">
                  <a:pos x="248" y="2106"/>
                </a:cxn>
                <a:cxn ang="0">
                  <a:pos x="259" y="2073"/>
                </a:cxn>
                <a:cxn ang="0">
                  <a:pos x="273" y="2041"/>
                </a:cxn>
                <a:cxn ang="0">
                  <a:pos x="284" y="2005"/>
                </a:cxn>
                <a:cxn ang="0">
                  <a:pos x="299" y="1969"/>
                </a:cxn>
                <a:cxn ang="0">
                  <a:pos x="313" y="1933"/>
                </a:cxn>
                <a:cxn ang="0">
                  <a:pos x="327" y="1901"/>
                </a:cxn>
                <a:cxn ang="0">
                  <a:pos x="356" y="1883"/>
                </a:cxn>
                <a:cxn ang="0">
                  <a:pos x="381" y="1911"/>
                </a:cxn>
                <a:cxn ang="0">
                  <a:pos x="396" y="1944"/>
                </a:cxn>
                <a:cxn ang="0">
                  <a:pos x="407" y="1983"/>
                </a:cxn>
                <a:cxn ang="0">
                  <a:pos x="421" y="2030"/>
                </a:cxn>
                <a:cxn ang="0">
                  <a:pos x="432" y="2073"/>
                </a:cxn>
                <a:cxn ang="0">
                  <a:pos x="446" y="2120"/>
                </a:cxn>
                <a:cxn ang="0">
                  <a:pos x="457" y="2156"/>
                </a:cxn>
                <a:cxn ang="0">
                  <a:pos x="471" y="2189"/>
                </a:cxn>
                <a:cxn ang="0">
                  <a:pos x="500" y="2203"/>
                </a:cxn>
                <a:cxn ang="0">
                  <a:pos x="518" y="2171"/>
                </a:cxn>
                <a:cxn ang="0">
                  <a:pos x="533" y="2131"/>
                </a:cxn>
                <a:cxn ang="0">
                  <a:pos x="543" y="2081"/>
                </a:cxn>
                <a:cxn ang="0">
                  <a:pos x="558" y="2023"/>
                </a:cxn>
                <a:cxn ang="0">
                  <a:pos x="569" y="1962"/>
                </a:cxn>
                <a:cxn ang="0">
                  <a:pos x="583" y="1901"/>
                </a:cxn>
                <a:cxn ang="0">
                  <a:pos x="594" y="1847"/>
                </a:cxn>
                <a:cxn ang="0">
                  <a:pos x="608" y="1803"/>
                </a:cxn>
                <a:cxn ang="0">
                  <a:pos x="623" y="1771"/>
                </a:cxn>
                <a:cxn ang="0">
                  <a:pos x="651" y="1785"/>
                </a:cxn>
                <a:cxn ang="0">
                  <a:pos x="662" y="1829"/>
                </a:cxn>
                <a:cxn ang="0">
                  <a:pos x="677" y="1886"/>
                </a:cxn>
                <a:cxn ang="0">
                  <a:pos x="687" y="1965"/>
                </a:cxn>
                <a:cxn ang="0">
                  <a:pos x="702" y="2055"/>
                </a:cxn>
                <a:cxn ang="0">
                  <a:pos x="713" y="2149"/>
                </a:cxn>
                <a:cxn ang="0">
                  <a:pos x="727" y="2243"/>
                </a:cxn>
                <a:cxn ang="0">
                  <a:pos x="738" y="2329"/>
                </a:cxn>
                <a:cxn ang="0">
                  <a:pos x="752" y="2401"/>
                </a:cxn>
                <a:cxn ang="0">
                  <a:pos x="763" y="2448"/>
                </a:cxn>
                <a:cxn ang="0">
                  <a:pos x="788" y="2448"/>
                </a:cxn>
                <a:cxn ang="0">
                  <a:pos x="799" y="2397"/>
                </a:cxn>
                <a:cxn ang="0">
                  <a:pos x="813" y="2304"/>
                </a:cxn>
                <a:cxn ang="0">
                  <a:pos x="824" y="2171"/>
                </a:cxn>
                <a:cxn ang="0">
                  <a:pos x="839" y="2005"/>
                </a:cxn>
                <a:cxn ang="0">
                  <a:pos x="849" y="1803"/>
                </a:cxn>
                <a:cxn ang="0">
                  <a:pos x="864" y="1577"/>
                </a:cxn>
                <a:cxn ang="0">
                  <a:pos x="875" y="1335"/>
                </a:cxn>
                <a:cxn ang="0">
                  <a:pos x="889" y="1087"/>
                </a:cxn>
                <a:cxn ang="0">
                  <a:pos x="900" y="842"/>
                </a:cxn>
                <a:cxn ang="0">
                  <a:pos x="914" y="612"/>
                </a:cxn>
                <a:cxn ang="0">
                  <a:pos x="925" y="407"/>
                </a:cxn>
                <a:cxn ang="0">
                  <a:pos x="939" y="234"/>
                </a:cxn>
                <a:cxn ang="0">
                  <a:pos x="950" y="108"/>
                </a:cxn>
                <a:cxn ang="0">
                  <a:pos x="965" y="29"/>
                </a:cxn>
              </a:cxnLst>
              <a:rect l="0" t="0" r="r" b="b"/>
              <a:pathLst>
                <a:path w="975" h="2462">
                  <a:moveTo>
                    <a:pt x="0" y="2023"/>
                  </a:moveTo>
                  <a:lnTo>
                    <a:pt x="3" y="2019"/>
                  </a:lnTo>
                  <a:lnTo>
                    <a:pt x="3" y="2016"/>
                  </a:lnTo>
                  <a:lnTo>
                    <a:pt x="7" y="2012"/>
                  </a:lnTo>
                  <a:lnTo>
                    <a:pt x="7" y="2009"/>
                  </a:lnTo>
                  <a:lnTo>
                    <a:pt x="11" y="2005"/>
                  </a:lnTo>
                  <a:lnTo>
                    <a:pt x="11" y="2001"/>
                  </a:lnTo>
                  <a:lnTo>
                    <a:pt x="11" y="1998"/>
                  </a:lnTo>
                  <a:lnTo>
                    <a:pt x="14" y="1994"/>
                  </a:lnTo>
                  <a:lnTo>
                    <a:pt x="18" y="1991"/>
                  </a:lnTo>
                  <a:lnTo>
                    <a:pt x="18" y="1987"/>
                  </a:lnTo>
                  <a:lnTo>
                    <a:pt x="18" y="1983"/>
                  </a:lnTo>
                  <a:lnTo>
                    <a:pt x="21" y="1980"/>
                  </a:lnTo>
                  <a:lnTo>
                    <a:pt x="25" y="1976"/>
                  </a:lnTo>
                  <a:lnTo>
                    <a:pt x="25" y="1973"/>
                  </a:lnTo>
                  <a:lnTo>
                    <a:pt x="29" y="1969"/>
                  </a:lnTo>
                  <a:lnTo>
                    <a:pt x="29" y="1965"/>
                  </a:lnTo>
                  <a:lnTo>
                    <a:pt x="32" y="1962"/>
                  </a:lnTo>
                  <a:lnTo>
                    <a:pt x="36" y="1958"/>
                  </a:lnTo>
                  <a:lnTo>
                    <a:pt x="36" y="1955"/>
                  </a:lnTo>
                  <a:lnTo>
                    <a:pt x="39" y="1951"/>
                  </a:lnTo>
                  <a:lnTo>
                    <a:pt x="43" y="1947"/>
                  </a:lnTo>
                  <a:lnTo>
                    <a:pt x="43" y="1944"/>
                  </a:lnTo>
                  <a:lnTo>
                    <a:pt x="47" y="1940"/>
                  </a:lnTo>
                  <a:lnTo>
                    <a:pt x="50" y="1937"/>
                  </a:lnTo>
                  <a:lnTo>
                    <a:pt x="54" y="1933"/>
                  </a:lnTo>
                  <a:lnTo>
                    <a:pt x="57" y="1929"/>
                  </a:lnTo>
                  <a:lnTo>
                    <a:pt x="61" y="1926"/>
                  </a:lnTo>
                  <a:lnTo>
                    <a:pt x="65" y="1926"/>
                  </a:lnTo>
                  <a:lnTo>
                    <a:pt x="68" y="1926"/>
                  </a:lnTo>
                  <a:lnTo>
                    <a:pt x="72" y="1926"/>
                  </a:lnTo>
                  <a:lnTo>
                    <a:pt x="75" y="1926"/>
                  </a:lnTo>
                  <a:lnTo>
                    <a:pt x="79" y="1926"/>
                  </a:lnTo>
                  <a:lnTo>
                    <a:pt x="83" y="1929"/>
                  </a:lnTo>
                  <a:lnTo>
                    <a:pt x="86" y="1929"/>
                  </a:lnTo>
                  <a:lnTo>
                    <a:pt x="90" y="1933"/>
                  </a:lnTo>
                  <a:lnTo>
                    <a:pt x="93" y="1937"/>
                  </a:lnTo>
                  <a:lnTo>
                    <a:pt x="97" y="1940"/>
                  </a:lnTo>
                  <a:lnTo>
                    <a:pt x="101" y="1944"/>
                  </a:lnTo>
                  <a:lnTo>
                    <a:pt x="104" y="1947"/>
                  </a:lnTo>
                  <a:lnTo>
                    <a:pt x="104" y="1951"/>
                  </a:lnTo>
                  <a:lnTo>
                    <a:pt x="108" y="1955"/>
                  </a:lnTo>
                  <a:lnTo>
                    <a:pt x="108" y="1958"/>
                  </a:lnTo>
                  <a:lnTo>
                    <a:pt x="111" y="1962"/>
                  </a:lnTo>
                  <a:lnTo>
                    <a:pt x="111" y="1965"/>
                  </a:lnTo>
                  <a:lnTo>
                    <a:pt x="115" y="1969"/>
                  </a:lnTo>
                  <a:lnTo>
                    <a:pt x="119" y="1973"/>
                  </a:lnTo>
                  <a:lnTo>
                    <a:pt x="119" y="1976"/>
                  </a:lnTo>
                  <a:lnTo>
                    <a:pt x="119" y="1980"/>
                  </a:lnTo>
                  <a:lnTo>
                    <a:pt x="122" y="1983"/>
                  </a:lnTo>
                  <a:lnTo>
                    <a:pt x="122" y="1987"/>
                  </a:lnTo>
                  <a:lnTo>
                    <a:pt x="126" y="1991"/>
                  </a:lnTo>
                  <a:lnTo>
                    <a:pt x="126" y="1994"/>
                  </a:lnTo>
                  <a:lnTo>
                    <a:pt x="129" y="1998"/>
                  </a:lnTo>
                  <a:lnTo>
                    <a:pt x="129" y="2001"/>
                  </a:lnTo>
                  <a:lnTo>
                    <a:pt x="129" y="2005"/>
                  </a:lnTo>
                  <a:lnTo>
                    <a:pt x="133" y="2009"/>
                  </a:lnTo>
                  <a:lnTo>
                    <a:pt x="137" y="2012"/>
                  </a:lnTo>
                  <a:lnTo>
                    <a:pt x="137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0" y="2030"/>
                  </a:lnTo>
                  <a:lnTo>
                    <a:pt x="144" y="2034"/>
                  </a:lnTo>
                  <a:lnTo>
                    <a:pt x="144" y="2037"/>
                  </a:lnTo>
                  <a:lnTo>
                    <a:pt x="147" y="2041"/>
                  </a:lnTo>
                  <a:lnTo>
                    <a:pt x="147" y="2045"/>
                  </a:lnTo>
                  <a:lnTo>
                    <a:pt x="147" y="2048"/>
                  </a:lnTo>
                  <a:lnTo>
                    <a:pt x="151" y="2052"/>
                  </a:lnTo>
                  <a:lnTo>
                    <a:pt x="151" y="2055"/>
                  </a:lnTo>
                  <a:lnTo>
                    <a:pt x="155" y="2059"/>
                  </a:lnTo>
                  <a:lnTo>
                    <a:pt x="155" y="2063"/>
                  </a:lnTo>
                  <a:lnTo>
                    <a:pt x="158" y="2066"/>
                  </a:lnTo>
                  <a:lnTo>
                    <a:pt x="158" y="2070"/>
                  </a:lnTo>
                  <a:lnTo>
                    <a:pt x="162" y="2073"/>
                  </a:lnTo>
                  <a:lnTo>
                    <a:pt x="162" y="2077"/>
                  </a:lnTo>
                  <a:lnTo>
                    <a:pt x="162" y="2081"/>
                  </a:lnTo>
                  <a:lnTo>
                    <a:pt x="165" y="2084"/>
                  </a:lnTo>
                  <a:lnTo>
                    <a:pt x="165" y="2088"/>
                  </a:lnTo>
                  <a:lnTo>
                    <a:pt x="169" y="2091"/>
                  </a:lnTo>
                  <a:lnTo>
                    <a:pt x="169" y="2095"/>
                  </a:lnTo>
                  <a:lnTo>
                    <a:pt x="173" y="2099"/>
                  </a:lnTo>
                  <a:lnTo>
                    <a:pt x="173" y="2102"/>
                  </a:lnTo>
                  <a:lnTo>
                    <a:pt x="176" y="2106"/>
                  </a:lnTo>
                  <a:lnTo>
                    <a:pt x="180" y="2109"/>
                  </a:lnTo>
                  <a:lnTo>
                    <a:pt x="180" y="2113"/>
                  </a:lnTo>
                  <a:lnTo>
                    <a:pt x="183" y="2117"/>
                  </a:lnTo>
                  <a:lnTo>
                    <a:pt x="183" y="2120"/>
                  </a:lnTo>
                  <a:lnTo>
                    <a:pt x="187" y="2124"/>
                  </a:lnTo>
                  <a:lnTo>
                    <a:pt x="191" y="2127"/>
                  </a:lnTo>
                  <a:lnTo>
                    <a:pt x="194" y="2131"/>
                  </a:lnTo>
                  <a:lnTo>
                    <a:pt x="198" y="2135"/>
                  </a:lnTo>
                  <a:lnTo>
                    <a:pt x="201" y="2138"/>
                  </a:lnTo>
                  <a:lnTo>
                    <a:pt x="205" y="2142"/>
                  </a:lnTo>
                  <a:lnTo>
                    <a:pt x="209" y="2142"/>
                  </a:lnTo>
                  <a:lnTo>
                    <a:pt x="212" y="2142"/>
                  </a:lnTo>
                  <a:lnTo>
                    <a:pt x="216" y="2142"/>
                  </a:lnTo>
                  <a:lnTo>
                    <a:pt x="219" y="2138"/>
                  </a:lnTo>
                  <a:lnTo>
                    <a:pt x="223" y="2135"/>
                  </a:lnTo>
                  <a:lnTo>
                    <a:pt x="227" y="2131"/>
                  </a:lnTo>
                  <a:lnTo>
                    <a:pt x="230" y="2131"/>
                  </a:lnTo>
                  <a:lnTo>
                    <a:pt x="234" y="2127"/>
                  </a:lnTo>
                  <a:lnTo>
                    <a:pt x="237" y="2124"/>
                  </a:lnTo>
                  <a:lnTo>
                    <a:pt x="237" y="2120"/>
                  </a:lnTo>
                  <a:lnTo>
                    <a:pt x="241" y="2117"/>
                  </a:lnTo>
                  <a:lnTo>
                    <a:pt x="241" y="2113"/>
                  </a:lnTo>
                  <a:lnTo>
                    <a:pt x="245" y="2109"/>
                  </a:lnTo>
                  <a:lnTo>
                    <a:pt x="248" y="2106"/>
                  </a:lnTo>
                  <a:lnTo>
                    <a:pt x="248" y="2102"/>
                  </a:lnTo>
                  <a:lnTo>
                    <a:pt x="248" y="2099"/>
                  </a:lnTo>
                  <a:lnTo>
                    <a:pt x="252" y="2095"/>
                  </a:lnTo>
                  <a:lnTo>
                    <a:pt x="252" y="2091"/>
                  </a:lnTo>
                  <a:lnTo>
                    <a:pt x="255" y="2088"/>
                  </a:lnTo>
                  <a:lnTo>
                    <a:pt x="255" y="2084"/>
                  </a:lnTo>
                  <a:lnTo>
                    <a:pt x="259" y="2081"/>
                  </a:lnTo>
                  <a:lnTo>
                    <a:pt x="259" y="2077"/>
                  </a:lnTo>
                  <a:lnTo>
                    <a:pt x="259" y="2073"/>
                  </a:lnTo>
                  <a:lnTo>
                    <a:pt x="263" y="2070"/>
                  </a:lnTo>
                  <a:lnTo>
                    <a:pt x="263" y="2066"/>
                  </a:lnTo>
                  <a:lnTo>
                    <a:pt x="266" y="2063"/>
                  </a:lnTo>
                  <a:lnTo>
                    <a:pt x="266" y="2059"/>
                  </a:lnTo>
                  <a:lnTo>
                    <a:pt x="266" y="2055"/>
                  </a:lnTo>
                  <a:lnTo>
                    <a:pt x="270" y="2052"/>
                  </a:lnTo>
                  <a:lnTo>
                    <a:pt x="270" y="2048"/>
                  </a:lnTo>
                  <a:lnTo>
                    <a:pt x="273" y="2045"/>
                  </a:lnTo>
                  <a:lnTo>
                    <a:pt x="273" y="2041"/>
                  </a:lnTo>
                  <a:lnTo>
                    <a:pt x="273" y="2037"/>
                  </a:lnTo>
                  <a:lnTo>
                    <a:pt x="277" y="2030"/>
                  </a:lnTo>
                  <a:lnTo>
                    <a:pt x="277" y="2027"/>
                  </a:lnTo>
                  <a:lnTo>
                    <a:pt x="277" y="2023"/>
                  </a:lnTo>
                  <a:lnTo>
                    <a:pt x="281" y="2019"/>
                  </a:lnTo>
                  <a:lnTo>
                    <a:pt x="281" y="2016"/>
                  </a:lnTo>
                  <a:lnTo>
                    <a:pt x="284" y="2012"/>
                  </a:lnTo>
                  <a:lnTo>
                    <a:pt x="284" y="2009"/>
                  </a:lnTo>
                  <a:lnTo>
                    <a:pt x="284" y="2005"/>
                  </a:lnTo>
                  <a:lnTo>
                    <a:pt x="288" y="1998"/>
                  </a:lnTo>
                  <a:lnTo>
                    <a:pt x="288" y="1994"/>
                  </a:lnTo>
                  <a:lnTo>
                    <a:pt x="291" y="1991"/>
                  </a:lnTo>
                  <a:lnTo>
                    <a:pt x="291" y="1987"/>
                  </a:lnTo>
                  <a:lnTo>
                    <a:pt x="291" y="1983"/>
                  </a:lnTo>
                  <a:lnTo>
                    <a:pt x="295" y="1980"/>
                  </a:lnTo>
                  <a:lnTo>
                    <a:pt x="295" y="1976"/>
                  </a:lnTo>
                  <a:lnTo>
                    <a:pt x="295" y="1973"/>
                  </a:lnTo>
                  <a:lnTo>
                    <a:pt x="299" y="1969"/>
                  </a:lnTo>
                  <a:lnTo>
                    <a:pt x="299" y="1965"/>
                  </a:lnTo>
                  <a:lnTo>
                    <a:pt x="302" y="1958"/>
                  </a:lnTo>
                  <a:lnTo>
                    <a:pt x="302" y="1955"/>
                  </a:lnTo>
                  <a:lnTo>
                    <a:pt x="302" y="1951"/>
                  </a:lnTo>
                  <a:lnTo>
                    <a:pt x="306" y="1947"/>
                  </a:lnTo>
                  <a:lnTo>
                    <a:pt x="306" y="1944"/>
                  </a:lnTo>
                  <a:lnTo>
                    <a:pt x="309" y="1940"/>
                  </a:lnTo>
                  <a:lnTo>
                    <a:pt x="309" y="1937"/>
                  </a:lnTo>
                  <a:lnTo>
                    <a:pt x="313" y="1933"/>
                  </a:lnTo>
                  <a:lnTo>
                    <a:pt x="313" y="1929"/>
                  </a:lnTo>
                  <a:lnTo>
                    <a:pt x="317" y="1926"/>
                  </a:lnTo>
                  <a:lnTo>
                    <a:pt x="317" y="1922"/>
                  </a:lnTo>
                  <a:lnTo>
                    <a:pt x="317" y="1919"/>
                  </a:lnTo>
                  <a:lnTo>
                    <a:pt x="320" y="1915"/>
                  </a:lnTo>
                  <a:lnTo>
                    <a:pt x="320" y="1911"/>
                  </a:lnTo>
                  <a:lnTo>
                    <a:pt x="324" y="1908"/>
                  </a:lnTo>
                  <a:lnTo>
                    <a:pt x="327" y="1904"/>
                  </a:lnTo>
                  <a:lnTo>
                    <a:pt x="327" y="1901"/>
                  </a:lnTo>
                  <a:lnTo>
                    <a:pt x="331" y="1897"/>
                  </a:lnTo>
                  <a:lnTo>
                    <a:pt x="335" y="1893"/>
                  </a:lnTo>
                  <a:lnTo>
                    <a:pt x="335" y="1890"/>
                  </a:lnTo>
                  <a:lnTo>
                    <a:pt x="338" y="1886"/>
                  </a:lnTo>
                  <a:lnTo>
                    <a:pt x="342" y="1883"/>
                  </a:lnTo>
                  <a:lnTo>
                    <a:pt x="345" y="1883"/>
                  </a:lnTo>
                  <a:lnTo>
                    <a:pt x="349" y="1879"/>
                  </a:lnTo>
                  <a:lnTo>
                    <a:pt x="353" y="1879"/>
                  </a:lnTo>
                  <a:lnTo>
                    <a:pt x="356" y="1883"/>
                  </a:lnTo>
                  <a:lnTo>
                    <a:pt x="360" y="1883"/>
                  </a:lnTo>
                  <a:lnTo>
                    <a:pt x="363" y="1886"/>
                  </a:lnTo>
                  <a:lnTo>
                    <a:pt x="367" y="1890"/>
                  </a:lnTo>
                  <a:lnTo>
                    <a:pt x="371" y="1893"/>
                  </a:lnTo>
                  <a:lnTo>
                    <a:pt x="374" y="1897"/>
                  </a:lnTo>
                  <a:lnTo>
                    <a:pt x="374" y="1901"/>
                  </a:lnTo>
                  <a:lnTo>
                    <a:pt x="378" y="1904"/>
                  </a:lnTo>
                  <a:lnTo>
                    <a:pt x="378" y="1908"/>
                  </a:lnTo>
                  <a:lnTo>
                    <a:pt x="381" y="1911"/>
                  </a:lnTo>
                  <a:lnTo>
                    <a:pt x="381" y="1915"/>
                  </a:lnTo>
                  <a:lnTo>
                    <a:pt x="385" y="1919"/>
                  </a:lnTo>
                  <a:lnTo>
                    <a:pt x="385" y="1922"/>
                  </a:lnTo>
                  <a:lnTo>
                    <a:pt x="389" y="1926"/>
                  </a:lnTo>
                  <a:lnTo>
                    <a:pt x="389" y="1929"/>
                  </a:lnTo>
                  <a:lnTo>
                    <a:pt x="389" y="1933"/>
                  </a:lnTo>
                  <a:lnTo>
                    <a:pt x="392" y="1937"/>
                  </a:lnTo>
                  <a:lnTo>
                    <a:pt x="392" y="1940"/>
                  </a:lnTo>
                  <a:lnTo>
                    <a:pt x="396" y="1944"/>
                  </a:lnTo>
                  <a:lnTo>
                    <a:pt x="396" y="1951"/>
                  </a:lnTo>
                  <a:lnTo>
                    <a:pt x="396" y="1955"/>
                  </a:lnTo>
                  <a:lnTo>
                    <a:pt x="399" y="1958"/>
                  </a:lnTo>
                  <a:lnTo>
                    <a:pt x="399" y="1962"/>
                  </a:lnTo>
                  <a:lnTo>
                    <a:pt x="403" y="1965"/>
                  </a:lnTo>
                  <a:lnTo>
                    <a:pt x="403" y="1973"/>
                  </a:lnTo>
                  <a:lnTo>
                    <a:pt x="403" y="1976"/>
                  </a:lnTo>
                  <a:lnTo>
                    <a:pt x="407" y="1980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4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2"/>
                  </a:lnTo>
                  <a:lnTo>
                    <a:pt x="417" y="2019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4"/>
                  </a:lnTo>
                  <a:lnTo>
                    <a:pt x="421" y="2037"/>
                  </a:lnTo>
                  <a:lnTo>
                    <a:pt x="425" y="2045"/>
                  </a:lnTo>
                  <a:lnTo>
                    <a:pt x="425" y="2048"/>
                  </a:lnTo>
                  <a:lnTo>
                    <a:pt x="425" y="2055"/>
                  </a:lnTo>
                  <a:lnTo>
                    <a:pt x="428" y="2059"/>
                  </a:lnTo>
                  <a:lnTo>
                    <a:pt x="428" y="2066"/>
                  </a:lnTo>
                  <a:lnTo>
                    <a:pt x="432" y="2070"/>
                  </a:lnTo>
                  <a:lnTo>
                    <a:pt x="432" y="2073"/>
                  </a:lnTo>
                  <a:lnTo>
                    <a:pt x="432" y="2081"/>
                  </a:lnTo>
                  <a:lnTo>
                    <a:pt x="435" y="2084"/>
                  </a:lnTo>
                  <a:lnTo>
                    <a:pt x="435" y="2091"/>
                  </a:lnTo>
                  <a:lnTo>
                    <a:pt x="439" y="2095"/>
                  </a:lnTo>
                  <a:lnTo>
                    <a:pt x="439" y="2099"/>
                  </a:lnTo>
                  <a:lnTo>
                    <a:pt x="439" y="2106"/>
                  </a:lnTo>
                  <a:lnTo>
                    <a:pt x="443" y="2109"/>
                  </a:lnTo>
                  <a:lnTo>
                    <a:pt x="443" y="2113"/>
                  </a:lnTo>
                  <a:lnTo>
                    <a:pt x="446" y="2120"/>
                  </a:lnTo>
                  <a:lnTo>
                    <a:pt x="446" y="2124"/>
                  </a:lnTo>
                  <a:lnTo>
                    <a:pt x="446" y="2127"/>
                  </a:lnTo>
                  <a:lnTo>
                    <a:pt x="450" y="2131"/>
                  </a:lnTo>
                  <a:lnTo>
                    <a:pt x="450" y="2138"/>
                  </a:lnTo>
                  <a:lnTo>
                    <a:pt x="450" y="2142"/>
                  </a:lnTo>
                  <a:lnTo>
                    <a:pt x="453" y="2145"/>
                  </a:lnTo>
                  <a:lnTo>
                    <a:pt x="453" y="2149"/>
                  </a:lnTo>
                  <a:lnTo>
                    <a:pt x="457" y="2153"/>
                  </a:lnTo>
                  <a:lnTo>
                    <a:pt x="457" y="2156"/>
                  </a:lnTo>
                  <a:lnTo>
                    <a:pt x="457" y="2160"/>
                  </a:lnTo>
                  <a:lnTo>
                    <a:pt x="461" y="2163"/>
                  </a:lnTo>
                  <a:lnTo>
                    <a:pt x="461" y="2167"/>
                  </a:lnTo>
                  <a:lnTo>
                    <a:pt x="464" y="2171"/>
                  </a:lnTo>
                  <a:lnTo>
                    <a:pt x="464" y="2174"/>
                  </a:lnTo>
                  <a:lnTo>
                    <a:pt x="464" y="2178"/>
                  </a:lnTo>
                  <a:lnTo>
                    <a:pt x="468" y="2181"/>
                  </a:lnTo>
                  <a:lnTo>
                    <a:pt x="468" y="2185"/>
                  </a:lnTo>
                  <a:lnTo>
                    <a:pt x="471" y="2189"/>
                  </a:lnTo>
                  <a:lnTo>
                    <a:pt x="475" y="2192"/>
                  </a:lnTo>
                  <a:lnTo>
                    <a:pt x="475" y="2196"/>
                  </a:lnTo>
                  <a:lnTo>
                    <a:pt x="479" y="2199"/>
                  </a:lnTo>
                  <a:lnTo>
                    <a:pt x="482" y="2203"/>
                  </a:lnTo>
                  <a:lnTo>
                    <a:pt x="486" y="2207"/>
                  </a:lnTo>
                  <a:lnTo>
                    <a:pt x="489" y="2210"/>
                  </a:lnTo>
                  <a:lnTo>
                    <a:pt x="493" y="2207"/>
                  </a:lnTo>
                  <a:lnTo>
                    <a:pt x="497" y="2207"/>
                  </a:lnTo>
                  <a:lnTo>
                    <a:pt x="500" y="2203"/>
                  </a:lnTo>
                  <a:lnTo>
                    <a:pt x="504" y="2199"/>
                  </a:lnTo>
                  <a:lnTo>
                    <a:pt x="507" y="2196"/>
                  </a:lnTo>
                  <a:lnTo>
                    <a:pt x="511" y="2192"/>
                  </a:lnTo>
                  <a:lnTo>
                    <a:pt x="511" y="2189"/>
                  </a:lnTo>
                  <a:lnTo>
                    <a:pt x="515" y="2185"/>
                  </a:lnTo>
                  <a:lnTo>
                    <a:pt x="515" y="2181"/>
                  </a:lnTo>
                  <a:lnTo>
                    <a:pt x="518" y="2178"/>
                  </a:lnTo>
                  <a:lnTo>
                    <a:pt x="518" y="2174"/>
                  </a:lnTo>
                  <a:lnTo>
                    <a:pt x="518" y="2171"/>
                  </a:lnTo>
                  <a:lnTo>
                    <a:pt x="522" y="2167"/>
                  </a:lnTo>
                  <a:lnTo>
                    <a:pt x="522" y="2163"/>
                  </a:lnTo>
                  <a:lnTo>
                    <a:pt x="525" y="2160"/>
                  </a:lnTo>
                  <a:lnTo>
                    <a:pt x="525" y="2156"/>
                  </a:lnTo>
                  <a:lnTo>
                    <a:pt x="525" y="2153"/>
                  </a:lnTo>
                  <a:lnTo>
                    <a:pt x="529" y="2145"/>
                  </a:lnTo>
                  <a:lnTo>
                    <a:pt x="529" y="2142"/>
                  </a:lnTo>
                  <a:lnTo>
                    <a:pt x="533" y="2138"/>
                  </a:lnTo>
                  <a:lnTo>
                    <a:pt x="533" y="2131"/>
                  </a:lnTo>
                  <a:lnTo>
                    <a:pt x="533" y="2127"/>
                  </a:lnTo>
                  <a:lnTo>
                    <a:pt x="536" y="2124"/>
                  </a:lnTo>
                  <a:lnTo>
                    <a:pt x="536" y="2117"/>
                  </a:lnTo>
                  <a:lnTo>
                    <a:pt x="536" y="2113"/>
                  </a:lnTo>
                  <a:lnTo>
                    <a:pt x="540" y="2106"/>
                  </a:lnTo>
                  <a:lnTo>
                    <a:pt x="540" y="2099"/>
                  </a:lnTo>
                  <a:lnTo>
                    <a:pt x="543" y="2095"/>
                  </a:lnTo>
                  <a:lnTo>
                    <a:pt x="543" y="2088"/>
                  </a:lnTo>
                  <a:lnTo>
                    <a:pt x="543" y="2081"/>
                  </a:lnTo>
                  <a:lnTo>
                    <a:pt x="547" y="2077"/>
                  </a:lnTo>
                  <a:lnTo>
                    <a:pt x="547" y="2070"/>
                  </a:lnTo>
                  <a:lnTo>
                    <a:pt x="551" y="2063"/>
                  </a:lnTo>
                  <a:lnTo>
                    <a:pt x="551" y="2055"/>
                  </a:lnTo>
                  <a:lnTo>
                    <a:pt x="551" y="2052"/>
                  </a:lnTo>
                  <a:lnTo>
                    <a:pt x="554" y="2045"/>
                  </a:lnTo>
                  <a:lnTo>
                    <a:pt x="554" y="2037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6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76"/>
                  </a:lnTo>
                  <a:lnTo>
                    <a:pt x="569" y="1969"/>
                  </a:lnTo>
                  <a:lnTo>
                    <a:pt x="569" y="1962"/>
                  </a:lnTo>
                  <a:lnTo>
                    <a:pt x="572" y="1955"/>
                  </a:lnTo>
                  <a:lnTo>
                    <a:pt x="572" y="1947"/>
                  </a:lnTo>
                  <a:lnTo>
                    <a:pt x="576" y="1940"/>
                  </a:lnTo>
                  <a:lnTo>
                    <a:pt x="576" y="1937"/>
                  </a:lnTo>
                  <a:lnTo>
                    <a:pt x="576" y="1929"/>
                  </a:lnTo>
                  <a:lnTo>
                    <a:pt x="579" y="1922"/>
                  </a:lnTo>
                  <a:lnTo>
                    <a:pt x="579" y="1915"/>
                  </a:lnTo>
                  <a:lnTo>
                    <a:pt x="579" y="1908"/>
                  </a:lnTo>
                  <a:lnTo>
                    <a:pt x="583" y="1901"/>
                  </a:lnTo>
                  <a:lnTo>
                    <a:pt x="583" y="1893"/>
                  </a:lnTo>
                  <a:lnTo>
                    <a:pt x="587" y="1890"/>
                  </a:lnTo>
                  <a:lnTo>
                    <a:pt x="587" y="1883"/>
                  </a:lnTo>
                  <a:lnTo>
                    <a:pt x="587" y="1875"/>
                  </a:lnTo>
                  <a:lnTo>
                    <a:pt x="590" y="1872"/>
                  </a:lnTo>
                  <a:lnTo>
                    <a:pt x="590" y="1865"/>
                  </a:lnTo>
                  <a:lnTo>
                    <a:pt x="594" y="1857"/>
                  </a:lnTo>
                  <a:lnTo>
                    <a:pt x="594" y="1854"/>
                  </a:lnTo>
                  <a:lnTo>
                    <a:pt x="594" y="1847"/>
                  </a:lnTo>
                  <a:lnTo>
                    <a:pt x="597" y="1843"/>
                  </a:lnTo>
                  <a:lnTo>
                    <a:pt x="597" y="1836"/>
                  </a:lnTo>
                  <a:lnTo>
                    <a:pt x="597" y="1832"/>
                  </a:lnTo>
                  <a:lnTo>
                    <a:pt x="601" y="1825"/>
                  </a:lnTo>
                  <a:lnTo>
                    <a:pt x="601" y="1821"/>
                  </a:lnTo>
                  <a:lnTo>
                    <a:pt x="605" y="1818"/>
                  </a:lnTo>
                  <a:lnTo>
                    <a:pt x="605" y="1811"/>
                  </a:lnTo>
                  <a:lnTo>
                    <a:pt x="605" y="1807"/>
                  </a:lnTo>
                  <a:lnTo>
                    <a:pt x="608" y="1803"/>
                  </a:lnTo>
                  <a:lnTo>
                    <a:pt x="608" y="1800"/>
                  </a:lnTo>
                  <a:lnTo>
                    <a:pt x="612" y="1796"/>
                  </a:lnTo>
                  <a:lnTo>
                    <a:pt x="612" y="1793"/>
                  </a:lnTo>
                  <a:lnTo>
                    <a:pt x="612" y="1789"/>
                  </a:lnTo>
                  <a:lnTo>
                    <a:pt x="615" y="1785"/>
                  </a:lnTo>
                  <a:lnTo>
                    <a:pt x="615" y="1782"/>
                  </a:lnTo>
                  <a:lnTo>
                    <a:pt x="619" y="1778"/>
                  </a:lnTo>
                  <a:lnTo>
                    <a:pt x="619" y="1775"/>
                  </a:lnTo>
                  <a:lnTo>
                    <a:pt x="623" y="1771"/>
                  </a:lnTo>
                  <a:lnTo>
                    <a:pt x="626" y="1767"/>
                  </a:lnTo>
                  <a:lnTo>
                    <a:pt x="630" y="1764"/>
                  </a:lnTo>
                  <a:lnTo>
                    <a:pt x="633" y="1764"/>
                  </a:lnTo>
                  <a:lnTo>
                    <a:pt x="637" y="1767"/>
                  </a:lnTo>
                  <a:lnTo>
                    <a:pt x="641" y="1771"/>
                  </a:lnTo>
                  <a:lnTo>
                    <a:pt x="644" y="1775"/>
                  </a:lnTo>
                  <a:lnTo>
                    <a:pt x="648" y="1778"/>
                  </a:lnTo>
                  <a:lnTo>
                    <a:pt x="648" y="1782"/>
                  </a:lnTo>
                  <a:lnTo>
                    <a:pt x="651" y="1785"/>
                  </a:lnTo>
                  <a:lnTo>
                    <a:pt x="651" y="1789"/>
                  </a:lnTo>
                  <a:lnTo>
                    <a:pt x="655" y="1793"/>
                  </a:lnTo>
                  <a:lnTo>
                    <a:pt x="655" y="1796"/>
                  </a:lnTo>
                  <a:lnTo>
                    <a:pt x="655" y="1803"/>
                  </a:lnTo>
                  <a:lnTo>
                    <a:pt x="659" y="1807"/>
                  </a:lnTo>
                  <a:lnTo>
                    <a:pt x="659" y="1811"/>
                  </a:lnTo>
                  <a:lnTo>
                    <a:pt x="662" y="1818"/>
                  </a:lnTo>
                  <a:lnTo>
                    <a:pt x="662" y="1821"/>
                  </a:lnTo>
                  <a:lnTo>
                    <a:pt x="662" y="1829"/>
                  </a:lnTo>
                  <a:lnTo>
                    <a:pt x="666" y="1832"/>
                  </a:lnTo>
                  <a:lnTo>
                    <a:pt x="666" y="1839"/>
                  </a:lnTo>
                  <a:lnTo>
                    <a:pt x="666" y="1847"/>
                  </a:lnTo>
                  <a:lnTo>
                    <a:pt x="669" y="1850"/>
                  </a:lnTo>
                  <a:lnTo>
                    <a:pt x="669" y="1857"/>
                  </a:lnTo>
                  <a:lnTo>
                    <a:pt x="673" y="1865"/>
                  </a:lnTo>
                  <a:lnTo>
                    <a:pt x="673" y="1872"/>
                  </a:lnTo>
                  <a:lnTo>
                    <a:pt x="673" y="1879"/>
                  </a:lnTo>
                  <a:lnTo>
                    <a:pt x="677" y="1886"/>
                  </a:lnTo>
                  <a:lnTo>
                    <a:pt x="677" y="1897"/>
                  </a:lnTo>
                  <a:lnTo>
                    <a:pt x="680" y="1904"/>
                  </a:lnTo>
                  <a:lnTo>
                    <a:pt x="680" y="1911"/>
                  </a:lnTo>
                  <a:lnTo>
                    <a:pt x="680" y="1922"/>
                  </a:lnTo>
                  <a:lnTo>
                    <a:pt x="684" y="1929"/>
                  </a:lnTo>
                  <a:lnTo>
                    <a:pt x="684" y="1937"/>
                  </a:lnTo>
                  <a:lnTo>
                    <a:pt x="684" y="1947"/>
                  </a:lnTo>
                  <a:lnTo>
                    <a:pt x="687" y="1955"/>
                  </a:lnTo>
                  <a:lnTo>
                    <a:pt x="687" y="1965"/>
                  </a:lnTo>
                  <a:lnTo>
                    <a:pt x="691" y="1976"/>
                  </a:lnTo>
                  <a:lnTo>
                    <a:pt x="691" y="1983"/>
                  </a:lnTo>
                  <a:lnTo>
                    <a:pt x="691" y="1994"/>
                  </a:lnTo>
                  <a:lnTo>
                    <a:pt x="695" y="2005"/>
                  </a:lnTo>
                  <a:lnTo>
                    <a:pt x="695" y="2012"/>
                  </a:lnTo>
                  <a:lnTo>
                    <a:pt x="698" y="2023"/>
                  </a:lnTo>
                  <a:lnTo>
                    <a:pt x="698" y="2034"/>
                  </a:lnTo>
                  <a:lnTo>
                    <a:pt x="698" y="2045"/>
                  </a:lnTo>
                  <a:lnTo>
                    <a:pt x="702" y="2055"/>
                  </a:lnTo>
                  <a:lnTo>
                    <a:pt x="702" y="2066"/>
                  </a:lnTo>
                  <a:lnTo>
                    <a:pt x="705" y="2077"/>
                  </a:lnTo>
                  <a:lnTo>
                    <a:pt x="705" y="2088"/>
                  </a:lnTo>
                  <a:lnTo>
                    <a:pt x="705" y="2095"/>
                  </a:lnTo>
                  <a:lnTo>
                    <a:pt x="709" y="2106"/>
                  </a:lnTo>
                  <a:lnTo>
                    <a:pt x="709" y="2117"/>
                  </a:lnTo>
                  <a:lnTo>
                    <a:pt x="709" y="2127"/>
                  </a:lnTo>
                  <a:lnTo>
                    <a:pt x="713" y="2138"/>
                  </a:lnTo>
                  <a:lnTo>
                    <a:pt x="713" y="2149"/>
                  </a:lnTo>
                  <a:lnTo>
                    <a:pt x="716" y="2160"/>
                  </a:lnTo>
                  <a:lnTo>
                    <a:pt x="716" y="2171"/>
                  </a:lnTo>
                  <a:lnTo>
                    <a:pt x="716" y="2181"/>
                  </a:lnTo>
                  <a:lnTo>
                    <a:pt x="720" y="2192"/>
                  </a:lnTo>
                  <a:lnTo>
                    <a:pt x="720" y="2203"/>
                  </a:lnTo>
                  <a:lnTo>
                    <a:pt x="723" y="2214"/>
                  </a:lnTo>
                  <a:lnTo>
                    <a:pt x="723" y="2225"/>
                  </a:lnTo>
                  <a:lnTo>
                    <a:pt x="723" y="2235"/>
                  </a:lnTo>
                  <a:lnTo>
                    <a:pt x="727" y="2243"/>
                  </a:lnTo>
                  <a:lnTo>
                    <a:pt x="727" y="2253"/>
                  </a:lnTo>
                  <a:lnTo>
                    <a:pt x="727" y="2264"/>
                  </a:lnTo>
                  <a:lnTo>
                    <a:pt x="731" y="2275"/>
                  </a:lnTo>
                  <a:lnTo>
                    <a:pt x="731" y="2286"/>
                  </a:lnTo>
                  <a:lnTo>
                    <a:pt x="734" y="2293"/>
                  </a:lnTo>
                  <a:lnTo>
                    <a:pt x="734" y="2304"/>
                  </a:lnTo>
                  <a:lnTo>
                    <a:pt x="734" y="2311"/>
                  </a:lnTo>
                  <a:lnTo>
                    <a:pt x="738" y="2322"/>
                  </a:lnTo>
                  <a:lnTo>
                    <a:pt x="738" y="2329"/>
                  </a:lnTo>
                  <a:lnTo>
                    <a:pt x="741" y="2340"/>
                  </a:lnTo>
                  <a:lnTo>
                    <a:pt x="741" y="2347"/>
                  </a:lnTo>
                  <a:lnTo>
                    <a:pt x="741" y="2354"/>
                  </a:lnTo>
                  <a:lnTo>
                    <a:pt x="745" y="2365"/>
                  </a:lnTo>
                  <a:lnTo>
                    <a:pt x="745" y="2372"/>
                  </a:lnTo>
                  <a:lnTo>
                    <a:pt x="749" y="2379"/>
                  </a:lnTo>
                  <a:lnTo>
                    <a:pt x="749" y="2387"/>
                  </a:lnTo>
                  <a:lnTo>
                    <a:pt x="749" y="2394"/>
                  </a:lnTo>
                  <a:lnTo>
                    <a:pt x="752" y="2401"/>
                  </a:lnTo>
                  <a:lnTo>
                    <a:pt x="752" y="2408"/>
                  </a:lnTo>
                  <a:lnTo>
                    <a:pt x="752" y="2412"/>
                  </a:lnTo>
                  <a:lnTo>
                    <a:pt x="756" y="2419"/>
                  </a:lnTo>
                  <a:lnTo>
                    <a:pt x="756" y="2423"/>
                  </a:lnTo>
                  <a:lnTo>
                    <a:pt x="759" y="2430"/>
                  </a:lnTo>
                  <a:lnTo>
                    <a:pt x="759" y="2433"/>
                  </a:lnTo>
                  <a:lnTo>
                    <a:pt x="759" y="2437"/>
                  </a:lnTo>
                  <a:lnTo>
                    <a:pt x="763" y="2444"/>
                  </a:lnTo>
                  <a:lnTo>
                    <a:pt x="763" y="2448"/>
                  </a:lnTo>
                  <a:lnTo>
                    <a:pt x="767" y="2451"/>
                  </a:lnTo>
                  <a:lnTo>
                    <a:pt x="767" y="2455"/>
                  </a:lnTo>
                  <a:lnTo>
                    <a:pt x="770" y="2459"/>
                  </a:lnTo>
                  <a:lnTo>
                    <a:pt x="774" y="2462"/>
                  </a:lnTo>
                  <a:lnTo>
                    <a:pt x="777" y="2462"/>
                  </a:lnTo>
                  <a:lnTo>
                    <a:pt x="781" y="2459"/>
                  </a:lnTo>
                  <a:lnTo>
                    <a:pt x="785" y="2455"/>
                  </a:lnTo>
                  <a:lnTo>
                    <a:pt x="785" y="2451"/>
                  </a:lnTo>
                  <a:lnTo>
                    <a:pt x="788" y="2448"/>
                  </a:lnTo>
                  <a:lnTo>
                    <a:pt x="788" y="2444"/>
                  </a:lnTo>
                  <a:lnTo>
                    <a:pt x="792" y="2441"/>
                  </a:lnTo>
                  <a:lnTo>
                    <a:pt x="792" y="2437"/>
                  </a:lnTo>
                  <a:lnTo>
                    <a:pt x="792" y="2430"/>
                  </a:lnTo>
                  <a:lnTo>
                    <a:pt x="795" y="2426"/>
                  </a:lnTo>
                  <a:lnTo>
                    <a:pt x="795" y="2419"/>
                  </a:lnTo>
                  <a:lnTo>
                    <a:pt x="795" y="2412"/>
                  </a:lnTo>
                  <a:lnTo>
                    <a:pt x="799" y="2405"/>
                  </a:lnTo>
                  <a:lnTo>
                    <a:pt x="799" y="2397"/>
                  </a:lnTo>
                  <a:lnTo>
                    <a:pt x="803" y="2387"/>
                  </a:lnTo>
                  <a:lnTo>
                    <a:pt x="803" y="2379"/>
                  </a:lnTo>
                  <a:lnTo>
                    <a:pt x="803" y="2369"/>
                  </a:lnTo>
                  <a:lnTo>
                    <a:pt x="806" y="2361"/>
                  </a:lnTo>
                  <a:lnTo>
                    <a:pt x="806" y="2351"/>
                  </a:lnTo>
                  <a:lnTo>
                    <a:pt x="810" y="2340"/>
                  </a:lnTo>
                  <a:lnTo>
                    <a:pt x="810" y="2329"/>
                  </a:lnTo>
                  <a:lnTo>
                    <a:pt x="810" y="2315"/>
                  </a:lnTo>
                  <a:lnTo>
                    <a:pt x="813" y="2304"/>
                  </a:lnTo>
                  <a:lnTo>
                    <a:pt x="813" y="2293"/>
                  </a:lnTo>
                  <a:lnTo>
                    <a:pt x="817" y="2279"/>
                  </a:lnTo>
                  <a:lnTo>
                    <a:pt x="817" y="2264"/>
                  </a:lnTo>
                  <a:lnTo>
                    <a:pt x="817" y="2250"/>
                  </a:lnTo>
                  <a:lnTo>
                    <a:pt x="821" y="2235"/>
                  </a:lnTo>
                  <a:lnTo>
                    <a:pt x="821" y="2221"/>
                  </a:lnTo>
                  <a:lnTo>
                    <a:pt x="821" y="2203"/>
                  </a:lnTo>
                  <a:lnTo>
                    <a:pt x="824" y="2189"/>
                  </a:lnTo>
                  <a:lnTo>
                    <a:pt x="824" y="2171"/>
                  </a:lnTo>
                  <a:lnTo>
                    <a:pt x="828" y="2156"/>
                  </a:lnTo>
                  <a:lnTo>
                    <a:pt x="828" y="2138"/>
                  </a:lnTo>
                  <a:lnTo>
                    <a:pt x="828" y="2120"/>
                  </a:lnTo>
                  <a:lnTo>
                    <a:pt x="831" y="2102"/>
                  </a:lnTo>
                  <a:lnTo>
                    <a:pt x="831" y="2084"/>
                  </a:lnTo>
                  <a:lnTo>
                    <a:pt x="835" y="2063"/>
                  </a:lnTo>
                  <a:lnTo>
                    <a:pt x="835" y="2045"/>
                  </a:lnTo>
                  <a:lnTo>
                    <a:pt x="835" y="2023"/>
                  </a:lnTo>
                  <a:lnTo>
                    <a:pt x="839" y="2005"/>
                  </a:lnTo>
                  <a:lnTo>
                    <a:pt x="839" y="1983"/>
                  </a:lnTo>
                  <a:lnTo>
                    <a:pt x="839" y="1962"/>
                  </a:lnTo>
                  <a:lnTo>
                    <a:pt x="842" y="1940"/>
                  </a:lnTo>
                  <a:lnTo>
                    <a:pt x="842" y="1919"/>
                  </a:lnTo>
                  <a:lnTo>
                    <a:pt x="846" y="1897"/>
                  </a:lnTo>
                  <a:lnTo>
                    <a:pt x="846" y="1872"/>
                  </a:lnTo>
                  <a:lnTo>
                    <a:pt x="846" y="1850"/>
                  </a:lnTo>
                  <a:lnTo>
                    <a:pt x="849" y="1825"/>
                  </a:lnTo>
                  <a:lnTo>
                    <a:pt x="849" y="1803"/>
                  </a:lnTo>
                  <a:lnTo>
                    <a:pt x="853" y="1778"/>
                  </a:lnTo>
                  <a:lnTo>
                    <a:pt x="853" y="1753"/>
                  </a:lnTo>
                  <a:lnTo>
                    <a:pt x="853" y="1731"/>
                  </a:lnTo>
                  <a:lnTo>
                    <a:pt x="857" y="1706"/>
                  </a:lnTo>
                  <a:lnTo>
                    <a:pt x="857" y="1681"/>
                  </a:lnTo>
                  <a:lnTo>
                    <a:pt x="860" y="1656"/>
                  </a:lnTo>
                  <a:lnTo>
                    <a:pt x="860" y="1631"/>
                  </a:lnTo>
                  <a:lnTo>
                    <a:pt x="860" y="1602"/>
                  </a:lnTo>
                  <a:lnTo>
                    <a:pt x="864" y="1577"/>
                  </a:lnTo>
                  <a:lnTo>
                    <a:pt x="864" y="1551"/>
                  </a:lnTo>
                  <a:lnTo>
                    <a:pt x="864" y="1523"/>
                  </a:lnTo>
                  <a:lnTo>
                    <a:pt x="867" y="1497"/>
                  </a:lnTo>
                  <a:lnTo>
                    <a:pt x="867" y="1472"/>
                  </a:lnTo>
                  <a:lnTo>
                    <a:pt x="871" y="1443"/>
                  </a:lnTo>
                  <a:lnTo>
                    <a:pt x="871" y="1418"/>
                  </a:lnTo>
                  <a:lnTo>
                    <a:pt x="871" y="1389"/>
                  </a:lnTo>
                  <a:lnTo>
                    <a:pt x="875" y="1361"/>
                  </a:lnTo>
                  <a:lnTo>
                    <a:pt x="875" y="1335"/>
                  </a:lnTo>
                  <a:lnTo>
                    <a:pt x="878" y="1307"/>
                  </a:lnTo>
                  <a:lnTo>
                    <a:pt x="878" y="1281"/>
                  </a:lnTo>
                  <a:lnTo>
                    <a:pt x="878" y="1253"/>
                  </a:lnTo>
                  <a:lnTo>
                    <a:pt x="882" y="1224"/>
                  </a:lnTo>
                  <a:lnTo>
                    <a:pt x="882" y="1195"/>
                  </a:lnTo>
                  <a:lnTo>
                    <a:pt x="882" y="1170"/>
                  </a:lnTo>
                  <a:lnTo>
                    <a:pt x="885" y="1141"/>
                  </a:lnTo>
                  <a:lnTo>
                    <a:pt x="885" y="1112"/>
                  </a:lnTo>
                  <a:lnTo>
                    <a:pt x="889" y="1087"/>
                  </a:lnTo>
                  <a:lnTo>
                    <a:pt x="889" y="1058"/>
                  </a:lnTo>
                  <a:lnTo>
                    <a:pt x="889" y="1029"/>
                  </a:lnTo>
                  <a:lnTo>
                    <a:pt x="893" y="1004"/>
                  </a:lnTo>
                  <a:lnTo>
                    <a:pt x="893" y="975"/>
                  </a:lnTo>
                  <a:lnTo>
                    <a:pt x="896" y="950"/>
                  </a:lnTo>
                  <a:lnTo>
                    <a:pt x="896" y="921"/>
                  </a:lnTo>
                  <a:lnTo>
                    <a:pt x="896" y="896"/>
                  </a:lnTo>
                  <a:lnTo>
                    <a:pt x="900" y="867"/>
                  </a:lnTo>
                  <a:lnTo>
                    <a:pt x="900" y="842"/>
                  </a:lnTo>
                  <a:lnTo>
                    <a:pt x="903" y="813"/>
                  </a:lnTo>
                  <a:lnTo>
                    <a:pt x="903" y="788"/>
                  </a:lnTo>
                  <a:lnTo>
                    <a:pt x="903" y="763"/>
                  </a:lnTo>
                  <a:lnTo>
                    <a:pt x="907" y="738"/>
                  </a:lnTo>
                  <a:lnTo>
                    <a:pt x="907" y="709"/>
                  </a:lnTo>
                  <a:lnTo>
                    <a:pt x="907" y="684"/>
                  </a:lnTo>
                  <a:lnTo>
                    <a:pt x="911" y="659"/>
                  </a:lnTo>
                  <a:lnTo>
                    <a:pt x="911" y="637"/>
                  </a:lnTo>
                  <a:lnTo>
                    <a:pt x="914" y="612"/>
                  </a:lnTo>
                  <a:lnTo>
                    <a:pt x="914" y="587"/>
                  </a:lnTo>
                  <a:lnTo>
                    <a:pt x="914" y="562"/>
                  </a:lnTo>
                  <a:lnTo>
                    <a:pt x="918" y="540"/>
                  </a:lnTo>
                  <a:lnTo>
                    <a:pt x="918" y="515"/>
                  </a:lnTo>
                  <a:lnTo>
                    <a:pt x="921" y="493"/>
                  </a:lnTo>
                  <a:lnTo>
                    <a:pt x="921" y="472"/>
                  </a:lnTo>
                  <a:lnTo>
                    <a:pt x="921" y="450"/>
                  </a:lnTo>
                  <a:lnTo>
                    <a:pt x="925" y="428"/>
                  </a:lnTo>
                  <a:lnTo>
                    <a:pt x="925" y="407"/>
                  </a:lnTo>
                  <a:lnTo>
                    <a:pt x="925" y="385"/>
                  </a:lnTo>
                  <a:lnTo>
                    <a:pt x="929" y="364"/>
                  </a:lnTo>
                  <a:lnTo>
                    <a:pt x="929" y="346"/>
                  </a:lnTo>
                  <a:lnTo>
                    <a:pt x="932" y="324"/>
                  </a:lnTo>
                  <a:lnTo>
                    <a:pt x="932" y="306"/>
                  </a:lnTo>
                  <a:lnTo>
                    <a:pt x="932" y="288"/>
                  </a:lnTo>
                  <a:lnTo>
                    <a:pt x="936" y="270"/>
                  </a:lnTo>
                  <a:lnTo>
                    <a:pt x="936" y="252"/>
                  </a:lnTo>
                  <a:lnTo>
                    <a:pt x="939" y="234"/>
                  </a:lnTo>
                  <a:lnTo>
                    <a:pt x="939" y="220"/>
                  </a:lnTo>
                  <a:lnTo>
                    <a:pt x="939" y="202"/>
                  </a:lnTo>
                  <a:lnTo>
                    <a:pt x="943" y="187"/>
                  </a:lnTo>
                  <a:lnTo>
                    <a:pt x="943" y="173"/>
                  </a:lnTo>
                  <a:lnTo>
                    <a:pt x="947" y="158"/>
                  </a:lnTo>
                  <a:lnTo>
                    <a:pt x="947" y="144"/>
                  </a:lnTo>
                  <a:lnTo>
                    <a:pt x="947" y="133"/>
                  </a:lnTo>
                  <a:lnTo>
                    <a:pt x="950" y="119"/>
                  </a:lnTo>
                  <a:lnTo>
                    <a:pt x="950" y="108"/>
                  </a:lnTo>
                  <a:lnTo>
                    <a:pt x="950" y="97"/>
                  </a:lnTo>
                  <a:lnTo>
                    <a:pt x="954" y="86"/>
                  </a:lnTo>
                  <a:lnTo>
                    <a:pt x="954" y="76"/>
                  </a:lnTo>
                  <a:lnTo>
                    <a:pt x="957" y="65"/>
                  </a:lnTo>
                  <a:lnTo>
                    <a:pt x="957" y="58"/>
                  </a:lnTo>
                  <a:lnTo>
                    <a:pt x="957" y="50"/>
                  </a:lnTo>
                  <a:lnTo>
                    <a:pt x="961" y="40"/>
                  </a:lnTo>
                  <a:lnTo>
                    <a:pt x="961" y="36"/>
                  </a:lnTo>
                  <a:lnTo>
                    <a:pt x="965" y="29"/>
                  </a:lnTo>
                  <a:lnTo>
                    <a:pt x="965" y="22"/>
                  </a:lnTo>
                  <a:lnTo>
                    <a:pt x="965" y="18"/>
                  </a:lnTo>
                  <a:lnTo>
                    <a:pt x="968" y="14"/>
                  </a:lnTo>
                  <a:lnTo>
                    <a:pt x="968" y="11"/>
                  </a:lnTo>
                  <a:lnTo>
                    <a:pt x="968" y="7"/>
                  </a:lnTo>
                  <a:lnTo>
                    <a:pt x="972" y="4"/>
                  </a:lnTo>
                  <a:lnTo>
                    <a:pt x="975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8" name="Freeform 86"/>
            <p:cNvSpPr>
              <a:spLocks/>
            </p:cNvSpPr>
            <p:nvPr/>
          </p:nvSpPr>
          <p:spPr bwMode="auto">
            <a:xfrm>
              <a:off x="1724" y="1048"/>
              <a:ext cx="2477" cy="2462"/>
            </a:xfrm>
            <a:custGeom>
              <a:avLst/>
              <a:gdLst/>
              <a:ahLst/>
              <a:cxnLst>
                <a:cxn ang="0">
                  <a:pos x="26" y="108"/>
                </a:cxn>
                <a:cxn ang="0">
                  <a:pos x="51" y="385"/>
                </a:cxn>
                <a:cxn ang="0">
                  <a:pos x="72" y="788"/>
                </a:cxn>
                <a:cxn ang="0">
                  <a:pos x="98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9" y="1904"/>
                </a:cxn>
                <a:cxn ang="0">
                  <a:pos x="321" y="1796"/>
                </a:cxn>
                <a:cxn ang="0">
                  <a:pos x="364" y="1789"/>
                </a:cxn>
                <a:cxn ang="0">
                  <a:pos x="386" y="1872"/>
                </a:cxn>
                <a:cxn ang="0">
                  <a:pos x="411" y="1983"/>
                </a:cxn>
                <a:cxn ang="0">
                  <a:pos x="432" y="2095"/>
                </a:cxn>
                <a:cxn ang="0">
                  <a:pos x="458" y="2174"/>
                </a:cxn>
                <a:cxn ang="0">
                  <a:pos x="504" y="2189"/>
                </a:cxn>
                <a:cxn ang="0">
                  <a:pos x="530" y="2124"/>
                </a:cxn>
                <a:cxn ang="0">
                  <a:pos x="555" y="2037"/>
                </a:cxn>
                <a:cxn ang="0">
                  <a:pos x="576" y="1958"/>
                </a:cxn>
                <a:cxn ang="0">
                  <a:pos x="605" y="1893"/>
                </a:cxn>
                <a:cxn ang="0">
                  <a:pos x="656" y="1915"/>
                </a:cxn>
                <a:cxn ang="0">
                  <a:pos x="681" y="1980"/>
                </a:cxn>
                <a:cxn ang="0">
                  <a:pos x="706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8" y="2066"/>
                </a:cxn>
                <a:cxn ang="0">
                  <a:pos x="846" y="2005"/>
                </a:cxn>
                <a:cxn ang="0">
                  <a:pos x="879" y="1944"/>
                </a:cxn>
                <a:cxn ang="0">
                  <a:pos x="936" y="1947"/>
                </a:cxn>
                <a:cxn ang="0">
                  <a:pos x="969" y="2009"/>
                </a:cxn>
                <a:cxn ang="0">
                  <a:pos x="1001" y="2070"/>
                </a:cxn>
                <a:cxn ang="0">
                  <a:pos x="1055" y="2106"/>
                </a:cxn>
                <a:cxn ang="0">
                  <a:pos x="1102" y="2048"/>
                </a:cxn>
                <a:cxn ang="0">
                  <a:pos x="1138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6" y="2066"/>
                </a:cxn>
                <a:cxn ang="0">
                  <a:pos x="1343" y="2084"/>
                </a:cxn>
                <a:cxn ang="0">
                  <a:pos x="1394" y="2027"/>
                </a:cxn>
                <a:cxn ang="0">
                  <a:pos x="1444" y="1969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1" y="2027"/>
                </a:cxn>
                <a:cxn ang="0">
                  <a:pos x="1728" y="1976"/>
                </a:cxn>
                <a:cxn ang="0">
                  <a:pos x="1790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6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2" y="2048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5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6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33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4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51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8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2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9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6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80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7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4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8" y="1253"/>
                  </a:lnTo>
                  <a:lnTo>
                    <a:pt x="98" y="1281"/>
                  </a:lnTo>
                  <a:lnTo>
                    <a:pt x="101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5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9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3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7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8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4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31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2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9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60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7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4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8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5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2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6" y="1922"/>
                  </a:lnTo>
                  <a:lnTo>
                    <a:pt x="296" y="1911"/>
                  </a:lnTo>
                  <a:lnTo>
                    <a:pt x="299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3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7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1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5" y="1771"/>
                  </a:lnTo>
                  <a:lnTo>
                    <a:pt x="339" y="1767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6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4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22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9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40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7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8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6" y="2203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2" y="2178"/>
                  </a:lnTo>
                  <a:lnTo>
                    <a:pt x="512" y="2174"/>
                  </a:lnTo>
                  <a:lnTo>
                    <a:pt x="515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9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3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7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51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5" y="2037"/>
                  </a:lnTo>
                  <a:lnTo>
                    <a:pt x="555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602" y="1904"/>
                  </a:lnTo>
                  <a:lnTo>
                    <a:pt x="602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83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3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63" y="1926"/>
                  </a:lnTo>
                  <a:lnTo>
                    <a:pt x="663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4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81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8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2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9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6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10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7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31" y="2106"/>
                  </a:lnTo>
                  <a:lnTo>
                    <a:pt x="731" y="2109"/>
                  </a:lnTo>
                  <a:lnTo>
                    <a:pt x="735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8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6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4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61" y="1973"/>
                  </a:lnTo>
                  <a:lnTo>
                    <a:pt x="861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2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9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7" y="1962"/>
                  </a:lnTo>
                  <a:lnTo>
                    <a:pt x="947" y="1965"/>
                  </a:lnTo>
                  <a:lnTo>
                    <a:pt x="951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9" y="2005"/>
                  </a:lnTo>
                  <a:lnTo>
                    <a:pt x="969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9"/>
                  </a:lnTo>
                  <a:lnTo>
                    <a:pt x="1055" y="2106"/>
                  </a:lnTo>
                  <a:lnTo>
                    <a:pt x="1059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102" y="2052"/>
                  </a:lnTo>
                  <a:lnTo>
                    <a:pt x="1102" y="2048"/>
                  </a:lnTo>
                  <a:lnTo>
                    <a:pt x="1106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20" y="2019"/>
                  </a:lnTo>
                  <a:lnTo>
                    <a:pt x="1120" y="2016"/>
                  </a:lnTo>
                  <a:lnTo>
                    <a:pt x="1124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9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5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32" y="1983"/>
                  </a:lnTo>
                  <a:lnTo>
                    <a:pt x="1232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50" y="2012"/>
                  </a:lnTo>
                  <a:lnTo>
                    <a:pt x="1250" y="2016"/>
                  </a:lnTo>
                  <a:lnTo>
                    <a:pt x="1253" y="2019"/>
                  </a:lnTo>
                  <a:lnTo>
                    <a:pt x="1257" y="2023"/>
                  </a:lnTo>
                  <a:lnTo>
                    <a:pt x="1257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8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5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6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91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8" y="2073"/>
                  </a:lnTo>
                  <a:lnTo>
                    <a:pt x="1361" y="2070"/>
                  </a:lnTo>
                  <a:lnTo>
                    <a:pt x="1365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9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9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2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2" y="1983"/>
                  </a:lnTo>
                  <a:lnTo>
                    <a:pt x="1505" y="1987"/>
                  </a:lnTo>
                  <a:lnTo>
                    <a:pt x="1509" y="1991"/>
                  </a:lnTo>
                  <a:lnTo>
                    <a:pt x="1512" y="1994"/>
                  </a:lnTo>
                  <a:lnTo>
                    <a:pt x="1516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7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8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52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77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81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6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82" y="2016"/>
                  </a:lnTo>
                  <a:lnTo>
                    <a:pt x="1685" y="2012"/>
                  </a:lnTo>
                  <a:lnTo>
                    <a:pt x="1689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6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3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66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8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3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3"/>
                  </a:lnTo>
                  <a:lnTo>
                    <a:pt x="2045" y="1987"/>
                  </a:lnTo>
                  <a:lnTo>
                    <a:pt x="2049" y="1987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0"/>
                  </a:lnTo>
                  <a:lnTo>
                    <a:pt x="2103" y="2034"/>
                  </a:lnTo>
                  <a:lnTo>
                    <a:pt x="2106" y="2037"/>
                  </a:lnTo>
                  <a:lnTo>
                    <a:pt x="2110" y="2041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8"/>
                  </a:lnTo>
                  <a:lnTo>
                    <a:pt x="2207" y="2045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7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5"/>
                  </a:lnTo>
                  <a:lnTo>
                    <a:pt x="2258" y="2001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30" y="1994"/>
                  </a:lnTo>
                  <a:lnTo>
                    <a:pt x="2333" y="1994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3"/>
                  </a:lnTo>
                  <a:lnTo>
                    <a:pt x="2373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4" y="2034"/>
                  </a:lnTo>
                  <a:lnTo>
                    <a:pt x="2387" y="2037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2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20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8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6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4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9" name="Freeform 87"/>
            <p:cNvSpPr>
              <a:spLocks/>
            </p:cNvSpPr>
            <p:nvPr/>
          </p:nvSpPr>
          <p:spPr bwMode="auto">
            <a:xfrm>
              <a:off x="4201" y="3039"/>
              <a:ext cx="1008" cy="64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33" y="32"/>
                </a:cxn>
                <a:cxn ang="0">
                  <a:pos x="51" y="18"/>
                </a:cxn>
                <a:cxn ang="0">
                  <a:pos x="69" y="7"/>
                </a:cxn>
                <a:cxn ang="0">
                  <a:pos x="87" y="0"/>
                </a:cxn>
                <a:cxn ang="0">
                  <a:pos x="105" y="0"/>
                </a:cxn>
                <a:cxn ang="0">
                  <a:pos x="123" y="3"/>
                </a:cxn>
                <a:cxn ang="0">
                  <a:pos x="141" y="10"/>
                </a:cxn>
                <a:cxn ang="0">
                  <a:pos x="159" y="25"/>
                </a:cxn>
                <a:cxn ang="0">
                  <a:pos x="177" y="36"/>
                </a:cxn>
                <a:cxn ang="0">
                  <a:pos x="195" y="50"/>
                </a:cxn>
                <a:cxn ang="0">
                  <a:pos x="213" y="61"/>
                </a:cxn>
                <a:cxn ang="0">
                  <a:pos x="231" y="64"/>
                </a:cxn>
                <a:cxn ang="0">
                  <a:pos x="249" y="64"/>
                </a:cxn>
                <a:cxn ang="0">
                  <a:pos x="267" y="61"/>
                </a:cxn>
                <a:cxn ang="0">
                  <a:pos x="285" y="50"/>
                </a:cxn>
                <a:cxn ang="0">
                  <a:pos x="303" y="39"/>
                </a:cxn>
                <a:cxn ang="0">
                  <a:pos x="321" y="25"/>
                </a:cxn>
                <a:cxn ang="0">
                  <a:pos x="339" y="14"/>
                </a:cxn>
                <a:cxn ang="0">
                  <a:pos x="357" y="7"/>
                </a:cxn>
                <a:cxn ang="0">
                  <a:pos x="375" y="3"/>
                </a:cxn>
                <a:cxn ang="0">
                  <a:pos x="393" y="3"/>
                </a:cxn>
                <a:cxn ang="0">
                  <a:pos x="411" y="10"/>
                </a:cxn>
                <a:cxn ang="0">
                  <a:pos x="429" y="18"/>
                </a:cxn>
                <a:cxn ang="0">
                  <a:pos x="447" y="32"/>
                </a:cxn>
                <a:cxn ang="0">
                  <a:pos x="465" y="43"/>
                </a:cxn>
                <a:cxn ang="0">
                  <a:pos x="483" y="54"/>
                </a:cxn>
                <a:cxn ang="0">
                  <a:pos x="501" y="61"/>
                </a:cxn>
                <a:cxn ang="0">
                  <a:pos x="519" y="64"/>
                </a:cxn>
                <a:cxn ang="0">
                  <a:pos x="537" y="61"/>
                </a:cxn>
                <a:cxn ang="0">
                  <a:pos x="555" y="54"/>
                </a:cxn>
                <a:cxn ang="0">
                  <a:pos x="573" y="43"/>
                </a:cxn>
                <a:cxn ang="0">
                  <a:pos x="591" y="32"/>
                </a:cxn>
                <a:cxn ang="0">
                  <a:pos x="609" y="21"/>
                </a:cxn>
                <a:cxn ang="0">
                  <a:pos x="627" y="10"/>
                </a:cxn>
                <a:cxn ang="0">
                  <a:pos x="645" y="7"/>
                </a:cxn>
                <a:cxn ang="0">
                  <a:pos x="663" y="3"/>
                </a:cxn>
                <a:cxn ang="0">
                  <a:pos x="681" y="7"/>
                </a:cxn>
                <a:cxn ang="0">
                  <a:pos x="699" y="14"/>
                </a:cxn>
                <a:cxn ang="0">
                  <a:pos x="717" y="25"/>
                </a:cxn>
                <a:cxn ang="0">
                  <a:pos x="735" y="36"/>
                </a:cxn>
                <a:cxn ang="0">
                  <a:pos x="753" y="46"/>
                </a:cxn>
                <a:cxn ang="0">
                  <a:pos x="771" y="54"/>
                </a:cxn>
                <a:cxn ang="0">
                  <a:pos x="789" y="61"/>
                </a:cxn>
                <a:cxn ang="0">
                  <a:pos x="807" y="61"/>
                </a:cxn>
                <a:cxn ang="0">
                  <a:pos x="825" y="54"/>
                </a:cxn>
                <a:cxn ang="0">
                  <a:pos x="843" y="46"/>
                </a:cxn>
                <a:cxn ang="0">
                  <a:pos x="861" y="36"/>
                </a:cxn>
                <a:cxn ang="0">
                  <a:pos x="879" y="25"/>
                </a:cxn>
                <a:cxn ang="0">
                  <a:pos x="897" y="18"/>
                </a:cxn>
                <a:cxn ang="0">
                  <a:pos x="915" y="10"/>
                </a:cxn>
                <a:cxn ang="0">
                  <a:pos x="933" y="7"/>
                </a:cxn>
                <a:cxn ang="0">
                  <a:pos x="951" y="7"/>
                </a:cxn>
                <a:cxn ang="0">
                  <a:pos x="969" y="14"/>
                </a:cxn>
                <a:cxn ang="0">
                  <a:pos x="987" y="21"/>
                </a:cxn>
                <a:cxn ang="0">
                  <a:pos x="1005" y="32"/>
                </a:cxn>
              </a:cxnLst>
              <a:rect l="0" t="0" r="r" b="b"/>
              <a:pathLst>
                <a:path w="1008" h="64">
                  <a:moveTo>
                    <a:pt x="0" y="57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50"/>
                  </a:lnTo>
                  <a:lnTo>
                    <a:pt x="15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3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1" y="18"/>
                  </a:lnTo>
                  <a:lnTo>
                    <a:pt x="54" y="18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9" y="7"/>
                  </a:lnTo>
                  <a:lnTo>
                    <a:pt x="72" y="7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1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9" y="25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7" y="36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46"/>
                  </a:lnTo>
                  <a:lnTo>
                    <a:pt x="195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57"/>
                  </a:lnTo>
                  <a:lnTo>
                    <a:pt x="213" y="61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5" y="50"/>
                  </a:lnTo>
                  <a:lnTo>
                    <a:pt x="288" y="50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3" y="39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32"/>
                  </a:lnTo>
                  <a:lnTo>
                    <a:pt x="317" y="28"/>
                  </a:lnTo>
                  <a:lnTo>
                    <a:pt x="321" y="25"/>
                  </a:lnTo>
                  <a:lnTo>
                    <a:pt x="324" y="25"/>
                  </a:lnTo>
                  <a:lnTo>
                    <a:pt x="328" y="21"/>
                  </a:lnTo>
                  <a:lnTo>
                    <a:pt x="331" y="18"/>
                  </a:lnTo>
                  <a:lnTo>
                    <a:pt x="335" y="18"/>
                  </a:lnTo>
                  <a:lnTo>
                    <a:pt x="339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3"/>
                  </a:lnTo>
                  <a:lnTo>
                    <a:pt x="400" y="3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1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9" y="18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5"/>
                  </a:lnTo>
                  <a:lnTo>
                    <a:pt x="443" y="28"/>
                  </a:lnTo>
                  <a:lnTo>
                    <a:pt x="447" y="32"/>
                  </a:lnTo>
                  <a:lnTo>
                    <a:pt x="450" y="32"/>
                  </a:lnTo>
                  <a:lnTo>
                    <a:pt x="454" y="36"/>
                  </a:lnTo>
                  <a:lnTo>
                    <a:pt x="457" y="39"/>
                  </a:lnTo>
                  <a:lnTo>
                    <a:pt x="461" y="39"/>
                  </a:lnTo>
                  <a:lnTo>
                    <a:pt x="465" y="43"/>
                  </a:lnTo>
                  <a:lnTo>
                    <a:pt x="468" y="46"/>
                  </a:lnTo>
                  <a:lnTo>
                    <a:pt x="472" y="46"/>
                  </a:lnTo>
                  <a:lnTo>
                    <a:pt x="475" y="50"/>
                  </a:lnTo>
                  <a:lnTo>
                    <a:pt x="479" y="50"/>
                  </a:lnTo>
                  <a:lnTo>
                    <a:pt x="483" y="54"/>
                  </a:lnTo>
                  <a:lnTo>
                    <a:pt x="486" y="54"/>
                  </a:lnTo>
                  <a:lnTo>
                    <a:pt x="490" y="57"/>
                  </a:lnTo>
                  <a:lnTo>
                    <a:pt x="493" y="57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1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4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61"/>
                  </a:lnTo>
                  <a:lnTo>
                    <a:pt x="540" y="61"/>
                  </a:lnTo>
                  <a:lnTo>
                    <a:pt x="544" y="57"/>
                  </a:lnTo>
                  <a:lnTo>
                    <a:pt x="547" y="57"/>
                  </a:lnTo>
                  <a:lnTo>
                    <a:pt x="551" y="54"/>
                  </a:lnTo>
                  <a:lnTo>
                    <a:pt x="555" y="54"/>
                  </a:lnTo>
                  <a:lnTo>
                    <a:pt x="558" y="50"/>
                  </a:lnTo>
                  <a:lnTo>
                    <a:pt x="562" y="50"/>
                  </a:lnTo>
                  <a:lnTo>
                    <a:pt x="565" y="46"/>
                  </a:lnTo>
                  <a:lnTo>
                    <a:pt x="569" y="46"/>
                  </a:lnTo>
                  <a:lnTo>
                    <a:pt x="573" y="43"/>
                  </a:lnTo>
                  <a:lnTo>
                    <a:pt x="576" y="43"/>
                  </a:lnTo>
                  <a:lnTo>
                    <a:pt x="580" y="39"/>
                  </a:lnTo>
                  <a:lnTo>
                    <a:pt x="583" y="36"/>
                  </a:lnTo>
                  <a:lnTo>
                    <a:pt x="587" y="36"/>
                  </a:lnTo>
                  <a:lnTo>
                    <a:pt x="591" y="32"/>
                  </a:lnTo>
                  <a:lnTo>
                    <a:pt x="594" y="28"/>
                  </a:lnTo>
                  <a:lnTo>
                    <a:pt x="598" y="28"/>
                  </a:lnTo>
                  <a:lnTo>
                    <a:pt x="601" y="25"/>
                  </a:lnTo>
                  <a:lnTo>
                    <a:pt x="605" y="21"/>
                  </a:lnTo>
                  <a:lnTo>
                    <a:pt x="609" y="21"/>
                  </a:lnTo>
                  <a:lnTo>
                    <a:pt x="612" y="18"/>
                  </a:lnTo>
                  <a:lnTo>
                    <a:pt x="616" y="18"/>
                  </a:lnTo>
                  <a:lnTo>
                    <a:pt x="619" y="14"/>
                  </a:lnTo>
                  <a:lnTo>
                    <a:pt x="623" y="14"/>
                  </a:lnTo>
                  <a:lnTo>
                    <a:pt x="627" y="10"/>
                  </a:lnTo>
                  <a:lnTo>
                    <a:pt x="630" y="10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7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3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7"/>
                  </a:lnTo>
                  <a:lnTo>
                    <a:pt x="684" y="10"/>
                  </a:lnTo>
                  <a:lnTo>
                    <a:pt x="688" y="10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4"/>
                  </a:lnTo>
                  <a:lnTo>
                    <a:pt x="702" y="18"/>
                  </a:lnTo>
                  <a:lnTo>
                    <a:pt x="706" y="18"/>
                  </a:lnTo>
                  <a:lnTo>
                    <a:pt x="709" y="21"/>
                  </a:lnTo>
                  <a:lnTo>
                    <a:pt x="713" y="25"/>
                  </a:lnTo>
                  <a:lnTo>
                    <a:pt x="717" y="25"/>
                  </a:lnTo>
                  <a:lnTo>
                    <a:pt x="720" y="28"/>
                  </a:lnTo>
                  <a:lnTo>
                    <a:pt x="724" y="32"/>
                  </a:lnTo>
                  <a:lnTo>
                    <a:pt x="727" y="32"/>
                  </a:lnTo>
                  <a:lnTo>
                    <a:pt x="731" y="36"/>
                  </a:lnTo>
                  <a:lnTo>
                    <a:pt x="735" y="36"/>
                  </a:lnTo>
                  <a:lnTo>
                    <a:pt x="738" y="39"/>
                  </a:lnTo>
                  <a:lnTo>
                    <a:pt x="742" y="43"/>
                  </a:lnTo>
                  <a:lnTo>
                    <a:pt x="745" y="43"/>
                  </a:lnTo>
                  <a:lnTo>
                    <a:pt x="749" y="46"/>
                  </a:lnTo>
                  <a:lnTo>
                    <a:pt x="753" y="46"/>
                  </a:lnTo>
                  <a:lnTo>
                    <a:pt x="756" y="50"/>
                  </a:lnTo>
                  <a:lnTo>
                    <a:pt x="760" y="50"/>
                  </a:lnTo>
                  <a:lnTo>
                    <a:pt x="763" y="54"/>
                  </a:lnTo>
                  <a:lnTo>
                    <a:pt x="767" y="54"/>
                  </a:lnTo>
                  <a:lnTo>
                    <a:pt x="771" y="54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57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61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7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4"/>
                  </a:lnTo>
                  <a:lnTo>
                    <a:pt x="835" y="50"/>
                  </a:lnTo>
                  <a:lnTo>
                    <a:pt x="839" y="50"/>
                  </a:lnTo>
                  <a:lnTo>
                    <a:pt x="843" y="46"/>
                  </a:lnTo>
                  <a:lnTo>
                    <a:pt x="846" y="46"/>
                  </a:lnTo>
                  <a:lnTo>
                    <a:pt x="850" y="43"/>
                  </a:lnTo>
                  <a:lnTo>
                    <a:pt x="853" y="43"/>
                  </a:lnTo>
                  <a:lnTo>
                    <a:pt x="857" y="39"/>
                  </a:lnTo>
                  <a:lnTo>
                    <a:pt x="861" y="36"/>
                  </a:lnTo>
                  <a:lnTo>
                    <a:pt x="864" y="36"/>
                  </a:lnTo>
                  <a:lnTo>
                    <a:pt x="868" y="32"/>
                  </a:lnTo>
                  <a:lnTo>
                    <a:pt x="871" y="32"/>
                  </a:lnTo>
                  <a:lnTo>
                    <a:pt x="875" y="28"/>
                  </a:lnTo>
                  <a:lnTo>
                    <a:pt x="879" y="25"/>
                  </a:lnTo>
                  <a:lnTo>
                    <a:pt x="882" y="25"/>
                  </a:lnTo>
                  <a:lnTo>
                    <a:pt x="886" y="21"/>
                  </a:lnTo>
                  <a:lnTo>
                    <a:pt x="889" y="21"/>
                  </a:lnTo>
                  <a:lnTo>
                    <a:pt x="893" y="18"/>
                  </a:lnTo>
                  <a:lnTo>
                    <a:pt x="897" y="18"/>
                  </a:lnTo>
                  <a:lnTo>
                    <a:pt x="900" y="14"/>
                  </a:lnTo>
                  <a:lnTo>
                    <a:pt x="904" y="14"/>
                  </a:lnTo>
                  <a:lnTo>
                    <a:pt x="907" y="14"/>
                  </a:lnTo>
                  <a:lnTo>
                    <a:pt x="911" y="10"/>
                  </a:lnTo>
                  <a:lnTo>
                    <a:pt x="915" y="10"/>
                  </a:lnTo>
                  <a:lnTo>
                    <a:pt x="918" y="10"/>
                  </a:lnTo>
                  <a:lnTo>
                    <a:pt x="922" y="7"/>
                  </a:lnTo>
                  <a:lnTo>
                    <a:pt x="925" y="7"/>
                  </a:lnTo>
                  <a:lnTo>
                    <a:pt x="929" y="7"/>
                  </a:lnTo>
                  <a:lnTo>
                    <a:pt x="933" y="7"/>
                  </a:lnTo>
                  <a:lnTo>
                    <a:pt x="936" y="7"/>
                  </a:lnTo>
                  <a:lnTo>
                    <a:pt x="940" y="7"/>
                  </a:lnTo>
                  <a:lnTo>
                    <a:pt x="943" y="7"/>
                  </a:lnTo>
                  <a:lnTo>
                    <a:pt x="947" y="7"/>
                  </a:lnTo>
                  <a:lnTo>
                    <a:pt x="951" y="7"/>
                  </a:lnTo>
                  <a:lnTo>
                    <a:pt x="954" y="7"/>
                  </a:lnTo>
                  <a:lnTo>
                    <a:pt x="958" y="10"/>
                  </a:lnTo>
                  <a:lnTo>
                    <a:pt x="961" y="10"/>
                  </a:lnTo>
                  <a:lnTo>
                    <a:pt x="965" y="10"/>
                  </a:lnTo>
                  <a:lnTo>
                    <a:pt x="969" y="14"/>
                  </a:lnTo>
                  <a:lnTo>
                    <a:pt x="972" y="14"/>
                  </a:lnTo>
                  <a:lnTo>
                    <a:pt x="976" y="18"/>
                  </a:lnTo>
                  <a:lnTo>
                    <a:pt x="979" y="18"/>
                  </a:lnTo>
                  <a:lnTo>
                    <a:pt x="983" y="21"/>
                  </a:lnTo>
                  <a:lnTo>
                    <a:pt x="987" y="21"/>
                  </a:lnTo>
                  <a:lnTo>
                    <a:pt x="990" y="25"/>
                  </a:lnTo>
                  <a:lnTo>
                    <a:pt x="994" y="25"/>
                  </a:lnTo>
                  <a:lnTo>
                    <a:pt x="997" y="28"/>
                  </a:lnTo>
                  <a:lnTo>
                    <a:pt x="1001" y="28"/>
                  </a:lnTo>
                  <a:lnTo>
                    <a:pt x="1005" y="32"/>
                  </a:lnTo>
                  <a:lnTo>
                    <a:pt x="1008" y="32"/>
                  </a:lnTo>
                  <a:lnTo>
                    <a:pt x="1008" y="32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0" name="Freeform 88"/>
            <p:cNvSpPr>
              <a:spLocks/>
            </p:cNvSpPr>
            <p:nvPr/>
          </p:nvSpPr>
          <p:spPr bwMode="auto">
            <a:xfrm>
              <a:off x="749" y="1048"/>
              <a:ext cx="1112" cy="2462"/>
            </a:xfrm>
            <a:custGeom>
              <a:avLst/>
              <a:gdLst/>
              <a:ahLst/>
              <a:cxnLst>
                <a:cxn ang="0">
                  <a:pos x="18" y="2055"/>
                </a:cxn>
                <a:cxn ang="0">
                  <a:pos x="43" y="2091"/>
                </a:cxn>
                <a:cxn ang="0">
                  <a:pos x="79" y="2109"/>
                </a:cxn>
                <a:cxn ang="0">
                  <a:pos x="111" y="2077"/>
                </a:cxn>
                <a:cxn ang="0">
                  <a:pos x="129" y="2041"/>
                </a:cxn>
                <a:cxn ang="0">
                  <a:pos x="147" y="2005"/>
                </a:cxn>
                <a:cxn ang="0">
                  <a:pos x="165" y="1969"/>
                </a:cxn>
                <a:cxn ang="0">
                  <a:pos x="194" y="1933"/>
                </a:cxn>
                <a:cxn ang="0">
                  <a:pos x="230" y="1937"/>
                </a:cxn>
                <a:cxn ang="0">
                  <a:pos x="255" y="1973"/>
                </a:cxn>
                <a:cxn ang="0">
                  <a:pos x="273" y="2009"/>
                </a:cxn>
                <a:cxn ang="0">
                  <a:pos x="288" y="2045"/>
                </a:cxn>
                <a:cxn ang="0">
                  <a:pos x="302" y="2081"/>
                </a:cxn>
                <a:cxn ang="0">
                  <a:pos x="320" y="2117"/>
                </a:cxn>
                <a:cxn ang="0">
                  <a:pos x="356" y="2142"/>
                </a:cxn>
                <a:cxn ang="0">
                  <a:pos x="385" y="2106"/>
                </a:cxn>
                <a:cxn ang="0">
                  <a:pos x="403" y="2070"/>
                </a:cxn>
                <a:cxn ang="0">
                  <a:pos x="414" y="2030"/>
                </a:cxn>
                <a:cxn ang="0">
                  <a:pos x="428" y="1991"/>
                </a:cxn>
                <a:cxn ang="0">
                  <a:pos x="443" y="1951"/>
                </a:cxn>
                <a:cxn ang="0">
                  <a:pos x="457" y="1915"/>
                </a:cxn>
                <a:cxn ang="0">
                  <a:pos x="486" y="1883"/>
                </a:cxn>
                <a:cxn ang="0">
                  <a:pos x="518" y="1904"/>
                </a:cxn>
                <a:cxn ang="0">
                  <a:pos x="533" y="1940"/>
                </a:cxn>
                <a:cxn ang="0">
                  <a:pos x="547" y="1983"/>
                </a:cxn>
                <a:cxn ang="0">
                  <a:pos x="561" y="2034"/>
                </a:cxn>
                <a:cxn ang="0">
                  <a:pos x="576" y="2084"/>
                </a:cxn>
                <a:cxn ang="0">
                  <a:pos x="587" y="2131"/>
                </a:cxn>
                <a:cxn ang="0">
                  <a:pos x="601" y="2171"/>
                </a:cxn>
                <a:cxn ang="0">
                  <a:pos x="626" y="2207"/>
                </a:cxn>
                <a:cxn ang="0">
                  <a:pos x="655" y="2181"/>
                </a:cxn>
                <a:cxn ang="0">
                  <a:pos x="669" y="2142"/>
                </a:cxn>
                <a:cxn ang="0">
                  <a:pos x="684" y="2088"/>
                </a:cxn>
                <a:cxn ang="0">
                  <a:pos x="698" y="2023"/>
                </a:cxn>
                <a:cxn ang="0">
                  <a:pos x="709" y="1955"/>
                </a:cxn>
                <a:cxn ang="0">
                  <a:pos x="723" y="1890"/>
                </a:cxn>
                <a:cxn ang="0">
                  <a:pos x="738" y="1832"/>
                </a:cxn>
                <a:cxn ang="0">
                  <a:pos x="752" y="1789"/>
                </a:cxn>
                <a:cxn ang="0">
                  <a:pos x="781" y="1771"/>
                </a:cxn>
                <a:cxn ang="0">
                  <a:pos x="799" y="1811"/>
                </a:cxn>
                <a:cxn ang="0">
                  <a:pos x="813" y="1872"/>
                </a:cxn>
                <a:cxn ang="0">
                  <a:pos x="828" y="1955"/>
                </a:cxn>
                <a:cxn ang="0">
                  <a:pos x="839" y="2055"/>
                </a:cxn>
                <a:cxn ang="0">
                  <a:pos x="853" y="2160"/>
                </a:cxn>
                <a:cxn ang="0">
                  <a:pos x="867" y="2264"/>
                </a:cxn>
                <a:cxn ang="0">
                  <a:pos x="882" y="2354"/>
                </a:cxn>
                <a:cxn ang="0">
                  <a:pos x="896" y="2423"/>
                </a:cxn>
                <a:cxn ang="0">
                  <a:pos x="918" y="2462"/>
                </a:cxn>
                <a:cxn ang="0">
                  <a:pos x="936" y="2419"/>
                </a:cxn>
                <a:cxn ang="0">
                  <a:pos x="950" y="2329"/>
                </a:cxn>
                <a:cxn ang="0">
                  <a:pos x="965" y="2189"/>
                </a:cxn>
                <a:cxn ang="0">
                  <a:pos x="975" y="2005"/>
                </a:cxn>
                <a:cxn ang="0">
                  <a:pos x="990" y="1778"/>
                </a:cxn>
                <a:cxn ang="0">
                  <a:pos x="1004" y="1523"/>
                </a:cxn>
                <a:cxn ang="0">
                  <a:pos x="1019" y="1253"/>
                </a:cxn>
                <a:cxn ang="0">
                  <a:pos x="1033" y="975"/>
                </a:cxn>
                <a:cxn ang="0">
                  <a:pos x="1047" y="709"/>
                </a:cxn>
                <a:cxn ang="0">
                  <a:pos x="1062" y="472"/>
                </a:cxn>
                <a:cxn ang="0">
                  <a:pos x="1076" y="270"/>
                </a:cxn>
                <a:cxn ang="0">
                  <a:pos x="1087" y="119"/>
                </a:cxn>
                <a:cxn ang="0">
                  <a:pos x="1101" y="29"/>
                </a:cxn>
              </a:cxnLst>
              <a:rect l="0" t="0" r="r" b="b"/>
              <a:pathLst>
                <a:path w="1112" h="2462">
                  <a:moveTo>
                    <a:pt x="0" y="2023"/>
                  </a:moveTo>
                  <a:lnTo>
                    <a:pt x="0" y="2027"/>
                  </a:lnTo>
                  <a:lnTo>
                    <a:pt x="3" y="2030"/>
                  </a:lnTo>
                  <a:lnTo>
                    <a:pt x="7" y="2034"/>
                  </a:lnTo>
                  <a:lnTo>
                    <a:pt x="7" y="2037"/>
                  </a:lnTo>
                  <a:lnTo>
                    <a:pt x="11" y="2041"/>
                  </a:lnTo>
                  <a:lnTo>
                    <a:pt x="11" y="2045"/>
                  </a:lnTo>
                  <a:lnTo>
                    <a:pt x="14" y="2048"/>
                  </a:lnTo>
                  <a:lnTo>
                    <a:pt x="14" y="2052"/>
                  </a:lnTo>
                  <a:lnTo>
                    <a:pt x="18" y="2055"/>
                  </a:lnTo>
                  <a:lnTo>
                    <a:pt x="18" y="2059"/>
                  </a:lnTo>
                  <a:lnTo>
                    <a:pt x="21" y="2063"/>
                  </a:lnTo>
                  <a:lnTo>
                    <a:pt x="25" y="2066"/>
                  </a:lnTo>
                  <a:lnTo>
                    <a:pt x="25" y="2070"/>
                  </a:lnTo>
                  <a:lnTo>
                    <a:pt x="29" y="2073"/>
                  </a:lnTo>
                  <a:lnTo>
                    <a:pt x="32" y="2077"/>
                  </a:lnTo>
                  <a:lnTo>
                    <a:pt x="32" y="2081"/>
                  </a:lnTo>
                  <a:lnTo>
                    <a:pt x="36" y="2084"/>
                  </a:lnTo>
                  <a:lnTo>
                    <a:pt x="39" y="2088"/>
                  </a:lnTo>
                  <a:lnTo>
                    <a:pt x="43" y="2091"/>
                  </a:lnTo>
                  <a:lnTo>
                    <a:pt x="47" y="2095"/>
                  </a:lnTo>
                  <a:lnTo>
                    <a:pt x="50" y="2099"/>
                  </a:lnTo>
                  <a:lnTo>
                    <a:pt x="54" y="2102"/>
                  </a:lnTo>
                  <a:lnTo>
                    <a:pt x="57" y="2106"/>
                  </a:lnTo>
                  <a:lnTo>
                    <a:pt x="61" y="2109"/>
                  </a:lnTo>
                  <a:lnTo>
                    <a:pt x="65" y="2109"/>
                  </a:lnTo>
                  <a:lnTo>
                    <a:pt x="68" y="2109"/>
                  </a:lnTo>
                  <a:lnTo>
                    <a:pt x="72" y="2109"/>
                  </a:lnTo>
                  <a:lnTo>
                    <a:pt x="75" y="2109"/>
                  </a:lnTo>
                  <a:lnTo>
                    <a:pt x="79" y="2109"/>
                  </a:lnTo>
                  <a:lnTo>
                    <a:pt x="83" y="2106"/>
                  </a:lnTo>
                  <a:lnTo>
                    <a:pt x="86" y="2106"/>
                  </a:lnTo>
                  <a:lnTo>
                    <a:pt x="90" y="2102"/>
                  </a:lnTo>
                  <a:lnTo>
                    <a:pt x="93" y="2099"/>
                  </a:lnTo>
                  <a:lnTo>
                    <a:pt x="97" y="2095"/>
                  </a:lnTo>
                  <a:lnTo>
                    <a:pt x="101" y="2091"/>
                  </a:lnTo>
                  <a:lnTo>
                    <a:pt x="104" y="2088"/>
                  </a:lnTo>
                  <a:lnTo>
                    <a:pt x="108" y="2084"/>
                  </a:lnTo>
                  <a:lnTo>
                    <a:pt x="108" y="2081"/>
                  </a:lnTo>
                  <a:lnTo>
                    <a:pt x="111" y="2077"/>
                  </a:lnTo>
                  <a:lnTo>
                    <a:pt x="115" y="2073"/>
                  </a:lnTo>
                  <a:lnTo>
                    <a:pt x="115" y="2070"/>
                  </a:lnTo>
                  <a:lnTo>
                    <a:pt x="119" y="2066"/>
                  </a:lnTo>
                  <a:lnTo>
                    <a:pt x="119" y="2063"/>
                  </a:lnTo>
                  <a:lnTo>
                    <a:pt x="122" y="2059"/>
                  </a:lnTo>
                  <a:lnTo>
                    <a:pt x="122" y="2055"/>
                  </a:lnTo>
                  <a:lnTo>
                    <a:pt x="126" y="2052"/>
                  </a:lnTo>
                  <a:lnTo>
                    <a:pt x="129" y="2048"/>
                  </a:lnTo>
                  <a:lnTo>
                    <a:pt x="129" y="2045"/>
                  </a:lnTo>
                  <a:lnTo>
                    <a:pt x="129" y="2041"/>
                  </a:lnTo>
                  <a:lnTo>
                    <a:pt x="133" y="2037"/>
                  </a:lnTo>
                  <a:lnTo>
                    <a:pt x="137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4" y="2016"/>
                  </a:lnTo>
                  <a:lnTo>
                    <a:pt x="144" y="2012"/>
                  </a:lnTo>
                  <a:lnTo>
                    <a:pt x="147" y="2009"/>
                  </a:lnTo>
                  <a:lnTo>
                    <a:pt x="147" y="2005"/>
                  </a:lnTo>
                  <a:lnTo>
                    <a:pt x="151" y="2001"/>
                  </a:lnTo>
                  <a:lnTo>
                    <a:pt x="151" y="1998"/>
                  </a:lnTo>
                  <a:lnTo>
                    <a:pt x="155" y="1994"/>
                  </a:lnTo>
                  <a:lnTo>
                    <a:pt x="155" y="1991"/>
                  </a:lnTo>
                  <a:lnTo>
                    <a:pt x="158" y="1987"/>
                  </a:lnTo>
                  <a:lnTo>
                    <a:pt x="158" y="1983"/>
                  </a:lnTo>
                  <a:lnTo>
                    <a:pt x="162" y="1980"/>
                  </a:lnTo>
                  <a:lnTo>
                    <a:pt x="162" y="1976"/>
                  </a:lnTo>
                  <a:lnTo>
                    <a:pt x="165" y="1973"/>
                  </a:lnTo>
                  <a:lnTo>
                    <a:pt x="165" y="1969"/>
                  </a:lnTo>
                  <a:lnTo>
                    <a:pt x="169" y="1965"/>
                  </a:lnTo>
                  <a:lnTo>
                    <a:pt x="173" y="1962"/>
                  </a:lnTo>
                  <a:lnTo>
                    <a:pt x="173" y="1958"/>
                  </a:lnTo>
                  <a:lnTo>
                    <a:pt x="176" y="1955"/>
                  </a:lnTo>
                  <a:lnTo>
                    <a:pt x="180" y="1951"/>
                  </a:lnTo>
                  <a:lnTo>
                    <a:pt x="180" y="1947"/>
                  </a:lnTo>
                  <a:lnTo>
                    <a:pt x="183" y="1944"/>
                  </a:lnTo>
                  <a:lnTo>
                    <a:pt x="187" y="1940"/>
                  </a:lnTo>
                  <a:lnTo>
                    <a:pt x="191" y="1937"/>
                  </a:lnTo>
                  <a:lnTo>
                    <a:pt x="194" y="1933"/>
                  </a:lnTo>
                  <a:lnTo>
                    <a:pt x="198" y="1929"/>
                  </a:lnTo>
                  <a:lnTo>
                    <a:pt x="201" y="1926"/>
                  </a:lnTo>
                  <a:lnTo>
                    <a:pt x="205" y="1926"/>
                  </a:lnTo>
                  <a:lnTo>
                    <a:pt x="209" y="1926"/>
                  </a:lnTo>
                  <a:lnTo>
                    <a:pt x="212" y="1926"/>
                  </a:lnTo>
                  <a:lnTo>
                    <a:pt x="216" y="1926"/>
                  </a:lnTo>
                  <a:lnTo>
                    <a:pt x="219" y="1926"/>
                  </a:lnTo>
                  <a:lnTo>
                    <a:pt x="223" y="1929"/>
                  </a:lnTo>
                  <a:lnTo>
                    <a:pt x="227" y="1933"/>
                  </a:lnTo>
                  <a:lnTo>
                    <a:pt x="230" y="1937"/>
                  </a:lnTo>
                  <a:lnTo>
                    <a:pt x="234" y="1940"/>
                  </a:lnTo>
                  <a:lnTo>
                    <a:pt x="237" y="1944"/>
                  </a:lnTo>
                  <a:lnTo>
                    <a:pt x="241" y="1947"/>
                  </a:lnTo>
                  <a:lnTo>
                    <a:pt x="245" y="1951"/>
                  </a:lnTo>
                  <a:lnTo>
                    <a:pt x="248" y="1955"/>
                  </a:lnTo>
                  <a:lnTo>
                    <a:pt x="248" y="1958"/>
                  </a:lnTo>
                  <a:lnTo>
                    <a:pt x="252" y="1962"/>
                  </a:lnTo>
                  <a:lnTo>
                    <a:pt x="252" y="1965"/>
                  </a:lnTo>
                  <a:lnTo>
                    <a:pt x="255" y="1969"/>
                  </a:lnTo>
                  <a:lnTo>
                    <a:pt x="255" y="1973"/>
                  </a:lnTo>
                  <a:lnTo>
                    <a:pt x="259" y="1976"/>
                  </a:lnTo>
                  <a:lnTo>
                    <a:pt x="259" y="1980"/>
                  </a:lnTo>
                  <a:lnTo>
                    <a:pt x="263" y="1983"/>
                  </a:lnTo>
                  <a:lnTo>
                    <a:pt x="263" y="1987"/>
                  </a:lnTo>
                  <a:lnTo>
                    <a:pt x="266" y="1991"/>
                  </a:lnTo>
                  <a:lnTo>
                    <a:pt x="266" y="1994"/>
                  </a:lnTo>
                  <a:lnTo>
                    <a:pt x="266" y="1998"/>
                  </a:lnTo>
                  <a:lnTo>
                    <a:pt x="270" y="2001"/>
                  </a:lnTo>
                  <a:lnTo>
                    <a:pt x="270" y="2005"/>
                  </a:lnTo>
                  <a:lnTo>
                    <a:pt x="273" y="2009"/>
                  </a:lnTo>
                  <a:lnTo>
                    <a:pt x="273" y="2012"/>
                  </a:lnTo>
                  <a:lnTo>
                    <a:pt x="277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1" y="2030"/>
                  </a:lnTo>
                  <a:lnTo>
                    <a:pt x="284" y="2034"/>
                  </a:lnTo>
                  <a:lnTo>
                    <a:pt x="284" y="2037"/>
                  </a:lnTo>
                  <a:lnTo>
                    <a:pt x="284" y="2041"/>
                  </a:lnTo>
                  <a:lnTo>
                    <a:pt x="288" y="2045"/>
                  </a:lnTo>
                  <a:lnTo>
                    <a:pt x="288" y="2048"/>
                  </a:lnTo>
                  <a:lnTo>
                    <a:pt x="291" y="2052"/>
                  </a:lnTo>
                  <a:lnTo>
                    <a:pt x="291" y="2055"/>
                  </a:lnTo>
                  <a:lnTo>
                    <a:pt x="291" y="2059"/>
                  </a:lnTo>
                  <a:lnTo>
                    <a:pt x="295" y="2063"/>
                  </a:lnTo>
                  <a:lnTo>
                    <a:pt x="295" y="2066"/>
                  </a:lnTo>
                  <a:lnTo>
                    <a:pt x="299" y="2070"/>
                  </a:lnTo>
                  <a:lnTo>
                    <a:pt x="299" y="2073"/>
                  </a:lnTo>
                  <a:lnTo>
                    <a:pt x="302" y="2077"/>
                  </a:lnTo>
                  <a:lnTo>
                    <a:pt x="302" y="2081"/>
                  </a:lnTo>
                  <a:lnTo>
                    <a:pt x="302" y="2084"/>
                  </a:lnTo>
                  <a:lnTo>
                    <a:pt x="306" y="2088"/>
                  </a:lnTo>
                  <a:lnTo>
                    <a:pt x="309" y="2091"/>
                  </a:lnTo>
                  <a:lnTo>
                    <a:pt x="309" y="2095"/>
                  </a:lnTo>
                  <a:lnTo>
                    <a:pt x="309" y="2099"/>
                  </a:lnTo>
                  <a:lnTo>
                    <a:pt x="313" y="2102"/>
                  </a:lnTo>
                  <a:lnTo>
                    <a:pt x="317" y="2106"/>
                  </a:lnTo>
                  <a:lnTo>
                    <a:pt x="317" y="2109"/>
                  </a:lnTo>
                  <a:lnTo>
                    <a:pt x="320" y="2113"/>
                  </a:lnTo>
                  <a:lnTo>
                    <a:pt x="320" y="2117"/>
                  </a:lnTo>
                  <a:lnTo>
                    <a:pt x="324" y="2120"/>
                  </a:lnTo>
                  <a:lnTo>
                    <a:pt x="327" y="2124"/>
                  </a:lnTo>
                  <a:lnTo>
                    <a:pt x="331" y="2127"/>
                  </a:lnTo>
                  <a:lnTo>
                    <a:pt x="335" y="2131"/>
                  </a:lnTo>
                  <a:lnTo>
                    <a:pt x="338" y="2135"/>
                  </a:lnTo>
                  <a:lnTo>
                    <a:pt x="342" y="2138"/>
                  </a:lnTo>
                  <a:lnTo>
                    <a:pt x="345" y="2142"/>
                  </a:lnTo>
                  <a:lnTo>
                    <a:pt x="349" y="2142"/>
                  </a:lnTo>
                  <a:lnTo>
                    <a:pt x="353" y="2142"/>
                  </a:lnTo>
                  <a:lnTo>
                    <a:pt x="356" y="2142"/>
                  </a:lnTo>
                  <a:lnTo>
                    <a:pt x="360" y="2138"/>
                  </a:lnTo>
                  <a:lnTo>
                    <a:pt x="363" y="2135"/>
                  </a:lnTo>
                  <a:lnTo>
                    <a:pt x="367" y="2131"/>
                  </a:lnTo>
                  <a:lnTo>
                    <a:pt x="371" y="2127"/>
                  </a:lnTo>
                  <a:lnTo>
                    <a:pt x="374" y="2124"/>
                  </a:lnTo>
                  <a:lnTo>
                    <a:pt x="378" y="2120"/>
                  </a:lnTo>
                  <a:lnTo>
                    <a:pt x="381" y="2117"/>
                  </a:lnTo>
                  <a:lnTo>
                    <a:pt x="381" y="2113"/>
                  </a:lnTo>
                  <a:lnTo>
                    <a:pt x="385" y="2109"/>
                  </a:lnTo>
                  <a:lnTo>
                    <a:pt x="385" y="2106"/>
                  </a:lnTo>
                  <a:lnTo>
                    <a:pt x="389" y="2102"/>
                  </a:lnTo>
                  <a:lnTo>
                    <a:pt x="389" y="2099"/>
                  </a:lnTo>
                  <a:lnTo>
                    <a:pt x="392" y="2095"/>
                  </a:lnTo>
                  <a:lnTo>
                    <a:pt x="392" y="2091"/>
                  </a:lnTo>
                  <a:lnTo>
                    <a:pt x="396" y="2088"/>
                  </a:lnTo>
                  <a:lnTo>
                    <a:pt x="396" y="2084"/>
                  </a:lnTo>
                  <a:lnTo>
                    <a:pt x="396" y="2081"/>
                  </a:lnTo>
                  <a:lnTo>
                    <a:pt x="399" y="2077"/>
                  </a:lnTo>
                  <a:lnTo>
                    <a:pt x="399" y="2073"/>
                  </a:lnTo>
                  <a:lnTo>
                    <a:pt x="403" y="2070"/>
                  </a:lnTo>
                  <a:lnTo>
                    <a:pt x="403" y="2066"/>
                  </a:lnTo>
                  <a:lnTo>
                    <a:pt x="403" y="2063"/>
                  </a:lnTo>
                  <a:lnTo>
                    <a:pt x="407" y="2059"/>
                  </a:lnTo>
                  <a:lnTo>
                    <a:pt x="407" y="2055"/>
                  </a:lnTo>
                  <a:lnTo>
                    <a:pt x="407" y="2052"/>
                  </a:lnTo>
                  <a:lnTo>
                    <a:pt x="410" y="2048"/>
                  </a:lnTo>
                  <a:lnTo>
                    <a:pt x="410" y="2045"/>
                  </a:lnTo>
                  <a:lnTo>
                    <a:pt x="414" y="2041"/>
                  </a:lnTo>
                  <a:lnTo>
                    <a:pt x="414" y="2037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17" y="2023"/>
                  </a:lnTo>
                  <a:lnTo>
                    <a:pt x="421" y="2019"/>
                  </a:lnTo>
                  <a:lnTo>
                    <a:pt x="421" y="2016"/>
                  </a:lnTo>
                  <a:lnTo>
                    <a:pt x="421" y="2012"/>
                  </a:lnTo>
                  <a:lnTo>
                    <a:pt x="425" y="2009"/>
                  </a:lnTo>
                  <a:lnTo>
                    <a:pt x="425" y="2005"/>
                  </a:lnTo>
                  <a:lnTo>
                    <a:pt x="425" y="1998"/>
                  </a:lnTo>
                  <a:lnTo>
                    <a:pt x="428" y="1994"/>
                  </a:lnTo>
                  <a:lnTo>
                    <a:pt x="428" y="1991"/>
                  </a:lnTo>
                  <a:lnTo>
                    <a:pt x="432" y="1987"/>
                  </a:lnTo>
                  <a:lnTo>
                    <a:pt x="432" y="1983"/>
                  </a:lnTo>
                  <a:lnTo>
                    <a:pt x="432" y="1980"/>
                  </a:lnTo>
                  <a:lnTo>
                    <a:pt x="435" y="1976"/>
                  </a:lnTo>
                  <a:lnTo>
                    <a:pt x="435" y="1973"/>
                  </a:lnTo>
                  <a:lnTo>
                    <a:pt x="439" y="1969"/>
                  </a:lnTo>
                  <a:lnTo>
                    <a:pt x="439" y="1965"/>
                  </a:lnTo>
                  <a:lnTo>
                    <a:pt x="439" y="1958"/>
                  </a:lnTo>
                  <a:lnTo>
                    <a:pt x="443" y="1955"/>
                  </a:lnTo>
                  <a:lnTo>
                    <a:pt x="443" y="1951"/>
                  </a:lnTo>
                  <a:lnTo>
                    <a:pt x="446" y="1947"/>
                  </a:lnTo>
                  <a:lnTo>
                    <a:pt x="446" y="1944"/>
                  </a:lnTo>
                  <a:lnTo>
                    <a:pt x="446" y="1940"/>
                  </a:lnTo>
                  <a:lnTo>
                    <a:pt x="450" y="1937"/>
                  </a:lnTo>
                  <a:lnTo>
                    <a:pt x="450" y="1933"/>
                  </a:lnTo>
                  <a:lnTo>
                    <a:pt x="453" y="1929"/>
                  </a:lnTo>
                  <a:lnTo>
                    <a:pt x="453" y="1926"/>
                  </a:lnTo>
                  <a:lnTo>
                    <a:pt x="457" y="1922"/>
                  </a:lnTo>
                  <a:lnTo>
                    <a:pt x="457" y="1919"/>
                  </a:lnTo>
                  <a:lnTo>
                    <a:pt x="457" y="1915"/>
                  </a:lnTo>
                  <a:lnTo>
                    <a:pt x="461" y="1911"/>
                  </a:lnTo>
                  <a:lnTo>
                    <a:pt x="464" y="1908"/>
                  </a:lnTo>
                  <a:lnTo>
                    <a:pt x="464" y="1904"/>
                  </a:lnTo>
                  <a:lnTo>
                    <a:pt x="468" y="1901"/>
                  </a:lnTo>
                  <a:lnTo>
                    <a:pt x="468" y="1897"/>
                  </a:lnTo>
                  <a:lnTo>
                    <a:pt x="471" y="1893"/>
                  </a:lnTo>
                  <a:lnTo>
                    <a:pt x="475" y="1890"/>
                  </a:lnTo>
                  <a:lnTo>
                    <a:pt x="479" y="1886"/>
                  </a:lnTo>
                  <a:lnTo>
                    <a:pt x="482" y="1883"/>
                  </a:lnTo>
                  <a:lnTo>
                    <a:pt x="486" y="1883"/>
                  </a:lnTo>
                  <a:lnTo>
                    <a:pt x="489" y="1879"/>
                  </a:lnTo>
                  <a:lnTo>
                    <a:pt x="493" y="1883"/>
                  </a:lnTo>
                  <a:lnTo>
                    <a:pt x="497" y="1883"/>
                  </a:lnTo>
                  <a:lnTo>
                    <a:pt x="500" y="1886"/>
                  </a:lnTo>
                  <a:lnTo>
                    <a:pt x="504" y="1886"/>
                  </a:lnTo>
                  <a:lnTo>
                    <a:pt x="507" y="1890"/>
                  </a:lnTo>
                  <a:lnTo>
                    <a:pt x="511" y="1893"/>
                  </a:lnTo>
                  <a:lnTo>
                    <a:pt x="511" y="1897"/>
                  </a:lnTo>
                  <a:lnTo>
                    <a:pt x="515" y="1901"/>
                  </a:lnTo>
                  <a:lnTo>
                    <a:pt x="518" y="1904"/>
                  </a:lnTo>
                  <a:lnTo>
                    <a:pt x="518" y="1908"/>
                  </a:lnTo>
                  <a:lnTo>
                    <a:pt x="518" y="1911"/>
                  </a:lnTo>
                  <a:lnTo>
                    <a:pt x="522" y="1915"/>
                  </a:lnTo>
                  <a:lnTo>
                    <a:pt x="525" y="1919"/>
                  </a:lnTo>
                  <a:lnTo>
                    <a:pt x="525" y="1922"/>
                  </a:lnTo>
                  <a:lnTo>
                    <a:pt x="525" y="1926"/>
                  </a:lnTo>
                  <a:lnTo>
                    <a:pt x="529" y="1929"/>
                  </a:lnTo>
                  <a:lnTo>
                    <a:pt x="529" y="1933"/>
                  </a:lnTo>
                  <a:lnTo>
                    <a:pt x="533" y="1937"/>
                  </a:lnTo>
                  <a:lnTo>
                    <a:pt x="533" y="1940"/>
                  </a:lnTo>
                  <a:lnTo>
                    <a:pt x="533" y="1944"/>
                  </a:lnTo>
                  <a:lnTo>
                    <a:pt x="536" y="1951"/>
                  </a:lnTo>
                  <a:lnTo>
                    <a:pt x="536" y="1955"/>
                  </a:lnTo>
                  <a:lnTo>
                    <a:pt x="536" y="1958"/>
                  </a:lnTo>
                  <a:lnTo>
                    <a:pt x="540" y="1962"/>
                  </a:lnTo>
                  <a:lnTo>
                    <a:pt x="540" y="1965"/>
                  </a:lnTo>
                  <a:lnTo>
                    <a:pt x="543" y="1973"/>
                  </a:lnTo>
                  <a:lnTo>
                    <a:pt x="543" y="1976"/>
                  </a:lnTo>
                  <a:lnTo>
                    <a:pt x="543" y="1980"/>
                  </a:lnTo>
                  <a:lnTo>
                    <a:pt x="547" y="1983"/>
                  </a:lnTo>
                  <a:lnTo>
                    <a:pt x="547" y="1991"/>
                  </a:lnTo>
                  <a:lnTo>
                    <a:pt x="551" y="1994"/>
                  </a:lnTo>
                  <a:lnTo>
                    <a:pt x="551" y="1998"/>
                  </a:lnTo>
                  <a:lnTo>
                    <a:pt x="551" y="2005"/>
                  </a:lnTo>
                  <a:lnTo>
                    <a:pt x="554" y="2009"/>
                  </a:lnTo>
                  <a:lnTo>
                    <a:pt x="554" y="2012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30"/>
                  </a:lnTo>
                  <a:lnTo>
                    <a:pt x="561" y="2034"/>
                  </a:lnTo>
                  <a:lnTo>
                    <a:pt x="561" y="2037"/>
                  </a:lnTo>
                  <a:lnTo>
                    <a:pt x="561" y="2045"/>
                  </a:lnTo>
                  <a:lnTo>
                    <a:pt x="565" y="2048"/>
                  </a:lnTo>
                  <a:lnTo>
                    <a:pt x="565" y="2055"/>
                  </a:lnTo>
                  <a:lnTo>
                    <a:pt x="569" y="2059"/>
                  </a:lnTo>
                  <a:lnTo>
                    <a:pt x="569" y="2066"/>
                  </a:lnTo>
                  <a:lnTo>
                    <a:pt x="569" y="2070"/>
                  </a:lnTo>
                  <a:lnTo>
                    <a:pt x="572" y="2073"/>
                  </a:lnTo>
                  <a:lnTo>
                    <a:pt x="572" y="2081"/>
                  </a:lnTo>
                  <a:lnTo>
                    <a:pt x="576" y="2084"/>
                  </a:lnTo>
                  <a:lnTo>
                    <a:pt x="576" y="2091"/>
                  </a:lnTo>
                  <a:lnTo>
                    <a:pt x="576" y="2095"/>
                  </a:lnTo>
                  <a:lnTo>
                    <a:pt x="579" y="2099"/>
                  </a:lnTo>
                  <a:lnTo>
                    <a:pt x="579" y="2106"/>
                  </a:lnTo>
                  <a:lnTo>
                    <a:pt x="579" y="2109"/>
                  </a:lnTo>
                  <a:lnTo>
                    <a:pt x="583" y="2113"/>
                  </a:lnTo>
                  <a:lnTo>
                    <a:pt x="583" y="2120"/>
                  </a:lnTo>
                  <a:lnTo>
                    <a:pt x="587" y="2124"/>
                  </a:lnTo>
                  <a:lnTo>
                    <a:pt x="587" y="2127"/>
                  </a:lnTo>
                  <a:lnTo>
                    <a:pt x="587" y="2131"/>
                  </a:lnTo>
                  <a:lnTo>
                    <a:pt x="590" y="2138"/>
                  </a:lnTo>
                  <a:lnTo>
                    <a:pt x="590" y="2142"/>
                  </a:lnTo>
                  <a:lnTo>
                    <a:pt x="594" y="2145"/>
                  </a:lnTo>
                  <a:lnTo>
                    <a:pt x="594" y="2149"/>
                  </a:lnTo>
                  <a:lnTo>
                    <a:pt x="594" y="2153"/>
                  </a:lnTo>
                  <a:lnTo>
                    <a:pt x="597" y="2156"/>
                  </a:lnTo>
                  <a:lnTo>
                    <a:pt x="597" y="2160"/>
                  </a:lnTo>
                  <a:lnTo>
                    <a:pt x="597" y="2163"/>
                  </a:lnTo>
                  <a:lnTo>
                    <a:pt x="601" y="2167"/>
                  </a:lnTo>
                  <a:lnTo>
                    <a:pt x="601" y="2171"/>
                  </a:lnTo>
                  <a:lnTo>
                    <a:pt x="605" y="2174"/>
                  </a:lnTo>
                  <a:lnTo>
                    <a:pt x="605" y="2178"/>
                  </a:lnTo>
                  <a:lnTo>
                    <a:pt x="605" y="2181"/>
                  </a:lnTo>
                  <a:lnTo>
                    <a:pt x="608" y="2185"/>
                  </a:lnTo>
                  <a:lnTo>
                    <a:pt x="612" y="2189"/>
                  </a:lnTo>
                  <a:lnTo>
                    <a:pt x="612" y="2192"/>
                  </a:lnTo>
                  <a:lnTo>
                    <a:pt x="615" y="2196"/>
                  </a:lnTo>
                  <a:lnTo>
                    <a:pt x="619" y="2199"/>
                  </a:lnTo>
                  <a:lnTo>
                    <a:pt x="623" y="2203"/>
                  </a:lnTo>
                  <a:lnTo>
                    <a:pt x="626" y="2207"/>
                  </a:lnTo>
                  <a:lnTo>
                    <a:pt x="630" y="2210"/>
                  </a:lnTo>
                  <a:lnTo>
                    <a:pt x="633" y="2207"/>
                  </a:lnTo>
                  <a:lnTo>
                    <a:pt x="637" y="2207"/>
                  </a:lnTo>
                  <a:lnTo>
                    <a:pt x="641" y="2203"/>
                  </a:lnTo>
                  <a:lnTo>
                    <a:pt x="644" y="2199"/>
                  </a:lnTo>
                  <a:lnTo>
                    <a:pt x="648" y="2196"/>
                  </a:lnTo>
                  <a:lnTo>
                    <a:pt x="648" y="2192"/>
                  </a:lnTo>
                  <a:lnTo>
                    <a:pt x="651" y="2189"/>
                  </a:lnTo>
                  <a:lnTo>
                    <a:pt x="655" y="2185"/>
                  </a:lnTo>
                  <a:lnTo>
                    <a:pt x="655" y="2181"/>
                  </a:lnTo>
                  <a:lnTo>
                    <a:pt x="655" y="2178"/>
                  </a:lnTo>
                  <a:lnTo>
                    <a:pt x="659" y="2174"/>
                  </a:lnTo>
                  <a:lnTo>
                    <a:pt x="659" y="2171"/>
                  </a:lnTo>
                  <a:lnTo>
                    <a:pt x="662" y="2167"/>
                  </a:lnTo>
                  <a:lnTo>
                    <a:pt x="662" y="2163"/>
                  </a:lnTo>
                  <a:lnTo>
                    <a:pt x="662" y="2160"/>
                  </a:lnTo>
                  <a:lnTo>
                    <a:pt x="666" y="2156"/>
                  </a:lnTo>
                  <a:lnTo>
                    <a:pt x="666" y="2153"/>
                  </a:lnTo>
                  <a:lnTo>
                    <a:pt x="666" y="2145"/>
                  </a:lnTo>
                  <a:lnTo>
                    <a:pt x="669" y="2142"/>
                  </a:lnTo>
                  <a:lnTo>
                    <a:pt x="669" y="2138"/>
                  </a:lnTo>
                  <a:lnTo>
                    <a:pt x="673" y="2131"/>
                  </a:lnTo>
                  <a:lnTo>
                    <a:pt x="673" y="2127"/>
                  </a:lnTo>
                  <a:lnTo>
                    <a:pt x="673" y="2124"/>
                  </a:lnTo>
                  <a:lnTo>
                    <a:pt x="677" y="2117"/>
                  </a:lnTo>
                  <a:lnTo>
                    <a:pt x="677" y="2113"/>
                  </a:lnTo>
                  <a:lnTo>
                    <a:pt x="680" y="2106"/>
                  </a:lnTo>
                  <a:lnTo>
                    <a:pt x="680" y="2099"/>
                  </a:lnTo>
                  <a:lnTo>
                    <a:pt x="680" y="2095"/>
                  </a:lnTo>
                  <a:lnTo>
                    <a:pt x="684" y="2088"/>
                  </a:lnTo>
                  <a:lnTo>
                    <a:pt x="684" y="2081"/>
                  </a:lnTo>
                  <a:lnTo>
                    <a:pt x="684" y="2077"/>
                  </a:lnTo>
                  <a:lnTo>
                    <a:pt x="687" y="2070"/>
                  </a:lnTo>
                  <a:lnTo>
                    <a:pt x="687" y="2063"/>
                  </a:lnTo>
                  <a:lnTo>
                    <a:pt x="691" y="2055"/>
                  </a:lnTo>
                  <a:lnTo>
                    <a:pt x="691" y="2052"/>
                  </a:lnTo>
                  <a:lnTo>
                    <a:pt x="691" y="2045"/>
                  </a:lnTo>
                  <a:lnTo>
                    <a:pt x="695" y="2037"/>
                  </a:lnTo>
                  <a:lnTo>
                    <a:pt x="695" y="2030"/>
                  </a:lnTo>
                  <a:lnTo>
                    <a:pt x="698" y="2023"/>
                  </a:lnTo>
                  <a:lnTo>
                    <a:pt x="698" y="2016"/>
                  </a:lnTo>
                  <a:lnTo>
                    <a:pt x="698" y="2009"/>
                  </a:lnTo>
                  <a:lnTo>
                    <a:pt x="702" y="2005"/>
                  </a:lnTo>
                  <a:lnTo>
                    <a:pt x="702" y="1998"/>
                  </a:lnTo>
                  <a:lnTo>
                    <a:pt x="705" y="1991"/>
                  </a:lnTo>
                  <a:lnTo>
                    <a:pt x="705" y="1983"/>
                  </a:lnTo>
                  <a:lnTo>
                    <a:pt x="705" y="1976"/>
                  </a:lnTo>
                  <a:lnTo>
                    <a:pt x="709" y="1969"/>
                  </a:lnTo>
                  <a:lnTo>
                    <a:pt x="709" y="1962"/>
                  </a:lnTo>
                  <a:lnTo>
                    <a:pt x="709" y="1955"/>
                  </a:lnTo>
                  <a:lnTo>
                    <a:pt x="713" y="1947"/>
                  </a:lnTo>
                  <a:lnTo>
                    <a:pt x="713" y="1940"/>
                  </a:lnTo>
                  <a:lnTo>
                    <a:pt x="716" y="1937"/>
                  </a:lnTo>
                  <a:lnTo>
                    <a:pt x="716" y="1929"/>
                  </a:lnTo>
                  <a:lnTo>
                    <a:pt x="716" y="1922"/>
                  </a:lnTo>
                  <a:lnTo>
                    <a:pt x="720" y="1915"/>
                  </a:lnTo>
                  <a:lnTo>
                    <a:pt x="720" y="1908"/>
                  </a:lnTo>
                  <a:lnTo>
                    <a:pt x="723" y="1901"/>
                  </a:lnTo>
                  <a:lnTo>
                    <a:pt x="723" y="1893"/>
                  </a:lnTo>
                  <a:lnTo>
                    <a:pt x="723" y="1890"/>
                  </a:lnTo>
                  <a:lnTo>
                    <a:pt x="727" y="1883"/>
                  </a:lnTo>
                  <a:lnTo>
                    <a:pt x="727" y="1875"/>
                  </a:lnTo>
                  <a:lnTo>
                    <a:pt x="727" y="1872"/>
                  </a:lnTo>
                  <a:lnTo>
                    <a:pt x="731" y="1865"/>
                  </a:lnTo>
                  <a:lnTo>
                    <a:pt x="731" y="1857"/>
                  </a:lnTo>
                  <a:lnTo>
                    <a:pt x="734" y="1854"/>
                  </a:lnTo>
                  <a:lnTo>
                    <a:pt x="734" y="1847"/>
                  </a:lnTo>
                  <a:lnTo>
                    <a:pt x="734" y="1843"/>
                  </a:lnTo>
                  <a:lnTo>
                    <a:pt x="738" y="1836"/>
                  </a:lnTo>
                  <a:lnTo>
                    <a:pt x="738" y="1832"/>
                  </a:lnTo>
                  <a:lnTo>
                    <a:pt x="741" y="1825"/>
                  </a:lnTo>
                  <a:lnTo>
                    <a:pt x="741" y="1821"/>
                  </a:lnTo>
                  <a:lnTo>
                    <a:pt x="741" y="1818"/>
                  </a:lnTo>
                  <a:lnTo>
                    <a:pt x="745" y="1811"/>
                  </a:lnTo>
                  <a:lnTo>
                    <a:pt x="745" y="1807"/>
                  </a:lnTo>
                  <a:lnTo>
                    <a:pt x="749" y="1803"/>
                  </a:lnTo>
                  <a:lnTo>
                    <a:pt x="749" y="1800"/>
                  </a:lnTo>
                  <a:lnTo>
                    <a:pt x="749" y="1796"/>
                  </a:lnTo>
                  <a:lnTo>
                    <a:pt x="752" y="1793"/>
                  </a:lnTo>
                  <a:lnTo>
                    <a:pt x="752" y="1789"/>
                  </a:lnTo>
                  <a:lnTo>
                    <a:pt x="752" y="1785"/>
                  </a:lnTo>
                  <a:lnTo>
                    <a:pt x="756" y="1782"/>
                  </a:lnTo>
                  <a:lnTo>
                    <a:pt x="759" y="1778"/>
                  </a:lnTo>
                  <a:lnTo>
                    <a:pt x="759" y="1775"/>
                  </a:lnTo>
                  <a:lnTo>
                    <a:pt x="763" y="1771"/>
                  </a:lnTo>
                  <a:lnTo>
                    <a:pt x="767" y="1767"/>
                  </a:lnTo>
                  <a:lnTo>
                    <a:pt x="770" y="1764"/>
                  </a:lnTo>
                  <a:lnTo>
                    <a:pt x="774" y="1764"/>
                  </a:lnTo>
                  <a:lnTo>
                    <a:pt x="777" y="1767"/>
                  </a:lnTo>
                  <a:lnTo>
                    <a:pt x="781" y="1771"/>
                  </a:lnTo>
                  <a:lnTo>
                    <a:pt x="785" y="1775"/>
                  </a:lnTo>
                  <a:lnTo>
                    <a:pt x="788" y="1778"/>
                  </a:lnTo>
                  <a:lnTo>
                    <a:pt x="788" y="1782"/>
                  </a:lnTo>
                  <a:lnTo>
                    <a:pt x="792" y="1785"/>
                  </a:lnTo>
                  <a:lnTo>
                    <a:pt x="792" y="1789"/>
                  </a:lnTo>
                  <a:lnTo>
                    <a:pt x="792" y="1793"/>
                  </a:lnTo>
                  <a:lnTo>
                    <a:pt x="795" y="1796"/>
                  </a:lnTo>
                  <a:lnTo>
                    <a:pt x="795" y="1803"/>
                  </a:lnTo>
                  <a:lnTo>
                    <a:pt x="795" y="1807"/>
                  </a:lnTo>
                  <a:lnTo>
                    <a:pt x="799" y="1811"/>
                  </a:lnTo>
                  <a:lnTo>
                    <a:pt x="799" y="1818"/>
                  </a:lnTo>
                  <a:lnTo>
                    <a:pt x="803" y="1821"/>
                  </a:lnTo>
                  <a:lnTo>
                    <a:pt x="803" y="1829"/>
                  </a:lnTo>
                  <a:lnTo>
                    <a:pt x="803" y="1832"/>
                  </a:lnTo>
                  <a:lnTo>
                    <a:pt x="806" y="1839"/>
                  </a:lnTo>
                  <a:lnTo>
                    <a:pt x="806" y="1847"/>
                  </a:lnTo>
                  <a:lnTo>
                    <a:pt x="810" y="1850"/>
                  </a:lnTo>
                  <a:lnTo>
                    <a:pt x="810" y="1857"/>
                  </a:lnTo>
                  <a:lnTo>
                    <a:pt x="810" y="1865"/>
                  </a:lnTo>
                  <a:lnTo>
                    <a:pt x="813" y="1872"/>
                  </a:lnTo>
                  <a:lnTo>
                    <a:pt x="813" y="1879"/>
                  </a:lnTo>
                  <a:lnTo>
                    <a:pt x="817" y="1886"/>
                  </a:lnTo>
                  <a:lnTo>
                    <a:pt x="817" y="1897"/>
                  </a:lnTo>
                  <a:lnTo>
                    <a:pt x="817" y="1904"/>
                  </a:lnTo>
                  <a:lnTo>
                    <a:pt x="821" y="1911"/>
                  </a:lnTo>
                  <a:lnTo>
                    <a:pt x="821" y="1922"/>
                  </a:lnTo>
                  <a:lnTo>
                    <a:pt x="821" y="1929"/>
                  </a:lnTo>
                  <a:lnTo>
                    <a:pt x="824" y="1937"/>
                  </a:lnTo>
                  <a:lnTo>
                    <a:pt x="824" y="1947"/>
                  </a:lnTo>
                  <a:lnTo>
                    <a:pt x="828" y="1955"/>
                  </a:lnTo>
                  <a:lnTo>
                    <a:pt x="828" y="1965"/>
                  </a:lnTo>
                  <a:lnTo>
                    <a:pt x="828" y="1976"/>
                  </a:lnTo>
                  <a:lnTo>
                    <a:pt x="831" y="1983"/>
                  </a:lnTo>
                  <a:lnTo>
                    <a:pt x="831" y="1994"/>
                  </a:lnTo>
                  <a:lnTo>
                    <a:pt x="835" y="2005"/>
                  </a:lnTo>
                  <a:lnTo>
                    <a:pt x="835" y="2012"/>
                  </a:lnTo>
                  <a:lnTo>
                    <a:pt x="835" y="2023"/>
                  </a:lnTo>
                  <a:lnTo>
                    <a:pt x="839" y="2034"/>
                  </a:lnTo>
                  <a:lnTo>
                    <a:pt x="839" y="2045"/>
                  </a:lnTo>
                  <a:lnTo>
                    <a:pt x="839" y="2055"/>
                  </a:lnTo>
                  <a:lnTo>
                    <a:pt x="842" y="2066"/>
                  </a:lnTo>
                  <a:lnTo>
                    <a:pt x="842" y="2077"/>
                  </a:lnTo>
                  <a:lnTo>
                    <a:pt x="846" y="2088"/>
                  </a:lnTo>
                  <a:lnTo>
                    <a:pt x="846" y="2095"/>
                  </a:lnTo>
                  <a:lnTo>
                    <a:pt x="846" y="2106"/>
                  </a:lnTo>
                  <a:lnTo>
                    <a:pt x="849" y="2117"/>
                  </a:lnTo>
                  <a:lnTo>
                    <a:pt x="849" y="2127"/>
                  </a:lnTo>
                  <a:lnTo>
                    <a:pt x="853" y="2138"/>
                  </a:lnTo>
                  <a:lnTo>
                    <a:pt x="853" y="2149"/>
                  </a:lnTo>
                  <a:lnTo>
                    <a:pt x="853" y="2160"/>
                  </a:lnTo>
                  <a:lnTo>
                    <a:pt x="857" y="2171"/>
                  </a:lnTo>
                  <a:lnTo>
                    <a:pt x="857" y="2181"/>
                  </a:lnTo>
                  <a:lnTo>
                    <a:pt x="860" y="2192"/>
                  </a:lnTo>
                  <a:lnTo>
                    <a:pt x="860" y="2203"/>
                  </a:lnTo>
                  <a:lnTo>
                    <a:pt x="860" y="2214"/>
                  </a:lnTo>
                  <a:lnTo>
                    <a:pt x="864" y="2225"/>
                  </a:lnTo>
                  <a:lnTo>
                    <a:pt x="864" y="2235"/>
                  </a:lnTo>
                  <a:lnTo>
                    <a:pt x="864" y="2243"/>
                  </a:lnTo>
                  <a:lnTo>
                    <a:pt x="867" y="2253"/>
                  </a:lnTo>
                  <a:lnTo>
                    <a:pt x="867" y="2264"/>
                  </a:lnTo>
                  <a:lnTo>
                    <a:pt x="871" y="2275"/>
                  </a:lnTo>
                  <a:lnTo>
                    <a:pt x="871" y="2286"/>
                  </a:lnTo>
                  <a:lnTo>
                    <a:pt x="871" y="2293"/>
                  </a:lnTo>
                  <a:lnTo>
                    <a:pt x="875" y="2304"/>
                  </a:lnTo>
                  <a:lnTo>
                    <a:pt x="875" y="2311"/>
                  </a:lnTo>
                  <a:lnTo>
                    <a:pt x="878" y="2322"/>
                  </a:lnTo>
                  <a:lnTo>
                    <a:pt x="878" y="2329"/>
                  </a:lnTo>
                  <a:lnTo>
                    <a:pt x="878" y="2340"/>
                  </a:lnTo>
                  <a:lnTo>
                    <a:pt x="882" y="2347"/>
                  </a:lnTo>
                  <a:lnTo>
                    <a:pt x="882" y="2354"/>
                  </a:lnTo>
                  <a:lnTo>
                    <a:pt x="882" y="2365"/>
                  </a:lnTo>
                  <a:lnTo>
                    <a:pt x="885" y="2372"/>
                  </a:lnTo>
                  <a:lnTo>
                    <a:pt x="885" y="2379"/>
                  </a:lnTo>
                  <a:lnTo>
                    <a:pt x="889" y="2387"/>
                  </a:lnTo>
                  <a:lnTo>
                    <a:pt x="889" y="2394"/>
                  </a:lnTo>
                  <a:lnTo>
                    <a:pt x="889" y="2401"/>
                  </a:lnTo>
                  <a:lnTo>
                    <a:pt x="893" y="2408"/>
                  </a:lnTo>
                  <a:lnTo>
                    <a:pt x="893" y="2412"/>
                  </a:lnTo>
                  <a:lnTo>
                    <a:pt x="896" y="2419"/>
                  </a:lnTo>
                  <a:lnTo>
                    <a:pt x="896" y="2423"/>
                  </a:lnTo>
                  <a:lnTo>
                    <a:pt x="896" y="2430"/>
                  </a:lnTo>
                  <a:lnTo>
                    <a:pt x="900" y="2433"/>
                  </a:lnTo>
                  <a:lnTo>
                    <a:pt x="900" y="2437"/>
                  </a:lnTo>
                  <a:lnTo>
                    <a:pt x="903" y="2444"/>
                  </a:lnTo>
                  <a:lnTo>
                    <a:pt x="903" y="2448"/>
                  </a:lnTo>
                  <a:lnTo>
                    <a:pt x="907" y="2451"/>
                  </a:lnTo>
                  <a:lnTo>
                    <a:pt x="907" y="2455"/>
                  </a:lnTo>
                  <a:lnTo>
                    <a:pt x="911" y="2459"/>
                  </a:lnTo>
                  <a:lnTo>
                    <a:pt x="914" y="2462"/>
                  </a:lnTo>
                  <a:lnTo>
                    <a:pt x="918" y="2462"/>
                  </a:lnTo>
                  <a:lnTo>
                    <a:pt x="921" y="2459"/>
                  </a:lnTo>
                  <a:lnTo>
                    <a:pt x="925" y="2455"/>
                  </a:lnTo>
                  <a:lnTo>
                    <a:pt x="925" y="2451"/>
                  </a:lnTo>
                  <a:lnTo>
                    <a:pt x="925" y="2448"/>
                  </a:lnTo>
                  <a:lnTo>
                    <a:pt x="929" y="2444"/>
                  </a:lnTo>
                  <a:lnTo>
                    <a:pt x="929" y="2441"/>
                  </a:lnTo>
                  <a:lnTo>
                    <a:pt x="932" y="2437"/>
                  </a:lnTo>
                  <a:lnTo>
                    <a:pt x="932" y="2430"/>
                  </a:lnTo>
                  <a:lnTo>
                    <a:pt x="932" y="2426"/>
                  </a:lnTo>
                  <a:lnTo>
                    <a:pt x="936" y="2419"/>
                  </a:lnTo>
                  <a:lnTo>
                    <a:pt x="936" y="2412"/>
                  </a:lnTo>
                  <a:lnTo>
                    <a:pt x="939" y="2405"/>
                  </a:lnTo>
                  <a:lnTo>
                    <a:pt x="939" y="2397"/>
                  </a:lnTo>
                  <a:lnTo>
                    <a:pt x="939" y="2387"/>
                  </a:lnTo>
                  <a:lnTo>
                    <a:pt x="943" y="2379"/>
                  </a:lnTo>
                  <a:lnTo>
                    <a:pt x="943" y="2369"/>
                  </a:lnTo>
                  <a:lnTo>
                    <a:pt x="947" y="2361"/>
                  </a:lnTo>
                  <a:lnTo>
                    <a:pt x="947" y="2351"/>
                  </a:lnTo>
                  <a:lnTo>
                    <a:pt x="947" y="2340"/>
                  </a:lnTo>
                  <a:lnTo>
                    <a:pt x="950" y="2329"/>
                  </a:lnTo>
                  <a:lnTo>
                    <a:pt x="950" y="2315"/>
                  </a:lnTo>
                  <a:lnTo>
                    <a:pt x="950" y="2304"/>
                  </a:lnTo>
                  <a:lnTo>
                    <a:pt x="954" y="2293"/>
                  </a:lnTo>
                  <a:lnTo>
                    <a:pt x="954" y="2279"/>
                  </a:lnTo>
                  <a:lnTo>
                    <a:pt x="957" y="2264"/>
                  </a:lnTo>
                  <a:lnTo>
                    <a:pt x="957" y="2250"/>
                  </a:lnTo>
                  <a:lnTo>
                    <a:pt x="957" y="2235"/>
                  </a:lnTo>
                  <a:lnTo>
                    <a:pt x="961" y="2221"/>
                  </a:lnTo>
                  <a:lnTo>
                    <a:pt x="961" y="2203"/>
                  </a:lnTo>
                  <a:lnTo>
                    <a:pt x="965" y="2189"/>
                  </a:lnTo>
                  <a:lnTo>
                    <a:pt x="965" y="2171"/>
                  </a:lnTo>
                  <a:lnTo>
                    <a:pt x="965" y="2156"/>
                  </a:lnTo>
                  <a:lnTo>
                    <a:pt x="968" y="2138"/>
                  </a:lnTo>
                  <a:lnTo>
                    <a:pt x="968" y="2120"/>
                  </a:lnTo>
                  <a:lnTo>
                    <a:pt x="968" y="2102"/>
                  </a:lnTo>
                  <a:lnTo>
                    <a:pt x="972" y="2084"/>
                  </a:lnTo>
                  <a:lnTo>
                    <a:pt x="972" y="2063"/>
                  </a:lnTo>
                  <a:lnTo>
                    <a:pt x="975" y="2045"/>
                  </a:lnTo>
                  <a:lnTo>
                    <a:pt x="975" y="2023"/>
                  </a:lnTo>
                  <a:lnTo>
                    <a:pt x="975" y="2005"/>
                  </a:lnTo>
                  <a:lnTo>
                    <a:pt x="979" y="1983"/>
                  </a:lnTo>
                  <a:lnTo>
                    <a:pt x="979" y="1962"/>
                  </a:lnTo>
                  <a:lnTo>
                    <a:pt x="983" y="1940"/>
                  </a:lnTo>
                  <a:lnTo>
                    <a:pt x="983" y="1919"/>
                  </a:lnTo>
                  <a:lnTo>
                    <a:pt x="983" y="1897"/>
                  </a:lnTo>
                  <a:lnTo>
                    <a:pt x="986" y="1872"/>
                  </a:lnTo>
                  <a:lnTo>
                    <a:pt x="986" y="1850"/>
                  </a:lnTo>
                  <a:lnTo>
                    <a:pt x="990" y="1825"/>
                  </a:lnTo>
                  <a:lnTo>
                    <a:pt x="990" y="1803"/>
                  </a:lnTo>
                  <a:lnTo>
                    <a:pt x="990" y="1778"/>
                  </a:lnTo>
                  <a:lnTo>
                    <a:pt x="993" y="1753"/>
                  </a:lnTo>
                  <a:lnTo>
                    <a:pt x="993" y="1731"/>
                  </a:lnTo>
                  <a:lnTo>
                    <a:pt x="993" y="1706"/>
                  </a:lnTo>
                  <a:lnTo>
                    <a:pt x="997" y="1681"/>
                  </a:lnTo>
                  <a:lnTo>
                    <a:pt x="997" y="1656"/>
                  </a:lnTo>
                  <a:lnTo>
                    <a:pt x="1001" y="1631"/>
                  </a:lnTo>
                  <a:lnTo>
                    <a:pt x="1001" y="1602"/>
                  </a:lnTo>
                  <a:lnTo>
                    <a:pt x="1001" y="1577"/>
                  </a:lnTo>
                  <a:lnTo>
                    <a:pt x="1004" y="1551"/>
                  </a:lnTo>
                  <a:lnTo>
                    <a:pt x="1004" y="1523"/>
                  </a:lnTo>
                  <a:lnTo>
                    <a:pt x="1008" y="1497"/>
                  </a:lnTo>
                  <a:lnTo>
                    <a:pt x="1008" y="1472"/>
                  </a:lnTo>
                  <a:lnTo>
                    <a:pt x="1008" y="1443"/>
                  </a:lnTo>
                  <a:lnTo>
                    <a:pt x="1011" y="1418"/>
                  </a:lnTo>
                  <a:lnTo>
                    <a:pt x="1011" y="1389"/>
                  </a:lnTo>
                  <a:lnTo>
                    <a:pt x="1011" y="1361"/>
                  </a:lnTo>
                  <a:lnTo>
                    <a:pt x="1015" y="1335"/>
                  </a:lnTo>
                  <a:lnTo>
                    <a:pt x="1015" y="1307"/>
                  </a:lnTo>
                  <a:lnTo>
                    <a:pt x="1019" y="1281"/>
                  </a:lnTo>
                  <a:lnTo>
                    <a:pt x="1019" y="1253"/>
                  </a:lnTo>
                  <a:lnTo>
                    <a:pt x="1019" y="1224"/>
                  </a:lnTo>
                  <a:lnTo>
                    <a:pt x="1022" y="1195"/>
                  </a:lnTo>
                  <a:lnTo>
                    <a:pt x="1022" y="1170"/>
                  </a:lnTo>
                  <a:lnTo>
                    <a:pt x="1026" y="1141"/>
                  </a:lnTo>
                  <a:lnTo>
                    <a:pt x="1026" y="1112"/>
                  </a:lnTo>
                  <a:lnTo>
                    <a:pt x="1026" y="1087"/>
                  </a:lnTo>
                  <a:lnTo>
                    <a:pt x="1029" y="1058"/>
                  </a:lnTo>
                  <a:lnTo>
                    <a:pt x="1029" y="1029"/>
                  </a:lnTo>
                  <a:lnTo>
                    <a:pt x="1033" y="1004"/>
                  </a:lnTo>
                  <a:lnTo>
                    <a:pt x="1033" y="975"/>
                  </a:lnTo>
                  <a:lnTo>
                    <a:pt x="1033" y="950"/>
                  </a:lnTo>
                  <a:lnTo>
                    <a:pt x="1037" y="921"/>
                  </a:lnTo>
                  <a:lnTo>
                    <a:pt x="1037" y="896"/>
                  </a:lnTo>
                  <a:lnTo>
                    <a:pt x="1037" y="867"/>
                  </a:lnTo>
                  <a:lnTo>
                    <a:pt x="1040" y="842"/>
                  </a:lnTo>
                  <a:lnTo>
                    <a:pt x="1040" y="813"/>
                  </a:lnTo>
                  <a:lnTo>
                    <a:pt x="1044" y="788"/>
                  </a:lnTo>
                  <a:lnTo>
                    <a:pt x="1044" y="763"/>
                  </a:lnTo>
                  <a:lnTo>
                    <a:pt x="1044" y="738"/>
                  </a:lnTo>
                  <a:lnTo>
                    <a:pt x="1047" y="709"/>
                  </a:lnTo>
                  <a:lnTo>
                    <a:pt x="1047" y="684"/>
                  </a:lnTo>
                  <a:lnTo>
                    <a:pt x="1051" y="659"/>
                  </a:lnTo>
                  <a:lnTo>
                    <a:pt x="1051" y="637"/>
                  </a:lnTo>
                  <a:lnTo>
                    <a:pt x="1051" y="612"/>
                  </a:lnTo>
                  <a:lnTo>
                    <a:pt x="1055" y="587"/>
                  </a:lnTo>
                  <a:lnTo>
                    <a:pt x="1055" y="562"/>
                  </a:lnTo>
                  <a:lnTo>
                    <a:pt x="1055" y="540"/>
                  </a:lnTo>
                  <a:lnTo>
                    <a:pt x="1058" y="515"/>
                  </a:lnTo>
                  <a:lnTo>
                    <a:pt x="1058" y="493"/>
                  </a:lnTo>
                  <a:lnTo>
                    <a:pt x="1062" y="472"/>
                  </a:lnTo>
                  <a:lnTo>
                    <a:pt x="1062" y="450"/>
                  </a:lnTo>
                  <a:lnTo>
                    <a:pt x="1062" y="428"/>
                  </a:lnTo>
                  <a:lnTo>
                    <a:pt x="1065" y="407"/>
                  </a:lnTo>
                  <a:lnTo>
                    <a:pt x="1065" y="385"/>
                  </a:lnTo>
                  <a:lnTo>
                    <a:pt x="1069" y="364"/>
                  </a:lnTo>
                  <a:lnTo>
                    <a:pt x="1069" y="346"/>
                  </a:lnTo>
                  <a:lnTo>
                    <a:pt x="1069" y="324"/>
                  </a:lnTo>
                  <a:lnTo>
                    <a:pt x="1073" y="306"/>
                  </a:lnTo>
                  <a:lnTo>
                    <a:pt x="1073" y="288"/>
                  </a:lnTo>
                  <a:lnTo>
                    <a:pt x="1076" y="270"/>
                  </a:lnTo>
                  <a:lnTo>
                    <a:pt x="1076" y="252"/>
                  </a:lnTo>
                  <a:lnTo>
                    <a:pt x="1076" y="234"/>
                  </a:lnTo>
                  <a:lnTo>
                    <a:pt x="1080" y="220"/>
                  </a:lnTo>
                  <a:lnTo>
                    <a:pt x="1080" y="202"/>
                  </a:lnTo>
                  <a:lnTo>
                    <a:pt x="1080" y="187"/>
                  </a:lnTo>
                  <a:lnTo>
                    <a:pt x="1083" y="173"/>
                  </a:lnTo>
                  <a:lnTo>
                    <a:pt x="1083" y="158"/>
                  </a:lnTo>
                  <a:lnTo>
                    <a:pt x="1087" y="144"/>
                  </a:lnTo>
                  <a:lnTo>
                    <a:pt x="1087" y="133"/>
                  </a:lnTo>
                  <a:lnTo>
                    <a:pt x="1087" y="119"/>
                  </a:lnTo>
                  <a:lnTo>
                    <a:pt x="1091" y="108"/>
                  </a:lnTo>
                  <a:lnTo>
                    <a:pt x="1091" y="97"/>
                  </a:lnTo>
                  <a:lnTo>
                    <a:pt x="1094" y="86"/>
                  </a:lnTo>
                  <a:lnTo>
                    <a:pt x="1094" y="76"/>
                  </a:lnTo>
                  <a:lnTo>
                    <a:pt x="1094" y="65"/>
                  </a:lnTo>
                  <a:lnTo>
                    <a:pt x="1098" y="58"/>
                  </a:lnTo>
                  <a:lnTo>
                    <a:pt x="1098" y="50"/>
                  </a:lnTo>
                  <a:lnTo>
                    <a:pt x="1098" y="40"/>
                  </a:lnTo>
                  <a:lnTo>
                    <a:pt x="1101" y="36"/>
                  </a:lnTo>
                  <a:lnTo>
                    <a:pt x="1101" y="29"/>
                  </a:lnTo>
                  <a:lnTo>
                    <a:pt x="1105" y="22"/>
                  </a:lnTo>
                  <a:lnTo>
                    <a:pt x="1105" y="18"/>
                  </a:lnTo>
                  <a:lnTo>
                    <a:pt x="1105" y="14"/>
                  </a:lnTo>
                  <a:lnTo>
                    <a:pt x="1109" y="11"/>
                  </a:lnTo>
                  <a:lnTo>
                    <a:pt x="1109" y="7"/>
                  </a:lnTo>
                  <a:lnTo>
                    <a:pt x="1112" y="4"/>
                  </a:lnTo>
                  <a:lnTo>
                    <a:pt x="1112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1" name="Freeform 89"/>
            <p:cNvSpPr>
              <a:spLocks/>
            </p:cNvSpPr>
            <p:nvPr/>
          </p:nvSpPr>
          <p:spPr bwMode="auto">
            <a:xfrm>
              <a:off x="1865" y="1048"/>
              <a:ext cx="2480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8" y="2243"/>
                </a:cxn>
                <a:cxn ang="0">
                  <a:pos x="273" y="2066"/>
                </a:cxn>
                <a:cxn ang="0">
                  <a:pos x="295" y="1904"/>
                </a:cxn>
                <a:cxn ang="0">
                  <a:pos x="320" y="1796"/>
                </a:cxn>
                <a:cxn ang="0">
                  <a:pos x="360" y="1785"/>
                </a:cxn>
                <a:cxn ang="0">
                  <a:pos x="385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3" y="2171"/>
                </a:cxn>
                <a:cxn ang="0">
                  <a:pos x="500" y="2196"/>
                </a:cxn>
                <a:cxn ang="0">
                  <a:pos x="525" y="2131"/>
                </a:cxn>
                <a:cxn ang="0">
                  <a:pos x="551" y="2048"/>
                </a:cxn>
                <a:cxn ang="0">
                  <a:pos x="572" y="1965"/>
                </a:cxn>
                <a:cxn ang="0">
                  <a:pos x="601" y="1901"/>
                </a:cxn>
                <a:cxn ang="0">
                  <a:pos x="655" y="1911"/>
                </a:cxn>
                <a:cxn ang="0">
                  <a:pos x="680" y="1976"/>
                </a:cxn>
                <a:cxn ang="0">
                  <a:pos x="702" y="2045"/>
                </a:cxn>
                <a:cxn ang="0">
                  <a:pos x="727" y="2106"/>
                </a:cxn>
                <a:cxn ang="0">
                  <a:pos x="781" y="2131"/>
                </a:cxn>
                <a:cxn ang="0">
                  <a:pos x="817" y="2070"/>
                </a:cxn>
                <a:cxn ang="0">
                  <a:pos x="842" y="2009"/>
                </a:cxn>
                <a:cxn ang="0">
                  <a:pos x="875" y="1947"/>
                </a:cxn>
                <a:cxn ang="0">
                  <a:pos x="932" y="1944"/>
                </a:cxn>
                <a:cxn ang="0">
                  <a:pos x="965" y="2005"/>
                </a:cxn>
                <a:cxn ang="0">
                  <a:pos x="997" y="2066"/>
                </a:cxn>
                <a:cxn ang="0">
                  <a:pos x="1051" y="2106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38" y="2001"/>
                </a:cxn>
                <a:cxn ang="0">
                  <a:pos x="1281" y="2063"/>
                </a:cxn>
                <a:cxn ang="0">
                  <a:pos x="1339" y="2088"/>
                </a:cxn>
                <a:cxn ang="0">
                  <a:pos x="1393" y="2027"/>
                </a:cxn>
                <a:cxn ang="0">
                  <a:pos x="1443" y="1965"/>
                </a:cxn>
                <a:cxn ang="0">
                  <a:pos x="1505" y="1991"/>
                </a:cxn>
                <a:cxn ang="0">
                  <a:pos x="1555" y="2052"/>
                </a:cxn>
                <a:cxn ang="0">
                  <a:pos x="1616" y="2077"/>
                </a:cxn>
                <a:cxn ang="0">
                  <a:pos x="1674" y="2023"/>
                </a:cxn>
                <a:cxn ang="0">
                  <a:pos x="1731" y="1973"/>
                </a:cxn>
                <a:cxn ang="0">
                  <a:pos x="1793" y="2005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9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5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9" y="2041"/>
                  </a:lnTo>
                  <a:lnTo>
                    <a:pt x="1663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7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  <a:lnTo>
                    <a:pt x="2477" y="2048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2" name="Freeform 90"/>
            <p:cNvSpPr>
              <a:spLocks/>
            </p:cNvSpPr>
            <p:nvPr/>
          </p:nvSpPr>
          <p:spPr bwMode="auto">
            <a:xfrm>
              <a:off x="4345" y="3039"/>
              <a:ext cx="864" cy="64"/>
            </a:xfrm>
            <a:custGeom>
              <a:avLst/>
              <a:gdLst/>
              <a:ahLst/>
              <a:cxnLst>
                <a:cxn ang="0">
                  <a:pos x="11" y="46"/>
                </a:cxn>
                <a:cxn ang="0">
                  <a:pos x="25" y="36"/>
                </a:cxn>
                <a:cxn ang="0">
                  <a:pos x="40" y="21"/>
                </a:cxn>
                <a:cxn ang="0">
                  <a:pos x="54" y="10"/>
                </a:cxn>
                <a:cxn ang="0">
                  <a:pos x="69" y="3"/>
                </a:cxn>
                <a:cxn ang="0">
                  <a:pos x="83" y="0"/>
                </a:cxn>
                <a:cxn ang="0">
                  <a:pos x="97" y="0"/>
                </a:cxn>
                <a:cxn ang="0">
                  <a:pos x="112" y="0"/>
                </a:cxn>
                <a:cxn ang="0">
                  <a:pos x="126" y="7"/>
                </a:cxn>
                <a:cxn ang="0">
                  <a:pos x="141" y="14"/>
                </a:cxn>
                <a:cxn ang="0">
                  <a:pos x="155" y="25"/>
                </a:cxn>
                <a:cxn ang="0">
                  <a:pos x="169" y="36"/>
                </a:cxn>
                <a:cxn ang="0">
                  <a:pos x="184" y="46"/>
                </a:cxn>
                <a:cxn ang="0">
                  <a:pos x="198" y="54"/>
                </a:cxn>
                <a:cxn ang="0">
                  <a:pos x="213" y="61"/>
                </a:cxn>
                <a:cxn ang="0">
                  <a:pos x="227" y="64"/>
                </a:cxn>
                <a:cxn ang="0">
                  <a:pos x="241" y="64"/>
                </a:cxn>
                <a:cxn ang="0">
                  <a:pos x="256" y="61"/>
                </a:cxn>
                <a:cxn ang="0">
                  <a:pos x="270" y="57"/>
                </a:cxn>
                <a:cxn ang="0">
                  <a:pos x="285" y="46"/>
                </a:cxn>
                <a:cxn ang="0">
                  <a:pos x="299" y="39"/>
                </a:cxn>
                <a:cxn ang="0">
                  <a:pos x="313" y="28"/>
                </a:cxn>
                <a:cxn ang="0">
                  <a:pos x="328" y="18"/>
                </a:cxn>
                <a:cxn ang="0">
                  <a:pos x="342" y="10"/>
                </a:cxn>
                <a:cxn ang="0">
                  <a:pos x="357" y="3"/>
                </a:cxn>
                <a:cxn ang="0">
                  <a:pos x="371" y="3"/>
                </a:cxn>
                <a:cxn ang="0">
                  <a:pos x="385" y="3"/>
                </a:cxn>
                <a:cxn ang="0">
                  <a:pos x="400" y="7"/>
                </a:cxn>
                <a:cxn ang="0">
                  <a:pos x="414" y="14"/>
                </a:cxn>
                <a:cxn ang="0">
                  <a:pos x="429" y="21"/>
                </a:cxn>
                <a:cxn ang="0">
                  <a:pos x="443" y="32"/>
                </a:cxn>
                <a:cxn ang="0">
                  <a:pos x="457" y="43"/>
                </a:cxn>
                <a:cxn ang="0">
                  <a:pos x="472" y="50"/>
                </a:cxn>
                <a:cxn ang="0">
                  <a:pos x="486" y="57"/>
                </a:cxn>
                <a:cxn ang="0">
                  <a:pos x="501" y="61"/>
                </a:cxn>
                <a:cxn ang="0">
                  <a:pos x="515" y="64"/>
                </a:cxn>
                <a:cxn ang="0">
                  <a:pos x="529" y="61"/>
                </a:cxn>
                <a:cxn ang="0">
                  <a:pos x="544" y="57"/>
                </a:cxn>
                <a:cxn ang="0">
                  <a:pos x="558" y="50"/>
                </a:cxn>
                <a:cxn ang="0">
                  <a:pos x="573" y="39"/>
                </a:cxn>
                <a:cxn ang="0">
                  <a:pos x="587" y="32"/>
                </a:cxn>
                <a:cxn ang="0">
                  <a:pos x="601" y="21"/>
                </a:cxn>
                <a:cxn ang="0">
                  <a:pos x="616" y="14"/>
                </a:cxn>
                <a:cxn ang="0">
                  <a:pos x="630" y="7"/>
                </a:cxn>
                <a:cxn ang="0">
                  <a:pos x="645" y="3"/>
                </a:cxn>
                <a:cxn ang="0">
                  <a:pos x="659" y="3"/>
                </a:cxn>
                <a:cxn ang="0">
                  <a:pos x="673" y="7"/>
                </a:cxn>
                <a:cxn ang="0">
                  <a:pos x="688" y="14"/>
                </a:cxn>
                <a:cxn ang="0">
                  <a:pos x="702" y="21"/>
                </a:cxn>
                <a:cxn ang="0">
                  <a:pos x="717" y="28"/>
                </a:cxn>
                <a:cxn ang="0">
                  <a:pos x="731" y="36"/>
                </a:cxn>
                <a:cxn ang="0">
                  <a:pos x="745" y="46"/>
                </a:cxn>
                <a:cxn ang="0">
                  <a:pos x="760" y="54"/>
                </a:cxn>
                <a:cxn ang="0">
                  <a:pos x="774" y="57"/>
                </a:cxn>
                <a:cxn ang="0">
                  <a:pos x="789" y="61"/>
                </a:cxn>
                <a:cxn ang="0">
                  <a:pos x="803" y="61"/>
                </a:cxn>
                <a:cxn ang="0">
                  <a:pos x="817" y="57"/>
                </a:cxn>
                <a:cxn ang="0">
                  <a:pos x="832" y="50"/>
                </a:cxn>
                <a:cxn ang="0">
                  <a:pos x="846" y="43"/>
                </a:cxn>
                <a:cxn ang="0">
                  <a:pos x="861" y="36"/>
                </a:cxn>
              </a:cxnLst>
              <a:rect l="0" t="0" r="r" b="b"/>
              <a:pathLst>
                <a:path w="864" h="64">
                  <a:moveTo>
                    <a:pt x="0" y="54"/>
                  </a:moveTo>
                  <a:lnTo>
                    <a:pt x="4" y="50"/>
                  </a:lnTo>
                  <a:lnTo>
                    <a:pt x="7" y="50"/>
                  </a:lnTo>
                  <a:lnTo>
                    <a:pt x="11" y="46"/>
                  </a:lnTo>
                  <a:lnTo>
                    <a:pt x="15" y="43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6"/>
                  </a:lnTo>
                  <a:lnTo>
                    <a:pt x="29" y="32"/>
                  </a:lnTo>
                  <a:lnTo>
                    <a:pt x="33" y="28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21"/>
                  </a:lnTo>
                  <a:lnTo>
                    <a:pt x="47" y="18"/>
                  </a:lnTo>
                  <a:lnTo>
                    <a:pt x="51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9" y="3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3" y="3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3" y="10"/>
                  </a:lnTo>
                  <a:lnTo>
                    <a:pt x="137" y="10"/>
                  </a:lnTo>
                  <a:lnTo>
                    <a:pt x="141" y="14"/>
                  </a:lnTo>
                  <a:lnTo>
                    <a:pt x="144" y="18"/>
                  </a:lnTo>
                  <a:lnTo>
                    <a:pt x="148" y="18"/>
                  </a:lnTo>
                  <a:lnTo>
                    <a:pt x="151" y="21"/>
                  </a:lnTo>
                  <a:lnTo>
                    <a:pt x="155" y="25"/>
                  </a:lnTo>
                  <a:lnTo>
                    <a:pt x="159" y="28"/>
                  </a:lnTo>
                  <a:lnTo>
                    <a:pt x="162" y="28"/>
                  </a:lnTo>
                  <a:lnTo>
                    <a:pt x="166" y="32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7" y="39"/>
                  </a:lnTo>
                  <a:lnTo>
                    <a:pt x="180" y="43"/>
                  </a:lnTo>
                  <a:lnTo>
                    <a:pt x="184" y="46"/>
                  </a:lnTo>
                  <a:lnTo>
                    <a:pt x="187" y="46"/>
                  </a:lnTo>
                  <a:lnTo>
                    <a:pt x="191" y="50"/>
                  </a:lnTo>
                  <a:lnTo>
                    <a:pt x="195" y="54"/>
                  </a:lnTo>
                  <a:lnTo>
                    <a:pt x="198" y="54"/>
                  </a:lnTo>
                  <a:lnTo>
                    <a:pt x="202" y="57"/>
                  </a:lnTo>
                  <a:lnTo>
                    <a:pt x="205" y="57"/>
                  </a:lnTo>
                  <a:lnTo>
                    <a:pt x="209" y="61"/>
                  </a:lnTo>
                  <a:lnTo>
                    <a:pt x="213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57"/>
                  </a:lnTo>
                  <a:lnTo>
                    <a:pt x="270" y="57"/>
                  </a:lnTo>
                  <a:lnTo>
                    <a:pt x="274" y="54"/>
                  </a:lnTo>
                  <a:lnTo>
                    <a:pt x="277" y="54"/>
                  </a:lnTo>
                  <a:lnTo>
                    <a:pt x="281" y="50"/>
                  </a:lnTo>
                  <a:lnTo>
                    <a:pt x="285" y="46"/>
                  </a:lnTo>
                  <a:lnTo>
                    <a:pt x="288" y="46"/>
                  </a:lnTo>
                  <a:lnTo>
                    <a:pt x="292" y="43"/>
                  </a:lnTo>
                  <a:lnTo>
                    <a:pt x="295" y="39"/>
                  </a:lnTo>
                  <a:lnTo>
                    <a:pt x="299" y="39"/>
                  </a:lnTo>
                  <a:lnTo>
                    <a:pt x="303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8"/>
                  </a:lnTo>
                  <a:lnTo>
                    <a:pt x="317" y="25"/>
                  </a:lnTo>
                  <a:lnTo>
                    <a:pt x="321" y="21"/>
                  </a:lnTo>
                  <a:lnTo>
                    <a:pt x="324" y="21"/>
                  </a:lnTo>
                  <a:lnTo>
                    <a:pt x="328" y="18"/>
                  </a:lnTo>
                  <a:lnTo>
                    <a:pt x="331" y="14"/>
                  </a:lnTo>
                  <a:lnTo>
                    <a:pt x="335" y="14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10"/>
                  </a:lnTo>
                  <a:lnTo>
                    <a:pt x="411" y="10"/>
                  </a:lnTo>
                  <a:lnTo>
                    <a:pt x="414" y="14"/>
                  </a:lnTo>
                  <a:lnTo>
                    <a:pt x="418" y="14"/>
                  </a:lnTo>
                  <a:lnTo>
                    <a:pt x="421" y="18"/>
                  </a:lnTo>
                  <a:lnTo>
                    <a:pt x="425" y="21"/>
                  </a:lnTo>
                  <a:lnTo>
                    <a:pt x="429" y="21"/>
                  </a:lnTo>
                  <a:lnTo>
                    <a:pt x="432" y="25"/>
                  </a:lnTo>
                  <a:lnTo>
                    <a:pt x="436" y="25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7" y="36"/>
                  </a:lnTo>
                  <a:lnTo>
                    <a:pt x="450" y="36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3"/>
                  </a:lnTo>
                  <a:lnTo>
                    <a:pt x="465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57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1"/>
                  </a:lnTo>
                  <a:lnTo>
                    <a:pt x="508" y="61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9" y="64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4"/>
                  </a:lnTo>
                  <a:lnTo>
                    <a:pt x="555" y="50"/>
                  </a:lnTo>
                  <a:lnTo>
                    <a:pt x="558" y="50"/>
                  </a:lnTo>
                  <a:lnTo>
                    <a:pt x="562" y="46"/>
                  </a:lnTo>
                  <a:lnTo>
                    <a:pt x="565" y="46"/>
                  </a:lnTo>
                  <a:lnTo>
                    <a:pt x="569" y="43"/>
                  </a:lnTo>
                  <a:lnTo>
                    <a:pt x="573" y="39"/>
                  </a:lnTo>
                  <a:lnTo>
                    <a:pt x="576" y="39"/>
                  </a:lnTo>
                  <a:lnTo>
                    <a:pt x="580" y="36"/>
                  </a:lnTo>
                  <a:lnTo>
                    <a:pt x="583" y="36"/>
                  </a:lnTo>
                  <a:lnTo>
                    <a:pt x="587" y="32"/>
                  </a:lnTo>
                  <a:lnTo>
                    <a:pt x="591" y="28"/>
                  </a:lnTo>
                  <a:lnTo>
                    <a:pt x="594" y="25"/>
                  </a:lnTo>
                  <a:lnTo>
                    <a:pt x="598" y="25"/>
                  </a:lnTo>
                  <a:lnTo>
                    <a:pt x="601" y="21"/>
                  </a:lnTo>
                  <a:lnTo>
                    <a:pt x="605" y="21"/>
                  </a:lnTo>
                  <a:lnTo>
                    <a:pt x="609" y="18"/>
                  </a:lnTo>
                  <a:lnTo>
                    <a:pt x="612" y="18"/>
                  </a:lnTo>
                  <a:lnTo>
                    <a:pt x="616" y="14"/>
                  </a:lnTo>
                  <a:lnTo>
                    <a:pt x="619" y="14"/>
                  </a:lnTo>
                  <a:lnTo>
                    <a:pt x="623" y="10"/>
                  </a:lnTo>
                  <a:lnTo>
                    <a:pt x="627" y="10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7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3"/>
                  </a:lnTo>
                  <a:lnTo>
                    <a:pt x="663" y="3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7"/>
                  </a:lnTo>
                  <a:lnTo>
                    <a:pt x="681" y="10"/>
                  </a:lnTo>
                  <a:lnTo>
                    <a:pt x="684" y="10"/>
                  </a:lnTo>
                  <a:lnTo>
                    <a:pt x="688" y="14"/>
                  </a:lnTo>
                  <a:lnTo>
                    <a:pt x="691" y="14"/>
                  </a:lnTo>
                  <a:lnTo>
                    <a:pt x="695" y="14"/>
                  </a:lnTo>
                  <a:lnTo>
                    <a:pt x="699" y="18"/>
                  </a:lnTo>
                  <a:lnTo>
                    <a:pt x="702" y="21"/>
                  </a:lnTo>
                  <a:lnTo>
                    <a:pt x="706" y="21"/>
                  </a:lnTo>
                  <a:lnTo>
                    <a:pt x="709" y="25"/>
                  </a:lnTo>
                  <a:lnTo>
                    <a:pt x="713" y="25"/>
                  </a:lnTo>
                  <a:lnTo>
                    <a:pt x="717" y="28"/>
                  </a:lnTo>
                  <a:lnTo>
                    <a:pt x="720" y="32"/>
                  </a:lnTo>
                  <a:lnTo>
                    <a:pt x="724" y="32"/>
                  </a:lnTo>
                  <a:lnTo>
                    <a:pt x="727" y="36"/>
                  </a:lnTo>
                  <a:lnTo>
                    <a:pt x="731" y="36"/>
                  </a:lnTo>
                  <a:lnTo>
                    <a:pt x="735" y="39"/>
                  </a:lnTo>
                  <a:lnTo>
                    <a:pt x="738" y="43"/>
                  </a:lnTo>
                  <a:lnTo>
                    <a:pt x="742" y="43"/>
                  </a:lnTo>
                  <a:lnTo>
                    <a:pt x="745" y="46"/>
                  </a:lnTo>
                  <a:lnTo>
                    <a:pt x="749" y="46"/>
                  </a:lnTo>
                  <a:lnTo>
                    <a:pt x="753" y="50"/>
                  </a:lnTo>
                  <a:lnTo>
                    <a:pt x="756" y="50"/>
                  </a:lnTo>
                  <a:lnTo>
                    <a:pt x="760" y="54"/>
                  </a:lnTo>
                  <a:lnTo>
                    <a:pt x="763" y="54"/>
                  </a:lnTo>
                  <a:lnTo>
                    <a:pt x="767" y="57"/>
                  </a:lnTo>
                  <a:lnTo>
                    <a:pt x="771" y="57"/>
                  </a:lnTo>
                  <a:lnTo>
                    <a:pt x="774" y="57"/>
                  </a:lnTo>
                  <a:lnTo>
                    <a:pt x="778" y="57"/>
                  </a:lnTo>
                  <a:lnTo>
                    <a:pt x="781" y="61"/>
                  </a:lnTo>
                  <a:lnTo>
                    <a:pt x="785" y="61"/>
                  </a:lnTo>
                  <a:lnTo>
                    <a:pt x="789" y="61"/>
                  </a:lnTo>
                  <a:lnTo>
                    <a:pt x="792" y="61"/>
                  </a:lnTo>
                  <a:lnTo>
                    <a:pt x="796" y="61"/>
                  </a:lnTo>
                  <a:lnTo>
                    <a:pt x="799" y="61"/>
                  </a:lnTo>
                  <a:lnTo>
                    <a:pt x="803" y="61"/>
                  </a:lnTo>
                  <a:lnTo>
                    <a:pt x="807" y="61"/>
                  </a:lnTo>
                  <a:lnTo>
                    <a:pt x="810" y="57"/>
                  </a:lnTo>
                  <a:lnTo>
                    <a:pt x="814" y="57"/>
                  </a:lnTo>
                  <a:lnTo>
                    <a:pt x="817" y="57"/>
                  </a:lnTo>
                  <a:lnTo>
                    <a:pt x="821" y="54"/>
                  </a:lnTo>
                  <a:lnTo>
                    <a:pt x="825" y="54"/>
                  </a:lnTo>
                  <a:lnTo>
                    <a:pt x="828" y="54"/>
                  </a:lnTo>
                  <a:lnTo>
                    <a:pt x="832" y="50"/>
                  </a:lnTo>
                  <a:lnTo>
                    <a:pt x="835" y="50"/>
                  </a:lnTo>
                  <a:lnTo>
                    <a:pt x="839" y="46"/>
                  </a:lnTo>
                  <a:lnTo>
                    <a:pt x="843" y="46"/>
                  </a:lnTo>
                  <a:lnTo>
                    <a:pt x="846" y="43"/>
                  </a:lnTo>
                  <a:lnTo>
                    <a:pt x="850" y="43"/>
                  </a:lnTo>
                  <a:lnTo>
                    <a:pt x="853" y="39"/>
                  </a:lnTo>
                  <a:lnTo>
                    <a:pt x="857" y="36"/>
                  </a:lnTo>
                  <a:lnTo>
                    <a:pt x="861" y="36"/>
                  </a:lnTo>
                  <a:lnTo>
                    <a:pt x="864" y="32"/>
                  </a:lnTo>
                  <a:lnTo>
                    <a:pt x="864" y="32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3" name="Freeform 91"/>
            <p:cNvSpPr>
              <a:spLocks/>
            </p:cNvSpPr>
            <p:nvPr/>
          </p:nvSpPr>
          <p:spPr bwMode="auto">
            <a:xfrm>
              <a:off x="749" y="1048"/>
              <a:ext cx="1253" cy="2462"/>
            </a:xfrm>
            <a:custGeom>
              <a:avLst/>
              <a:gdLst/>
              <a:ahLst/>
              <a:cxnLst>
                <a:cxn ang="0">
                  <a:pos x="25" y="1987"/>
                </a:cxn>
                <a:cxn ang="0">
                  <a:pos x="57" y="1951"/>
                </a:cxn>
                <a:cxn ang="0">
                  <a:pos x="97" y="1962"/>
                </a:cxn>
                <a:cxn ang="0">
                  <a:pos x="126" y="2001"/>
                </a:cxn>
                <a:cxn ang="0">
                  <a:pos x="147" y="2041"/>
                </a:cxn>
                <a:cxn ang="0">
                  <a:pos x="173" y="2081"/>
                </a:cxn>
                <a:cxn ang="0">
                  <a:pos x="209" y="2109"/>
                </a:cxn>
                <a:cxn ang="0">
                  <a:pos x="248" y="2084"/>
                </a:cxn>
                <a:cxn ang="0">
                  <a:pos x="270" y="2045"/>
                </a:cxn>
                <a:cxn ang="0">
                  <a:pos x="288" y="2005"/>
                </a:cxn>
                <a:cxn ang="0">
                  <a:pos x="309" y="1965"/>
                </a:cxn>
                <a:cxn ang="0">
                  <a:pos x="338" y="1926"/>
                </a:cxn>
                <a:cxn ang="0">
                  <a:pos x="378" y="1944"/>
                </a:cxn>
                <a:cxn ang="0">
                  <a:pos x="403" y="1983"/>
                </a:cxn>
                <a:cxn ang="0">
                  <a:pos x="417" y="2023"/>
                </a:cxn>
                <a:cxn ang="0">
                  <a:pos x="435" y="2063"/>
                </a:cxn>
                <a:cxn ang="0">
                  <a:pos x="453" y="2102"/>
                </a:cxn>
                <a:cxn ang="0">
                  <a:pos x="482" y="2138"/>
                </a:cxn>
                <a:cxn ang="0">
                  <a:pos x="518" y="2117"/>
                </a:cxn>
                <a:cxn ang="0">
                  <a:pos x="536" y="2077"/>
                </a:cxn>
                <a:cxn ang="0">
                  <a:pos x="554" y="2037"/>
                </a:cxn>
                <a:cxn ang="0">
                  <a:pos x="569" y="1991"/>
                </a:cxn>
                <a:cxn ang="0">
                  <a:pos x="583" y="1947"/>
                </a:cxn>
                <a:cxn ang="0">
                  <a:pos x="601" y="1908"/>
                </a:cxn>
                <a:cxn ang="0">
                  <a:pos x="637" y="1883"/>
                </a:cxn>
                <a:cxn ang="0">
                  <a:pos x="666" y="1922"/>
                </a:cxn>
                <a:cxn ang="0">
                  <a:pos x="680" y="1965"/>
                </a:cxn>
                <a:cxn ang="0">
                  <a:pos x="695" y="2019"/>
                </a:cxn>
                <a:cxn ang="0">
                  <a:pos x="709" y="2073"/>
                </a:cxn>
                <a:cxn ang="0">
                  <a:pos x="727" y="2127"/>
                </a:cxn>
                <a:cxn ang="0">
                  <a:pos x="741" y="2171"/>
                </a:cxn>
                <a:cxn ang="0">
                  <a:pos x="767" y="2207"/>
                </a:cxn>
                <a:cxn ang="0">
                  <a:pos x="795" y="2178"/>
                </a:cxn>
                <a:cxn ang="0">
                  <a:pos x="810" y="2131"/>
                </a:cxn>
                <a:cxn ang="0">
                  <a:pos x="828" y="2070"/>
                </a:cxn>
                <a:cxn ang="0">
                  <a:pos x="842" y="1998"/>
                </a:cxn>
                <a:cxn ang="0">
                  <a:pos x="857" y="1922"/>
                </a:cxn>
                <a:cxn ang="0">
                  <a:pos x="871" y="1854"/>
                </a:cxn>
                <a:cxn ang="0">
                  <a:pos x="889" y="1800"/>
                </a:cxn>
                <a:cxn ang="0">
                  <a:pos x="914" y="1764"/>
                </a:cxn>
                <a:cxn ang="0">
                  <a:pos x="936" y="1807"/>
                </a:cxn>
                <a:cxn ang="0">
                  <a:pos x="950" y="1872"/>
                </a:cxn>
                <a:cxn ang="0">
                  <a:pos x="968" y="1965"/>
                </a:cxn>
                <a:cxn ang="0">
                  <a:pos x="983" y="2077"/>
                </a:cxn>
                <a:cxn ang="0">
                  <a:pos x="997" y="2192"/>
                </a:cxn>
                <a:cxn ang="0">
                  <a:pos x="1011" y="2304"/>
                </a:cxn>
                <a:cxn ang="0">
                  <a:pos x="1029" y="2394"/>
                </a:cxn>
                <a:cxn ang="0">
                  <a:pos x="1044" y="2451"/>
                </a:cxn>
                <a:cxn ang="0">
                  <a:pos x="1069" y="2437"/>
                </a:cxn>
                <a:cxn ang="0">
                  <a:pos x="1087" y="2351"/>
                </a:cxn>
                <a:cxn ang="0">
                  <a:pos x="1101" y="2203"/>
                </a:cxn>
                <a:cxn ang="0">
                  <a:pos x="1116" y="2005"/>
                </a:cxn>
                <a:cxn ang="0">
                  <a:pos x="1130" y="1753"/>
                </a:cxn>
                <a:cxn ang="0">
                  <a:pos x="1148" y="1472"/>
                </a:cxn>
                <a:cxn ang="0">
                  <a:pos x="1163" y="1170"/>
                </a:cxn>
                <a:cxn ang="0">
                  <a:pos x="1177" y="867"/>
                </a:cxn>
                <a:cxn ang="0">
                  <a:pos x="1191" y="587"/>
                </a:cxn>
                <a:cxn ang="0">
                  <a:pos x="1209" y="346"/>
                </a:cxn>
                <a:cxn ang="0">
                  <a:pos x="1224" y="158"/>
                </a:cxn>
                <a:cxn ang="0">
                  <a:pos x="1238" y="40"/>
                </a:cxn>
              </a:cxnLst>
              <a:rect l="0" t="0" r="r" b="b"/>
              <a:pathLst>
                <a:path w="1253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7" y="2012"/>
                  </a:lnTo>
                  <a:lnTo>
                    <a:pt x="11" y="2009"/>
                  </a:lnTo>
                  <a:lnTo>
                    <a:pt x="11" y="2005"/>
                  </a:lnTo>
                  <a:lnTo>
                    <a:pt x="14" y="2001"/>
                  </a:lnTo>
                  <a:lnTo>
                    <a:pt x="18" y="1998"/>
                  </a:lnTo>
                  <a:lnTo>
                    <a:pt x="18" y="1994"/>
                  </a:lnTo>
                  <a:lnTo>
                    <a:pt x="21" y="1991"/>
                  </a:lnTo>
                  <a:lnTo>
                    <a:pt x="25" y="1987"/>
                  </a:lnTo>
                  <a:lnTo>
                    <a:pt x="25" y="1983"/>
                  </a:lnTo>
                  <a:lnTo>
                    <a:pt x="29" y="1980"/>
                  </a:lnTo>
                  <a:lnTo>
                    <a:pt x="32" y="1976"/>
                  </a:lnTo>
                  <a:lnTo>
                    <a:pt x="36" y="1973"/>
                  </a:lnTo>
                  <a:lnTo>
                    <a:pt x="36" y="1969"/>
                  </a:lnTo>
                  <a:lnTo>
                    <a:pt x="39" y="1965"/>
                  </a:lnTo>
                  <a:lnTo>
                    <a:pt x="43" y="1962"/>
                  </a:lnTo>
                  <a:lnTo>
                    <a:pt x="47" y="1958"/>
                  </a:lnTo>
                  <a:lnTo>
                    <a:pt x="50" y="1955"/>
                  </a:lnTo>
                  <a:lnTo>
                    <a:pt x="54" y="1951"/>
                  </a:lnTo>
                  <a:lnTo>
                    <a:pt x="57" y="1951"/>
                  </a:lnTo>
                  <a:lnTo>
                    <a:pt x="61" y="1951"/>
                  </a:lnTo>
                  <a:lnTo>
                    <a:pt x="65" y="1947"/>
                  </a:lnTo>
                  <a:lnTo>
                    <a:pt x="68" y="1947"/>
                  </a:lnTo>
                  <a:lnTo>
                    <a:pt x="72" y="1947"/>
                  </a:lnTo>
                  <a:lnTo>
                    <a:pt x="75" y="1947"/>
                  </a:lnTo>
                  <a:lnTo>
                    <a:pt x="79" y="1951"/>
                  </a:lnTo>
                  <a:lnTo>
                    <a:pt x="83" y="1951"/>
                  </a:lnTo>
                  <a:lnTo>
                    <a:pt x="86" y="1955"/>
                  </a:lnTo>
                  <a:lnTo>
                    <a:pt x="90" y="1955"/>
                  </a:lnTo>
                  <a:lnTo>
                    <a:pt x="93" y="1958"/>
                  </a:lnTo>
                  <a:lnTo>
                    <a:pt x="97" y="1962"/>
                  </a:lnTo>
                  <a:lnTo>
                    <a:pt x="101" y="1965"/>
                  </a:lnTo>
                  <a:lnTo>
                    <a:pt x="104" y="1969"/>
                  </a:lnTo>
                  <a:lnTo>
                    <a:pt x="108" y="1973"/>
                  </a:lnTo>
                  <a:lnTo>
                    <a:pt x="111" y="1976"/>
                  </a:lnTo>
                  <a:lnTo>
                    <a:pt x="111" y="1980"/>
                  </a:lnTo>
                  <a:lnTo>
                    <a:pt x="115" y="1983"/>
                  </a:lnTo>
                  <a:lnTo>
                    <a:pt x="119" y="1987"/>
                  </a:lnTo>
                  <a:lnTo>
                    <a:pt x="119" y="1991"/>
                  </a:lnTo>
                  <a:lnTo>
                    <a:pt x="122" y="1994"/>
                  </a:lnTo>
                  <a:lnTo>
                    <a:pt x="126" y="1998"/>
                  </a:lnTo>
                  <a:lnTo>
                    <a:pt x="126" y="2001"/>
                  </a:lnTo>
                  <a:lnTo>
                    <a:pt x="129" y="2005"/>
                  </a:lnTo>
                  <a:lnTo>
                    <a:pt x="129" y="2009"/>
                  </a:lnTo>
                  <a:lnTo>
                    <a:pt x="133" y="2012"/>
                  </a:lnTo>
                  <a:lnTo>
                    <a:pt x="137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4" y="2034"/>
                  </a:lnTo>
                  <a:lnTo>
                    <a:pt x="147" y="2037"/>
                  </a:lnTo>
                  <a:lnTo>
                    <a:pt x="147" y="2041"/>
                  </a:lnTo>
                  <a:lnTo>
                    <a:pt x="151" y="2045"/>
                  </a:lnTo>
                  <a:lnTo>
                    <a:pt x="155" y="2048"/>
                  </a:lnTo>
                  <a:lnTo>
                    <a:pt x="155" y="2052"/>
                  </a:lnTo>
                  <a:lnTo>
                    <a:pt x="158" y="2055"/>
                  </a:lnTo>
                  <a:lnTo>
                    <a:pt x="158" y="2059"/>
                  </a:lnTo>
                  <a:lnTo>
                    <a:pt x="162" y="2063"/>
                  </a:lnTo>
                  <a:lnTo>
                    <a:pt x="162" y="2066"/>
                  </a:lnTo>
                  <a:lnTo>
                    <a:pt x="165" y="2070"/>
                  </a:lnTo>
                  <a:lnTo>
                    <a:pt x="169" y="2073"/>
                  </a:lnTo>
                  <a:lnTo>
                    <a:pt x="173" y="2077"/>
                  </a:lnTo>
                  <a:lnTo>
                    <a:pt x="173" y="2081"/>
                  </a:lnTo>
                  <a:lnTo>
                    <a:pt x="176" y="2084"/>
                  </a:lnTo>
                  <a:lnTo>
                    <a:pt x="180" y="2088"/>
                  </a:lnTo>
                  <a:lnTo>
                    <a:pt x="183" y="2091"/>
                  </a:lnTo>
                  <a:lnTo>
                    <a:pt x="183" y="2095"/>
                  </a:lnTo>
                  <a:lnTo>
                    <a:pt x="187" y="2099"/>
                  </a:lnTo>
                  <a:lnTo>
                    <a:pt x="191" y="2102"/>
                  </a:lnTo>
                  <a:lnTo>
                    <a:pt x="194" y="2106"/>
                  </a:lnTo>
                  <a:lnTo>
                    <a:pt x="198" y="2106"/>
                  </a:lnTo>
                  <a:lnTo>
                    <a:pt x="201" y="2109"/>
                  </a:lnTo>
                  <a:lnTo>
                    <a:pt x="205" y="2109"/>
                  </a:lnTo>
                  <a:lnTo>
                    <a:pt x="209" y="2109"/>
                  </a:lnTo>
                  <a:lnTo>
                    <a:pt x="212" y="2109"/>
                  </a:lnTo>
                  <a:lnTo>
                    <a:pt x="216" y="2109"/>
                  </a:lnTo>
                  <a:lnTo>
                    <a:pt x="219" y="2109"/>
                  </a:lnTo>
                  <a:lnTo>
                    <a:pt x="223" y="2106"/>
                  </a:lnTo>
                  <a:lnTo>
                    <a:pt x="227" y="2102"/>
                  </a:lnTo>
                  <a:lnTo>
                    <a:pt x="230" y="2102"/>
                  </a:lnTo>
                  <a:lnTo>
                    <a:pt x="234" y="2099"/>
                  </a:lnTo>
                  <a:lnTo>
                    <a:pt x="237" y="2095"/>
                  </a:lnTo>
                  <a:lnTo>
                    <a:pt x="241" y="2091"/>
                  </a:lnTo>
                  <a:lnTo>
                    <a:pt x="245" y="2088"/>
                  </a:lnTo>
                  <a:lnTo>
                    <a:pt x="248" y="2084"/>
                  </a:lnTo>
                  <a:lnTo>
                    <a:pt x="248" y="2081"/>
                  </a:lnTo>
                  <a:lnTo>
                    <a:pt x="252" y="2077"/>
                  </a:lnTo>
                  <a:lnTo>
                    <a:pt x="252" y="2073"/>
                  </a:lnTo>
                  <a:lnTo>
                    <a:pt x="255" y="2070"/>
                  </a:lnTo>
                  <a:lnTo>
                    <a:pt x="259" y="2066"/>
                  </a:lnTo>
                  <a:lnTo>
                    <a:pt x="259" y="2063"/>
                  </a:lnTo>
                  <a:lnTo>
                    <a:pt x="259" y="2059"/>
                  </a:lnTo>
                  <a:lnTo>
                    <a:pt x="263" y="2055"/>
                  </a:lnTo>
                  <a:lnTo>
                    <a:pt x="266" y="2052"/>
                  </a:lnTo>
                  <a:lnTo>
                    <a:pt x="266" y="2048"/>
                  </a:lnTo>
                  <a:lnTo>
                    <a:pt x="270" y="2045"/>
                  </a:lnTo>
                  <a:lnTo>
                    <a:pt x="270" y="2041"/>
                  </a:lnTo>
                  <a:lnTo>
                    <a:pt x="273" y="2037"/>
                  </a:lnTo>
                  <a:lnTo>
                    <a:pt x="273" y="2034"/>
                  </a:lnTo>
                  <a:lnTo>
                    <a:pt x="277" y="2030"/>
                  </a:lnTo>
                  <a:lnTo>
                    <a:pt x="277" y="2027"/>
                  </a:lnTo>
                  <a:lnTo>
                    <a:pt x="277" y="2023"/>
                  </a:lnTo>
                  <a:lnTo>
                    <a:pt x="281" y="2019"/>
                  </a:lnTo>
                  <a:lnTo>
                    <a:pt x="284" y="2016"/>
                  </a:lnTo>
                  <a:lnTo>
                    <a:pt x="284" y="2012"/>
                  </a:lnTo>
                  <a:lnTo>
                    <a:pt x="284" y="2009"/>
                  </a:lnTo>
                  <a:lnTo>
                    <a:pt x="288" y="2005"/>
                  </a:lnTo>
                  <a:lnTo>
                    <a:pt x="291" y="2001"/>
                  </a:lnTo>
                  <a:lnTo>
                    <a:pt x="291" y="1998"/>
                  </a:lnTo>
                  <a:lnTo>
                    <a:pt x="291" y="1994"/>
                  </a:lnTo>
                  <a:lnTo>
                    <a:pt x="295" y="1991"/>
                  </a:lnTo>
                  <a:lnTo>
                    <a:pt x="295" y="1987"/>
                  </a:lnTo>
                  <a:lnTo>
                    <a:pt x="299" y="1983"/>
                  </a:lnTo>
                  <a:lnTo>
                    <a:pt x="302" y="1980"/>
                  </a:lnTo>
                  <a:lnTo>
                    <a:pt x="302" y="1976"/>
                  </a:lnTo>
                  <a:lnTo>
                    <a:pt x="302" y="1973"/>
                  </a:lnTo>
                  <a:lnTo>
                    <a:pt x="306" y="1969"/>
                  </a:lnTo>
                  <a:lnTo>
                    <a:pt x="309" y="1965"/>
                  </a:lnTo>
                  <a:lnTo>
                    <a:pt x="309" y="1962"/>
                  </a:lnTo>
                  <a:lnTo>
                    <a:pt x="313" y="1958"/>
                  </a:lnTo>
                  <a:lnTo>
                    <a:pt x="317" y="1955"/>
                  </a:lnTo>
                  <a:lnTo>
                    <a:pt x="317" y="1951"/>
                  </a:lnTo>
                  <a:lnTo>
                    <a:pt x="320" y="1947"/>
                  </a:lnTo>
                  <a:lnTo>
                    <a:pt x="324" y="1944"/>
                  </a:lnTo>
                  <a:lnTo>
                    <a:pt x="327" y="1940"/>
                  </a:lnTo>
                  <a:lnTo>
                    <a:pt x="327" y="1937"/>
                  </a:lnTo>
                  <a:lnTo>
                    <a:pt x="331" y="1933"/>
                  </a:lnTo>
                  <a:lnTo>
                    <a:pt x="335" y="1929"/>
                  </a:lnTo>
                  <a:lnTo>
                    <a:pt x="338" y="1926"/>
                  </a:lnTo>
                  <a:lnTo>
                    <a:pt x="342" y="1926"/>
                  </a:lnTo>
                  <a:lnTo>
                    <a:pt x="345" y="1926"/>
                  </a:lnTo>
                  <a:lnTo>
                    <a:pt x="349" y="1926"/>
                  </a:lnTo>
                  <a:lnTo>
                    <a:pt x="353" y="1926"/>
                  </a:lnTo>
                  <a:lnTo>
                    <a:pt x="356" y="1926"/>
                  </a:lnTo>
                  <a:lnTo>
                    <a:pt x="360" y="1926"/>
                  </a:lnTo>
                  <a:lnTo>
                    <a:pt x="363" y="1929"/>
                  </a:lnTo>
                  <a:lnTo>
                    <a:pt x="367" y="1933"/>
                  </a:lnTo>
                  <a:lnTo>
                    <a:pt x="371" y="1937"/>
                  </a:lnTo>
                  <a:lnTo>
                    <a:pt x="374" y="1940"/>
                  </a:lnTo>
                  <a:lnTo>
                    <a:pt x="378" y="1944"/>
                  </a:lnTo>
                  <a:lnTo>
                    <a:pt x="381" y="1947"/>
                  </a:lnTo>
                  <a:lnTo>
                    <a:pt x="381" y="1951"/>
                  </a:lnTo>
                  <a:lnTo>
                    <a:pt x="385" y="1955"/>
                  </a:lnTo>
                  <a:lnTo>
                    <a:pt x="389" y="1958"/>
                  </a:lnTo>
                  <a:lnTo>
                    <a:pt x="389" y="1962"/>
                  </a:lnTo>
                  <a:lnTo>
                    <a:pt x="392" y="1965"/>
                  </a:lnTo>
                  <a:lnTo>
                    <a:pt x="396" y="1969"/>
                  </a:lnTo>
                  <a:lnTo>
                    <a:pt x="396" y="1973"/>
                  </a:lnTo>
                  <a:lnTo>
                    <a:pt x="396" y="1976"/>
                  </a:lnTo>
                  <a:lnTo>
                    <a:pt x="399" y="1980"/>
                  </a:lnTo>
                  <a:lnTo>
                    <a:pt x="403" y="1983"/>
                  </a:lnTo>
                  <a:lnTo>
                    <a:pt x="403" y="1987"/>
                  </a:lnTo>
                  <a:lnTo>
                    <a:pt x="403" y="1991"/>
                  </a:lnTo>
                  <a:lnTo>
                    <a:pt x="407" y="1994"/>
                  </a:lnTo>
                  <a:lnTo>
                    <a:pt x="407" y="1998"/>
                  </a:lnTo>
                  <a:lnTo>
                    <a:pt x="407" y="2001"/>
                  </a:lnTo>
                  <a:lnTo>
                    <a:pt x="410" y="2005"/>
                  </a:lnTo>
                  <a:lnTo>
                    <a:pt x="410" y="2009"/>
                  </a:lnTo>
                  <a:lnTo>
                    <a:pt x="414" y="2012"/>
                  </a:lnTo>
                  <a:lnTo>
                    <a:pt x="414" y="2016"/>
                  </a:lnTo>
                  <a:lnTo>
                    <a:pt x="417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1" y="2034"/>
                  </a:lnTo>
                  <a:lnTo>
                    <a:pt x="425" y="2037"/>
                  </a:lnTo>
                  <a:lnTo>
                    <a:pt x="425" y="2041"/>
                  </a:lnTo>
                  <a:lnTo>
                    <a:pt x="425" y="2045"/>
                  </a:lnTo>
                  <a:lnTo>
                    <a:pt x="428" y="2048"/>
                  </a:lnTo>
                  <a:lnTo>
                    <a:pt x="428" y="2052"/>
                  </a:lnTo>
                  <a:lnTo>
                    <a:pt x="432" y="2055"/>
                  </a:lnTo>
                  <a:lnTo>
                    <a:pt x="432" y="2059"/>
                  </a:lnTo>
                  <a:lnTo>
                    <a:pt x="435" y="2063"/>
                  </a:lnTo>
                  <a:lnTo>
                    <a:pt x="435" y="2066"/>
                  </a:lnTo>
                  <a:lnTo>
                    <a:pt x="439" y="2070"/>
                  </a:lnTo>
                  <a:lnTo>
                    <a:pt x="439" y="2073"/>
                  </a:lnTo>
                  <a:lnTo>
                    <a:pt x="439" y="2077"/>
                  </a:lnTo>
                  <a:lnTo>
                    <a:pt x="443" y="2081"/>
                  </a:lnTo>
                  <a:lnTo>
                    <a:pt x="443" y="2084"/>
                  </a:lnTo>
                  <a:lnTo>
                    <a:pt x="446" y="2088"/>
                  </a:lnTo>
                  <a:lnTo>
                    <a:pt x="446" y="2091"/>
                  </a:lnTo>
                  <a:lnTo>
                    <a:pt x="450" y="2095"/>
                  </a:lnTo>
                  <a:lnTo>
                    <a:pt x="450" y="2099"/>
                  </a:lnTo>
                  <a:lnTo>
                    <a:pt x="453" y="2102"/>
                  </a:lnTo>
                  <a:lnTo>
                    <a:pt x="453" y="2106"/>
                  </a:lnTo>
                  <a:lnTo>
                    <a:pt x="457" y="2109"/>
                  </a:lnTo>
                  <a:lnTo>
                    <a:pt x="457" y="2113"/>
                  </a:lnTo>
                  <a:lnTo>
                    <a:pt x="461" y="2117"/>
                  </a:lnTo>
                  <a:lnTo>
                    <a:pt x="464" y="2120"/>
                  </a:lnTo>
                  <a:lnTo>
                    <a:pt x="468" y="2124"/>
                  </a:lnTo>
                  <a:lnTo>
                    <a:pt x="468" y="2127"/>
                  </a:lnTo>
                  <a:lnTo>
                    <a:pt x="471" y="2131"/>
                  </a:lnTo>
                  <a:lnTo>
                    <a:pt x="475" y="2135"/>
                  </a:lnTo>
                  <a:lnTo>
                    <a:pt x="479" y="2138"/>
                  </a:lnTo>
                  <a:lnTo>
                    <a:pt x="482" y="2138"/>
                  </a:lnTo>
                  <a:lnTo>
                    <a:pt x="486" y="2142"/>
                  </a:lnTo>
                  <a:lnTo>
                    <a:pt x="489" y="2142"/>
                  </a:lnTo>
                  <a:lnTo>
                    <a:pt x="493" y="2142"/>
                  </a:lnTo>
                  <a:lnTo>
                    <a:pt x="497" y="2138"/>
                  </a:lnTo>
                  <a:lnTo>
                    <a:pt x="500" y="2138"/>
                  </a:lnTo>
                  <a:lnTo>
                    <a:pt x="504" y="2135"/>
                  </a:lnTo>
                  <a:lnTo>
                    <a:pt x="507" y="2131"/>
                  </a:lnTo>
                  <a:lnTo>
                    <a:pt x="511" y="2127"/>
                  </a:lnTo>
                  <a:lnTo>
                    <a:pt x="515" y="2124"/>
                  </a:lnTo>
                  <a:lnTo>
                    <a:pt x="518" y="2120"/>
                  </a:lnTo>
                  <a:lnTo>
                    <a:pt x="518" y="2117"/>
                  </a:lnTo>
                  <a:lnTo>
                    <a:pt x="522" y="2113"/>
                  </a:lnTo>
                  <a:lnTo>
                    <a:pt x="525" y="2109"/>
                  </a:lnTo>
                  <a:lnTo>
                    <a:pt x="525" y="2106"/>
                  </a:lnTo>
                  <a:lnTo>
                    <a:pt x="525" y="2102"/>
                  </a:lnTo>
                  <a:lnTo>
                    <a:pt x="529" y="2099"/>
                  </a:lnTo>
                  <a:lnTo>
                    <a:pt x="533" y="2095"/>
                  </a:lnTo>
                  <a:lnTo>
                    <a:pt x="533" y="2091"/>
                  </a:lnTo>
                  <a:lnTo>
                    <a:pt x="533" y="2088"/>
                  </a:lnTo>
                  <a:lnTo>
                    <a:pt x="536" y="2084"/>
                  </a:lnTo>
                  <a:lnTo>
                    <a:pt x="536" y="2081"/>
                  </a:lnTo>
                  <a:lnTo>
                    <a:pt x="536" y="2077"/>
                  </a:lnTo>
                  <a:lnTo>
                    <a:pt x="540" y="2073"/>
                  </a:lnTo>
                  <a:lnTo>
                    <a:pt x="540" y="2070"/>
                  </a:lnTo>
                  <a:lnTo>
                    <a:pt x="543" y="2066"/>
                  </a:lnTo>
                  <a:lnTo>
                    <a:pt x="543" y="2063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52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41"/>
                  </a:lnTo>
                  <a:lnTo>
                    <a:pt x="554" y="2037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6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5" y="2005"/>
                  </a:lnTo>
                  <a:lnTo>
                    <a:pt x="565" y="1998"/>
                  </a:lnTo>
                  <a:lnTo>
                    <a:pt x="569" y="1994"/>
                  </a:lnTo>
                  <a:lnTo>
                    <a:pt x="569" y="1991"/>
                  </a:lnTo>
                  <a:lnTo>
                    <a:pt x="569" y="1987"/>
                  </a:lnTo>
                  <a:lnTo>
                    <a:pt x="572" y="1983"/>
                  </a:lnTo>
                  <a:lnTo>
                    <a:pt x="572" y="1980"/>
                  </a:lnTo>
                  <a:lnTo>
                    <a:pt x="576" y="1976"/>
                  </a:lnTo>
                  <a:lnTo>
                    <a:pt x="576" y="1973"/>
                  </a:lnTo>
                  <a:lnTo>
                    <a:pt x="576" y="1969"/>
                  </a:lnTo>
                  <a:lnTo>
                    <a:pt x="579" y="1965"/>
                  </a:lnTo>
                  <a:lnTo>
                    <a:pt x="579" y="1958"/>
                  </a:lnTo>
                  <a:lnTo>
                    <a:pt x="579" y="1955"/>
                  </a:lnTo>
                  <a:lnTo>
                    <a:pt x="583" y="1951"/>
                  </a:lnTo>
                  <a:lnTo>
                    <a:pt x="583" y="1947"/>
                  </a:lnTo>
                  <a:lnTo>
                    <a:pt x="587" y="1944"/>
                  </a:lnTo>
                  <a:lnTo>
                    <a:pt x="587" y="1940"/>
                  </a:lnTo>
                  <a:lnTo>
                    <a:pt x="587" y="1937"/>
                  </a:lnTo>
                  <a:lnTo>
                    <a:pt x="590" y="1933"/>
                  </a:lnTo>
                  <a:lnTo>
                    <a:pt x="594" y="1929"/>
                  </a:lnTo>
                  <a:lnTo>
                    <a:pt x="594" y="1926"/>
                  </a:lnTo>
                  <a:lnTo>
                    <a:pt x="594" y="1922"/>
                  </a:lnTo>
                  <a:lnTo>
                    <a:pt x="597" y="1919"/>
                  </a:lnTo>
                  <a:lnTo>
                    <a:pt x="597" y="1915"/>
                  </a:lnTo>
                  <a:lnTo>
                    <a:pt x="601" y="1911"/>
                  </a:lnTo>
                  <a:lnTo>
                    <a:pt x="601" y="1908"/>
                  </a:lnTo>
                  <a:lnTo>
                    <a:pt x="605" y="1904"/>
                  </a:lnTo>
                  <a:lnTo>
                    <a:pt x="605" y="1901"/>
                  </a:lnTo>
                  <a:lnTo>
                    <a:pt x="608" y="1897"/>
                  </a:lnTo>
                  <a:lnTo>
                    <a:pt x="612" y="1893"/>
                  </a:lnTo>
                  <a:lnTo>
                    <a:pt x="615" y="1890"/>
                  </a:lnTo>
                  <a:lnTo>
                    <a:pt x="619" y="1886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79"/>
                  </a:lnTo>
                  <a:lnTo>
                    <a:pt x="633" y="1883"/>
                  </a:lnTo>
                  <a:lnTo>
                    <a:pt x="637" y="1883"/>
                  </a:lnTo>
                  <a:lnTo>
                    <a:pt x="641" y="1886"/>
                  </a:lnTo>
                  <a:lnTo>
                    <a:pt x="644" y="1890"/>
                  </a:lnTo>
                  <a:lnTo>
                    <a:pt x="648" y="1893"/>
                  </a:lnTo>
                  <a:lnTo>
                    <a:pt x="651" y="1897"/>
                  </a:lnTo>
                  <a:lnTo>
                    <a:pt x="655" y="1901"/>
                  </a:lnTo>
                  <a:lnTo>
                    <a:pt x="655" y="1904"/>
                  </a:lnTo>
                  <a:lnTo>
                    <a:pt x="659" y="1908"/>
                  </a:lnTo>
                  <a:lnTo>
                    <a:pt x="659" y="1911"/>
                  </a:lnTo>
                  <a:lnTo>
                    <a:pt x="662" y="1915"/>
                  </a:lnTo>
                  <a:lnTo>
                    <a:pt x="662" y="1919"/>
                  </a:lnTo>
                  <a:lnTo>
                    <a:pt x="666" y="1922"/>
                  </a:lnTo>
                  <a:lnTo>
                    <a:pt x="666" y="1926"/>
                  </a:lnTo>
                  <a:lnTo>
                    <a:pt x="666" y="1929"/>
                  </a:lnTo>
                  <a:lnTo>
                    <a:pt x="669" y="1933"/>
                  </a:lnTo>
                  <a:lnTo>
                    <a:pt x="669" y="1937"/>
                  </a:lnTo>
                  <a:lnTo>
                    <a:pt x="673" y="1940"/>
                  </a:lnTo>
                  <a:lnTo>
                    <a:pt x="673" y="1944"/>
                  </a:lnTo>
                  <a:lnTo>
                    <a:pt x="673" y="1951"/>
                  </a:lnTo>
                  <a:lnTo>
                    <a:pt x="677" y="1955"/>
                  </a:lnTo>
                  <a:lnTo>
                    <a:pt x="677" y="1958"/>
                  </a:lnTo>
                  <a:lnTo>
                    <a:pt x="680" y="1962"/>
                  </a:lnTo>
                  <a:lnTo>
                    <a:pt x="680" y="1965"/>
                  </a:lnTo>
                  <a:lnTo>
                    <a:pt x="680" y="1973"/>
                  </a:lnTo>
                  <a:lnTo>
                    <a:pt x="684" y="1976"/>
                  </a:lnTo>
                  <a:lnTo>
                    <a:pt x="684" y="1980"/>
                  </a:lnTo>
                  <a:lnTo>
                    <a:pt x="684" y="1983"/>
                  </a:lnTo>
                  <a:lnTo>
                    <a:pt x="687" y="1991"/>
                  </a:lnTo>
                  <a:lnTo>
                    <a:pt x="687" y="1994"/>
                  </a:lnTo>
                  <a:lnTo>
                    <a:pt x="691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5" y="2012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30"/>
                  </a:lnTo>
                  <a:lnTo>
                    <a:pt x="698" y="2034"/>
                  </a:lnTo>
                  <a:lnTo>
                    <a:pt x="702" y="2037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09" y="2073"/>
                  </a:lnTo>
                  <a:lnTo>
                    <a:pt x="713" y="2081"/>
                  </a:lnTo>
                  <a:lnTo>
                    <a:pt x="713" y="2084"/>
                  </a:lnTo>
                  <a:lnTo>
                    <a:pt x="716" y="2091"/>
                  </a:lnTo>
                  <a:lnTo>
                    <a:pt x="716" y="2095"/>
                  </a:lnTo>
                  <a:lnTo>
                    <a:pt x="716" y="2099"/>
                  </a:lnTo>
                  <a:lnTo>
                    <a:pt x="720" y="2106"/>
                  </a:lnTo>
                  <a:lnTo>
                    <a:pt x="720" y="2109"/>
                  </a:lnTo>
                  <a:lnTo>
                    <a:pt x="723" y="2113"/>
                  </a:lnTo>
                  <a:lnTo>
                    <a:pt x="723" y="2120"/>
                  </a:lnTo>
                  <a:lnTo>
                    <a:pt x="723" y="2124"/>
                  </a:lnTo>
                  <a:lnTo>
                    <a:pt x="727" y="2127"/>
                  </a:lnTo>
                  <a:lnTo>
                    <a:pt x="727" y="2131"/>
                  </a:lnTo>
                  <a:lnTo>
                    <a:pt x="727" y="2138"/>
                  </a:lnTo>
                  <a:lnTo>
                    <a:pt x="731" y="2142"/>
                  </a:lnTo>
                  <a:lnTo>
                    <a:pt x="731" y="2145"/>
                  </a:lnTo>
                  <a:lnTo>
                    <a:pt x="734" y="2149"/>
                  </a:lnTo>
                  <a:lnTo>
                    <a:pt x="734" y="2153"/>
                  </a:lnTo>
                  <a:lnTo>
                    <a:pt x="734" y="2156"/>
                  </a:lnTo>
                  <a:lnTo>
                    <a:pt x="738" y="2160"/>
                  </a:lnTo>
                  <a:lnTo>
                    <a:pt x="738" y="2163"/>
                  </a:lnTo>
                  <a:lnTo>
                    <a:pt x="741" y="2167"/>
                  </a:lnTo>
                  <a:lnTo>
                    <a:pt x="741" y="2171"/>
                  </a:lnTo>
                  <a:lnTo>
                    <a:pt x="741" y="2174"/>
                  </a:lnTo>
                  <a:lnTo>
                    <a:pt x="745" y="2178"/>
                  </a:lnTo>
                  <a:lnTo>
                    <a:pt x="745" y="2181"/>
                  </a:lnTo>
                  <a:lnTo>
                    <a:pt x="749" y="2185"/>
                  </a:lnTo>
                  <a:lnTo>
                    <a:pt x="749" y="2189"/>
                  </a:lnTo>
                  <a:lnTo>
                    <a:pt x="752" y="2192"/>
                  </a:lnTo>
                  <a:lnTo>
                    <a:pt x="752" y="2196"/>
                  </a:lnTo>
                  <a:lnTo>
                    <a:pt x="756" y="2199"/>
                  </a:lnTo>
                  <a:lnTo>
                    <a:pt x="759" y="2203"/>
                  </a:lnTo>
                  <a:lnTo>
                    <a:pt x="763" y="2207"/>
                  </a:lnTo>
                  <a:lnTo>
                    <a:pt x="767" y="2207"/>
                  </a:lnTo>
                  <a:lnTo>
                    <a:pt x="770" y="2210"/>
                  </a:lnTo>
                  <a:lnTo>
                    <a:pt x="774" y="2207"/>
                  </a:lnTo>
                  <a:lnTo>
                    <a:pt x="777" y="2207"/>
                  </a:lnTo>
                  <a:lnTo>
                    <a:pt x="781" y="2203"/>
                  </a:lnTo>
                  <a:lnTo>
                    <a:pt x="785" y="2199"/>
                  </a:lnTo>
                  <a:lnTo>
                    <a:pt x="788" y="2196"/>
                  </a:lnTo>
                  <a:lnTo>
                    <a:pt x="788" y="2192"/>
                  </a:lnTo>
                  <a:lnTo>
                    <a:pt x="792" y="2189"/>
                  </a:lnTo>
                  <a:lnTo>
                    <a:pt x="792" y="2185"/>
                  </a:lnTo>
                  <a:lnTo>
                    <a:pt x="795" y="2181"/>
                  </a:lnTo>
                  <a:lnTo>
                    <a:pt x="795" y="2178"/>
                  </a:lnTo>
                  <a:lnTo>
                    <a:pt x="795" y="2174"/>
                  </a:lnTo>
                  <a:lnTo>
                    <a:pt x="799" y="2171"/>
                  </a:lnTo>
                  <a:lnTo>
                    <a:pt x="799" y="2167"/>
                  </a:lnTo>
                  <a:lnTo>
                    <a:pt x="803" y="2163"/>
                  </a:lnTo>
                  <a:lnTo>
                    <a:pt x="803" y="2160"/>
                  </a:lnTo>
                  <a:lnTo>
                    <a:pt x="803" y="2156"/>
                  </a:lnTo>
                  <a:lnTo>
                    <a:pt x="806" y="2153"/>
                  </a:lnTo>
                  <a:lnTo>
                    <a:pt x="806" y="2145"/>
                  </a:lnTo>
                  <a:lnTo>
                    <a:pt x="810" y="2142"/>
                  </a:lnTo>
                  <a:lnTo>
                    <a:pt x="810" y="2138"/>
                  </a:lnTo>
                  <a:lnTo>
                    <a:pt x="810" y="2131"/>
                  </a:lnTo>
                  <a:lnTo>
                    <a:pt x="813" y="2127"/>
                  </a:lnTo>
                  <a:lnTo>
                    <a:pt x="813" y="2124"/>
                  </a:lnTo>
                  <a:lnTo>
                    <a:pt x="817" y="2117"/>
                  </a:lnTo>
                  <a:lnTo>
                    <a:pt x="817" y="2113"/>
                  </a:lnTo>
                  <a:lnTo>
                    <a:pt x="817" y="2106"/>
                  </a:lnTo>
                  <a:lnTo>
                    <a:pt x="821" y="2099"/>
                  </a:lnTo>
                  <a:lnTo>
                    <a:pt x="821" y="2095"/>
                  </a:lnTo>
                  <a:lnTo>
                    <a:pt x="821" y="2088"/>
                  </a:lnTo>
                  <a:lnTo>
                    <a:pt x="824" y="2081"/>
                  </a:lnTo>
                  <a:lnTo>
                    <a:pt x="824" y="2077"/>
                  </a:lnTo>
                  <a:lnTo>
                    <a:pt x="828" y="2070"/>
                  </a:lnTo>
                  <a:lnTo>
                    <a:pt x="828" y="2063"/>
                  </a:lnTo>
                  <a:lnTo>
                    <a:pt x="828" y="2055"/>
                  </a:lnTo>
                  <a:lnTo>
                    <a:pt x="831" y="2052"/>
                  </a:lnTo>
                  <a:lnTo>
                    <a:pt x="831" y="2045"/>
                  </a:lnTo>
                  <a:lnTo>
                    <a:pt x="835" y="2037"/>
                  </a:lnTo>
                  <a:lnTo>
                    <a:pt x="835" y="2030"/>
                  </a:lnTo>
                  <a:lnTo>
                    <a:pt x="835" y="2023"/>
                  </a:lnTo>
                  <a:lnTo>
                    <a:pt x="839" y="2016"/>
                  </a:lnTo>
                  <a:lnTo>
                    <a:pt x="839" y="2009"/>
                  </a:lnTo>
                  <a:lnTo>
                    <a:pt x="839" y="2005"/>
                  </a:lnTo>
                  <a:lnTo>
                    <a:pt x="842" y="1998"/>
                  </a:lnTo>
                  <a:lnTo>
                    <a:pt x="842" y="1991"/>
                  </a:lnTo>
                  <a:lnTo>
                    <a:pt x="846" y="1983"/>
                  </a:lnTo>
                  <a:lnTo>
                    <a:pt x="846" y="1976"/>
                  </a:lnTo>
                  <a:lnTo>
                    <a:pt x="846" y="1969"/>
                  </a:lnTo>
                  <a:lnTo>
                    <a:pt x="849" y="1962"/>
                  </a:lnTo>
                  <a:lnTo>
                    <a:pt x="849" y="1955"/>
                  </a:lnTo>
                  <a:lnTo>
                    <a:pt x="853" y="1947"/>
                  </a:lnTo>
                  <a:lnTo>
                    <a:pt x="853" y="1940"/>
                  </a:lnTo>
                  <a:lnTo>
                    <a:pt x="853" y="1937"/>
                  </a:lnTo>
                  <a:lnTo>
                    <a:pt x="857" y="1929"/>
                  </a:lnTo>
                  <a:lnTo>
                    <a:pt x="857" y="1922"/>
                  </a:lnTo>
                  <a:lnTo>
                    <a:pt x="860" y="1915"/>
                  </a:lnTo>
                  <a:lnTo>
                    <a:pt x="860" y="1908"/>
                  </a:lnTo>
                  <a:lnTo>
                    <a:pt x="860" y="1901"/>
                  </a:lnTo>
                  <a:lnTo>
                    <a:pt x="864" y="1893"/>
                  </a:lnTo>
                  <a:lnTo>
                    <a:pt x="864" y="1890"/>
                  </a:lnTo>
                  <a:lnTo>
                    <a:pt x="864" y="1883"/>
                  </a:lnTo>
                  <a:lnTo>
                    <a:pt x="867" y="1875"/>
                  </a:lnTo>
                  <a:lnTo>
                    <a:pt x="867" y="1872"/>
                  </a:lnTo>
                  <a:lnTo>
                    <a:pt x="871" y="1865"/>
                  </a:lnTo>
                  <a:lnTo>
                    <a:pt x="871" y="1857"/>
                  </a:lnTo>
                  <a:lnTo>
                    <a:pt x="871" y="1854"/>
                  </a:lnTo>
                  <a:lnTo>
                    <a:pt x="875" y="1847"/>
                  </a:lnTo>
                  <a:lnTo>
                    <a:pt x="875" y="1843"/>
                  </a:lnTo>
                  <a:lnTo>
                    <a:pt x="878" y="1836"/>
                  </a:lnTo>
                  <a:lnTo>
                    <a:pt x="878" y="1832"/>
                  </a:lnTo>
                  <a:lnTo>
                    <a:pt x="878" y="1825"/>
                  </a:lnTo>
                  <a:lnTo>
                    <a:pt x="882" y="1821"/>
                  </a:lnTo>
                  <a:lnTo>
                    <a:pt x="882" y="1818"/>
                  </a:lnTo>
                  <a:lnTo>
                    <a:pt x="882" y="1811"/>
                  </a:lnTo>
                  <a:lnTo>
                    <a:pt x="885" y="1807"/>
                  </a:lnTo>
                  <a:lnTo>
                    <a:pt x="885" y="1803"/>
                  </a:lnTo>
                  <a:lnTo>
                    <a:pt x="889" y="1800"/>
                  </a:lnTo>
                  <a:lnTo>
                    <a:pt x="889" y="1796"/>
                  </a:lnTo>
                  <a:lnTo>
                    <a:pt x="889" y="1793"/>
                  </a:lnTo>
                  <a:lnTo>
                    <a:pt x="893" y="1789"/>
                  </a:lnTo>
                  <a:lnTo>
                    <a:pt x="893" y="1785"/>
                  </a:lnTo>
                  <a:lnTo>
                    <a:pt x="896" y="1782"/>
                  </a:lnTo>
                  <a:lnTo>
                    <a:pt x="896" y="1778"/>
                  </a:lnTo>
                  <a:lnTo>
                    <a:pt x="900" y="1775"/>
                  </a:lnTo>
                  <a:lnTo>
                    <a:pt x="903" y="1771"/>
                  </a:lnTo>
                  <a:lnTo>
                    <a:pt x="907" y="1767"/>
                  </a:lnTo>
                  <a:lnTo>
                    <a:pt x="911" y="1764"/>
                  </a:lnTo>
                  <a:lnTo>
                    <a:pt x="914" y="1764"/>
                  </a:lnTo>
                  <a:lnTo>
                    <a:pt x="918" y="1767"/>
                  </a:lnTo>
                  <a:lnTo>
                    <a:pt x="921" y="1771"/>
                  </a:lnTo>
                  <a:lnTo>
                    <a:pt x="925" y="1775"/>
                  </a:lnTo>
                  <a:lnTo>
                    <a:pt x="925" y="1778"/>
                  </a:lnTo>
                  <a:lnTo>
                    <a:pt x="929" y="1782"/>
                  </a:lnTo>
                  <a:lnTo>
                    <a:pt x="929" y="1785"/>
                  </a:lnTo>
                  <a:lnTo>
                    <a:pt x="932" y="1789"/>
                  </a:lnTo>
                  <a:lnTo>
                    <a:pt x="932" y="1793"/>
                  </a:lnTo>
                  <a:lnTo>
                    <a:pt x="932" y="1796"/>
                  </a:lnTo>
                  <a:lnTo>
                    <a:pt x="936" y="1803"/>
                  </a:lnTo>
                  <a:lnTo>
                    <a:pt x="936" y="1807"/>
                  </a:lnTo>
                  <a:lnTo>
                    <a:pt x="939" y="1811"/>
                  </a:lnTo>
                  <a:lnTo>
                    <a:pt x="939" y="1818"/>
                  </a:lnTo>
                  <a:lnTo>
                    <a:pt x="939" y="1821"/>
                  </a:lnTo>
                  <a:lnTo>
                    <a:pt x="943" y="1829"/>
                  </a:lnTo>
                  <a:lnTo>
                    <a:pt x="943" y="1832"/>
                  </a:lnTo>
                  <a:lnTo>
                    <a:pt x="947" y="1839"/>
                  </a:lnTo>
                  <a:lnTo>
                    <a:pt x="947" y="1847"/>
                  </a:lnTo>
                  <a:lnTo>
                    <a:pt x="947" y="1850"/>
                  </a:lnTo>
                  <a:lnTo>
                    <a:pt x="950" y="1857"/>
                  </a:lnTo>
                  <a:lnTo>
                    <a:pt x="950" y="1865"/>
                  </a:lnTo>
                  <a:lnTo>
                    <a:pt x="950" y="1872"/>
                  </a:lnTo>
                  <a:lnTo>
                    <a:pt x="954" y="1879"/>
                  </a:lnTo>
                  <a:lnTo>
                    <a:pt x="954" y="1886"/>
                  </a:lnTo>
                  <a:lnTo>
                    <a:pt x="957" y="1897"/>
                  </a:lnTo>
                  <a:lnTo>
                    <a:pt x="957" y="1904"/>
                  </a:lnTo>
                  <a:lnTo>
                    <a:pt x="957" y="1911"/>
                  </a:lnTo>
                  <a:lnTo>
                    <a:pt x="961" y="1922"/>
                  </a:lnTo>
                  <a:lnTo>
                    <a:pt x="961" y="1929"/>
                  </a:lnTo>
                  <a:lnTo>
                    <a:pt x="965" y="1937"/>
                  </a:lnTo>
                  <a:lnTo>
                    <a:pt x="965" y="1947"/>
                  </a:lnTo>
                  <a:lnTo>
                    <a:pt x="965" y="1955"/>
                  </a:lnTo>
                  <a:lnTo>
                    <a:pt x="968" y="1965"/>
                  </a:lnTo>
                  <a:lnTo>
                    <a:pt x="968" y="1976"/>
                  </a:lnTo>
                  <a:lnTo>
                    <a:pt x="968" y="1983"/>
                  </a:lnTo>
                  <a:lnTo>
                    <a:pt x="972" y="1994"/>
                  </a:lnTo>
                  <a:lnTo>
                    <a:pt x="972" y="2005"/>
                  </a:lnTo>
                  <a:lnTo>
                    <a:pt x="975" y="2012"/>
                  </a:lnTo>
                  <a:lnTo>
                    <a:pt x="975" y="2023"/>
                  </a:lnTo>
                  <a:lnTo>
                    <a:pt x="975" y="2034"/>
                  </a:lnTo>
                  <a:lnTo>
                    <a:pt x="979" y="2045"/>
                  </a:lnTo>
                  <a:lnTo>
                    <a:pt x="979" y="2055"/>
                  </a:lnTo>
                  <a:lnTo>
                    <a:pt x="983" y="2066"/>
                  </a:lnTo>
                  <a:lnTo>
                    <a:pt x="983" y="2077"/>
                  </a:lnTo>
                  <a:lnTo>
                    <a:pt x="983" y="2088"/>
                  </a:lnTo>
                  <a:lnTo>
                    <a:pt x="986" y="2095"/>
                  </a:lnTo>
                  <a:lnTo>
                    <a:pt x="986" y="2106"/>
                  </a:lnTo>
                  <a:lnTo>
                    <a:pt x="990" y="2117"/>
                  </a:lnTo>
                  <a:lnTo>
                    <a:pt x="990" y="2127"/>
                  </a:lnTo>
                  <a:lnTo>
                    <a:pt x="990" y="2138"/>
                  </a:lnTo>
                  <a:lnTo>
                    <a:pt x="993" y="2149"/>
                  </a:lnTo>
                  <a:lnTo>
                    <a:pt x="993" y="2160"/>
                  </a:lnTo>
                  <a:lnTo>
                    <a:pt x="993" y="2171"/>
                  </a:lnTo>
                  <a:lnTo>
                    <a:pt x="997" y="2181"/>
                  </a:lnTo>
                  <a:lnTo>
                    <a:pt x="997" y="2192"/>
                  </a:lnTo>
                  <a:lnTo>
                    <a:pt x="1001" y="2203"/>
                  </a:lnTo>
                  <a:lnTo>
                    <a:pt x="1001" y="2214"/>
                  </a:lnTo>
                  <a:lnTo>
                    <a:pt x="1001" y="2225"/>
                  </a:lnTo>
                  <a:lnTo>
                    <a:pt x="1004" y="2235"/>
                  </a:lnTo>
                  <a:lnTo>
                    <a:pt x="1004" y="2243"/>
                  </a:lnTo>
                  <a:lnTo>
                    <a:pt x="1008" y="2253"/>
                  </a:lnTo>
                  <a:lnTo>
                    <a:pt x="1008" y="2264"/>
                  </a:lnTo>
                  <a:lnTo>
                    <a:pt x="1008" y="2275"/>
                  </a:lnTo>
                  <a:lnTo>
                    <a:pt x="1011" y="2286"/>
                  </a:lnTo>
                  <a:lnTo>
                    <a:pt x="1011" y="2293"/>
                  </a:lnTo>
                  <a:lnTo>
                    <a:pt x="1011" y="2304"/>
                  </a:lnTo>
                  <a:lnTo>
                    <a:pt x="1015" y="2311"/>
                  </a:lnTo>
                  <a:lnTo>
                    <a:pt x="1015" y="2322"/>
                  </a:lnTo>
                  <a:lnTo>
                    <a:pt x="1019" y="2329"/>
                  </a:lnTo>
                  <a:lnTo>
                    <a:pt x="1019" y="2340"/>
                  </a:lnTo>
                  <a:lnTo>
                    <a:pt x="1019" y="2347"/>
                  </a:lnTo>
                  <a:lnTo>
                    <a:pt x="1022" y="2354"/>
                  </a:lnTo>
                  <a:lnTo>
                    <a:pt x="1022" y="2365"/>
                  </a:lnTo>
                  <a:lnTo>
                    <a:pt x="1026" y="2372"/>
                  </a:lnTo>
                  <a:lnTo>
                    <a:pt x="1026" y="2379"/>
                  </a:lnTo>
                  <a:lnTo>
                    <a:pt x="1026" y="2387"/>
                  </a:lnTo>
                  <a:lnTo>
                    <a:pt x="1029" y="2394"/>
                  </a:lnTo>
                  <a:lnTo>
                    <a:pt x="1029" y="2401"/>
                  </a:lnTo>
                  <a:lnTo>
                    <a:pt x="1033" y="2408"/>
                  </a:lnTo>
                  <a:lnTo>
                    <a:pt x="1033" y="2412"/>
                  </a:lnTo>
                  <a:lnTo>
                    <a:pt x="1033" y="2419"/>
                  </a:lnTo>
                  <a:lnTo>
                    <a:pt x="1037" y="2423"/>
                  </a:lnTo>
                  <a:lnTo>
                    <a:pt x="1037" y="2430"/>
                  </a:lnTo>
                  <a:lnTo>
                    <a:pt x="1037" y="2433"/>
                  </a:lnTo>
                  <a:lnTo>
                    <a:pt x="1040" y="2437"/>
                  </a:lnTo>
                  <a:lnTo>
                    <a:pt x="1040" y="2444"/>
                  </a:lnTo>
                  <a:lnTo>
                    <a:pt x="1044" y="2448"/>
                  </a:lnTo>
                  <a:lnTo>
                    <a:pt x="1044" y="2451"/>
                  </a:lnTo>
                  <a:lnTo>
                    <a:pt x="1047" y="2455"/>
                  </a:lnTo>
                  <a:lnTo>
                    <a:pt x="1051" y="2459"/>
                  </a:lnTo>
                  <a:lnTo>
                    <a:pt x="1055" y="2462"/>
                  </a:lnTo>
                  <a:lnTo>
                    <a:pt x="1058" y="2462"/>
                  </a:lnTo>
                  <a:lnTo>
                    <a:pt x="1062" y="2459"/>
                  </a:lnTo>
                  <a:lnTo>
                    <a:pt x="1062" y="2455"/>
                  </a:lnTo>
                  <a:lnTo>
                    <a:pt x="1065" y="2451"/>
                  </a:lnTo>
                  <a:lnTo>
                    <a:pt x="1065" y="2448"/>
                  </a:lnTo>
                  <a:lnTo>
                    <a:pt x="1069" y="2444"/>
                  </a:lnTo>
                  <a:lnTo>
                    <a:pt x="1069" y="2441"/>
                  </a:lnTo>
                  <a:lnTo>
                    <a:pt x="1069" y="2437"/>
                  </a:lnTo>
                  <a:lnTo>
                    <a:pt x="1073" y="2430"/>
                  </a:lnTo>
                  <a:lnTo>
                    <a:pt x="1073" y="2426"/>
                  </a:lnTo>
                  <a:lnTo>
                    <a:pt x="1076" y="2419"/>
                  </a:lnTo>
                  <a:lnTo>
                    <a:pt x="1076" y="2412"/>
                  </a:lnTo>
                  <a:lnTo>
                    <a:pt x="1076" y="2405"/>
                  </a:lnTo>
                  <a:lnTo>
                    <a:pt x="1080" y="2397"/>
                  </a:lnTo>
                  <a:lnTo>
                    <a:pt x="1080" y="2387"/>
                  </a:lnTo>
                  <a:lnTo>
                    <a:pt x="1080" y="2379"/>
                  </a:lnTo>
                  <a:lnTo>
                    <a:pt x="1083" y="2369"/>
                  </a:lnTo>
                  <a:lnTo>
                    <a:pt x="1083" y="2361"/>
                  </a:lnTo>
                  <a:lnTo>
                    <a:pt x="1087" y="2351"/>
                  </a:lnTo>
                  <a:lnTo>
                    <a:pt x="1087" y="2340"/>
                  </a:lnTo>
                  <a:lnTo>
                    <a:pt x="1087" y="2329"/>
                  </a:lnTo>
                  <a:lnTo>
                    <a:pt x="1091" y="2315"/>
                  </a:lnTo>
                  <a:lnTo>
                    <a:pt x="1091" y="2304"/>
                  </a:lnTo>
                  <a:lnTo>
                    <a:pt x="1094" y="2293"/>
                  </a:lnTo>
                  <a:lnTo>
                    <a:pt x="1094" y="2279"/>
                  </a:lnTo>
                  <a:lnTo>
                    <a:pt x="1094" y="2264"/>
                  </a:lnTo>
                  <a:lnTo>
                    <a:pt x="1098" y="2250"/>
                  </a:lnTo>
                  <a:lnTo>
                    <a:pt x="1098" y="2235"/>
                  </a:lnTo>
                  <a:lnTo>
                    <a:pt x="1098" y="2221"/>
                  </a:lnTo>
                  <a:lnTo>
                    <a:pt x="1101" y="2203"/>
                  </a:lnTo>
                  <a:lnTo>
                    <a:pt x="1101" y="2189"/>
                  </a:lnTo>
                  <a:lnTo>
                    <a:pt x="1105" y="2171"/>
                  </a:lnTo>
                  <a:lnTo>
                    <a:pt x="1105" y="2156"/>
                  </a:lnTo>
                  <a:lnTo>
                    <a:pt x="1105" y="2138"/>
                  </a:lnTo>
                  <a:lnTo>
                    <a:pt x="1109" y="2120"/>
                  </a:lnTo>
                  <a:lnTo>
                    <a:pt x="1109" y="2102"/>
                  </a:lnTo>
                  <a:lnTo>
                    <a:pt x="1112" y="2084"/>
                  </a:lnTo>
                  <a:lnTo>
                    <a:pt x="1112" y="2063"/>
                  </a:lnTo>
                  <a:lnTo>
                    <a:pt x="1112" y="2045"/>
                  </a:lnTo>
                  <a:lnTo>
                    <a:pt x="1116" y="2023"/>
                  </a:lnTo>
                  <a:lnTo>
                    <a:pt x="1116" y="2005"/>
                  </a:lnTo>
                  <a:lnTo>
                    <a:pt x="1119" y="1983"/>
                  </a:lnTo>
                  <a:lnTo>
                    <a:pt x="1119" y="1962"/>
                  </a:lnTo>
                  <a:lnTo>
                    <a:pt x="1119" y="1940"/>
                  </a:lnTo>
                  <a:lnTo>
                    <a:pt x="1123" y="1919"/>
                  </a:lnTo>
                  <a:lnTo>
                    <a:pt x="1123" y="1897"/>
                  </a:lnTo>
                  <a:lnTo>
                    <a:pt x="1123" y="1872"/>
                  </a:lnTo>
                  <a:lnTo>
                    <a:pt x="1127" y="1850"/>
                  </a:lnTo>
                  <a:lnTo>
                    <a:pt x="1127" y="1825"/>
                  </a:lnTo>
                  <a:lnTo>
                    <a:pt x="1130" y="1803"/>
                  </a:lnTo>
                  <a:lnTo>
                    <a:pt x="1130" y="1778"/>
                  </a:lnTo>
                  <a:lnTo>
                    <a:pt x="1130" y="1753"/>
                  </a:lnTo>
                  <a:lnTo>
                    <a:pt x="1134" y="1731"/>
                  </a:lnTo>
                  <a:lnTo>
                    <a:pt x="1134" y="1706"/>
                  </a:lnTo>
                  <a:lnTo>
                    <a:pt x="1137" y="1681"/>
                  </a:lnTo>
                  <a:lnTo>
                    <a:pt x="1137" y="1656"/>
                  </a:lnTo>
                  <a:lnTo>
                    <a:pt x="1137" y="1631"/>
                  </a:lnTo>
                  <a:lnTo>
                    <a:pt x="1141" y="1602"/>
                  </a:lnTo>
                  <a:lnTo>
                    <a:pt x="1141" y="1577"/>
                  </a:lnTo>
                  <a:lnTo>
                    <a:pt x="1141" y="1551"/>
                  </a:lnTo>
                  <a:lnTo>
                    <a:pt x="1145" y="1523"/>
                  </a:lnTo>
                  <a:lnTo>
                    <a:pt x="1145" y="1497"/>
                  </a:lnTo>
                  <a:lnTo>
                    <a:pt x="1148" y="1472"/>
                  </a:lnTo>
                  <a:lnTo>
                    <a:pt x="1148" y="1443"/>
                  </a:lnTo>
                  <a:lnTo>
                    <a:pt x="1148" y="1418"/>
                  </a:lnTo>
                  <a:lnTo>
                    <a:pt x="1152" y="1389"/>
                  </a:lnTo>
                  <a:lnTo>
                    <a:pt x="1152" y="1361"/>
                  </a:lnTo>
                  <a:lnTo>
                    <a:pt x="1155" y="1335"/>
                  </a:lnTo>
                  <a:lnTo>
                    <a:pt x="1155" y="1307"/>
                  </a:lnTo>
                  <a:lnTo>
                    <a:pt x="1155" y="1281"/>
                  </a:lnTo>
                  <a:lnTo>
                    <a:pt x="1159" y="1253"/>
                  </a:lnTo>
                  <a:lnTo>
                    <a:pt x="1159" y="1224"/>
                  </a:lnTo>
                  <a:lnTo>
                    <a:pt x="1163" y="1195"/>
                  </a:lnTo>
                  <a:lnTo>
                    <a:pt x="1163" y="1170"/>
                  </a:lnTo>
                  <a:lnTo>
                    <a:pt x="1163" y="1141"/>
                  </a:lnTo>
                  <a:lnTo>
                    <a:pt x="1166" y="1112"/>
                  </a:lnTo>
                  <a:lnTo>
                    <a:pt x="1166" y="1087"/>
                  </a:lnTo>
                  <a:lnTo>
                    <a:pt x="1166" y="1058"/>
                  </a:lnTo>
                  <a:lnTo>
                    <a:pt x="1170" y="1029"/>
                  </a:lnTo>
                  <a:lnTo>
                    <a:pt x="1170" y="1004"/>
                  </a:lnTo>
                  <a:lnTo>
                    <a:pt x="1173" y="975"/>
                  </a:lnTo>
                  <a:lnTo>
                    <a:pt x="1173" y="950"/>
                  </a:lnTo>
                  <a:lnTo>
                    <a:pt x="1173" y="921"/>
                  </a:lnTo>
                  <a:lnTo>
                    <a:pt x="1177" y="896"/>
                  </a:lnTo>
                  <a:lnTo>
                    <a:pt x="1177" y="867"/>
                  </a:lnTo>
                  <a:lnTo>
                    <a:pt x="1181" y="842"/>
                  </a:lnTo>
                  <a:lnTo>
                    <a:pt x="1181" y="813"/>
                  </a:lnTo>
                  <a:lnTo>
                    <a:pt x="1181" y="788"/>
                  </a:lnTo>
                  <a:lnTo>
                    <a:pt x="1184" y="763"/>
                  </a:lnTo>
                  <a:lnTo>
                    <a:pt x="1184" y="738"/>
                  </a:lnTo>
                  <a:lnTo>
                    <a:pt x="1184" y="709"/>
                  </a:lnTo>
                  <a:lnTo>
                    <a:pt x="1188" y="684"/>
                  </a:lnTo>
                  <a:lnTo>
                    <a:pt x="1188" y="659"/>
                  </a:lnTo>
                  <a:lnTo>
                    <a:pt x="1191" y="637"/>
                  </a:lnTo>
                  <a:lnTo>
                    <a:pt x="1191" y="612"/>
                  </a:lnTo>
                  <a:lnTo>
                    <a:pt x="1191" y="587"/>
                  </a:lnTo>
                  <a:lnTo>
                    <a:pt x="1195" y="562"/>
                  </a:lnTo>
                  <a:lnTo>
                    <a:pt x="1195" y="540"/>
                  </a:lnTo>
                  <a:lnTo>
                    <a:pt x="1199" y="515"/>
                  </a:lnTo>
                  <a:lnTo>
                    <a:pt x="1199" y="493"/>
                  </a:lnTo>
                  <a:lnTo>
                    <a:pt x="1199" y="472"/>
                  </a:lnTo>
                  <a:lnTo>
                    <a:pt x="1202" y="450"/>
                  </a:lnTo>
                  <a:lnTo>
                    <a:pt x="1202" y="428"/>
                  </a:lnTo>
                  <a:lnTo>
                    <a:pt x="1206" y="407"/>
                  </a:lnTo>
                  <a:lnTo>
                    <a:pt x="1206" y="385"/>
                  </a:lnTo>
                  <a:lnTo>
                    <a:pt x="1206" y="364"/>
                  </a:lnTo>
                  <a:lnTo>
                    <a:pt x="1209" y="346"/>
                  </a:lnTo>
                  <a:lnTo>
                    <a:pt x="1209" y="324"/>
                  </a:lnTo>
                  <a:lnTo>
                    <a:pt x="1209" y="306"/>
                  </a:lnTo>
                  <a:lnTo>
                    <a:pt x="1213" y="288"/>
                  </a:lnTo>
                  <a:lnTo>
                    <a:pt x="1213" y="270"/>
                  </a:lnTo>
                  <a:lnTo>
                    <a:pt x="1217" y="252"/>
                  </a:lnTo>
                  <a:lnTo>
                    <a:pt x="1217" y="234"/>
                  </a:lnTo>
                  <a:lnTo>
                    <a:pt x="1217" y="220"/>
                  </a:lnTo>
                  <a:lnTo>
                    <a:pt x="1220" y="202"/>
                  </a:lnTo>
                  <a:lnTo>
                    <a:pt x="1220" y="187"/>
                  </a:lnTo>
                  <a:lnTo>
                    <a:pt x="1224" y="173"/>
                  </a:lnTo>
                  <a:lnTo>
                    <a:pt x="1224" y="158"/>
                  </a:lnTo>
                  <a:lnTo>
                    <a:pt x="1224" y="144"/>
                  </a:lnTo>
                  <a:lnTo>
                    <a:pt x="1227" y="133"/>
                  </a:lnTo>
                  <a:lnTo>
                    <a:pt x="1227" y="119"/>
                  </a:lnTo>
                  <a:lnTo>
                    <a:pt x="1227" y="108"/>
                  </a:lnTo>
                  <a:lnTo>
                    <a:pt x="1231" y="97"/>
                  </a:lnTo>
                  <a:lnTo>
                    <a:pt x="1231" y="86"/>
                  </a:lnTo>
                  <a:lnTo>
                    <a:pt x="1235" y="76"/>
                  </a:lnTo>
                  <a:lnTo>
                    <a:pt x="1235" y="65"/>
                  </a:lnTo>
                  <a:lnTo>
                    <a:pt x="1235" y="58"/>
                  </a:lnTo>
                  <a:lnTo>
                    <a:pt x="1238" y="50"/>
                  </a:lnTo>
                  <a:lnTo>
                    <a:pt x="1238" y="40"/>
                  </a:lnTo>
                  <a:lnTo>
                    <a:pt x="1242" y="36"/>
                  </a:lnTo>
                  <a:lnTo>
                    <a:pt x="1242" y="29"/>
                  </a:lnTo>
                  <a:lnTo>
                    <a:pt x="1242" y="22"/>
                  </a:lnTo>
                  <a:lnTo>
                    <a:pt x="1245" y="18"/>
                  </a:lnTo>
                  <a:lnTo>
                    <a:pt x="1245" y="14"/>
                  </a:lnTo>
                  <a:lnTo>
                    <a:pt x="1249" y="11"/>
                  </a:lnTo>
                  <a:lnTo>
                    <a:pt x="1249" y="7"/>
                  </a:lnTo>
                  <a:lnTo>
                    <a:pt x="1253" y="4"/>
                  </a:lnTo>
                  <a:lnTo>
                    <a:pt x="1253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4" name="Freeform 92"/>
            <p:cNvSpPr>
              <a:spLocks/>
            </p:cNvSpPr>
            <p:nvPr/>
          </p:nvSpPr>
          <p:spPr bwMode="auto">
            <a:xfrm>
              <a:off x="2005" y="1048"/>
              <a:ext cx="2484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21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1" y="2192"/>
                </a:cxn>
                <a:cxn ang="0">
                  <a:pos x="526" y="2127"/>
                </a:cxn>
                <a:cxn ang="0">
                  <a:pos x="551" y="2045"/>
                </a:cxn>
                <a:cxn ang="0">
                  <a:pos x="573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1" y="1980"/>
                </a:cxn>
                <a:cxn ang="0">
                  <a:pos x="702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3" y="2005"/>
                </a:cxn>
                <a:cxn ang="0">
                  <a:pos x="875" y="1944"/>
                </a:cxn>
                <a:cxn ang="0">
                  <a:pos x="933" y="1947"/>
                </a:cxn>
                <a:cxn ang="0">
                  <a:pos x="969" y="2009"/>
                </a:cxn>
                <a:cxn ang="0">
                  <a:pos x="997" y="2070"/>
                </a:cxn>
                <a:cxn ang="0">
                  <a:pos x="1051" y="2106"/>
                </a:cxn>
                <a:cxn ang="0">
                  <a:pos x="1102" y="2048"/>
                </a:cxn>
                <a:cxn ang="0">
                  <a:pos x="1134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2" y="2066"/>
                </a:cxn>
                <a:cxn ang="0">
                  <a:pos x="1343" y="2081"/>
                </a:cxn>
                <a:cxn ang="0">
                  <a:pos x="1393" y="2023"/>
                </a:cxn>
                <a:cxn ang="0">
                  <a:pos x="1447" y="1965"/>
                </a:cxn>
                <a:cxn ang="0">
                  <a:pos x="1509" y="1994"/>
                </a:cxn>
                <a:cxn ang="0">
                  <a:pos x="1559" y="2055"/>
                </a:cxn>
                <a:cxn ang="0">
                  <a:pos x="1620" y="2073"/>
                </a:cxn>
                <a:cxn ang="0">
                  <a:pos x="1678" y="2016"/>
                </a:cxn>
                <a:cxn ang="0">
                  <a:pos x="1739" y="1973"/>
                </a:cxn>
                <a:cxn ang="0">
                  <a:pos x="1800" y="2012"/>
                </a:cxn>
                <a:cxn ang="0">
                  <a:pos x="1858" y="2066"/>
                </a:cxn>
                <a:cxn ang="0">
                  <a:pos x="1919" y="2052"/>
                </a:cxn>
                <a:cxn ang="0">
                  <a:pos x="1980" y="1994"/>
                </a:cxn>
                <a:cxn ang="0">
                  <a:pos x="2041" y="1987"/>
                </a:cxn>
                <a:cxn ang="0">
                  <a:pos x="2103" y="2037"/>
                </a:cxn>
                <a:cxn ang="0">
                  <a:pos x="2164" y="2066"/>
                </a:cxn>
                <a:cxn ang="0">
                  <a:pos x="2225" y="2027"/>
                </a:cxn>
                <a:cxn ang="0">
                  <a:pos x="2286" y="1987"/>
                </a:cxn>
                <a:cxn ang="0">
                  <a:pos x="2347" y="2009"/>
                </a:cxn>
                <a:cxn ang="0">
                  <a:pos x="2409" y="2055"/>
                </a:cxn>
                <a:cxn ang="0">
                  <a:pos x="2470" y="2052"/>
                </a:cxn>
              </a:cxnLst>
              <a:rect l="0" t="0" r="r" b="b"/>
              <a:pathLst>
                <a:path w="2484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4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1" y="2045"/>
                  </a:lnTo>
                  <a:lnTo>
                    <a:pt x="2484" y="2041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5" name="Freeform 93"/>
            <p:cNvSpPr>
              <a:spLocks/>
            </p:cNvSpPr>
            <p:nvPr/>
          </p:nvSpPr>
          <p:spPr bwMode="auto">
            <a:xfrm>
              <a:off x="4489" y="3039"/>
              <a:ext cx="720" cy="64"/>
            </a:xfrm>
            <a:custGeom>
              <a:avLst/>
              <a:gdLst/>
              <a:ahLst/>
              <a:cxnLst>
                <a:cxn ang="0">
                  <a:pos x="11" y="43"/>
                </a:cxn>
                <a:cxn ang="0">
                  <a:pos x="25" y="32"/>
                </a:cxn>
                <a:cxn ang="0">
                  <a:pos x="40" y="18"/>
                </a:cxn>
                <a:cxn ang="0">
                  <a:pos x="54" y="10"/>
                </a:cxn>
                <a:cxn ang="0">
                  <a:pos x="69" y="3"/>
                </a:cxn>
                <a:cxn ang="0">
                  <a:pos x="83" y="0"/>
                </a:cxn>
                <a:cxn ang="0">
                  <a:pos x="97" y="0"/>
                </a:cxn>
                <a:cxn ang="0">
                  <a:pos x="112" y="3"/>
                </a:cxn>
                <a:cxn ang="0">
                  <a:pos x="126" y="10"/>
                </a:cxn>
                <a:cxn ang="0">
                  <a:pos x="141" y="18"/>
                </a:cxn>
                <a:cxn ang="0">
                  <a:pos x="155" y="28"/>
                </a:cxn>
                <a:cxn ang="0">
                  <a:pos x="169" y="39"/>
                </a:cxn>
                <a:cxn ang="0">
                  <a:pos x="184" y="50"/>
                </a:cxn>
                <a:cxn ang="0">
                  <a:pos x="198" y="57"/>
                </a:cxn>
                <a:cxn ang="0">
                  <a:pos x="213" y="64"/>
                </a:cxn>
                <a:cxn ang="0">
                  <a:pos x="227" y="64"/>
                </a:cxn>
                <a:cxn ang="0">
                  <a:pos x="241" y="64"/>
                </a:cxn>
                <a:cxn ang="0">
                  <a:pos x="256" y="61"/>
                </a:cxn>
                <a:cxn ang="0">
                  <a:pos x="270" y="54"/>
                </a:cxn>
                <a:cxn ang="0">
                  <a:pos x="285" y="46"/>
                </a:cxn>
                <a:cxn ang="0">
                  <a:pos x="299" y="36"/>
                </a:cxn>
                <a:cxn ang="0">
                  <a:pos x="313" y="25"/>
                </a:cxn>
                <a:cxn ang="0">
                  <a:pos x="328" y="14"/>
                </a:cxn>
                <a:cxn ang="0">
                  <a:pos x="342" y="7"/>
                </a:cxn>
                <a:cxn ang="0">
                  <a:pos x="357" y="3"/>
                </a:cxn>
                <a:cxn ang="0">
                  <a:pos x="371" y="3"/>
                </a:cxn>
                <a:cxn ang="0">
                  <a:pos x="385" y="3"/>
                </a:cxn>
                <a:cxn ang="0">
                  <a:pos x="400" y="7"/>
                </a:cxn>
                <a:cxn ang="0">
                  <a:pos x="414" y="14"/>
                </a:cxn>
                <a:cxn ang="0">
                  <a:pos x="429" y="25"/>
                </a:cxn>
                <a:cxn ang="0">
                  <a:pos x="443" y="36"/>
                </a:cxn>
                <a:cxn ang="0">
                  <a:pos x="457" y="43"/>
                </a:cxn>
                <a:cxn ang="0">
                  <a:pos x="472" y="54"/>
                </a:cxn>
                <a:cxn ang="0">
                  <a:pos x="486" y="57"/>
                </a:cxn>
                <a:cxn ang="0">
                  <a:pos x="501" y="61"/>
                </a:cxn>
                <a:cxn ang="0">
                  <a:pos x="515" y="61"/>
                </a:cxn>
                <a:cxn ang="0">
                  <a:pos x="529" y="61"/>
                </a:cxn>
                <a:cxn ang="0">
                  <a:pos x="544" y="54"/>
                </a:cxn>
                <a:cxn ang="0">
                  <a:pos x="558" y="46"/>
                </a:cxn>
                <a:cxn ang="0">
                  <a:pos x="573" y="39"/>
                </a:cxn>
                <a:cxn ang="0">
                  <a:pos x="587" y="28"/>
                </a:cxn>
                <a:cxn ang="0">
                  <a:pos x="601" y="18"/>
                </a:cxn>
                <a:cxn ang="0">
                  <a:pos x="616" y="10"/>
                </a:cxn>
                <a:cxn ang="0">
                  <a:pos x="630" y="7"/>
                </a:cxn>
                <a:cxn ang="0">
                  <a:pos x="645" y="3"/>
                </a:cxn>
                <a:cxn ang="0">
                  <a:pos x="659" y="7"/>
                </a:cxn>
                <a:cxn ang="0">
                  <a:pos x="673" y="7"/>
                </a:cxn>
                <a:cxn ang="0">
                  <a:pos x="688" y="14"/>
                </a:cxn>
                <a:cxn ang="0">
                  <a:pos x="702" y="21"/>
                </a:cxn>
                <a:cxn ang="0">
                  <a:pos x="717" y="32"/>
                </a:cxn>
              </a:cxnLst>
              <a:rect l="0" t="0" r="r" b="b"/>
              <a:pathLst>
                <a:path w="720" h="64">
                  <a:moveTo>
                    <a:pt x="0" y="50"/>
                  </a:moveTo>
                  <a:lnTo>
                    <a:pt x="4" y="46"/>
                  </a:lnTo>
                  <a:lnTo>
                    <a:pt x="7" y="46"/>
                  </a:lnTo>
                  <a:lnTo>
                    <a:pt x="11" y="43"/>
                  </a:lnTo>
                  <a:lnTo>
                    <a:pt x="15" y="39"/>
                  </a:lnTo>
                  <a:lnTo>
                    <a:pt x="18" y="36"/>
                  </a:lnTo>
                  <a:lnTo>
                    <a:pt x="22" y="32"/>
                  </a:lnTo>
                  <a:lnTo>
                    <a:pt x="25" y="32"/>
                  </a:lnTo>
                  <a:lnTo>
                    <a:pt x="29" y="28"/>
                  </a:lnTo>
                  <a:lnTo>
                    <a:pt x="33" y="25"/>
                  </a:lnTo>
                  <a:lnTo>
                    <a:pt x="36" y="21"/>
                  </a:lnTo>
                  <a:lnTo>
                    <a:pt x="40" y="18"/>
                  </a:lnTo>
                  <a:lnTo>
                    <a:pt x="43" y="18"/>
                  </a:lnTo>
                  <a:lnTo>
                    <a:pt x="47" y="14"/>
                  </a:lnTo>
                  <a:lnTo>
                    <a:pt x="51" y="10"/>
                  </a:lnTo>
                  <a:lnTo>
                    <a:pt x="54" y="10"/>
                  </a:lnTo>
                  <a:lnTo>
                    <a:pt x="58" y="7"/>
                  </a:lnTo>
                  <a:lnTo>
                    <a:pt x="61" y="7"/>
                  </a:lnTo>
                  <a:lnTo>
                    <a:pt x="65" y="3"/>
                  </a:lnTo>
                  <a:lnTo>
                    <a:pt x="69" y="3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3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3" y="7"/>
                  </a:lnTo>
                  <a:lnTo>
                    <a:pt x="126" y="10"/>
                  </a:lnTo>
                  <a:lnTo>
                    <a:pt x="130" y="10"/>
                  </a:lnTo>
                  <a:lnTo>
                    <a:pt x="133" y="14"/>
                  </a:lnTo>
                  <a:lnTo>
                    <a:pt x="137" y="14"/>
                  </a:lnTo>
                  <a:lnTo>
                    <a:pt x="141" y="18"/>
                  </a:lnTo>
                  <a:lnTo>
                    <a:pt x="144" y="21"/>
                  </a:lnTo>
                  <a:lnTo>
                    <a:pt x="148" y="21"/>
                  </a:lnTo>
                  <a:lnTo>
                    <a:pt x="151" y="25"/>
                  </a:lnTo>
                  <a:lnTo>
                    <a:pt x="155" y="28"/>
                  </a:lnTo>
                  <a:lnTo>
                    <a:pt x="159" y="32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69" y="39"/>
                  </a:lnTo>
                  <a:lnTo>
                    <a:pt x="173" y="43"/>
                  </a:lnTo>
                  <a:lnTo>
                    <a:pt x="177" y="43"/>
                  </a:lnTo>
                  <a:lnTo>
                    <a:pt x="180" y="46"/>
                  </a:lnTo>
                  <a:lnTo>
                    <a:pt x="184" y="50"/>
                  </a:lnTo>
                  <a:lnTo>
                    <a:pt x="187" y="50"/>
                  </a:lnTo>
                  <a:lnTo>
                    <a:pt x="191" y="54"/>
                  </a:lnTo>
                  <a:lnTo>
                    <a:pt x="195" y="57"/>
                  </a:lnTo>
                  <a:lnTo>
                    <a:pt x="198" y="57"/>
                  </a:lnTo>
                  <a:lnTo>
                    <a:pt x="202" y="61"/>
                  </a:lnTo>
                  <a:lnTo>
                    <a:pt x="205" y="61"/>
                  </a:lnTo>
                  <a:lnTo>
                    <a:pt x="209" y="61"/>
                  </a:lnTo>
                  <a:lnTo>
                    <a:pt x="213" y="64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1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57"/>
                  </a:lnTo>
                  <a:lnTo>
                    <a:pt x="267" y="57"/>
                  </a:lnTo>
                  <a:lnTo>
                    <a:pt x="270" y="54"/>
                  </a:lnTo>
                  <a:lnTo>
                    <a:pt x="274" y="50"/>
                  </a:lnTo>
                  <a:lnTo>
                    <a:pt x="277" y="50"/>
                  </a:lnTo>
                  <a:lnTo>
                    <a:pt x="281" y="46"/>
                  </a:lnTo>
                  <a:lnTo>
                    <a:pt x="285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5" y="36"/>
                  </a:lnTo>
                  <a:lnTo>
                    <a:pt x="299" y="36"/>
                  </a:lnTo>
                  <a:lnTo>
                    <a:pt x="303" y="32"/>
                  </a:lnTo>
                  <a:lnTo>
                    <a:pt x="306" y="28"/>
                  </a:lnTo>
                  <a:lnTo>
                    <a:pt x="310" y="28"/>
                  </a:lnTo>
                  <a:lnTo>
                    <a:pt x="313" y="25"/>
                  </a:lnTo>
                  <a:lnTo>
                    <a:pt x="317" y="21"/>
                  </a:lnTo>
                  <a:lnTo>
                    <a:pt x="321" y="18"/>
                  </a:lnTo>
                  <a:lnTo>
                    <a:pt x="324" y="18"/>
                  </a:lnTo>
                  <a:lnTo>
                    <a:pt x="328" y="14"/>
                  </a:lnTo>
                  <a:lnTo>
                    <a:pt x="331" y="14"/>
                  </a:lnTo>
                  <a:lnTo>
                    <a:pt x="335" y="10"/>
                  </a:lnTo>
                  <a:lnTo>
                    <a:pt x="339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49" y="3"/>
                  </a:lnTo>
                  <a:lnTo>
                    <a:pt x="353" y="3"/>
                  </a:lnTo>
                  <a:lnTo>
                    <a:pt x="357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7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10"/>
                  </a:lnTo>
                  <a:lnTo>
                    <a:pt x="407" y="10"/>
                  </a:lnTo>
                  <a:lnTo>
                    <a:pt x="411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1" y="21"/>
                  </a:lnTo>
                  <a:lnTo>
                    <a:pt x="425" y="21"/>
                  </a:lnTo>
                  <a:lnTo>
                    <a:pt x="429" y="25"/>
                  </a:lnTo>
                  <a:lnTo>
                    <a:pt x="432" y="28"/>
                  </a:lnTo>
                  <a:lnTo>
                    <a:pt x="436" y="28"/>
                  </a:lnTo>
                  <a:lnTo>
                    <a:pt x="439" y="32"/>
                  </a:lnTo>
                  <a:lnTo>
                    <a:pt x="443" y="36"/>
                  </a:lnTo>
                  <a:lnTo>
                    <a:pt x="447" y="39"/>
                  </a:lnTo>
                  <a:lnTo>
                    <a:pt x="450" y="39"/>
                  </a:lnTo>
                  <a:lnTo>
                    <a:pt x="454" y="43"/>
                  </a:lnTo>
                  <a:lnTo>
                    <a:pt x="457" y="43"/>
                  </a:lnTo>
                  <a:lnTo>
                    <a:pt x="461" y="46"/>
                  </a:lnTo>
                  <a:lnTo>
                    <a:pt x="465" y="50"/>
                  </a:lnTo>
                  <a:lnTo>
                    <a:pt x="468" y="50"/>
                  </a:lnTo>
                  <a:lnTo>
                    <a:pt x="472" y="54"/>
                  </a:lnTo>
                  <a:lnTo>
                    <a:pt x="475" y="54"/>
                  </a:lnTo>
                  <a:lnTo>
                    <a:pt x="479" y="57"/>
                  </a:lnTo>
                  <a:lnTo>
                    <a:pt x="483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1" y="61"/>
                  </a:lnTo>
                  <a:lnTo>
                    <a:pt x="504" y="64"/>
                  </a:lnTo>
                  <a:lnTo>
                    <a:pt x="508" y="64"/>
                  </a:lnTo>
                  <a:lnTo>
                    <a:pt x="511" y="64"/>
                  </a:lnTo>
                  <a:lnTo>
                    <a:pt x="515" y="61"/>
                  </a:lnTo>
                  <a:lnTo>
                    <a:pt x="519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57"/>
                  </a:lnTo>
                  <a:lnTo>
                    <a:pt x="537" y="57"/>
                  </a:lnTo>
                  <a:lnTo>
                    <a:pt x="540" y="57"/>
                  </a:lnTo>
                  <a:lnTo>
                    <a:pt x="544" y="54"/>
                  </a:lnTo>
                  <a:lnTo>
                    <a:pt x="547" y="54"/>
                  </a:lnTo>
                  <a:lnTo>
                    <a:pt x="551" y="50"/>
                  </a:lnTo>
                  <a:lnTo>
                    <a:pt x="555" y="50"/>
                  </a:lnTo>
                  <a:lnTo>
                    <a:pt x="558" y="46"/>
                  </a:lnTo>
                  <a:lnTo>
                    <a:pt x="562" y="43"/>
                  </a:lnTo>
                  <a:lnTo>
                    <a:pt x="565" y="43"/>
                  </a:lnTo>
                  <a:lnTo>
                    <a:pt x="569" y="39"/>
                  </a:lnTo>
                  <a:lnTo>
                    <a:pt x="573" y="39"/>
                  </a:lnTo>
                  <a:lnTo>
                    <a:pt x="576" y="36"/>
                  </a:lnTo>
                  <a:lnTo>
                    <a:pt x="580" y="32"/>
                  </a:lnTo>
                  <a:lnTo>
                    <a:pt x="583" y="28"/>
                  </a:lnTo>
                  <a:lnTo>
                    <a:pt x="587" y="28"/>
                  </a:lnTo>
                  <a:lnTo>
                    <a:pt x="591" y="25"/>
                  </a:lnTo>
                  <a:lnTo>
                    <a:pt x="594" y="25"/>
                  </a:lnTo>
                  <a:lnTo>
                    <a:pt x="598" y="21"/>
                  </a:lnTo>
                  <a:lnTo>
                    <a:pt x="601" y="18"/>
                  </a:lnTo>
                  <a:lnTo>
                    <a:pt x="605" y="18"/>
                  </a:lnTo>
                  <a:lnTo>
                    <a:pt x="609" y="14"/>
                  </a:lnTo>
                  <a:lnTo>
                    <a:pt x="612" y="14"/>
                  </a:lnTo>
                  <a:lnTo>
                    <a:pt x="616" y="10"/>
                  </a:lnTo>
                  <a:lnTo>
                    <a:pt x="619" y="10"/>
                  </a:lnTo>
                  <a:lnTo>
                    <a:pt x="623" y="10"/>
                  </a:lnTo>
                  <a:lnTo>
                    <a:pt x="627" y="7"/>
                  </a:lnTo>
                  <a:lnTo>
                    <a:pt x="630" y="7"/>
                  </a:lnTo>
                  <a:lnTo>
                    <a:pt x="634" y="7"/>
                  </a:lnTo>
                  <a:lnTo>
                    <a:pt x="637" y="7"/>
                  </a:lnTo>
                  <a:lnTo>
                    <a:pt x="641" y="3"/>
                  </a:lnTo>
                  <a:lnTo>
                    <a:pt x="645" y="3"/>
                  </a:lnTo>
                  <a:lnTo>
                    <a:pt x="648" y="3"/>
                  </a:lnTo>
                  <a:lnTo>
                    <a:pt x="652" y="3"/>
                  </a:lnTo>
                  <a:lnTo>
                    <a:pt x="655" y="3"/>
                  </a:lnTo>
                  <a:lnTo>
                    <a:pt x="659" y="7"/>
                  </a:lnTo>
                  <a:lnTo>
                    <a:pt x="663" y="7"/>
                  </a:lnTo>
                  <a:lnTo>
                    <a:pt x="666" y="7"/>
                  </a:lnTo>
                  <a:lnTo>
                    <a:pt x="670" y="7"/>
                  </a:lnTo>
                  <a:lnTo>
                    <a:pt x="673" y="7"/>
                  </a:lnTo>
                  <a:lnTo>
                    <a:pt x="677" y="10"/>
                  </a:lnTo>
                  <a:lnTo>
                    <a:pt x="681" y="10"/>
                  </a:lnTo>
                  <a:lnTo>
                    <a:pt x="684" y="14"/>
                  </a:lnTo>
                  <a:lnTo>
                    <a:pt x="688" y="14"/>
                  </a:lnTo>
                  <a:lnTo>
                    <a:pt x="691" y="18"/>
                  </a:lnTo>
                  <a:lnTo>
                    <a:pt x="695" y="18"/>
                  </a:lnTo>
                  <a:lnTo>
                    <a:pt x="699" y="21"/>
                  </a:lnTo>
                  <a:lnTo>
                    <a:pt x="702" y="21"/>
                  </a:lnTo>
                  <a:lnTo>
                    <a:pt x="706" y="25"/>
                  </a:lnTo>
                  <a:lnTo>
                    <a:pt x="709" y="28"/>
                  </a:lnTo>
                  <a:lnTo>
                    <a:pt x="713" y="28"/>
                  </a:lnTo>
                  <a:lnTo>
                    <a:pt x="717" y="32"/>
                  </a:lnTo>
                  <a:lnTo>
                    <a:pt x="720" y="32"/>
                  </a:lnTo>
                  <a:lnTo>
                    <a:pt x="720" y="3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6" name="Freeform 94"/>
            <p:cNvSpPr>
              <a:spLocks/>
            </p:cNvSpPr>
            <p:nvPr/>
          </p:nvSpPr>
          <p:spPr bwMode="auto">
            <a:xfrm>
              <a:off x="749" y="1048"/>
              <a:ext cx="1393" cy="2462"/>
            </a:xfrm>
            <a:custGeom>
              <a:avLst/>
              <a:gdLst/>
              <a:ahLst/>
              <a:cxnLst>
                <a:cxn ang="0">
                  <a:pos x="29" y="2063"/>
                </a:cxn>
                <a:cxn ang="0">
                  <a:pos x="72" y="2091"/>
                </a:cxn>
                <a:cxn ang="0">
                  <a:pos x="115" y="2063"/>
                </a:cxn>
                <a:cxn ang="0">
                  <a:pos x="140" y="2019"/>
                </a:cxn>
                <a:cxn ang="0">
                  <a:pos x="173" y="1976"/>
                </a:cxn>
                <a:cxn ang="0">
                  <a:pos x="212" y="1947"/>
                </a:cxn>
                <a:cxn ang="0">
                  <a:pos x="252" y="1980"/>
                </a:cxn>
                <a:cxn ang="0">
                  <a:pos x="277" y="2023"/>
                </a:cxn>
                <a:cxn ang="0">
                  <a:pos x="302" y="2066"/>
                </a:cxn>
                <a:cxn ang="0">
                  <a:pos x="338" y="2106"/>
                </a:cxn>
                <a:cxn ang="0">
                  <a:pos x="381" y="2088"/>
                </a:cxn>
                <a:cxn ang="0">
                  <a:pos x="407" y="2045"/>
                </a:cxn>
                <a:cxn ang="0">
                  <a:pos x="428" y="2001"/>
                </a:cxn>
                <a:cxn ang="0">
                  <a:pos x="453" y="1958"/>
                </a:cxn>
                <a:cxn ang="0">
                  <a:pos x="489" y="1926"/>
                </a:cxn>
                <a:cxn ang="0">
                  <a:pos x="525" y="1958"/>
                </a:cxn>
                <a:cxn ang="0">
                  <a:pos x="547" y="2001"/>
                </a:cxn>
                <a:cxn ang="0">
                  <a:pos x="565" y="2045"/>
                </a:cxn>
                <a:cxn ang="0">
                  <a:pos x="587" y="2088"/>
                </a:cxn>
                <a:cxn ang="0">
                  <a:pos x="612" y="2131"/>
                </a:cxn>
                <a:cxn ang="0">
                  <a:pos x="655" y="2124"/>
                </a:cxn>
                <a:cxn ang="0">
                  <a:pos x="677" y="2081"/>
                </a:cxn>
                <a:cxn ang="0">
                  <a:pos x="691" y="2037"/>
                </a:cxn>
                <a:cxn ang="0">
                  <a:pos x="709" y="1987"/>
                </a:cxn>
                <a:cxn ang="0">
                  <a:pos x="727" y="1940"/>
                </a:cxn>
                <a:cxn ang="0">
                  <a:pos x="749" y="1897"/>
                </a:cxn>
                <a:cxn ang="0">
                  <a:pos x="788" y="1893"/>
                </a:cxn>
                <a:cxn ang="0">
                  <a:pos x="810" y="1937"/>
                </a:cxn>
                <a:cxn ang="0">
                  <a:pos x="828" y="1991"/>
                </a:cxn>
                <a:cxn ang="0">
                  <a:pos x="842" y="2048"/>
                </a:cxn>
                <a:cxn ang="0">
                  <a:pos x="860" y="2109"/>
                </a:cxn>
                <a:cxn ang="0">
                  <a:pos x="878" y="2160"/>
                </a:cxn>
                <a:cxn ang="0">
                  <a:pos x="900" y="2203"/>
                </a:cxn>
                <a:cxn ang="0">
                  <a:pos x="932" y="2181"/>
                </a:cxn>
                <a:cxn ang="0">
                  <a:pos x="950" y="2131"/>
                </a:cxn>
                <a:cxn ang="0">
                  <a:pos x="968" y="2063"/>
                </a:cxn>
                <a:cxn ang="0">
                  <a:pos x="983" y="1983"/>
                </a:cxn>
                <a:cxn ang="0">
                  <a:pos x="1001" y="1901"/>
                </a:cxn>
                <a:cxn ang="0">
                  <a:pos x="1019" y="1832"/>
                </a:cxn>
                <a:cxn ang="0">
                  <a:pos x="1033" y="1782"/>
                </a:cxn>
                <a:cxn ang="0">
                  <a:pos x="1069" y="1782"/>
                </a:cxn>
                <a:cxn ang="0">
                  <a:pos x="1083" y="1839"/>
                </a:cxn>
                <a:cxn ang="0">
                  <a:pos x="1101" y="1929"/>
                </a:cxn>
                <a:cxn ang="0">
                  <a:pos x="1119" y="2045"/>
                </a:cxn>
                <a:cxn ang="0">
                  <a:pos x="1134" y="2171"/>
                </a:cxn>
                <a:cxn ang="0">
                  <a:pos x="1152" y="2293"/>
                </a:cxn>
                <a:cxn ang="0">
                  <a:pos x="1166" y="2394"/>
                </a:cxn>
                <a:cxn ang="0">
                  <a:pos x="1184" y="2455"/>
                </a:cxn>
                <a:cxn ang="0">
                  <a:pos x="1213" y="2426"/>
                </a:cxn>
                <a:cxn ang="0">
                  <a:pos x="1227" y="2315"/>
                </a:cxn>
                <a:cxn ang="0">
                  <a:pos x="1245" y="2138"/>
                </a:cxn>
                <a:cxn ang="0">
                  <a:pos x="1263" y="1897"/>
                </a:cxn>
                <a:cxn ang="0">
                  <a:pos x="1278" y="1602"/>
                </a:cxn>
                <a:cxn ang="0">
                  <a:pos x="1296" y="1281"/>
                </a:cxn>
                <a:cxn ang="0">
                  <a:pos x="1314" y="950"/>
                </a:cxn>
                <a:cxn ang="0">
                  <a:pos x="1328" y="637"/>
                </a:cxn>
                <a:cxn ang="0">
                  <a:pos x="1346" y="364"/>
                </a:cxn>
                <a:cxn ang="0">
                  <a:pos x="1364" y="158"/>
                </a:cxn>
                <a:cxn ang="0">
                  <a:pos x="1379" y="36"/>
                </a:cxn>
              </a:cxnLst>
              <a:rect l="0" t="0" r="r" b="b"/>
              <a:pathLst>
                <a:path w="1393" h="2462">
                  <a:moveTo>
                    <a:pt x="0" y="2023"/>
                  </a:moveTo>
                  <a:lnTo>
                    <a:pt x="3" y="2027"/>
                  </a:lnTo>
                  <a:lnTo>
                    <a:pt x="3" y="2030"/>
                  </a:lnTo>
                  <a:lnTo>
                    <a:pt x="7" y="2034"/>
                  </a:lnTo>
                  <a:lnTo>
                    <a:pt x="11" y="2037"/>
                  </a:lnTo>
                  <a:lnTo>
                    <a:pt x="11" y="2041"/>
                  </a:lnTo>
                  <a:lnTo>
                    <a:pt x="14" y="2045"/>
                  </a:lnTo>
                  <a:lnTo>
                    <a:pt x="18" y="2048"/>
                  </a:lnTo>
                  <a:lnTo>
                    <a:pt x="21" y="2052"/>
                  </a:lnTo>
                  <a:lnTo>
                    <a:pt x="21" y="2055"/>
                  </a:lnTo>
                  <a:lnTo>
                    <a:pt x="25" y="2059"/>
                  </a:lnTo>
                  <a:lnTo>
                    <a:pt x="29" y="2063"/>
                  </a:lnTo>
                  <a:lnTo>
                    <a:pt x="32" y="2066"/>
                  </a:lnTo>
                  <a:lnTo>
                    <a:pt x="36" y="2070"/>
                  </a:lnTo>
                  <a:lnTo>
                    <a:pt x="39" y="2073"/>
                  </a:lnTo>
                  <a:lnTo>
                    <a:pt x="43" y="2077"/>
                  </a:lnTo>
                  <a:lnTo>
                    <a:pt x="47" y="2081"/>
                  </a:lnTo>
                  <a:lnTo>
                    <a:pt x="50" y="2084"/>
                  </a:lnTo>
                  <a:lnTo>
                    <a:pt x="54" y="2088"/>
                  </a:lnTo>
                  <a:lnTo>
                    <a:pt x="57" y="2088"/>
                  </a:lnTo>
                  <a:lnTo>
                    <a:pt x="61" y="2091"/>
                  </a:lnTo>
                  <a:lnTo>
                    <a:pt x="65" y="2091"/>
                  </a:lnTo>
                  <a:lnTo>
                    <a:pt x="68" y="2091"/>
                  </a:lnTo>
                  <a:lnTo>
                    <a:pt x="72" y="2091"/>
                  </a:lnTo>
                  <a:lnTo>
                    <a:pt x="75" y="2091"/>
                  </a:lnTo>
                  <a:lnTo>
                    <a:pt x="79" y="2091"/>
                  </a:lnTo>
                  <a:lnTo>
                    <a:pt x="83" y="2088"/>
                  </a:lnTo>
                  <a:lnTo>
                    <a:pt x="86" y="2088"/>
                  </a:lnTo>
                  <a:lnTo>
                    <a:pt x="90" y="2084"/>
                  </a:lnTo>
                  <a:lnTo>
                    <a:pt x="93" y="2081"/>
                  </a:lnTo>
                  <a:lnTo>
                    <a:pt x="97" y="2077"/>
                  </a:lnTo>
                  <a:lnTo>
                    <a:pt x="101" y="2077"/>
                  </a:lnTo>
                  <a:lnTo>
                    <a:pt x="104" y="2073"/>
                  </a:lnTo>
                  <a:lnTo>
                    <a:pt x="108" y="2070"/>
                  </a:lnTo>
                  <a:lnTo>
                    <a:pt x="111" y="2066"/>
                  </a:lnTo>
                  <a:lnTo>
                    <a:pt x="115" y="2063"/>
                  </a:lnTo>
                  <a:lnTo>
                    <a:pt x="119" y="2059"/>
                  </a:lnTo>
                  <a:lnTo>
                    <a:pt x="119" y="2055"/>
                  </a:lnTo>
                  <a:lnTo>
                    <a:pt x="122" y="2052"/>
                  </a:lnTo>
                  <a:lnTo>
                    <a:pt x="122" y="2048"/>
                  </a:lnTo>
                  <a:lnTo>
                    <a:pt x="126" y="2045"/>
                  </a:lnTo>
                  <a:lnTo>
                    <a:pt x="129" y="2041"/>
                  </a:lnTo>
                  <a:lnTo>
                    <a:pt x="129" y="2037"/>
                  </a:lnTo>
                  <a:lnTo>
                    <a:pt x="133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0" y="2019"/>
                  </a:lnTo>
                  <a:lnTo>
                    <a:pt x="144" y="2016"/>
                  </a:lnTo>
                  <a:lnTo>
                    <a:pt x="147" y="2012"/>
                  </a:lnTo>
                  <a:lnTo>
                    <a:pt x="147" y="2009"/>
                  </a:lnTo>
                  <a:lnTo>
                    <a:pt x="151" y="2005"/>
                  </a:lnTo>
                  <a:lnTo>
                    <a:pt x="155" y="2001"/>
                  </a:lnTo>
                  <a:lnTo>
                    <a:pt x="155" y="1998"/>
                  </a:lnTo>
                  <a:lnTo>
                    <a:pt x="158" y="1994"/>
                  </a:lnTo>
                  <a:lnTo>
                    <a:pt x="162" y="1991"/>
                  </a:lnTo>
                  <a:lnTo>
                    <a:pt x="162" y="1987"/>
                  </a:lnTo>
                  <a:lnTo>
                    <a:pt x="165" y="1983"/>
                  </a:lnTo>
                  <a:lnTo>
                    <a:pt x="169" y="1980"/>
                  </a:lnTo>
                  <a:lnTo>
                    <a:pt x="173" y="1976"/>
                  </a:lnTo>
                  <a:lnTo>
                    <a:pt x="173" y="1973"/>
                  </a:lnTo>
                  <a:lnTo>
                    <a:pt x="176" y="1969"/>
                  </a:lnTo>
                  <a:lnTo>
                    <a:pt x="180" y="1965"/>
                  </a:lnTo>
                  <a:lnTo>
                    <a:pt x="183" y="1962"/>
                  </a:lnTo>
                  <a:lnTo>
                    <a:pt x="187" y="1958"/>
                  </a:lnTo>
                  <a:lnTo>
                    <a:pt x="191" y="1955"/>
                  </a:lnTo>
                  <a:lnTo>
                    <a:pt x="194" y="1951"/>
                  </a:lnTo>
                  <a:lnTo>
                    <a:pt x="198" y="1951"/>
                  </a:lnTo>
                  <a:lnTo>
                    <a:pt x="201" y="1951"/>
                  </a:lnTo>
                  <a:lnTo>
                    <a:pt x="205" y="1947"/>
                  </a:lnTo>
                  <a:lnTo>
                    <a:pt x="209" y="1947"/>
                  </a:lnTo>
                  <a:lnTo>
                    <a:pt x="212" y="1947"/>
                  </a:lnTo>
                  <a:lnTo>
                    <a:pt x="216" y="1947"/>
                  </a:lnTo>
                  <a:lnTo>
                    <a:pt x="219" y="1951"/>
                  </a:lnTo>
                  <a:lnTo>
                    <a:pt x="223" y="1951"/>
                  </a:lnTo>
                  <a:lnTo>
                    <a:pt x="227" y="1955"/>
                  </a:lnTo>
                  <a:lnTo>
                    <a:pt x="230" y="1955"/>
                  </a:lnTo>
                  <a:lnTo>
                    <a:pt x="234" y="1958"/>
                  </a:lnTo>
                  <a:lnTo>
                    <a:pt x="237" y="1962"/>
                  </a:lnTo>
                  <a:lnTo>
                    <a:pt x="241" y="1965"/>
                  </a:lnTo>
                  <a:lnTo>
                    <a:pt x="245" y="1969"/>
                  </a:lnTo>
                  <a:lnTo>
                    <a:pt x="248" y="1973"/>
                  </a:lnTo>
                  <a:lnTo>
                    <a:pt x="252" y="1976"/>
                  </a:lnTo>
                  <a:lnTo>
                    <a:pt x="252" y="1980"/>
                  </a:lnTo>
                  <a:lnTo>
                    <a:pt x="255" y="1983"/>
                  </a:lnTo>
                  <a:lnTo>
                    <a:pt x="259" y="1987"/>
                  </a:lnTo>
                  <a:lnTo>
                    <a:pt x="259" y="1991"/>
                  </a:lnTo>
                  <a:lnTo>
                    <a:pt x="263" y="1994"/>
                  </a:lnTo>
                  <a:lnTo>
                    <a:pt x="266" y="1998"/>
                  </a:lnTo>
                  <a:lnTo>
                    <a:pt x="266" y="2001"/>
                  </a:lnTo>
                  <a:lnTo>
                    <a:pt x="270" y="2005"/>
                  </a:lnTo>
                  <a:lnTo>
                    <a:pt x="270" y="2009"/>
                  </a:lnTo>
                  <a:lnTo>
                    <a:pt x="273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4" y="2034"/>
                  </a:lnTo>
                  <a:lnTo>
                    <a:pt x="288" y="2037"/>
                  </a:lnTo>
                  <a:lnTo>
                    <a:pt x="288" y="2041"/>
                  </a:lnTo>
                  <a:lnTo>
                    <a:pt x="291" y="2045"/>
                  </a:lnTo>
                  <a:lnTo>
                    <a:pt x="291" y="2048"/>
                  </a:lnTo>
                  <a:lnTo>
                    <a:pt x="295" y="2052"/>
                  </a:lnTo>
                  <a:lnTo>
                    <a:pt x="295" y="2055"/>
                  </a:lnTo>
                  <a:lnTo>
                    <a:pt x="299" y="2059"/>
                  </a:lnTo>
                  <a:lnTo>
                    <a:pt x="302" y="2063"/>
                  </a:lnTo>
                  <a:lnTo>
                    <a:pt x="302" y="2066"/>
                  </a:lnTo>
                  <a:lnTo>
                    <a:pt x="306" y="2070"/>
                  </a:lnTo>
                  <a:lnTo>
                    <a:pt x="309" y="2073"/>
                  </a:lnTo>
                  <a:lnTo>
                    <a:pt x="309" y="2077"/>
                  </a:lnTo>
                  <a:lnTo>
                    <a:pt x="313" y="2081"/>
                  </a:lnTo>
                  <a:lnTo>
                    <a:pt x="317" y="2084"/>
                  </a:lnTo>
                  <a:lnTo>
                    <a:pt x="317" y="2088"/>
                  </a:lnTo>
                  <a:lnTo>
                    <a:pt x="320" y="2091"/>
                  </a:lnTo>
                  <a:lnTo>
                    <a:pt x="324" y="2095"/>
                  </a:lnTo>
                  <a:lnTo>
                    <a:pt x="327" y="2099"/>
                  </a:lnTo>
                  <a:lnTo>
                    <a:pt x="331" y="2102"/>
                  </a:lnTo>
                  <a:lnTo>
                    <a:pt x="335" y="2106"/>
                  </a:lnTo>
                  <a:lnTo>
                    <a:pt x="338" y="2106"/>
                  </a:lnTo>
                  <a:lnTo>
                    <a:pt x="342" y="2109"/>
                  </a:lnTo>
                  <a:lnTo>
                    <a:pt x="345" y="2109"/>
                  </a:lnTo>
                  <a:lnTo>
                    <a:pt x="349" y="2109"/>
                  </a:lnTo>
                  <a:lnTo>
                    <a:pt x="353" y="2109"/>
                  </a:lnTo>
                  <a:lnTo>
                    <a:pt x="356" y="2109"/>
                  </a:lnTo>
                  <a:lnTo>
                    <a:pt x="360" y="2106"/>
                  </a:lnTo>
                  <a:lnTo>
                    <a:pt x="363" y="2106"/>
                  </a:lnTo>
                  <a:lnTo>
                    <a:pt x="367" y="2102"/>
                  </a:lnTo>
                  <a:lnTo>
                    <a:pt x="371" y="2099"/>
                  </a:lnTo>
                  <a:lnTo>
                    <a:pt x="374" y="2095"/>
                  </a:lnTo>
                  <a:lnTo>
                    <a:pt x="378" y="2091"/>
                  </a:lnTo>
                  <a:lnTo>
                    <a:pt x="381" y="2088"/>
                  </a:lnTo>
                  <a:lnTo>
                    <a:pt x="385" y="2084"/>
                  </a:lnTo>
                  <a:lnTo>
                    <a:pt x="389" y="2081"/>
                  </a:lnTo>
                  <a:lnTo>
                    <a:pt x="389" y="2077"/>
                  </a:lnTo>
                  <a:lnTo>
                    <a:pt x="392" y="2073"/>
                  </a:lnTo>
                  <a:lnTo>
                    <a:pt x="396" y="2070"/>
                  </a:lnTo>
                  <a:lnTo>
                    <a:pt x="396" y="2066"/>
                  </a:lnTo>
                  <a:lnTo>
                    <a:pt x="399" y="2063"/>
                  </a:lnTo>
                  <a:lnTo>
                    <a:pt x="399" y="2059"/>
                  </a:lnTo>
                  <a:lnTo>
                    <a:pt x="403" y="2055"/>
                  </a:lnTo>
                  <a:lnTo>
                    <a:pt x="403" y="2052"/>
                  </a:lnTo>
                  <a:lnTo>
                    <a:pt x="407" y="2048"/>
                  </a:lnTo>
                  <a:lnTo>
                    <a:pt x="407" y="2045"/>
                  </a:lnTo>
                  <a:lnTo>
                    <a:pt x="410" y="2041"/>
                  </a:lnTo>
                  <a:lnTo>
                    <a:pt x="410" y="2037"/>
                  </a:lnTo>
                  <a:lnTo>
                    <a:pt x="414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17" y="2023"/>
                  </a:lnTo>
                  <a:lnTo>
                    <a:pt x="421" y="2019"/>
                  </a:lnTo>
                  <a:lnTo>
                    <a:pt x="421" y="2016"/>
                  </a:lnTo>
                  <a:lnTo>
                    <a:pt x="425" y="2012"/>
                  </a:lnTo>
                  <a:lnTo>
                    <a:pt x="425" y="2009"/>
                  </a:lnTo>
                  <a:lnTo>
                    <a:pt x="428" y="2005"/>
                  </a:lnTo>
                  <a:lnTo>
                    <a:pt x="428" y="2001"/>
                  </a:lnTo>
                  <a:lnTo>
                    <a:pt x="432" y="1998"/>
                  </a:lnTo>
                  <a:lnTo>
                    <a:pt x="432" y="1994"/>
                  </a:lnTo>
                  <a:lnTo>
                    <a:pt x="435" y="1991"/>
                  </a:lnTo>
                  <a:lnTo>
                    <a:pt x="435" y="1987"/>
                  </a:lnTo>
                  <a:lnTo>
                    <a:pt x="439" y="1983"/>
                  </a:lnTo>
                  <a:lnTo>
                    <a:pt x="439" y="1980"/>
                  </a:lnTo>
                  <a:lnTo>
                    <a:pt x="443" y="1976"/>
                  </a:lnTo>
                  <a:lnTo>
                    <a:pt x="443" y="1973"/>
                  </a:lnTo>
                  <a:lnTo>
                    <a:pt x="446" y="1969"/>
                  </a:lnTo>
                  <a:lnTo>
                    <a:pt x="446" y="1965"/>
                  </a:lnTo>
                  <a:lnTo>
                    <a:pt x="450" y="1962"/>
                  </a:lnTo>
                  <a:lnTo>
                    <a:pt x="453" y="1958"/>
                  </a:lnTo>
                  <a:lnTo>
                    <a:pt x="453" y="1955"/>
                  </a:lnTo>
                  <a:lnTo>
                    <a:pt x="457" y="1951"/>
                  </a:lnTo>
                  <a:lnTo>
                    <a:pt x="461" y="1947"/>
                  </a:lnTo>
                  <a:lnTo>
                    <a:pt x="464" y="1944"/>
                  </a:lnTo>
                  <a:lnTo>
                    <a:pt x="464" y="1940"/>
                  </a:lnTo>
                  <a:lnTo>
                    <a:pt x="468" y="1937"/>
                  </a:lnTo>
                  <a:lnTo>
                    <a:pt x="471" y="1933"/>
                  </a:lnTo>
                  <a:lnTo>
                    <a:pt x="475" y="1929"/>
                  </a:lnTo>
                  <a:lnTo>
                    <a:pt x="479" y="1926"/>
                  </a:lnTo>
                  <a:lnTo>
                    <a:pt x="482" y="1926"/>
                  </a:lnTo>
                  <a:lnTo>
                    <a:pt x="486" y="1926"/>
                  </a:lnTo>
                  <a:lnTo>
                    <a:pt x="489" y="1926"/>
                  </a:lnTo>
                  <a:lnTo>
                    <a:pt x="493" y="1926"/>
                  </a:lnTo>
                  <a:lnTo>
                    <a:pt x="497" y="1926"/>
                  </a:lnTo>
                  <a:lnTo>
                    <a:pt x="500" y="1929"/>
                  </a:lnTo>
                  <a:lnTo>
                    <a:pt x="504" y="1929"/>
                  </a:lnTo>
                  <a:lnTo>
                    <a:pt x="507" y="1933"/>
                  </a:lnTo>
                  <a:lnTo>
                    <a:pt x="511" y="1937"/>
                  </a:lnTo>
                  <a:lnTo>
                    <a:pt x="515" y="1940"/>
                  </a:lnTo>
                  <a:lnTo>
                    <a:pt x="518" y="1944"/>
                  </a:lnTo>
                  <a:lnTo>
                    <a:pt x="522" y="1947"/>
                  </a:lnTo>
                  <a:lnTo>
                    <a:pt x="522" y="1951"/>
                  </a:lnTo>
                  <a:lnTo>
                    <a:pt x="525" y="1955"/>
                  </a:lnTo>
                  <a:lnTo>
                    <a:pt x="525" y="1958"/>
                  </a:lnTo>
                  <a:lnTo>
                    <a:pt x="529" y="1962"/>
                  </a:lnTo>
                  <a:lnTo>
                    <a:pt x="533" y="1965"/>
                  </a:lnTo>
                  <a:lnTo>
                    <a:pt x="533" y="1969"/>
                  </a:lnTo>
                  <a:lnTo>
                    <a:pt x="536" y="1973"/>
                  </a:lnTo>
                  <a:lnTo>
                    <a:pt x="536" y="1976"/>
                  </a:lnTo>
                  <a:lnTo>
                    <a:pt x="536" y="1980"/>
                  </a:lnTo>
                  <a:lnTo>
                    <a:pt x="540" y="1983"/>
                  </a:lnTo>
                  <a:lnTo>
                    <a:pt x="543" y="1987"/>
                  </a:lnTo>
                  <a:lnTo>
                    <a:pt x="543" y="1991"/>
                  </a:lnTo>
                  <a:lnTo>
                    <a:pt x="543" y="1994"/>
                  </a:lnTo>
                  <a:lnTo>
                    <a:pt x="547" y="1998"/>
                  </a:lnTo>
                  <a:lnTo>
                    <a:pt x="547" y="2001"/>
                  </a:lnTo>
                  <a:lnTo>
                    <a:pt x="551" y="2005"/>
                  </a:lnTo>
                  <a:lnTo>
                    <a:pt x="551" y="2009"/>
                  </a:lnTo>
                  <a:lnTo>
                    <a:pt x="554" y="2012"/>
                  </a:lnTo>
                  <a:lnTo>
                    <a:pt x="554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27"/>
                  </a:lnTo>
                  <a:lnTo>
                    <a:pt x="561" y="2030"/>
                  </a:lnTo>
                  <a:lnTo>
                    <a:pt x="561" y="2034"/>
                  </a:lnTo>
                  <a:lnTo>
                    <a:pt x="561" y="2037"/>
                  </a:lnTo>
                  <a:lnTo>
                    <a:pt x="565" y="2041"/>
                  </a:lnTo>
                  <a:lnTo>
                    <a:pt x="565" y="2045"/>
                  </a:lnTo>
                  <a:lnTo>
                    <a:pt x="569" y="2048"/>
                  </a:lnTo>
                  <a:lnTo>
                    <a:pt x="569" y="2052"/>
                  </a:lnTo>
                  <a:lnTo>
                    <a:pt x="569" y="2055"/>
                  </a:lnTo>
                  <a:lnTo>
                    <a:pt x="572" y="2059"/>
                  </a:lnTo>
                  <a:lnTo>
                    <a:pt x="576" y="2063"/>
                  </a:lnTo>
                  <a:lnTo>
                    <a:pt x="576" y="2066"/>
                  </a:lnTo>
                  <a:lnTo>
                    <a:pt x="576" y="2070"/>
                  </a:lnTo>
                  <a:lnTo>
                    <a:pt x="579" y="2073"/>
                  </a:lnTo>
                  <a:lnTo>
                    <a:pt x="579" y="2077"/>
                  </a:lnTo>
                  <a:lnTo>
                    <a:pt x="579" y="2081"/>
                  </a:lnTo>
                  <a:lnTo>
                    <a:pt x="583" y="2084"/>
                  </a:lnTo>
                  <a:lnTo>
                    <a:pt x="587" y="2088"/>
                  </a:lnTo>
                  <a:lnTo>
                    <a:pt x="587" y="2091"/>
                  </a:lnTo>
                  <a:lnTo>
                    <a:pt x="587" y="2095"/>
                  </a:lnTo>
                  <a:lnTo>
                    <a:pt x="590" y="2099"/>
                  </a:lnTo>
                  <a:lnTo>
                    <a:pt x="594" y="2102"/>
                  </a:lnTo>
                  <a:lnTo>
                    <a:pt x="594" y="2106"/>
                  </a:lnTo>
                  <a:lnTo>
                    <a:pt x="597" y="2109"/>
                  </a:lnTo>
                  <a:lnTo>
                    <a:pt x="597" y="2113"/>
                  </a:lnTo>
                  <a:lnTo>
                    <a:pt x="601" y="2117"/>
                  </a:lnTo>
                  <a:lnTo>
                    <a:pt x="605" y="2120"/>
                  </a:lnTo>
                  <a:lnTo>
                    <a:pt x="605" y="2124"/>
                  </a:lnTo>
                  <a:lnTo>
                    <a:pt x="608" y="2127"/>
                  </a:lnTo>
                  <a:lnTo>
                    <a:pt x="612" y="2131"/>
                  </a:lnTo>
                  <a:lnTo>
                    <a:pt x="615" y="2135"/>
                  </a:lnTo>
                  <a:lnTo>
                    <a:pt x="619" y="2138"/>
                  </a:lnTo>
                  <a:lnTo>
                    <a:pt x="623" y="2142"/>
                  </a:lnTo>
                  <a:lnTo>
                    <a:pt x="626" y="2142"/>
                  </a:lnTo>
                  <a:lnTo>
                    <a:pt x="630" y="2142"/>
                  </a:lnTo>
                  <a:lnTo>
                    <a:pt x="633" y="2142"/>
                  </a:lnTo>
                  <a:lnTo>
                    <a:pt x="637" y="2138"/>
                  </a:lnTo>
                  <a:lnTo>
                    <a:pt x="641" y="2135"/>
                  </a:lnTo>
                  <a:lnTo>
                    <a:pt x="644" y="2135"/>
                  </a:lnTo>
                  <a:lnTo>
                    <a:pt x="648" y="2131"/>
                  </a:lnTo>
                  <a:lnTo>
                    <a:pt x="651" y="2127"/>
                  </a:lnTo>
                  <a:lnTo>
                    <a:pt x="655" y="2124"/>
                  </a:lnTo>
                  <a:lnTo>
                    <a:pt x="655" y="2120"/>
                  </a:lnTo>
                  <a:lnTo>
                    <a:pt x="659" y="2117"/>
                  </a:lnTo>
                  <a:lnTo>
                    <a:pt x="662" y="2113"/>
                  </a:lnTo>
                  <a:lnTo>
                    <a:pt x="662" y="2109"/>
                  </a:lnTo>
                  <a:lnTo>
                    <a:pt x="666" y="2106"/>
                  </a:lnTo>
                  <a:lnTo>
                    <a:pt x="666" y="2102"/>
                  </a:lnTo>
                  <a:lnTo>
                    <a:pt x="666" y="2099"/>
                  </a:lnTo>
                  <a:lnTo>
                    <a:pt x="669" y="2095"/>
                  </a:lnTo>
                  <a:lnTo>
                    <a:pt x="673" y="2091"/>
                  </a:lnTo>
                  <a:lnTo>
                    <a:pt x="673" y="2088"/>
                  </a:lnTo>
                  <a:lnTo>
                    <a:pt x="673" y="2084"/>
                  </a:lnTo>
                  <a:lnTo>
                    <a:pt x="677" y="2081"/>
                  </a:lnTo>
                  <a:lnTo>
                    <a:pt x="677" y="2077"/>
                  </a:lnTo>
                  <a:lnTo>
                    <a:pt x="680" y="2073"/>
                  </a:lnTo>
                  <a:lnTo>
                    <a:pt x="680" y="2070"/>
                  </a:lnTo>
                  <a:lnTo>
                    <a:pt x="680" y="2066"/>
                  </a:lnTo>
                  <a:lnTo>
                    <a:pt x="684" y="2063"/>
                  </a:lnTo>
                  <a:lnTo>
                    <a:pt x="684" y="2059"/>
                  </a:lnTo>
                  <a:lnTo>
                    <a:pt x="684" y="2055"/>
                  </a:lnTo>
                  <a:lnTo>
                    <a:pt x="687" y="2052"/>
                  </a:lnTo>
                  <a:lnTo>
                    <a:pt x="687" y="2048"/>
                  </a:lnTo>
                  <a:lnTo>
                    <a:pt x="691" y="2045"/>
                  </a:lnTo>
                  <a:lnTo>
                    <a:pt x="691" y="2041"/>
                  </a:lnTo>
                  <a:lnTo>
                    <a:pt x="691" y="2037"/>
                  </a:lnTo>
                  <a:lnTo>
                    <a:pt x="695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698" y="2016"/>
                  </a:lnTo>
                  <a:lnTo>
                    <a:pt x="702" y="2012"/>
                  </a:lnTo>
                  <a:lnTo>
                    <a:pt x="702" y="2009"/>
                  </a:lnTo>
                  <a:lnTo>
                    <a:pt x="705" y="2005"/>
                  </a:lnTo>
                  <a:lnTo>
                    <a:pt x="705" y="1998"/>
                  </a:lnTo>
                  <a:lnTo>
                    <a:pt x="705" y="1994"/>
                  </a:lnTo>
                  <a:lnTo>
                    <a:pt x="709" y="1991"/>
                  </a:lnTo>
                  <a:lnTo>
                    <a:pt x="709" y="1987"/>
                  </a:lnTo>
                  <a:lnTo>
                    <a:pt x="709" y="1983"/>
                  </a:lnTo>
                  <a:lnTo>
                    <a:pt x="713" y="1980"/>
                  </a:lnTo>
                  <a:lnTo>
                    <a:pt x="713" y="1976"/>
                  </a:lnTo>
                  <a:lnTo>
                    <a:pt x="716" y="1973"/>
                  </a:lnTo>
                  <a:lnTo>
                    <a:pt x="716" y="1969"/>
                  </a:lnTo>
                  <a:lnTo>
                    <a:pt x="716" y="1965"/>
                  </a:lnTo>
                  <a:lnTo>
                    <a:pt x="720" y="1958"/>
                  </a:lnTo>
                  <a:lnTo>
                    <a:pt x="720" y="1955"/>
                  </a:lnTo>
                  <a:lnTo>
                    <a:pt x="723" y="1951"/>
                  </a:lnTo>
                  <a:lnTo>
                    <a:pt x="723" y="1947"/>
                  </a:lnTo>
                  <a:lnTo>
                    <a:pt x="723" y="1944"/>
                  </a:lnTo>
                  <a:lnTo>
                    <a:pt x="727" y="1940"/>
                  </a:lnTo>
                  <a:lnTo>
                    <a:pt x="727" y="1937"/>
                  </a:lnTo>
                  <a:lnTo>
                    <a:pt x="731" y="1933"/>
                  </a:lnTo>
                  <a:lnTo>
                    <a:pt x="731" y="1929"/>
                  </a:lnTo>
                  <a:lnTo>
                    <a:pt x="734" y="1926"/>
                  </a:lnTo>
                  <a:lnTo>
                    <a:pt x="734" y="1922"/>
                  </a:lnTo>
                  <a:lnTo>
                    <a:pt x="734" y="1919"/>
                  </a:lnTo>
                  <a:lnTo>
                    <a:pt x="738" y="1915"/>
                  </a:lnTo>
                  <a:lnTo>
                    <a:pt x="741" y="1911"/>
                  </a:lnTo>
                  <a:lnTo>
                    <a:pt x="741" y="1908"/>
                  </a:lnTo>
                  <a:lnTo>
                    <a:pt x="745" y="1904"/>
                  </a:lnTo>
                  <a:lnTo>
                    <a:pt x="745" y="1901"/>
                  </a:lnTo>
                  <a:lnTo>
                    <a:pt x="749" y="1897"/>
                  </a:lnTo>
                  <a:lnTo>
                    <a:pt x="752" y="1893"/>
                  </a:lnTo>
                  <a:lnTo>
                    <a:pt x="752" y="1890"/>
                  </a:lnTo>
                  <a:lnTo>
                    <a:pt x="756" y="1886"/>
                  </a:lnTo>
                  <a:lnTo>
                    <a:pt x="759" y="1883"/>
                  </a:lnTo>
                  <a:lnTo>
                    <a:pt x="763" y="1883"/>
                  </a:lnTo>
                  <a:lnTo>
                    <a:pt x="767" y="1879"/>
                  </a:lnTo>
                  <a:lnTo>
                    <a:pt x="770" y="1879"/>
                  </a:lnTo>
                  <a:lnTo>
                    <a:pt x="774" y="1883"/>
                  </a:lnTo>
                  <a:lnTo>
                    <a:pt x="777" y="1883"/>
                  </a:lnTo>
                  <a:lnTo>
                    <a:pt x="781" y="1886"/>
                  </a:lnTo>
                  <a:lnTo>
                    <a:pt x="785" y="1890"/>
                  </a:lnTo>
                  <a:lnTo>
                    <a:pt x="788" y="1893"/>
                  </a:lnTo>
                  <a:lnTo>
                    <a:pt x="792" y="1897"/>
                  </a:lnTo>
                  <a:lnTo>
                    <a:pt x="792" y="1901"/>
                  </a:lnTo>
                  <a:lnTo>
                    <a:pt x="795" y="1904"/>
                  </a:lnTo>
                  <a:lnTo>
                    <a:pt x="795" y="1908"/>
                  </a:lnTo>
                  <a:lnTo>
                    <a:pt x="799" y="1911"/>
                  </a:lnTo>
                  <a:lnTo>
                    <a:pt x="803" y="1915"/>
                  </a:lnTo>
                  <a:lnTo>
                    <a:pt x="803" y="1919"/>
                  </a:lnTo>
                  <a:lnTo>
                    <a:pt x="803" y="1922"/>
                  </a:lnTo>
                  <a:lnTo>
                    <a:pt x="806" y="1926"/>
                  </a:lnTo>
                  <a:lnTo>
                    <a:pt x="806" y="1929"/>
                  </a:lnTo>
                  <a:lnTo>
                    <a:pt x="810" y="1933"/>
                  </a:lnTo>
                  <a:lnTo>
                    <a:pt x="810" y="1937"/>
                  </a:lnTo>
                  <a:lnTo>
                    <a:pt x="810" y="1940"/>
                  </a:lnTo>
                  <a:lnTo>
                    <a:pt x="813" y="1944"/>
                  </a:lnTo>
                  <a:lnTo>
                    <a:pt x="813" y="1951"/>
                  </a:lnTo>
                  <a:lnTo>
                    <a:pt x="817" y="1955"/>
                  </a:lnTo>
                  <a:lnTo>
                    <a:pt x="817" y="1958"/>
                  </a:lnTo>
                  <a:lnTo>
                    <a:pt x="817" y="1962"/>
                  </a:lnTo>
                  <a:lnTo>
                    <a:pt x="821" y="1965"/>
                  </a:lnTo>
                  <a:lnTo>
                    <a:pt x="821" y="1973"/>
                  </a:lnTo>
                  <a:lnTo>
                    <a:pt x="821" y="1976"/>
                  </a:lnTo>
                  <a:lnTo>
                    <a:pt x="824" y="1980"/>
                  </a:lnTo>
                  <a:lnTo>
                    <a:pt x="824" y="1983"/>
                  </a:lnTo>
                  <a:lnTo>
                    <a:pt x="828" y="1991"/>
                  </a:lnTo>
                  <a:lnTo>
                    <a:pt x="828" y="1994"/>
                  </a:lnTo>
                  <a:lnTo>
                    <a:pt x="828" y="1998"/>
                  </a:lnTo>
                  <a:lnTo>
                    <a:pt x="831" y="2005"/>
                  </a:lnTo>
                  <a:lnTo>
                    <a:pt x="831" y="2009"/>
                  </a:lnTo>
                  <a:lnTo>
                    <a:pt x="835" y="2012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30"/>
                  </a:lnTo>
                  <a:lnTo>
                    <a:pt x="839" y="2034"/>
                  </a:lnTo>
                  <a:lnTo>
                    <a:pt x="839" y="2037"/>
                  </a:lnTo>
                  <a:lnTo>
                    <a:pt x="842" y="2045"/>
                  </a:lnTo>
                  <a:lnTo>
                    <a:pt x="842" y="2048"/>
                  </a:lnTo>
                  <a:lnTo>
                    <a:pt x="846" y="2055"/>
                  </a:lnTo>
                  <a:lnTo>
                    <a:pt x="846" y="2059"/>
                  </a:lnTo>
                  <a:lnTo>
                    <a:pt x="846" y="2066"/>
                  </a:lnTo>
                  <a:lnTo>
                    <a:pt x="849" y="2070"/>
                  </a:lnTo>
                  <a:lnTo>
                    <a:pt x="849" y="2073"/>
                  </a:lnTo>
                  <a:lnTo>
                    <a:pt x="853" y="2081"/>
                  </a:lnTo>
                  <a:lnTo>
                    <a:pt x="853" y="2084"/>
                  </a:lnTo>
                  <a:lnTo>
                    <a:pt x="853" y="2091"/>
                  </a:lnTo>
                  <a:lnTo>
                    <a:pt x="857" y="2095"/>
                  </a:lnTo>
                  <a:lnTo>
                    <a:pt x="857" y="2099"/>
                  </a:lnTo>
                  <a:lnTo>
                    <a:pt x="860" y="2106"/>
                  </a:lnTo>
                  <a:lnTo>
                    <a:pt x="860" y="2109"/>
                  </a:lnTo>
                  <a:lnTo>
                    <a:pt x="860" y="2113"/>
                  </a:lnTo>
                  <a:lnTo>
                    <a:pt x="864" y="2120"/>
                  </a:lnTo>
                  <a:lnTo>
                    <a:pt x="864" y="2124"/>
                  </a:lnTo>
                  <a:lnTo>
                    <a:pt x="864" y="2127"/>
                  </a:lnTo>
                  <a:lnTo>
                    <a:pt x="867" y="2131"/>
                  </a:lnTo>
                  <a:lnTo>
                    <a:pt x="867" y="2138"/>
                  </a:lnTo>
                  <a:lnTo>
                    <a:pt x="871" y="2142"/>
                  </a:lnTo>
                  <a:lnTo>
                    <a:pt x="871" y="2145"/>
                  </a:lnTo>
                  <a:lnTo>
                    <a:pt x="871" y="2149"/>
                  </a:lnTo>
                  <a:lnTo>
                    <a:pt x="875" y="2153"/>
                  </a:lnTo>
                  <a:lnTo>
                    <a:pt x="875" y="2156"/>
                  </a:lnTo>
                  <a:lnTo>
                    <a:pt x="878" y="2160"/>
                  </a:lnTo>
                  <a:lnTo>
                    <a:pt x="878" y="2163"/>
                  </a:lnTo>
                  <a:lnTo>
                    <a:pt x="878" y="2167"/>
                  </a:lnTo>
                  <a:lnTo>
                    <a:pt x="882" y="2171"/>
                  </a:lnTo>
                  <a:lnTo>
                    <a:pt x="882" y="2174"/>
                  </a:lnTo>
                  <a:lnTo>
                    <a:pt x="882" y="2178"/>
                  </a:lnTo>
                  <a:lnTo>
                    <a:pt x="885" y="2181"/>
                  </a:lnTo>
                  <a:lnTo>
                    <a:pt x="889" y="2185"/>
                  </a:lnTo>
                  <a:lnTo>
                    <a:pt x="889" y="2189"/>
                  </a:lnTo>
                  <a:lnTo>
                    <a:pt x="893" y="2192"/>
                  </a:lnTo>
                  <a:lnTo>
                    <a:pt x="893" y="2196"/>
                  </a:lnTo>
                  <a:lnTo>
                    <a:pt x="896" y="2199"/>
                  </a:lnTo>
                  <a:lnTo>
                    <a:pt x="900" y="2203"/>
                  </a:lnTo>
                  <a:lnTo>
                    <a:pt x="903" y="2207"/>
                  </a:lnTo>
                  <a:lnTo>
                    <a:pt x="907" y="2210"/>
                  </a:lnTo>
                  <a:lnTo>
                    <a:pt x="911" y="2210"/>
                  </a:lnTo>
                  <a:lnTo>
                    <a:pt x="914" y="2207"/>
                  </a:lnTo>
                  <a:lnTo>
                    <a:pt x="918" y="2207"/>
                  </a:lnTo>
                  <a:lnTo>
                    <a:pt x="921" y="2203"/>
                  </a:lnTo>
                  <a:lnTo>
                    <a:pt x="925" y="2199"/>
                  </a:lnTo>
                  <a:lnTo>
                    <a:pt x="925" y="2196"/>
                  </a:lnTo>
                  <a:lnTo>
                    <a:pt x="929" y="2192"/>
                  </a:lnTo>
                  <a:lnTo>
                    <a:pt x="932" y="2189"/>
                  </a:lnTo>
                  <a:lnTo>
                    <a:pt x="932" y="2185"/>
                  </a:lnTo>
                  <a:lnTo>
                    <a:pt x="932" y="2181"/>
                  </a:lnTo>
                  <a:lnTo>
                    <a:pt x="936" y="2178"/>
                  </a:lnTo>
                  <a:lnTo>
                    <a:pt x="936" y="2174"/>
                  </a:lnTo>
                  <a:lnTo>
                    <a:pt x="939" y="2171"/>
                  </a:lnTo>
                  <a:lnTo>
                    <a:pt x="939" y="2167"/>
                  </a:lnTo>
                  <a:lnTo>
                    <a:pt x="939" y="2163"/>
                  </a:lnTo>
                  <a:lnTo>
                    <a:pt x="943" y="2160"/>
                  </a:lnTo>
                  <a:lnTo>
                    <a:pt x="943" y="2156"/>
                  </a:lnTo>
                  <a:lnTo>
                    <a:pt x="947" y="2153"/>
                  </a:lnTo>
                  <a:lnTo>
                    <a:pt x="947" y="2145"/>
                  </a:lnTo>
                  <a:lnTo>
                    <a:pt x="947" y="2142"/>
                  </a:lnTo>
                  <a:lnTo>
                    <a:pt x="950" y="2138"/>
                  </a:lnTo>
                  <a:lnTo>
                    <a:pt x="950" y="2131"/>
                  </a:lnTo>
                  <a:lnTo>
                    <a:pt x="950" y="2127"/>
                  </a:lnTo>
                  <a:lnTo>
                    <a:pt x="954" y="2124"/>
                  </a:lnTo>
                  <a:lnTo>
                    <a:pt x="954" y="2117"/>
                  </a:lnTo>
                  <a:lnTo>
                    <a:pt x="957" y="2113"/>
                  </a:lnTo>
                  <a:lnTo>
                    <a:pt x="957" y="2106"/>
                  </a:lnTo>
                  <a:lnTo>
                    <a:pt x="957" y="2099"/>
                  </a:lnTo>
                  <a:lnTo>
                    <a:pt x="961" y="2095"/>
                  </a:lnTo>
                  <a:lnTo>
                    <a:pt x="961" y="2088"/>
                  </a:lnTo>
                  <a:lnTo>
                    <a:pt x="965" y="2081"/>
                  </a:lnTo>
                  <a:lnTo>
                    <a:pt x="965" y="2077"/>
                  </a:lnTo>
                  <a:lnTo>
                    <a:pt x="965" y="2070"/>
                  </a:lnTo>
                  <a:lnTo>
                    <a:pt x="968" y="2063"/>
                  </a:lnTo>
                  <a:lnTo>
                    <a:pt x="968" y="2055"/>
                  </a:lnTo>
                  <a:lnTo>
                    <a:pt x="968" y="2052"/>
                  </a:lnTo>
                  <a:lnTo>
                    <a:pt x="972" y="2045"/>
                  </a:lnTo>
                  <a:lnTo>
                    <a:pt x="972" y="2037"/>
                  </a:lnTo>
                  <a:lnTo>
                    <a:pt x="975" y="2030"/>
                  </a:lnTo>
                  <a:lnTo>
                    <a:pt x="975" y="2023"/>
                  </a:lnTo>
                  <a:lnTo>
                    <a:pt x="975" y="2016"/>
                  </a:lnTo>
                  <a:lnTo>
                    <a:pt x="979" y="2009"/>
                  </a:lnTo>
                  <a:lnTo>
                    <a:pt x="979" y="2005"/>
                  </a:lnTo>
                  <a:lnTo>
                    <a:pt x="983" y="1998"/>
                  </a:lnTo>
                  <a:lnTo>
                    <a:pt x="983" y="1991"/>
                  </a:lnTo>
                  <a:lnTo>
                    <a:pt x="983" y="1983"/>
                  </a:lnTo>
                  <a:lnTo>
                    <a:pt x="986" y="1976"/>
                  </a:lnTo>
                  <a:lnTo>
                    <a:pt x="986" y="1969"/>
                  </a:lnTo>
                  <a:lnTo>
                    <a:pt x="990" y="1962"/>
                  </a:lnTo>
                  <a:lnTo>
                    <a:pt x="990" y="1955"/>
                  </a:lnTo>
                  <a:lnTo>
                    <a:pt x="990" y="1947"/>
                  </a:lnTo>
                  <a:lnTo>
                    <a:pt x="993" y="1940"/>
                  </a:lnTo>
                  <a:lnTo>
                    <a:pt x="993" y="1937"/>
                  </a:lnTo>
                  <a:lnTo>
                    <a:pt x="993" y="1929"/>
                  </a:lnTo>
                  <a:lnTo>
                    <a:pt x="997" y="1922"/>
                  </a:lnTo>
                  <a:lnTo>
                    <a:pt x="997" y="1915"/>
                  </a:lnTo>
                  <a:lnTo>
                    <a:pt x="1001" y="1908"/>
                  </a:lnTo>
                  <a:lnTo>
                    <a:pt x="1001" y="1901"/>
                  </a:lnTo>
                  <a:lnTo>
                    <a:pt x="1001" y="1893"/>
                  </a:lnTo>
                  <a:lnTo>
                    <a:pt x="1004" y="1890"/>
                  </a:lnTo>
                  <a:lnTo>
                    <a:pt x="1004" y="1883"/>
                  </a:lnTo>
                  <a:lnTo>
                    <a:pt x="1008" y="1875"/>
                  </a:lnTo>
                  <a:lnTo>
                    <a:pt x="1008" y="1872"/>
                  </a:lnTo>
                  <a:lnTo>
                    <a:pt x="1008" y="1865"/>
                  </a:lnTo>
                  <a:lnTo>
                    <a:pt x="1011" y="1857"/>
                  </a:lnTo>
                  <a:lnTo>
                    <a:pt x="1011" y="1854"/>
                  </a:lnTo>
                  <a:lnTo>
                    <a:pt x="1011" y="1847"/>
                  </a:lnTo>
                  <a:lnTo>
                    <a:pt x="1015" y="1843"/>
                  </a:lnTo>
                  <a:lnTo>
                    <a:pt x="1015" y="1836"/>
                  </a:lnTo>
                  <a:lnTo>
                    <a:pt x="1019" y="1832"/>
                  </a:lnTo>
                  <a:lnTo>
                    <a:pt x="1019" y="1825"/>
                  </a:lnTo>
                  <a:lnTo>
                    <a:pt x="1019" y="1821"/>
                  </a:lnTo>
                  <a:lnTo>
                    <a:pt x="1022" y="1818"/>
                  </a:lnTo>
                  <a:lnTo>
                    <a:pt x="1022" y="1811"/>
                  </a:lnTo>
                  <a:lnTo>
                    <a:pt x="1026" y="1807"/>
                  </a:lnTo>
                  <a:lnTo>
                    <a:pt x="1026" y="1803"/>
                  </a:lnTo>
                  <a:lnTo>
                    <a:pt x="1026" y="1800"/>
                  </a:lnTo>
                  <a:lnTo>
                    <a:pt x="1029" y="1796"/>
                  </a:lnTo>
                  <a:lnTo>
                    <a:pt x="1029" y="1793"/>
                  </a:lnTo>
                  <a:lnTo>
                    <a:pt x="1033" y="1789"/>
                  </a:lnTo>
                  <a:lnTo>
                    <a:pt x="1033" y="1785"/>
                  </a:lnTo>
                  <a:lnTo>
                    <a:pt x="1033" y="1782"/>
                  </a:lnTo>
                  <a:lnTo>
                    <a:pt x="1037" y="1778"/>
                  </a:lnTo>
                  <a:lnTo>
                    <a:pt x="1037" y="1775"/>
                  </a:lnTo>
                  <a:lnTo>
                    <a:pt x="1040" y="1771"/>
                  </a:lnTo>
                  <a:lnTo>
                    <a:pt x="1044" y="1767"/>
                  </a:lnTo>
                  <a:lnTo>
                    <a:pt x="1047" y="1764"/>
                  </a:lnTo>
                  <a:lnTo>
                    <a:pt x="1051" y="1764"/>
                  </a:lnTo>
                  <a:lnTo>
                    <a:pt x="1055" y="1767"/>
                  </a:lnTo>
                  <a:lnTo>
                    <a:pt x="1058" y="1767"/>
                  </a:lnTo>
                  <a:lnTo>
                    <a:pt x="1062" y="1771"/>
                  </a:lnTo>
                  <a:lnTo>
                    <a:pt x="1062" y="1775"/>
                  </a:lnTo>
                  <a:lnTo>
                    <a:pt x="1065" y="1778"/>
                  </a:lnTo>
                  <a:lnTo>
                    <a:pt x="1069" y="1782"/>
                  </a:lnTo>
                  <a:lnTo>
                    <a:pt x="1069" y="1785"/>
                  </a:lnTo>
                  <a:lnTo>
                    <a:pt x="1069" y="1789"/>
                  </a:lnTo>
                  <a:lnTo>
                    <a:pt x="1073" y="1793"/>
                  </a:lnTo>
                  <a:lnTo>
                    <a:pt x="1073" y="1796"/>
                  </a:lnTo>
                  <a:lnTo>
                    <a:pt x="1076" y="1803"/>
                  </a:lnTo>
                  <a:lnTo>
                    <a:pt x="1076" y="1807"/>
                  </a:lnTo>
                  <a:lnTo>
                    <a:pt x="1076" y="1811"/>
                  </a:lnTo>
                  <a:lnTo>
                    <a:pt x="1080" y="1818"/>
                  </a:lnTo>
                  <a:lnTo>
                    <a:pt x="1080" y="1821"/>
                  </a:lnTo>
                  <a:lnTo>
                    <a:pt x="1080" y="1829"/>
                  </a:lnTo>
                  <a:lnTo>
                    <a:pt x="1083" y="1832"/>
                  </a:lnTo>
                  <a:lnTo>
                    <a:pt x="1083" y="1839"/>
                  </a:lnTo>
                  <a:lnTo>
                    <a:pt x="1087" y="1847"/>
                  </a:lnTo>
                  <a:lnTo>
                    <a:pt x="1087" y="1850"/>
                  </a:lnTo>
                  <a:lnTo>
                    <a:pt x="1087" y="1857"/>
                  </a:lnTo>
                  <a:lnTo>
                    <a:pt x="1091" y="1865"/>
                  </a:lnTo>
                  <a:lnTo>
                    <a:pt x="1091" y="1872"/>
                  </a:lnTo>
                  <a:lnTo>
                    <a:pt x="1094" y="1879"/>
                  </a:lnTo>
                  <a:lnTo>
                    <a:pt x="1094" y="1886"/>
                  </a:lnTo>
                  <a:lnTo>
                    <a:pt x="1094" y="1897"/>
                  </a:lnTo>
                  <a:lnTo>
                    <a:pt x="1098" y="1904"/>
                  </a:lnTo>
                  <a:lnTo>
                    <a:pt x="1098" y="1911"/>
                  </a:lnTo>
                  <a:lnTo>
                    <a:pt x="1098" y="1922"/>
                  </a:lnTo>
                  <a:lnTo>
                    <a:pt x="1101" y="1929"/>
                  </a:lnTo>
                  <a:lnTo>
                    <a:pt x="1101" y="1937"/>
                  </a:lnTo>
                  <a:lnTo>
                    <a:pt x="1105" y="1947"/>
                  </a:lnTo>
                  <a:lnTo>
                    <a:pt x="1105" y="1955"/>
                  </a:lnTo>
                  <a:lnTo>
                    <a:pt x="1105" y="1965"/>
                  </a:lnTo>
                  <a:lnTo>
                    <a:pt x="1109" y="1976"/>
                  </a:lnTo>
                  <a:lnTo>
                    <a:pt x="1109" y="1983"/>
                  </a:lnTo>
                  <a:lnTo>
                    <a:pt x="1112" y="1994"/>
                  </a:lnTo>
                  <a:lnTo>
                    <a:pt x="1112" y="2005"/>
                  </a:lnTo>
                  <a:lnTo>
                    <a:pt x="1112" y="2012"/>
                  </a:lnTo>
                  <a:lnTo>
                    <a:pt x="1116" y="2023"/>
                  </a:lnTo>
                  <a:lnTo>
                    <a:pt x="1116" y="2034"/>
                  </a:lnTo>
                  <a:lnTo>
                    <a:pt x="1119" y="2045"/>
                  </a:lnTo>
                  <a:lnTo>
                    <a:pt x="1119" y="2055"/>
                  </a:lnTo>
                  <a:lnTo>
                    <a:pt x="1119" y="2066"/>
                  </a:lnTo>
                  <a:lnTo>
                    <a:pt x="1123" y="2077"/>
                  </a:lnTo>
                  <a:lnTo>
                    <a:pt x="1123" y="2088"/>
                  </a:lnTo>
                  <a:lnTo>
                    <a:pt x="1123" y="2095"/>
                  </a:lnTo>
                  <a:lnTo>
                    <a:pt x="1127" y="2106"/>
                  </a:lnTo>
                  <a:lnTo>
                    <a:pt x="1127" y="2117"/>
                  </a:lnTo>
                  <a:lnTo>
                    <a:pt x="1130" y="2127"/>
                  </a:lnTo>
                  <a:lnTo>
                    <a:pt x="1130" y="2138"/>
                  </a:lnTo>
                  <a:lnTo>
                    <a:pt x="1130" y="2149"/>
                  </a:lnTo>
                  <a:lnTo>
                    <a:pt x="1134" y="2160"/>
                  </a:lnTo>
                  <a:lnTo>
                    <a:pt x="1134" y="2171"/>
                  </a:lnTo>
                  <a:lnTo>
                    <a:pt x="1137" y="2181"/>
                  </a:lnTo>
                  <a:lnTo>
                    <a:pt x="1137" y="2192"/>
                  </a:lnTo>
                  <a:lnTo>
                    <a:pt x="1137" y="2203"/>
                  </a:lnTo>
                  <a:lnTo>
                    <a:pt x="1141" y="2214"/>
                  </a:lnTo>
                  <a:lnTo>
                    <a:pt x="1141" y="2225"/>
                  </a:lnTo>
                  <a:lnTo>
                    <a:pt x="1141" y="2235"/>
                  </a:lnTo>
                  <a:lnTo>
                    <a:pt x="1145" y="2243"/>
                  </a:lnTo>
                  <a:lnTo>
                    <a:pt x="1145" y="2253"/>
                  </a:lnTo>
                  <a:lnTo>
                    <a:pt x="1148" y="2264"/>
                  </a:lnTo>
                  <a:lnTo>
                    <a:pt x="1148" y="2275"/>
                  </a:lnTo>
                  <a:lnTo>
                    <a:pt x="1148" y="2286"/>
                  </a:lnTo>
                  <a:lnTo>
                    <a:pt x="1152" y="2293"/>
                  </a:lnTo>
                  <a:lnTo>
                    <a:pt x="1152" y="2304"/>
                  </a:lnTo>
                  <a:lnTo>
                    <a:pt x="1155" y="2311"/>
                  </a:lnTo>
                  <a:lnTo>
                    <a:pt x="1155" y="2322"/>
                  </a:lnTo>
                  <a:lnTo>
                    <a:pt x="1155" y="2329"/>
                  </a:lnTo>
                  <a:lnTo>
                    <a:pt x="1159" y="2340"/>
                  </a:lnTo>
                  <a:lnTo>
                    <a:pt x="1159" y="2347"/>
                  </a:lnTo>
                  <a:lnTo>
                    <a:pt x="1163" y="2354"/>
                  </a:lnTo>
                  <a:lnTo>
                    <a:pt x="1163" y="2365"/>
                  </a:lnTo>
                  <a:lnTo>
                    <a:pt x="1163" y="2372"/>
                  </a:lnTo>
                  <a:lnTo>
                    <a:pt x="1166" y="2379"/>
                  </a:lnTo>
                  <a:lnTo>
                    <a:pt x="1166" y="2387"/>
                  </a:lnTo>
                  <a:lnTo>
                    <a:pt x="1166" y="2394"/>
                  </a:lnTo>
                  <a:lnTo>
                    <a:pt x="1170" y="2401"/>
                  </a:lnTo>
                  <a:lnTo>
                    <a:pt x="1170" y="2408"/>
                  </a:lnTo>
                  <a:lnTo>
                    <a:pt x="1173" y="2412"/>
                  </a:lnTo>
                  <a:lnTo>
                    <a:pt x="1173" y="2419"/>
                  </a:lnTo>
                  <a:lnTo>
                    <a:pt x="1173" y="2423"/>
                  </a:lnTo>
                  <a:lnTo>
                    <a:pt x="1177" y="2430"/>
                  </a:lnTo>
                  <a:lnTo>
                    <a:pt x="1177" y="2433"/>
                  </a:lnTo>
                  <a:lnTo>
                    <a:pt x="1181" y="2437"/>
                  </a:lnTo>
                  <a:lnTo>
                    <a:pt x="1181" y="2444"/>
                  </a:lnTo>
                  <a:lnTo>
                    <a:pt x="1181" y="2448"/>
                  </a:lnTo>
                  <a:lnTo>
                    <a:pt x="1184" y="2451"/>
                  </a:lnTo>
                  <a:lnTo>
                    <a:pt x="1184" y="2455"/>
                  </a:lnTo>
                  <a:lnTo>
                    <a:pt x="1188" y="2459"/>
                  </a:lnTo>
                  <a:lnTo>
                    <a:pt x="1191" y="2462"/>
                  </a:lnTo>
                  <a:lnTo>
                    <a:pt x="1195" y="2462"/>
                  </a:lnTo>
                  <a:lnTo>
                    <a:pt x="1199" y="2459"/>
                  </a:lnTo>
                  <a:lnTo>
                    <a:pt x="1202" y="2455"/>
                  </a:lnTo>
                  <a:lnTo>
                    <a:pt x="1206" y="2451"/>
                  </a:lnTo>
                  <a:lnTo>
                    <a:pt x="1206" y="2448"/>
                  </a:lnTo>
                  <a:lnTo>
                    <a:pt x="1206" y="2444"/>
                  </a:lnTo>
                  <a:lnTo>
                    <a:pt x="1209" y="2441"/>
                  </a:lnTo>
                  <a:lnTo>
                    <a:pt x="1209" y="2437"/>
                  </a:lnTo>
                  <a:lnTo>
                    <a:pt x="1209" y="2430"/>
                  </a:lnTo>
                  <a:lnTo>
                    <a:pt x="1213" y="2426"/>
                  </a:lnTo>
                  <a:lnTo>
                    <a:pt x="1213" y="2419"/>
                  </a:lnTo>
                  <a:lnTo>
                    <a:pt x="1217" y="2412"/>
                  </a:lnTo>
                  <a:lnTo>
                    <a:pt x="1217" y="2405"/>
                  </a:lnTo>
                  <a:lnTo>
                    <a:pt x="1217" y="2397"/>
                  </a:lnTo>
                  <a:lnTo>
                    <a:pt x="1220" y="2387"/>
                  </a:lnTo>
                  <a:lnTo>
                    <a:pt x="1220" y="2379"/>
                  </a:lnTo>
                  <a:lnTo>
                    <a:pt x="1224" y="2369"/>
                  </a:lnTo>
                  <a:lnTo>
                    <a:pt x="1224" y="2361"/>
                  </a:lnTo>
                  <a:lnTo>
                    <a:pt x="1224" y="2351"/>
                  </a:lnTo>
                  <a:lnTo>
                    <a:pt x="1227" y="2340"/>
                  </a:lnTo>
                  <a:lnTo>
                    <a:pt x="1227" y="2329"/>
                  </a:lnTo>
                  <a:lnTo>
                    <a:pt x="1227" y="2315"/>
                  </a:lnTo>
                  <a:lnTo>
                    <a:pt x="1231" y="2304"/>
                  </a:lnTo>
                  <a:lnTo>
                    <a:pt x="1231" y="2293"/>
                  </a:lnTo>
                  <a:lnTo>
                    <a:pt x="1235" y="2279"/>
                  </a:lnTo>
                  <a:lnTo>
                    <a:pt x="1235" y="2264"/>
                  </a:lnTo>
                  <a:lnTo>
                    <a:pt x="1235" y="2250"/>
                  </a:lnTo>
                  <a:lnTo>
                    <a:pt x="1238" y="2235"/>
                  </a:lnTo>
                  <a:lnTo>
                    <a:pt x="1238" y="2221"/>
                  </a:lnTo>
                  <a:lnTo>
                    <a:pt x="1242" y="2203"/>
                  </a:lnTo>
                  <a:lnTo>
                    <a:pt x="1242" y="2189"/>
                  </a:lnTo>
                  <a:lnTo>
                    <a:pt x="1242" y="2171"/>
                  </a:lnTo>
                  <a:lnTo>
                    <a:pt x="1245" y="2156"/>
                  </a:lnTo>
                  <a:lnTo>
                    <a:pt x="1245" y="2138"/>
                  </a:lnTo>
                  <a:lnTo>
                    <a:pt x="1249" y="2120"/>
                  </a:lnTo>
                  <a:lnTo>
                    <a:pt x="1249" y="2102"/>
                  </a:lnTo>
                  <a:lnTo>
                    <a:pt x="1249" y="2084"/>
                  </a:lnTo>
                  <a:lnTo>
                    <a:pt x="1253" y="2063"/>
                  </a:lnTo>
                  <a:lnTo>
                    <a:pt x="1253" y="2045"/>
                  </a:lnTo>
                  <a:lnTo>
                    <a:pt x="1253" y="2023"/>
                  </a:lnTo>
                  <a:lnTo>
                    <a:pt x="1256" y="2005"/>
                  </a:lnTo>
                  <a:lnTo>
                    <a:pt x="1256" y="1983"/>
                  </a:lnTo>
                  <a:lnTo>
                    <a:pt x="1260" y="1962"/>
                  </a:lnTo>
                  <a:lnTo>
                    <a:pt x="1260" y="1940"/>
                  </a:lnTo>
                  <a:lnTo>
                    <a:pt x="1260" y="1919"/>
                  </a:lnTo>
                  <a:lnTo>
                    <a:pt x="1263" y="1897"/>
                  </a:lnTo>
                  <a:lnTo>
                    <a:pt x="1263" y="1872"/>
                  </a:lnTo>
                  <a:lnTo>
                    <a:pt x="1267" y="1850"/>
                  </a:lnTo>
                  <a:lnTo>
                    <a:pt x="1267" y="1825"/>
                  </a:lnTo>
                  <a:lnTo>
                    <a:pt x="1267" y="1803"/>
                  </a:lnTo>
                  <a:lnTo>
                    <a:pt x="1271" y="1778"/>
                  </a:lnTo>
                  <a:lnTo>
                    <a:pt x="1271" y="1753"/>
                  </a:lnTo>
                  <a:lnTo>
                    <a:pt x="1274" y="1731"/>
                  </a:lnTo>
                  <a:lnTo>
                    <a:pt x="1274" y="1706"/>
                  </a:lnTo>
                  <a:lnTo>
                    <a:pt x="1274" y="1681"/>
                  </a:lnTo>
                  <a:lnTo>
                    <a:pt x="1278" y="1656"/>
                  </a:lnTo>
                  <a:lnTo>
                    <a:pt x="1278" y="1631"/>
                  </a:lnTo>
                  <a:lnTo>
                    <a:pt x="1278" y="1602"/>
                  </a:lnTo>
                  <a:lnTo>
                    <a:pt x="1281" y="1577"/>
                  </a:lnTo>
                  <a:lnTo>
                    <a:pt x="1281" y="1551"/>
                  </a:lnTo>
                  <a:lnTo>
                    <a:pt x="1285" y="1523"/>
                  </a:lnTo>
                  <a:lnTo>
                    <a:pt x="1285" y="1497"/>
                  </a:lnTo>
                  <a:lnTo>
                    <a:pt x="1285" y="1472"/>
                  </a:lnTo>
                  <a:lnTo>
                    <a:pt x="1289" y="1443"/>
                  </a:lnTo>
                  <a:lnTo>
                    <a:pt x="1289" y="1418"/>
                  </a:lnTo>
                  <a:lnTo>
                    <a:pt x="1292" y="1389"/>
                  </a:lnTo>
                  <a:lnTo>
                    <a:pt x="1292" y="1361"/>
                  </a:lnTo>
                  <a:lnTo>
                    <a:pt x="1292" y="1335"/>
                  </a:lnTo>
                  <a:lnTo>
                    <a:pt x="1296" y="1307"/>
                  </a:lnTo>
                  <a:lnTo>
                    <a:pt x="1296" y="1281"/>
                  </a:lnTo>
                  <a:lnTo>
                    <a:pt x="1296" y="1253"/>
                  </a:lnTo>
                  <a:lnTo>
                    <a:pt x="1299" y="1224"/>
                  </a:lnTo>
                  <a:lnTo>
                    <a:pt x="1299" y="1195"/>
                  </a:lnTo>
                  <a:lnTo>
                    <a:pt x="1303" y="1170"/>
                  </a:lnTo>
                  <a:lnTo>
                    <a:pt x="1303" y="1141"/>
                  </a:lnTo>
                  <a:lnTo>
                    <a:pt x="1303" y="1112"/>
                  </a:lnTo>
                  <a:lnTo>
                    <a:pt x="1307" y="1087"/>
                  </a:lnTo>
                  <a:lnTo>
                    <a:pt x="1307" y="1058"/>
                  </a:lnTo>
                  <a:lnTo>
                    <a:pt x="1310" y="1029"/>
                  </a:lnTo>
                  <a:lnTo>
                    <a:pt x="1310" y="1004"/>
                  </a:lnTo>
                  <a:lnTo>
                    <a:pt x="1310" y="975"/>
                  </a:lnTo>
                  <a:lnTo>
                    <a:pt x="1314" y="950"/>
                  </a:lnTo>
                  <a:lnTo>
                    <a:pt x="1314" y="921"/>
                  </a:lnTo>
                  <a:lnTo>
                    <a:pt x="1317" y="896"/>
                  </a:lnTo>
                  <a:lnTo>
                    <a:pt x="1317" y="867"/>
                  </a:lnTo>
                  <a:lnTo>
                    <a:pt x="1317" y="842"/>
                  </a:lnTo>
                  <a:lnTo>
                    <a:pt x="1321" y="813"/>
                  </a:lnTo>
                  <a:lnTo>
                    <a:pt x="1321" y="788"/>
                  </a:lnTo>
                  <a:lnTo>
                    <a:pt x="1321" y="763"/>
                  </a:lnTo>
                  <a:lnTo>
                    <a:pt x="1325" y="738"/>
                  </a:lnTo>
                  <a:lnTo>
                    <a:pt x="1325" y="709"/>
                  </a:lnTo>
                  <a:lnTo>
                    <a:pt x="1328" y="684"/>
                  </a:lnTo>
                  <a:lnTo>
                    <a:pt x="1328" y="659"/>
                  </a:lnTo>
                  <a:lnTo>
                    <a:pt x="1328" y="637"/>
                  </a:lnTo>
                  <a:lnTo>
                    <a:pt x="1332" y="612"/>
                  </a:lnTo>
                  <a:lnTo>
                    <a:pt x="1332" y="587"/>
                  </a:lnTo>
                  <a:lnTo>
                    <a:pt x="1335" y="562"/>
                  </a:lnTo>
                  <a:lnTo>
                    <a:pt x="1335" y="540"/>
                  </a:lnTo>
                  <a:lnTo>
                    <a:pt x="1335" y="515"/>
                  </a:lnTo>
                  <a:lnTo>
                    <a:pt x="1339" y="493"/>
                  </a:lnTo>
                  <a:lnTo>
                    <a:pt x="1339" y="472"/>
                  </a:lnTo>
                  <a:lnTo>
                    <a:pt x="1339" y="450"/>
                  </a:lnTo>
                  <a:lnTo>
                    <a:pt x="1343" y="428"/>
                  </a:lnTo>
                  <a:lnTo>
                    <a:pt x="1343" y="407"/>
                  </a:lnTo>
                  <a:lnTo>
                    <a:pt x="1346" y="385"/>
                  </a:lnTo>
                  <a:lnTo>
                    <a:pt x="1346" y="364"/>
                  </a:lnTo>
                  <a:lnTo>
                    <a:pt x="1346" y="346"/>
                  </a:lnTo>
                  <a:lnTo>
                    <a:pt x="1350" y="324"/>
                  </a:lnTo>
                  <a:lnTo>
                    <a:pt x="1350" y="306"/>
                  </a:lnTo>
                  <a:lnTo>
                    <a:pt x="1353" y="288"/>
                  </a:lnTo>
                  <a:lnTo>
                    <a:pt x="1353" y="270"/>
                  </a:lnTo>
                  <a:lnTo>
                    <a:pt x="1353" y="252"/>
                  </a:lnTo>
                  <a:lnTo>
                    <a:pt x="1357" y="234"/>
                  </a:lnTo>
                  <a:lnTo>
                    <a:pt x="1357" y="220"/>
                  </a:lnTo>
                  <a:lnTo>
                    <a:pt x="1361" y="202"/>
                  </a:lnTo>
                  <a:lnTo>
                    <a:pt x="1361" y="187"/>
                  </a:lnTo>
                  <a:lnTo>
                    <a:pt x="1361" y="173"/>
                  </a:lnTo>
                  <a:lnTo>
                    <a:pt x="1364" y="158"/>
                  </a:lnTo>
                  <a:lnTo>
                    <a:pt x="1364" y="144"/>
                  </a:lnTo>
                  <a:lnTo>
                    <a:pt x="1364" y="133"/>
                  </a:lnTo>
                  <a:lnTo>
                    <a:pt x="1368" y="119"/>
                  </a:lnTo>
                  <a:lnTo>
                    <a:pt x="1368" y="108"/>
                  </a:lnTo>
                  <a:lnTo>
                    <a:pt x="1371" y="97"/>
                  </a:lnTo>
                  <a:lnTo>
                    <a:pt x="1371" y="86"/>
                  </a:lnTo>
                  <a:lnTo>
                    <a:pt x="1371" y="76"/>
                  </a:lnTo>
                  <a:lnTo>
                    <a:pt x="1375" y="65"/>
                  </a:lnTo>
                  <a:lnTo>
                    <a:pt x="1375" y="58"/>
                  </a:lnTo>
                  <a:lnTo>
                    <a:pt x="1379" y="50"/>
                  </a:lnTo>
                  <a:lnTo>
                    <a:pt x="1379" y="40"/>
                  </a:lnTo>
                  <a:lnTo>
                    <a:pt x="1379" y="36"/>
                  </a:lnTo>
                  <a:lnTo>
                    <a:pt x="1382" y="29"/>
                  </a:lnTo>
                  <a:lnTo>
                    <a:pt x="1382" y="22"/>
                  </a:lnTo>
                  <a:lnTo>
                    <a:pt x="1382" y="18"/>
                  </a:lnTo>
                  <a:lnTo>
                    <a:pt x="1386" y="14"/>
                  </a:lnTo>
                  <a:lnTo>
                    <a:pt x="1386" y="11"/>
                  </a:lnTo>
                  <a:lnTo>
                    <a:pt x="1389" y="7"/>
                  </a:lnTo>
                  <a:lnTo>
                    <a:pt x="1389" y="4"/>
                  </a:lnTo>
                  <a:lnTo>
                    <a:pt x="1393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7" name="Freeform 95"/>
            <p:cNvSpPr>
              <a:spLocks/>
            </p:cNvSpPr>
            <p:nvPr/>
          </p:nvSpPr>
          <p:spPr bwMode="auto">
            <a:xfrm>
              <a:off x="2146" y="1048"/>
              <a:ext cx="2480" cy="2462"/>
            </a:xfrm>
            <a:custGeom>
              <a:avLst/>
              <a:gdLst/>
              <a:ahLst/>
              <a:cxnLst>
                <a:cxn ang="0">
                  <a:pos x="21" y="108"/>
                </a:cxn>
                <a:cxn ang="0">
                  <a:pos x="46" y="385"/>
                </a:cxn>
                <a:cxn ang="0">
                  <a:pos x="68" y="788"/>
                </a:cxn>
                <a:cxn ang="0">
                  <a:pos x="93" y="1253"/>
                </a:cxn>
                <a:cxn ang="0">
                  <a:pos x="115" y="1706"/>
                </a:cxn>
                <a:cxn ang="0">
                  <a:pos x="140" y="2084"/>
                </a:cxn>
                <a:cxn ang="0">
                  <a:pos x="165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4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6" y="1796"/>
                </a:cxn>
                <a:cxn ang="0">
                  <a:pos x="360" y="1789"/>
                </a:cxn>
                <a:cxn ang="0">
                  <a:pos x="381" y="1872"/>
                </a:cxn>
                <a:cxn ang="0">
                  <a:pos x="406" y="1983"/>
                </a:cxn>
                <a:cxn ang="0">
                  <a:pos x="432" y="2095"/>
                </a:cxn>
                <a:cxn ang="0">
                  <a:pos x="453" y="2174"/>
                </a:cxn>
                <a:cxn ang="0">
                  <a:pos x="500" y="2189"/>
                </a:cxn>
                <a:cxn ang="0">
                  <a:pos x="525" y="2124"/>
                </a:cxn>
                <a:cxn ang="0">
                  <a:pos x="550" y="2037"/>
                </a:cxn>
                <a:cxn ang="0">
                  <a:pos x="572" y="1958"/>
                </a:cxn>
                <a:cxn ang="0">
                  <a:pos x="604" y="1893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2" y="2048"/>
                </a:cxn>
                <a:cxn ang="0">
                  <a:pos x="727" y="2109"/>
                </a:cxn>
                <a:cxn ang="0">
                  <a:pos x="784" y="2124"/>
                </a:cxn>
                <a:cxn ang="0">
                  <a:pos x="817" y="2063"/>
                </a:cxn>
                <a:cxn ang="0">
                  <a:pos x="842" y="2001"/>
                </a:cxn>
                <a:cxn ang="0">
                  <a:pos x="878" y="1940"/>
                </a:cxn>
                <a:cxn ang="0">
                  <a:pos x="936" y="1951"/>
                </a:cxn>
                <a:cxn ang="0">
                  <a:pos x="968" y="2012"/>
                </a:cxn>
                <a:cxn ang="0">
                  <a:pos x="1000" y="2073"/>
                </a:cxn>
                <a:cxn ang="0">
                  <a:pos x="1054" y="2106"/>
                </a:cxn>
                <a:cxn ang="0">
                  <a:pos x="1101" y="2045"/>
                </a:cxn>
                <a:cxn ang="0">
                  <a:pos x="1137" y="1983"/>
                </a:cxn>
                <a:cxn ang="0">
                  <a:pos x="1195" y="1951"/>
                </a:cxn>
                <a:cxn ang="0">
                  <a:pos x="1245" y="2012"/>
                </a:cxn>
                <a:cxn ang="0">
                  <a:pos x="1288" y="2073"/>
                </a:cxn>
                <a:cxn ang="0">
                  <a:pos x="1350" y="2077"/>
                </a:cxn>
                <a:cxn ang="0">
                  <a:pos x="1396" y="2016"/>
                </a:cxn>
                <a:cxn ang="0">
                  <a:pos x="1450" y="1962"/>
                </a:cxn>
                <a:cxn ang="0">
                  <a:pos x="1512" y="1998"/>
                </a:cxn>
                <a:cxn ang="0">
                  <a:pos x="1558" y="2059"/>
                </a:cxn>
                <a:cxn ang="0">
                  <a:pos x="1620" y="2073"/>
                </a:cxn>
                <a:cxn ang="0">
                  <a:pos x="1677" y="2016"/>
                </a:cxn>
                <a:cxn ang="0">
                  <a:pos x="1735" y="1973"/>
                </a:cxn>
                <a:cxn ang="0">
                  <a:pos x="1796" y="2009"/>
                </a:cxn>
                <a:cxn ang="0">
                  <a:pos x="1854" y="2066"/>
                </a:cxn>
                <a:cxn ang="0">
                  <a:pos x="1915" y="2055"/>
                </a:cxn>
                <a:cxn ang="0">
                  <a:pos x="1976" y="1998"/>
                </a:cxn>
                <a:cxn ang="0">
                  <a:pos x="2037" y="1983"/>
                </a:cxn>
                <a:cxn ang="0">
                  <a:pos x="2098" y="2034"/>
                </a:cxn>
                <a:cxn ang="0">
                  <a:pos x="2160" y="2066"/>
                </a:cxn>
                <a:cxn ang="0">
                  <a:pos x="2221" y="2030"/>
                </a:cxn>
                <a:cxn ang="0">
                  <a:pos x="2282" y="1987"/>
                </a:cxn>
                <a:cxn ang="0">
                  <a:pos x="2343" y="2005"/>
                </a:cxn>
                <a:cxn ang="0">
                  <a:pos x="2404" y="2052"/>
                </a:cxn>
                <a:cxn ang="0">
                  <a:pos x="2466" y="2052"/>
                </a:cxn>
              </a:cxnLst>
              <a:rect l="0" t="0" r="r" b="b"/>
              <a:pathLst>
                <a:path w="2480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8" y="158"/>
                  </a:lnTo>
                  <a:lnTo>
                    <a:pt x="28" y="173"/>
                  </a:lnTo>
                  <a:lnTo>
                    <a:pt x="28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6" y="385"/>
                  </a:lnTo>
                  <a:lnTo>
                    <a:pt x="46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4" y="684"/>
                  </a:lnTo>
                  <a:lnTo>
                    <a:pt x="64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2" y="1029"/>
                  </a:lnTo>
                  <a:lnTo>
                    <a:pt x="82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0" y="1389"/>
                  </a:lnTo>
                  <a:lnTo>
                    <a:pt x="100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8" y="1731"/>
                  </a:lnTo>
                  <a:lnTo>
                    <a:pt x="118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6" y="2005"/>
                  </a:lnTo>
                  <a:lnTo>
                    <a:pt x="136" y="2023"/>
                  </a:lnTo>
                  <a:lnTo>
                    <a:pt x="136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4" y="2235"/>
                  </a:lnTo>
                  <a:lnTo>
                    <a:pt x="154" y="2250"/>
                  </a:lnTo>
                  <a:lnTo>
                    <a:pt x="154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2" y="2387"/>
                  </a:lnTo>
                  <a:lnTo>
                    <a:pt x="172" y="2397"/>
                  </a:lnTo>
                  <a:lnTo>
                    <a:pt x="172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3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0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8" y="2451"/>
                  </a:lnTo>
                  <a:lnTo>
                    <a:pt x="208" y="2448"/>
                  </a:lnTo>
                  <a:lnTo>
                    <a:pt x="208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6" y="2379"/>
                  </a:lnTo>
                  <a:lnTo>
                    <a:pt x="226" y="2372"/>
                  </a:lnTo>
                  <a:lnTo>
                    <a:pt x="226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4" y="2264"/>
                  </a:lnTo>
                  <a:lnTo>
                    <a:pt x="244" y="2253"/>
                  </a:lnTo>
                  <a:lnTo>
                    <a:pt x="244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2" y="2127"/>
                  </a:lnTo>
                  <a:lnTo>
                    <a:pt x="262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0" y="1994"/>
                  </a:lnTo>
                  <a:lnTo>
                    <a:pt x="280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8" y="1879"/>
                  </a:lnTo>
                  <a:lnTo>
                    <a:pt x="298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6" y="1803"/>
                  </a:lnTo>
                  <a:lnTo>
                    <a:pt x="316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2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0" y="1818"/>
                  </a:lnTo>
                  <a:lnTo>
                    <a:pt x="370" y="1821"/>
                  </a:lnTo>
                  <a:lnTo>
                    <a:pt x="370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1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8" y="1890"/>
                  </a:lnTo>
                  <a:lnTo>
                    <a:pt x="388" y="1893"/>
                  </a:lnTo>
                  <a:lnTo>
                    <a:pt x="388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399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6" y="1976"/>
                  </a:lnTo>
                  <a:lnTo>
                    <a:pt x="406" y="1983"/>
                  </a:lnTo>
                  <a:lnTo>
                    <a:pt x="406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4" y="2063"/>
                  </a:lnTo>
                  <a:lnTo>
                    <a:pt x="424" y="2070"/>
                  </a:lnTo>
                  <a:lnTo>
                    <a:pt x="424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2" y="2138"/>
                  </a:lnTo>
                  <a:lnTo>
                    <a:pt x="442" y="2142"/>
                  </a:lnTo>
                  <a:lnTo>
                    <a:pt x="442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0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8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6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4" y="2160"/>
                  </a:lnTo>
                  <a:lnTo>
                    <a:pt x="514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2" y="2106"/>
                  </a:lnTo>
                  <a:lnTo>
                    <a:pt x="532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0" y="2045"/>
                  </a:lnTo>
                  <a:lnTo>
                    <a:pt x="550" y="2037"/>
                  </a:lnTo>
                  <a:lnTo>
                    <a:pt x="550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1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8" y="1980"/>
                  </a:lnTo>
                  <a:lnTo>
                    <a:pt x="568" y="1976"/>
                  </a:lnTo>
                  <a:lnTo>
                    <a:pt x="568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2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79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6" y="1926"/>
                  </a:lnTo>
                  <a:lnTo>
                    <a:pt x="586" y="1922"/>
                  </a:lnTo>
                  <a:lnTo>
                    <a:pt x="586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4" y="1893"/>
                  </a:lnTo>
                  <a:lnTo>
                    <a:pt x="604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2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0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8" y="1926"/>
                  </a:lnTo>
                  <a:lnTo>
                    <a:pt x="658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6" y="1973"/>
                  </a:lnTo>
                  <a:lnTo>
                    <a:pt x="676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4" y="2023"/>
                  </a:lnTo>
                  <a:lnTo>
                    <a:pt x="694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2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2" y="2073"/>
                  </a:lnTo>
                  <a:lnTo>
                    <a:pt x="712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0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1"/>
                  </a:lnTo>
                  <a:lnTo>
                    <a:pt x="781" y="2127"/>
                  </a:lnTo>
                  <a:lnTo>
                    <a:pt x="784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5" y="2106"/>
                  </a:lnTo>
                  <a:lnTo>
                    <a:pt x="799" y="2102"/>
                  </a:lnTo>
                  <a:lnTo>
                    <a:pt x="802" y="2099"/>
                  </a:lnTo>
                  <a:lnTo>
                    <a:pt x="802" y="2095"/>
                  </a:lnTo>
                  <a:lnTo>
                    <a:pt x="802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3" y="2066"/>
                  </a:lnTo>
                  <a:lnTo>
                    <a:pt x="817" y="2063"/>
                  </a:lnTo>
                  <a:lnTo>
                    <a:pt x="820" y="2059"/>
                  </a:lnTo>
                  <a:lnTo>
                    <a:pt x="820" y="2055"/>
                  </a:lnTo>
                  <a:lnTo>
                    <a:pt x="820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8" y="2012"/>
                  </a:lnTo>
                  <a:lnTo>
                    <a:pt x="838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6" y="1973"/>
                  </a:lnTo>
                  <a:lnTo>
                    <a:pt x="856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4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2" y="1933"/>
                  </a:lnTo>
                  <a:lnTo>
                    <a:pt x="885" y="1929"/>
                  </a:lnTo>
                  <a:lnTo>
                    <a:pt x="889" y="1926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8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6" y="1969"/>
                  </a:lnTo>
                  <a:lnTo>
                    <a:pt x="946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4" y="2005"/>
                  </a:lnTo>
                  <a:lnTo>
                    <a:pt x="964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2" y="2041"/>
                  </a:lnTo>
                  <a:lnTo>
                    <a:pt x="982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7" y="2070"/>
                  </a:lnTo>
                  <a:lnTo>
                    <a:pt x="1000" y="2073"/>
                  </a:lnTo>
                  <a:lnTo>
                    <a:pt x="1000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8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9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4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2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0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8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6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4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6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4" y="1994"/>
                  </a:lnTo>
                  <a:lnTo>
                    <a:pt x="1234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5" y="2016"/>
                  </a:lnTo>
                  <a:lnTo>
                    <a:pt x="1249" y="2019"/>
                  </a:lnTo>
                  <a:lnTo>
                    <a:pt x="1252" y="2023"/>
                  </a:lnTo>
                  <a:lnTo>
                    <a:pt x="1252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0" y="2052"/>
                  </a:lnTo>
                  <a:lnTo>
                    <a:pt x="1270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2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0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8" y="2045"/>
                  </a:lnTo>
                  <a:lnTo>
                    <a:pt x="1378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6" y="2019"/>
                  </a:lnTo>
                  <a:lnTo>
                    <a:pt x="1396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4" y="1994"/>
                  </a:lnTo>
                  <a:lnTo>
                    <a:pt x="1414" y="1991"/>
                  </a:lnTo>
                  <a:lnTo>
                    <a:pt x="1418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2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0" y="1962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5"/>
                  </a:lnTo>
                  <a:lnTo>
                    <a:pt x="1472" y="1965"/>
                  </a:lnTo>
                  <a:lnTo>
                    <a:pt x="1476" y="1969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6" y="1976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4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2" y="2012"/>
                  </a:lnTo>
                  <a:lnTo>
                    <a:pt x="1526" y="2016"/>
                  </a:lnTo>
                  <a:lnTo>
                    <a:pt x="1526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0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5" y="2055"/>
                  </a:lnTo>
                  <a:lnTo>
                    <a:pt x="1558" y="2059"/>
                  </a:lnTo>
                  <a:lnTo>
                    <a:pt x="1562" y="2063"/>
                  </a:lnTo>
                  <a:lnTo>
                    <a:pt x="1566" y="2066"/>
                  </a:lnTo>
                  <a:lnTo>
                    <a:pt x="1569" y="2070"/>
                  </a:lnTo>
                  <a:lnTo>
                    <a:pt x="1573" y="2073"/>
                  </a:lnTo>
                  <a:lnTo>
                    <a:pt x="1576" y="2073"/>
                  </a:lnTo>
                  <a:lnTo>
                    <a:pt x="1580" y="2077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4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2" y="2077"/>
                  </a:lnTo>
                  <a:lnTo>
                    <a:pt x="1616" y="2073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0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8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6" y="2030"/>
                  </a:lnTo>
                  <a:lnTo>
                    <a:pt x="1666" y="2027"/>
                  </a:lnTo>
                  <a:lnTo>
                    <a:pt x="1670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4" y="2009"/>
                  </a:lnTo>
                  <a:lnTo>
                    <a:pt x="1684" y="2005"/>
                  </a:lnTo>
                  <a:lnTo>
                    <a:pt x="1688" y="2001"/>
                  </a:lnTo>
                  <a:lnTo>
                    <a:pt x="1692" y="1998"/>
                  </a:lnTo>
                  <a:lnTo>
                    <a:pt x="1695" y="1994"/>
                  </a:lnTo>
                  <a:lnTo>
                    <a:pt x="1699" y="1991"/>
                  </a:lnTo>
                  <a:lnTo>
                    <a:pt x="1702" y="1987"/>
                  </a:lnTo>
                  <a:lnTo>
                    <a:pt x="1706" y="1983"/>
                  </a:lnTo>
                  <a:lnTo>
                    <a:pt x="1710" y="1980"/>
                  </a:lnTo>
                  <a:lnTo>
                    <a:pt x="1713" y="1980"/>
                  </a:lnTo>
                  <a:lnTo>
                    <a:pt x="1717" y="1976"/>
                  </a:lnTo>
                  <a:lnTo>
                    <a:pt x="1720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8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6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4" y="1991"/>
                  </a:lnTo>
                  <a:lnTo>
                    <a:pt x="1778" y="1994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2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0" y="2023"/>
                  </a:lnTo>
                  <a:lnTo>
                    <a:pt x="1810" y="2027"/>
                  </a:lnTo>
                  <a:lnTo>
                    <a:pt x="1814" y="2030"/>
                  </a:lnTo>
                  <a:lnTo>
                    <a:pt x="1818" y="2034"/>
                  </a:lnTo>
                  <a:lnTo>
                    <a:pt x="1821" y="2037"/>
                  </a:lnTo>
                  <a:lnTo>
                    <a:pt x="1825" y="2041"/>
                  </a:lnTo>
                  <a:lnTo>
                    <a:pt x="1828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9"/>
                  </a:lnTo>
                  <a:lnTo>
                    <a:pt x="1846" y="2063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4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2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0" y="2066"/>
                  </a:lnTo>
                  <a:lnTo>
                    <a:pt x="1904" y="2063"/>
                  </a:lnTo>
                  <a:lnTo>
                    <a:pt x="1908" y="2059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8" y="2052"/>
                  </a:lnTo>
                  <a:lnTo>
                    <a:pt x="1922" y="2048"/>
                  </a:lnTo>
                  <a:lnTo>
                    <a:pt x="1926" y="2045"/>
                  </a:lnTo>
                  <a:lnTo>
                    <a:pt x="1929" y="2041"/>
                  </a:lnTo>
                  <a:lnTo>
                    <a:pt x="1933" y="2037"/>
                  </a:lnTo>
                  <a:lnTo>
                    <a:pt x="1936" y="2034"/>
                  </a:lnTo>
                  <a:lnTo>
                    <a:pt x="1940" y="2030"/>
                  </a:lnTo>
                  <a:lnTo>
                    <a:pt x="1944" y="2027"/>
                  </a:lnTo>
                  <a:lnTo>
                    <a:pt x="1947" y="2023"/>
                  </a:lnTo>
                  <a:lnTo>
                    <a:pt x="1951" y="2019"/>
                  </a:lnTo>
                  <a:lnTo>
                    <a:pt x="1954" y="2016"/>
                  </a:lnTo>
                  <a:lnTo>
                    <a:pt x="1958" y="2012"/>
                  </a:lnTo>
                  <a:lnTo>
                    <a:pt x="1962" y="2009"/>
                  </a:lnTo>
                  <a:lnTo>
                    <a:pt x="1965" y="2005"/>
                  </a:lnTo>
                  <a:lnTo>
                    <a:pt x="1969" y="2001"/>
                  </a:lnTo>
                  <a:lnTo>
                    <a:pt x="1972" y="1998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87"/>
                  </a:lnTo>
                  <a:lnTo>
                    <a:pt x="1990" y="1987"/>
                  </a:lnTo>
                  <a:lnTo>
                    <a:pt x="1994" y="1983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8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6" y="1980"/>
                  </a:lnTo>
                  <a:lnTo>
                    <a:pt x="2030" y="1983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4" y="1987"/>
                  </a:lnTo>
                  <a:lnTo>
                    <a:pt x="2048" y="1991"/>
                  </a:lnTo>
                  <a:lnTo>
                    <a:pt x="2052" y="1994"/>
                  </a:lnTo>
                  <a:lnTo>
                    <a:pt x="2055" y="1998"/>
                  </a:lnTo>
                  <a:lnTo>
                    <a:pt x="2059" y="1998"/>
                  </a:lnTo>
                  <a:lnTo>
                    <a:pt x="2062" y="2001"/>
                  </a:lnTo>
                  <a:lnTo>
                    <a:pt x="2066" y="2005"/>
                  </a:lnTo>
                  <a:lnTo>
                    <a:pt x="2070" y="2009"/>
                  </a:lnTo>
                  <a:lnTo>
                    <a:pt x="2073" y="2012"/>
                  </a:lnTo>
                  <a:lnTo>
                    <a:pt x="2077" y="2016"/>
                  </a:lnTo>
                  <a:lnTo>
                    <a:pt x="2080" y="2019"/>
                  </a:lnTo>
                  <a:lnTo>
                    <a:pt x="2084" y="2023"/>
                  </a:lnTo>
                  <a:lnTo>
                    <a:pt x="2088" y="2027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8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6" y="2052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4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2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0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8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6" y="2041"/>
                  </a:lnTo>
                  <a:lnTo>
                    <a:pt x="2210" y="2037"/>
                  </a:lnTo>
                  <a:lnTo>
                    <a:pt x="2214" y="2034"/>
                  </a:lnTo>
                  <a:lnTo>
                    <a:pt x="2217" y="2030"/>
                  </a:lnTo>
                  <a:lnTo>
                    <a:pt x="2221" y="2030"/>
                  </a:lnTo>
                  <a:lnTo>
                    <a:pt x="2224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2" y="2009"/>
                  </a:lnTo>
                  <a:lnTo>
                    <a:pt x="2246" y="2005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0" y="1994"/>
                  </a:lnTo>
                  <a:lnTo>
                    <a:pt x="2264" y="1994"/>
                  </a:lnTo>
                  <a:lnTo>
                    <a:pt x="2268" y="1991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8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3"/>
                  </a:lnTo>
                  <a:lnTo>
                    <a:pt x="2293" y="1983"/>
                  </a:lnTo>
                  <a:lnTo>
                    <a:pt x="2296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4" y="1991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2" y="1998"/>
                  </a:lnTo>
                  <a:lnTo>
                    <a:pt x="2336" y="2001"/>
                  </a:lnTo>
                  <a:lnTo>
                    <a:pt x="2340" y="2005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0" y="2012"/>
                  </a:lnTo>
                  <a:lnTo>
                    <a:pt x="2354" y="2016"/>
                  </a:lnTo>
                  <a:lnTo>
                    <a:pt x="2358" y="2019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8" y="2027"/>
                  </a:lnTo>
                  <a:lnTo>
                    <a:pt x="2372" y="2030"/>
                  </a:lnTo>
                  <a:lnTo>
                    <a:pt x="2376" y="2034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6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52"/>
                  </a:lnTo>
                  <a:lnTo>
                    <a:pt x="2404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9"/>
                  </a:lnTo>
                  <a:lnTo>
                    <a:pt x="2419" y="2059"/>
                  </a:lnTo>
                  <a:lnTo>
                    <a:pt x="2422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0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5"/>
                  </a:lnTo>
                  <a:lnTo>
                    <a:pt x="2458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48"/>
                  </a:lnTo>
                  <a:lnTo>
                    <a:pt x="2473" y="2048"/>
                  </a:lnTo>
                  <a:lnTo>
                    <a:pt x="2476" y="2045"/>
                  </a:lnTo>
                  <a:lnTo>
                    <a:pt x="2480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8" name="Freeform 96"/>
            <p:cNvSpPr>
              <a:spLocks/>
            </p:cNvSpPr>
            <p:nvPr/>
          </p:nvSpPr>
          <p:spPr bwMode="auto">
            <a:xfrm>
              <a:off x="4626" y="3039"/>
              <a:ext cx="583" cy="64"/>
            </a:xfrm>
            <a:custGeom>
              <a:avLst/>
              <a:gdLst/>
              <a:ahLst/>
              <a:cxnLst>
                <a:cxn ang="0">
                  <a:pos x="7" y="46"/>
                </a:cxn>
                <a:cxn ang="0">
                  <a:pos x="18" y="39"/>
                </a:cxn>
                <a:cxn ang="0">
                  <a:pos x="29" y="28"/>
                </a:cxn>
                <a:cxn ang="0">
                  <a:pos x="40" y="21"/>
                </a:cxn>
                <a:cxn ang="0">
                  <a:pos x="50" y="14"/>
                </a:cxn>
                <a:cxn ang="0">
                  <a:pos x="61" y="7"/>
                </a:cxn>
                <a:cxn ang="0">
                  <a:pos x="72" y="3"/>
                </a:cxn>
                <a:cxn ang="0">
                  <a:pos x="83" y="0"/>
                </a:cxn>
                <a:cxn ang="0">
                  <a:pos x="94" y="0"/>
                </a:cxn>
                <a:cxn ang="0">
                  <a:pos x="104" y="0"/>
                </a:cxn>
                <a:cxn ang="0">
                  <a:pos x="115" y="3"/>
                </a:cxn>
                <a:cxn ang="0">
                  <a:pos x="126" y="7"/>
                </a:cxn>
                <a:cxn ang="0">
                  <a:pos x="137" y="14"/>
                </a:cxn>
                <a:cxn ang="0">
                  <a:pos x="148" y="21"/>
                </a:cxn>
                <a:cxn ang="0">
                  <a:pos x="158" y="28"/>
                </a:cxn>
                <a:cxn ang="0">
                  <a:pos x="169" y="36"/>
                </a:cxn>
                <a:cxn ang="0">
                  <a:pos x="180" y="46"/>
                </a:cxn>
                <a:cxn ang="0">
                  <a:pos x="191" y="50"/>
                </a:cxn>
                <a:cxn ang="0">
                  <a:pos x="202" y="57"/>
                </a:cxn>
                <a:cxn ang="0">
                  <a:pos x="212" y="61"/>
                </a:cxn>
                <a:cxn ang="0">
                  <a:pos x="223" y="64"/>
                </a:cxn>
                <a:cxn ang="0">
                  <a:pos x="234" y="64"/>
                </a:cxn>
                <a:cxn ang="0">
                  <a:pos x="245" y="64"/>
                </a:cxn>
                <a:cxn ang="0">
                  <a:pos x="256" y="61"/>
                </a:cxn>
                <a:cxn ang="0">
                  <a:pos x="266" y="57"/>
                </a:cxn>
                <a:cxn ang="0">
                  <a:pos x="277" y="50"/>
                </a:cxn>
                <a:cxn ang="0">
                  <a:pos x="288" y="43"/>
                </a:cxn>
                <a:cxn ang="0">
                  <a:pos x="299" y="36"/>
                </a:cxn>
                <a:cxn ang="0">
                  <a:pos x="310" y="28"/>
                </a:cxn>
                <a:cxn ang="0">
                  <a:pos x="320" y="21"/>
                </a:cxn>
                <a:cxn ang="0">
                  <a:pos x="331" y="14"/>
                </a:cxn>
                <a:cxn ang="0">
                  <a:pos x="342" y="7"/>
                </a:cxn>
                <a:cxn ang="0">
                  <a:pos x="353" y="3"/>
                </a:cxn>
                <a:cxn ang="0">
                  <a:pos x="364" y="3"/>
                </a:cxn>
                <a:cxn ang="0">
                  <a:pos x="374" y="3"/>
                </a:cxn>
                <a:cxn ang="0">
                  <a:pos x="385" y="3"/>
                </a:cxn>
                <a:cxn ang="0">
                  <a:pos x="396" y="7"/>
                </a:cxn>
                <a:cxn ang="0">
                  <a:pos x="407" y="10"/>
                </a:cxn>
                <a:cxn ang="0">
                  <a:pos x="418" y="18"/>
                </a:cxn>
                <a:cxn ang="0">
                  <a:pos x="428" y="25"/>
                </a:cxn>
                <a:cxn ang="0">
                  <a:pos x="439" y="28"/>
                </a:cxn>
                <a:cxn ang="0">
                  <a:pos x="450" y="39"/>
                </a:cxn>
                <a:cxn ang="0">
                  <a:pos x="461" y="46"/>
                </a:cxn>
                <a:cxn ang="0">
                  <a:pos x="472" y="50"/>
                </a:cxn>
                <a:cxn ang="0">
                  <a:pos x="482" y="57"/>
                </a:cxn>
                <a:cxn ang="0">
                  <a:pos x="493" y="61"/>
                </a:cxn>
                <a:cxn ang="0">
                  <a:pos x="504" y="61"/>
                </a:cxn>
                <a:cxn ang="0">
                  <a:pos x="515" y="64"/>
                </a:cxn>
                <a:cxn ang="0">
                  <a:pos x="526" y="61"/>
                </a:cxn>
                <a:cxn ang="0">
                  <a:pos x="536" y="57"/>
                </a:cxn>
                <a:cxn ang="0">
                  <a:pos x="547" y="54"/>
                </a:cxn>
                <a:cxn ang="0">
                  <a:pos x="558" y="46"/>
                </a:cxn>
                <a:cxn ang="0">
                  <a:pos x="569" y="43"/>
                </a:cxn>
                <a:cxn ang="0">
                  <a:pos x="580" y="36"/>
                </a:cxn>
              </a:cxnLst>
              <a:rect l="0" t="0" r="r" b="b"/>
              <a:pathLst>
                <a:path w="583" h="64">
                  <a:moveTo>
                    <a:pt x="0" y="54"/>
                  </a:moveTo>
                  <a:lnTo>
                    <a:pt x="4" y="50"/>
                  </a:lnTo>
                  <a:lnTo>
                    <a:pt x="7" y="46"/>
                  </a:lnTo>
                  <a:lnTo>
                    <a:pt x="11" y="43"/>
                  </a:lnTo>
                  <a:lnTo>
                    <a:pt x="14" y="39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5" y="32"/>
                  </a:lnTo>
                  <a:lnTo>
                    <a:pt x="29" y="28"/>
                  </a:lnTo>
                  <a:lnTo>
                    <a:pt x="32" y="25"/>
                  </a:lnTo>
                  <a:lnTo>
                    <a:pt x="36" y="25"/>
                  </a:lnTo>
                  <a:lnTo>
                    <a:pt x="40" y="21"/>
                  </a:lnTo>
                  <a:lnTo>
                    <a:pt x="43" y="18"/>
                  </a:lnTo>
                  <a:lnTo>
                    <a:pt x="47" y="18"/>
                  </a:lnTo>
                  <a:lnTo>
                    <a:pt x="50" y="14"/>
                  </a:lnTo>
                  <a:lnTo>
                    <a:pt x="54" y="10"/>
                  </a:lnTo>
                  <a:lnTo>
                    <a:pt x="58" y="10"/>
                  </a:lnTo>
                  <a:lnTo>
                    <a:pt x="61" y="7"/>
                  </a:lnTo>
                  <a:lnTo>
                    <a:pt x="65" y="7"/>
                  </a:lnTo>
                  <a:lnTo>
                    <a:pt x="68" y="3"/>
                  </a:lnTo>
                  <a:lnTo>
                    <a:pt x="72" y="3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3"/>
                  </a:lnTo>
                  <a:lnTo>
                    <a:pt x="119" y="3"/>
                  </a:lnTo>
                  <a:lnTo>
                    <a:pt x="122" y="7"/>
                  </a:lnTo>
                  <a:lnTo>
                    <a:pt x="126" y="7"/>
                  </a:lnTo>
                  <a:lnTo>
                    <a:pt x="130" y="10"/>
                  </a:lnTo>
                  <a:lnTo>
                    <a:pt x="133" y="10"/>
                  </a:lnTo>
                  <a:lnTo>
                    <a:pt x="137" y="14"/>
                  </a:lnTo>
                  <a:lnTo>
                    <a:pt x="140" y="14"/>
                  </a:lnTo>
                  <a:lnTo>
                    <a:pt x="144" y="18"/>
                  </a:lnTo>
                  <a:lnTo>
                    <a:pt x="148" y="21"/>
                  </a:lnTo>
                  <a:lnTo>
                    <a:pt x="151" y="25"/>
                  </a:lnTo>
                  <a:lnTo>
                    <a:pt x="155" y="25"/>
                  </a:lnTo>
                  <a:lnTo>
                    <a:pt x="158" y="28"/>
                  </a:lnTo>
                  <a:lnTo>
                    <a:pt x="162" y="32"/>
                  </a:lnTo>
                  <a:lnTo>
                    <a:pt x="166" y="36"/>
                  </a:lnTo>
                  <a:lnTo>
                    <a:pt x="169" y="36"/>
                  </a:lnTo>
                  <a:lnTo>
                    <a:pt x="173" y="39"/>
                  </a:lnTo>
                  <a:lnTo>
                    <a:pt x="176" y="43"/>
                  </a:lnTo>
                  <a:lnTo>
                    <a:pt x="180" y="46"/>
                  </a:lnTo>
                  <a:lnTo>
                    <a:pt x="184" y="46"/>
                  </a:lnTo>
                  <a:lnTo>
                    <a:pt x="187" y="50"/>
                  </a:lnTo>
                  <a:lnTo>
                    <a:pt x="191" y="50"/>
                  </a:lnTo>
                  <a:lnTo>
                    <a:pt x="194" y="54"/>
                  </a:lnTo>
                  <a:lnTo>
                    <a:pt x="198" y="57"/>
                  </a:lnTo>
                  <a:lnTo>
                    <a:pt x="202" y="57"/>
                  </a:lnTo>
                  <a:lnTo>
                    <a:pt x="205" y="61"/>
                  </a:lnTo>
                  <a:lnTo>
                    <a:pt x="209" y="61"/>
                  </a:lnTo>
                  <a:lnTo>
                    <a:pt x="212" y="61"/>
                  </a:lnTo>
                  <a:lnTo>
                    <a:pt x="216" y="64"/>
                  </a:lnTo>
                  <a:lnTo>
                    <a:pt x="220" y="64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1"/>
                  </a:lnTo>
                  <a:lnTo>
                    <a:pt x="259" y="61"/>
                  </a:lnTo>
                  <a:lnTo>
                    <a:pt x="263" y="57"/>
                  </a:lnTo>
                  <a:lnTo>
                    <a:pt x="266" y="57"/>
                  </a:lnTo>
                  <a:lnTo>
                    <a:pt x="270" y="54"/>
                  </a:lnTo>
                  <a:lnTo>
                    <a:pt x="274" y="54"/>
                  </a:lnTo>
                  <a:lnTo>
                    <a:pt x="277" y="50"/>
                  </a:lnTo>
                  <a:lnTo>
                    <a:pt x="281" y="50"/>
                  </a:lnTo>
                  <a:lnTo>
                    <a:pt x="284" y="46"/>
                  </a:lnTo>
                  <a:lnTo>
                    <a:pt x="288" y="43"/>
                  </a:lnTo>
                  <a:lnTo>
                    <a:pt x="292" y="39"/>
                  </a:lnTo>
                  <a:lnTo>
                    <a:pt x="295" y="39"/>
                  </a:lnTo>
                  <a:lnTo>
                    <a:pt x="299" y="36"/>
                  </a:lnTo>
                  <a:lnTo>
                    <a:pt x="302" y="36"/>
                  </a:lnTo>
                  <a:lnTo>
                    <a:pt x="306" y="32"/>
                  </a:lnTo>
                  <a:lnTo>
                    <a:pt x="310" y="28"/>
                  </a:lnTo>
                  <a:lnTo>
                    <a:pt x="313" y="25"/>
                  </a:lnTo>
                  <a:lnTo>
                    <a:pt x="317" y="25"/>
                  </a:lnTo>
                  <a:lnTo>
                    <a:pt x="320" y="21"/>
                  </a:lnTo>
                  <a:lnTo>
                    <a:pt x="324" y="18"/>
                  </a:lnTo>
                  <a:lnTo>
                    <a:pt x="328" y="18"/>
                  </a:lnTo>
                  <a:lnTo>
                    <a:pt x="331" y="14"/>
                  </a:lnTo>
                  <a:lnTo>
                    <a:pt x="335" y="10"/>
                  </a:lnTo>
                  <a:lnTo>
                    <a:pt x="338" y="10"/>
                  </a:lnTo>
                  <a:lnTo>
                    <a:pt x="342" y="7"/>
                  </a:lnTo>
                  <a:lnTo>
                    <a:pt x="346" y="7"/>
                  </a:lnTo>
                  <a:lnTo>
                    <a:pt x="349" y="7"/>
                  </a:lnTo>
                  <a:lnTo>
                    <a:pt x="353" y="3"/>
                  </a:lnTo>
                  <a:lnTo>
                    <a:pt x="356" y="3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4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2" y="3"/>
                  </a:lnTo>
                  <a:lnTo>
                    <a:pt x="396" y="7"/>
                  </a:lnTo>
                  <a:lnTo>
                    <a:pt x="400" y="7"/>
                  </a:lnTo>
                  <a:lnTo>
                    <a:pt x="403" y="10"/>
                  </a:lnTo>
                  <a:lnTo>
                    <a:pt x="407" y="10"/>
                  </a:lnTo>
                  <a:lnTo>
                    <a:pt x="410" y="14"/>
                  </a:lnTo>
                  <a:lnTo>
                    <a:pt x="414" y="14"/>
                  </a:lnTo>
                  <a:lnTo>
                    <a:pt x="418" y="18"/>
                  </a:lnTo>
                  <a:lnTo>
                    <a:pt x="421" y="18"/>
                  </a:lnTo>
                  <a:lnTo>
                    <a:pt x="425" y="21"/>
                  </a:lnTo>
                  <a:lnTo>
                    <a:pt x="428" y="25"/>
                  </a:lnTo>
                  <a:lnTo>
                    <a:pt x="432" y="25"/>
                  </a:lnTo>
                  <a:lnTo>
                    <a:pt x="436" y="28"/>
                  </a:lnTo>
                  <a:lnTo>
                    <a:pt x="439" y="28"/>
                  </a:lnTo>
                  <a:lnTo>
                    <a:pt x="443" y="32"/>
                  </a:lnTo>
                  <a:lnTo>
                    <a:pt x="446" y="36"/>
                  </a:lnTo>
                  <a:lnTo>
                    <a:pt x="450" y="39"/>
                  </a:lnTo>
                  <a:lnTo>
                    <a:pt x="454" y="39"/>
                  </a:lnTo>
                  <a:lnTo>
                    <a:pt x="457" y="43"/>
                  </a:lnTo>
                  <a:lnTo>
                    <a:pt x="461" y="46"/>
                  </a:lnTo>
                  <a:lnTo>
                    <a:pt x="464" y="46"/>
                  </a:lnTo>
                  <a:lnTo>
                    <a:pt x="468" y="50"/>
                  </a:lnTo>
                  <a:lnTo>
                    <a:pt x="472" y="50"/>
                  </a:lnTo>
                  <a:lnTo>
                    <a:pt x="475" y="54"/>
                  </a:lnTo>
                  <a:lnTo>
                    <a:pt x="479" y="54"/>
                  </a:lnTo>
                  <a:lnTo>
                    <a:pt x="482" y="57"/>
                  </a:lnTo>
                  <a:lnTo>
                    <a:pt x="486" y="57"/>
                  </a:lnTo>
                  <a:lnTo>
                    <a:pt x="490" y="61"/>
                  </a:lnTo>
                  <a:lnTo>
                    <a:pt x="493" y="61"/>
                  </a:lnTo>
                  <a:lnTo>
                    <a:pt x="497" y="61"/>
                  </a:lnTo>
                  <a:lnTo>
                    <a:pt x="500" y="61"/>
                  </a:lnTo>
                  <a:lnTo>
                    <a:pt x="504" y="61"/>
                  </a:lnTo>
                  <a:lnTo>
                    <a:pt x="508" y="64"/>
                  </a:lnTo>
                  <a:lnTo>
                    <a:pt x="511" y="64"/>
                  </a:lnTo>
                  <a:lnTo>
                    <a:pt x="515" y="64"/>
                  </a:lnTo>
                  <a:lnTo>
                    <a:pt x="518" y="61"/>
                  </a:lnTo>
                  <a:lnTo>
                    <a:pt x="522" y="61"/>
                  </a:lnTo>
                  <a:lnTo>
                    <a:pt x="526" y="61"/>
                  </a:lnTo>
                  <a:lnTo>
                    <a:pt x="529" y="61"/>
                  </a:lnTo>
                  <a:lnTo>
                    <a:pt x="533" y="61"/>
                  </a:lnTo>
                  <a:lnTo>
                    <a:pt x="536" y="57"/>
                  </a:lnTo>
                  <a:lnTo>
                    <a:pt x="540" y="57"/>
                  </a:lnTo>
                  <a:lnTo>
                    <a:pt x="544" y="57"/>
                  </a:lnTo>
                  <a:lnTo>
                    <a:pt x="547" y="54"/>
                  </a:lnTo>
                  <a:lnTo>
                    <a:pt x="551" y="50"/>
                  </a:lnTo>
                  <a:lnTo>
                    <a:pt x="554" y="50"/>
                  </a:lnTo>
                  <a:lnTo>
                    <a:pt x="558" y="46"/>
                  </a:lnTo>
                  <a:lnTo>
                    <a:pt x="562" y="46"/>
                  </a:lnTo>
                  <a:lnTo>
                    <a:pt x="565" y="43"/>
                  </a:lnTo>
                  <a:lnTo>
                    <a:pt x="569" y="43"/>
                  </a:lnTo>
                  <a:lnTo>
                    <a:pt x="572" y="39"/>
                  </a:lnTo>
                  <a:lnTo>
                    <a:pt x="576" y="36"/>
                  </a:lnTo>
                  <a:lnTo>
                    <a:pt x="580" y="36"/>
                  </a:lnTo>
                  <a:lnTo>
                    <a:pt x="583" y="32"/>
                  </a:lnTo>
                  <a:lnTo>
                    <a:pt x="583" y="32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9" name="Freeform 97"/>
            <p:cNvSpPr>
              <a:spLocks/>
            </p:cNvSpPr>
            <p:nvPr/>
          </p:nvSpPr>
          <p:spPr bwMode="auto">
            <a:xfrm>
              <a:off x="749" y="1048"/>
              <a:ext cx="1533" cy="2462"/>
            </a:xfrm>
            <a:custGeom>
              <a:avLst/>
              <a:gdLst/>
              <a:ahLst/>
              <a:cxnLst>
                <a:cxn ang="0">
                  <a:pos x="32" y="1983"/>
                </a:cxn>
                <a:cxn ang="0">
                  <a:pos x="75" y="1962"/>
                </a:cxn>
                <a:cxn ang="0">
                  <a:pos x="119" y="1994"/>
                </a:cxn>
                <a:cxn ang="0">
                  <a:pos x="147" y="2037"/>
                </a:cxn>
                <a:cxn ang="0">
                  <a:pos x="183" y="2081"/>
                </a:cxn>
                <a:cxn ang="0">
                  <a:pos x="227" y="2088"/>
                </a:cxn>
                <a:cxn ang="0">
                  <a:pos x="263" y="2048"/>
                </a:cxn>
                <a:cxn ang="0">
                  <a:pos x="291" y="2005"/>
                </a:cxn>
                <a:cxn ang="0">
                  <a:pos x="324" y="1962"/>
                </a:cxn>
                <a:cxn ang="0">
                  <a:pos x="367" y="1955"/>
                </a:cxn>
                <a:cxn ang="0">
                  <a:pos x="403" y="1994"/>
                </a:cxn>
                <a:cxn ang="0">
                  <a:pos x="425" y="2037"/>
                </a:cxn>
                <a:cxn ang="0">
                  <a:pos x="450" y="2081"/>
                </a:cxn>
                <a:cxn ang="0">
                  <a:pos x="493" y="2109"/>
                </a:cxn>
                <a:cxn ang="0">
                  <a:pos x="533" y="2073"/>
                </a:cxn>
                <a:cxn ang="0">
                  <a:pos x="554" y="2030"/>
                </a:cxn>
                <a:cxn ang="0">
                  <a:pos x="576" y="1987"/>
                </a:cxn>
                <a:cxn ang="0">
                  <a:pos x="601" y="1944"/>
                </a:cxn>
                <a:cxn ang="0">
                  <a:pos x="644" y="1929"/>
                </a:cxn>
                <a:cxn ang="0">
                  <a:pos x="673" y="1973"/>
                </a:cxn>
                <a:cxn ang="0">
                  <a:pos x="695" y="2016"/>
                </a:cxn>
                <a:cxn ang="0">
                  <a:pos x="709" y="2059"/>
                </a:cxn>
                <a:cxn ang="0">
                  <a:pos x="731" y="2102"/>
                </a:cxn>
                <a:cxn ang="0">
                  <a:pos x="767" y="2142"/>
                </a:cxn>
                <a:cxn ang="0">
                  <a:pos x="803" y="2109"/>
                </a:cxn>
                <a:cxn ang="0">
                  <a:pos x="821" y="2066"/>
                </a:cxn>
                <a:cxn ang="0">
                  <a:pos x="839" y="2019"/>
                </a:cxn>
                <a:cxn ang="0">
                  <a:pos x="853" y="1973"/>
                </a:cxn>
                <a:cxn ang="0">
                  <a:pos x="871" y="1926"/>
                </a:cxn>
                <a:cxn ang="0">
                  <a:pos x="900" y="1883"/>
                </a:cxn>
                <a:cxn ang="0">
                  <a:pos x="936" y="1908"/>
                </a:cxn>
                <a:cxn ang="0">
                  <a:pos x="954" y="1955"/>
                </a:cxn>
                <a:cxn ang="0">
                  <a:pos x="972" y="2009"/>
                </a:cxn>
                <a:cxn ang="0">
                  <a:pos x="990" y="2070"/>
                </a:cxn>
                <a:cxn ang="0">
                  <a:pos x="1004" y="2127"/>
                </a:cxn>
                <a:cxn ang="0">
                  <a:pos x="1022" y="2174"/>
                </a:cxn>
                <a:cxn ang="0">
                  <a:pos x="1055" y="2207"/>
                </a:cxn>
                <a:cxn ang="0">
                  <a:pos x="1080" y="2163"/>
                </a:cxn>
                <a:cxn ang="0">
                  <a:pos x="1098" y="2106"/>
                </a:cxn>
                <a:cxn ang="0">
                  <a:pos x="1112" y="2030"/>
                </a:cxn>
                <a:cxn ang="0">
                  <a:pos x="1130" y="1947"/>
                </a:cxn>
                <a:cxn ang="0">
                  <a:pos x="1148" y="1872"/>
                </a:cxn>
                <a:cxn ang="0">
                  <a:pos x="1163" y="1807"/>
                </a:cxn>
                <a:cxn ang="0">
                  <a:pos x="1188" y="1764"/>
                </a:cxn>
                <a:cxn ang="0">
                  <a:pos x="1217" y="1807"/>
                </a:cxn>
                <a:cxn ang="0">
                  <a:pos x="1231" y="1879"/>
                </a:cxn>
                <a:cxn ang="0">
                  <a:pos x="1249" y="1983"/>
                </a:cxn>
                <a:cxn ang="0">
                  <a:pos x="1267" y="2106"/>
                </a:cxn>
                <a:cxn ang="0">
                  <a:pos x="1281" y="2235"/>
                </a:cxn>
                <a:cxn ang="0">
                  <a:pos x="1299" y="2347"/>
                </a:cxn>
                <a:cxn ang="0">
                  <a:pos x="1317" y="2430"/>
                </a:cxn>
                <a:cxn ang="0">
                  <a:pos x="1343" y="2451"/>
                </a:cxn>
                <a:cxn ang="0">
                  <a:pos x="1361" y="2379"/>
                </a:cxn>
                <a:cxn ang="0">
                  <a:pos x="1379" y="2235"/>
                </a:cxn>
                <a:cxn ang="0">
                  <a:pos x="1393" y="2023"/>
                </a:cxn>
                <a:cxn ang="0">
                  <a:pos x="1411" y="1753"/>
                </a:cxn>
                <a:cxn ang="0">
                  <a:pos x="1425" y="1443"/>
                </a:cxn>
                <a:cxn ang="0">
                  <a:pos x="1443" y="1112"/>
                </a:cxn>
                <a:cxn ang="0">
                  <a:pos x="1461" y="788"/>
                </a:cxn>
                <a:cxn ang="0">
                  <a:pos x="1476" y="493"/>
                </a:cxn>
                <a:cxn ang="0">
                  <a:pos x="1494" y="252"/>
                </a:cxn>
                <a:cxn ang="0">
                  <a:pos x="1512" y="86"/>
                </a:cxn>
                <a:cxn ang="0">
                  <a:pos x="1526" y="7"/>
                </a:cxn>
              </a:cxnLst>
              <a:rect l="0" t="0" r="r" b="b"/>
              <a:pathLst>
                <a:path w="1533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1" y="2009"/>
                  </a:lnTo>
                  <a:lnTo>
                    <a:pt x="14" y="2005"/>
                  </a:lnTo>
                  <a:lnTo>
                    <a:pt x="18" y="2001"/>
                  </a:lnTo>
                  <a:lnTo>
                    <a:pt x="21" y="1998"/>
                  </a:lnTo>
                  <a:lnTo>
                    <a:pt x="25" y="1994"/>
                  </a:lnTo>
                  <a:lnTo>
                    <a:pt x="29" y="1991"/>
                  </a:lnTo>
                  <a:lnTo>
                    <a:pt x="32" y="1987"/>
                  </a:lnTo>
                  <a:lnTo>
                    <a:pt x="32" y="1983"/>
                  </a:lnTo>
                  <a:lnTo>
                    <a:pt x="36" y="1980"/>
                  </a:lnTo>
                  <a:lnTo>
                    <a:pt x="39" y="1976"/>
                  </a:lnTo>
                  <a:lnTo>
                    <a:pt x="43" y="1973"/>
                  </a:lnTo>
                  <a:lnTo>
                    <a:pt x="47" y="1973"/>
                  </a:lnTo>
                  <a:lnTo>
                    <a:pt x="50" y="1969"/>
                  </a:lnTo>
                  <a:lnTo>
                    <a:pt x="54" y="1965"/>
                  </a:lnTo>
                  <a:lnTo>
                    <a:pt x="57" y="1965"/>
                  </a:lnTo>
                  <a:lnTo>
                    <a:pt x="61" y="1965"/>
                  </a:lnTo>
                  <a:lnTo>
                    <a:pt x="65" y="1962"/>
                  </a:lnTo>
                  <a:lnTo>
                    <a:pt x="68" y="1962"/>
                  </a:lnTo>
                  <a:lnTo>
                    <a:pt x="72" y="1962"/>
                  </a:lnTo>
                  <a:lnTo>
                    <a:pt x="75" y="1962"/>
                  </a:lnTo>
                  <a:lnTo>
                    <a:pt x="79" y="1965"/>
                  </a:lnTo>
                  <a:lnTo>
                    <a:pt x="83" y="1965"/>
                  </a:lnTo>
                  <a:lnTo>
                    <a:pt x="86" y="1965"/>
                  </a:lnTo>
                  <a:lnTo>
                    <a:pt x="90" y="1969"/>
                  </a:lnTo>
                  <a:lnTo>
                    <a:pt x="93" y="1973"/>
                  </a:lnTo>
                  <a:lnTo>
                    <a:pt x="97" y="1976"/>
                  </a:lnTo>
                  <a:lnTo>
                    <a:pt x="101" y="1976"/>
                  </a:lnTo>
                  <a:lnTo>
                    <a:pt x="104" y="1980"/>
                  </a:lnTo>
                  <a:lnTo>
                    <a:pt x="108" y="1983"/>
                  </a:lnTo>
                  <a:lnTo>
                    <a:pt x="111" y="1987"/>
                  </a:lnTo>
                  <a:lnTo>
                    <a:pt x="115" y="1991"/>
                  </a:lnTo>
                  <a:lnTo>
                    <a:pt x="119" y="1994"/>
                  </a:lnTo>
                  <a:lnTo>
                    <a:pt x="122" y="1998"/>
                  </a:lnTo>
                  <a:lnTo>
                    <a:pt x="122" y="2001"/>
                  </a:lnTo>
                  <a:lnTo>
                    <a:pt x="126" y="2005"/>
                  </a:lnTo>
                  <a:lnTo>
                    <a:pt x="129" y="2009"/>
                  </a:lnTo>
                  <a:lnTo>
                    <a:pt x="133" y="2012"/>
                  </a:lnTo>
                  <a:lnTo>
                    <a:pt x="133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47" y="2037"/>
                  </a:lnTo>
                  <a:lnTo>
                    <a:pt x="151" y="2041"/>
                  </a:lnTo>
                  <a:lnTo>
                    <a:pt x="155" y="2045"/>
                  </a:lnTo>
                  <a:lnTo>
                    <a:pt x="158" y="2048"/>
                  </a:lnTo>
                  <a:lnTo>
                    <a:pt x="162" y="2052"/>
                  </a:lnTo>
                  <a:lnTo>
                    <a:pt x="162" y="2055"/>
                  </a:lnTo>
                  <a:lnTo>
                    <a:pt x="165" y="2059"/>
                  </a:lnTo>
                  <a:lnTo>
                    <a:pt x="169" y="2063"/>
                  </a:lnTo>
                  <a:lnTo>
                    <a:pt x="173" y="2066"/>
                  </a:lnTo>
                  <a:lnTo>
                    <a:pt x="173" y="2070"/>
                  </a:lnTo>
                  <a:lnTo>
                    <a:pt x="176" y="2073"/>
                  </a:lnTo>
                  <a:lnTo>
                    <a:pt x="180" y="2077"/>
                  </a:lnTo>
                  <a:lnTo>
                    <a:pt x="183" y="2081"/>
                  </a:lnTo>
                  <a:lnTo>
                    <a:pt x="187" y="2084"/>
                  </a:lnTo>
                  <a:lnTo>
                    <a:pt x="191" y="2088"/>
                  </a:lnTo>
                  <a:lnTo>
                    <a:pt x="194" y="2088"/>
                  </a:lnTo>
                  <a:lnTo>
                    <a:pt x="198" y="2088"/>
                  </a:lnTo>
                  <a:lnTo>
                    <a:pt x="201" y="2091"/>
                  </a:lnTo>
                  <a:lnTo>
                    <a:pt x="205" y="2091"/>
                  </a:lnTo>
                  <a:lnTo>
                    <a:pt x="209" y="2091"/>
                  </a:lnTo>
                  <a:lnTo>
                    <a:pt x="212" y="2091"/>
                  </a:lnTo>
                  <a:lnTo>
                    <a:pt x="216" y="2091"/>
                  </a:lnTo>
                  <a:lnTo>
                    <a:pt x="219" y="2091"/>
                  </a:lnTo>
                  <a:lnTo>
                    <a:pt x="223" y="2088"/>
                  </a:lnTo>
                  <a:lnTo>
                    <a:pt x="227" y="2088"/>
                  </a:lnTo>
                  <a:lnTo>
                    <a:pt x="230" y="2084"/>
                  </a:lnTo>
                  <a:lnTo>
                    <a:pt x="234" y="2081"/>
                  </a:lnTo>
                  <a:lnTo>
                    <a:pt x="237" y="2077"/>
                  </a:lnTo>
                  <a:lnTo>
                    <a:pt x="241" y="2073"/>
                  </a:lnTo>
                  <a:lnTo>
                    <a:pt x="245" y="2073"/>
                  </a:lnTo>
                  <a:lnTo>
                    <a:pt x="248" y="2070"/>
                  </a:lnTo>
                  <a:lnTo>
                    <a:pt x="252" y="2066"/>
                  </a:lnTo>
                  <a:lnTo>
                    <a:pt x="252" y="2063"/>
                  </a:lnTo>
                  <a:lnTo>
                    <a:pt x="255" y="2059"/>
                  </a:lnTo>
                  <a:lnTo>
                    <a:pt x="259" y="2055"/>
                  </a:lnTo>
                  <a:lnTo>
                    <a:pt x="259" y="2052"/>
                  </a:lnTo>
                  <a:lnTo>
                    <a:pt x="263" y="2048"/>
                  </a:lnTo>
                  <a:lnTo>
                    <a:pt x="266" y="2045"/>
                  </a:lnTo>
                  <a:lnTo>
                    <a:pt x="270" y="2041"/>
                  </a:lnTo>
                  <a:lnTo>
                    <a:pt x="270" y="2037"/>
                  </a:lnTo>
                  <a:lnTo>
                    <a:pt x="273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1" y="2019"/>
                  </a:lnTo>
                  <a:lnTo>
                    <a:pt x="284" y="2016"/>
                  </a:lnTo>
                  <a:lnTo>
                    <a:pt x="288" y="2012"/>
                  </a:lnTo>
                  <a:lnTo>
                    <a:pt x="288" y="2009"/>
                  </a:lnTo>
                  <a:lnTo>
                    <a:pt x="291" y="2005"/>
                  </a:lnTo>
                  <a:lnTo>
                    <a:pt x="291" y="2001"/>
                  </a:lnTo>
                  <a:lnTo>
                    <a:pt x="295" y="1998"/>
                  </a:lnTo>
                  <a:lnTo>
                    <a:pt x="299" y="1994"/>
                  </a:lnTo>
                  <a:lnTo>
                    <a:pt x="302" y="1991"/>
                  </a:lnTo>
                  <a:lnTo>
                    <a:pt x="302" y="1987"/>
                  </a:lnTo>
                  <a:lnTo>
                    <a:pt x="306" y="1983"/>
                  </a:lnTo>
                  <a:lnTo>
                    <a:pt x="309" y="1980"/>
                  </a:lnTo>
                  <a:lnTo>
                    <a:pt x="309" y="1976"/>
                  </a:lnTo>
                  <a:lnTo>
                    <a:pt x="313" y="1973"/>
                  </a:lnTo>
                  <a:lnTo>
                    <a:pt x="317" y="1969"/>
                  </a:lnTo>
                  <a:lnTo>
                    <a:pt x="320" y="1965"/>
                  </a:lnTo>
                  <a:lnTo>
                    <a:pt x="324" y="1962"/>
                  </a:lnTo>
                  <a:lnTo>
                    <a:pt x="327" y="1958"/>
                  </a:lnTo>
                  <a:lnTo>
                    <a:pt x="331" y="1955"/>
                  </a:lnTo>
                  <a:lnTo>
                    <a:pt x="335" y="1951"/>
                  </a:lnTo>
                  <a:lnTo>
                    <a:pt x="338" y="1951"/>
                  </a:lnTo>
                  <a:lnTo>
                    <a:pt x="342" y="1947"/>
                  </a:lnTo>
                  <a:lnTo>
                    <a:pt x="345" y="1947"/>
                  </a:lnTo>
                  <a:lnTo>
                    <a:pt x="349" y="1947"/>
                  </a:lnTo>
                  <a:lnTo>
                    <a:pt x="353" y="1947"/>
                  </a:lnTo>
                  <a:lnTo>
                    <a:pt x="356" y="1947"/>
                  </a:lnTo>
                  <a:lnTo>
                    <a:pt x="360" y="1951"/>
                  </a:lnTo>
                  <a:lnTo>
                    <a:pt x="363" y="1951"/>
                  </a:lnTo>
                  <a:lnTo>
                    <a:pt x="367" y="1955"/>
                  </a:lnTo>
                  <a:lnTo>
                    <a:pt x="371" y="1958"/>
                  </a:lnTo>
                  <a:lnTo>
                    <a:pt x="374" y="1958"/>
                  </a:lnTo>
                  <a:lnTo>
                    <a:pt x="378" y="1962"/>
                  </a:lnTo>
                  <a:lnTo>
                    <a:pt x="381" y="1965"/>
                  </a:lnTo>
                  <a:lnTo>
                    <a:pt x="385" y="1969"/>
                  </a:lnTo>
                  <a:lnTo>
                    <a:pt x="389" y="1973"/>
                  </a:lnTo>
                  <a:lnTo>
                    <a:pt x="389" y="1976"/>
                  </a:lnTo>
                  <a:lnTo>
                    <a:pt x="392" y="1980"/>
                  </a:lnTo>
                  <a:lnTo>
                    <a:pt x="396" y="1983"/>
                  </a:lnTo>
                  <a:lnTo>
                    <a:pt x="396" y="1987"/>
                  </a:lnTo>
                  <a:lnTo>
                    <a:pt x="399" y="1991"/>
                  </a:lnTo>
                  <a:lnTo>
                    <a:pt x="403" y="1994"/>
                  </a:lnTo>
                  <a:lnTo>
                    <a:pt x="403" y="1998"/>
                  </a:lnTo>
                  <a:lnTo>
                    <a:pt x="407" y="2001"/>
                  </a:lnTo>
                  <a:lnTo>
                    <a:pt x="407" y="2005"/>
                  </a:lnTo>
                  <a:lnTo>
                    <a:pt x="410" y="2009"/>
                  </a:lnTo>
                  <a:lnTo>
                    <a:pt x="414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5" y="2034"/>
                  </a:lnTo>
                  <a:lnTo>
                    <a:pt x="425" y="2037"/>
                  </a:lnTo>
                  <a:lnTo>
                    <a:pt x="428" y="2041"/>
                  </a:lnTo>
                  <a:lnTo>
                    <a:pt x="428" y="2045"/>
                  </a:lnTo>
                  <a:lnTo>
                    <a:pt x="432" y="2048"/>
                  </a:lnTo>
                  <a:lnTo>
                    <a:pt x="432" y="2052"/>
                  </a:lnTo>
                  <a:lnTo>
                    <a:pt x="435" y="2055"/>
                  </a:lnTo>
                  <a:lnTo>
                    <a:pt x="439" y="2059"/>
                  </a:lnTo>
                  <a:lnTo>
                    <a:pt x="439" y="2063"/>
                  </a:lnTo>
                  <a:lnTo>
                    <a:pt x="443" y="2066"/>
                  </a:lnTo>
                  <a:lnTo>
                    <a:pt x="446" y="2070"/>
                  </a:lnTo>
                  <a:lnTo>
                    <a:pt x="446" y="2073"/>
                  </a:lnTo>
                  <a:lnTo>
                    <a:pt x="450" y="2077"/>
                  </a:lnTo>
                  <a:lnTo>
                    <a:pt x="450" y="2081"/>
                  </a:lnTo>
                  <a:lnTo>
                    <a:pt x="453" y="2084"/>
                  </a:lnTo>
                  <a:lnTo>
                    <a:pt x="457" y="2088"/>
                  </a:lnTo>
                  <a:lnTo>
                    <a:pt x="461" y="2091"/>
                  </a:lnTo>
                  <a:lnTo>
                    <a:pt x="464" y="2095"/>
                  </a:lnTo>
                  <a:lnTo>
                    <a:pt x="468" y="2099"/>
                  </a:lnTo>
                  <a:lnTo>
                    <a:pt x="471" y="2102"/>
                  </a:lnTo>
                  <a:lnTo>
                    <a:pt x="475" y="2106"/>
                  </a:lnTo>
                  <a:lnTo>
                    <a:pt x="479" y="2106"/>
                  </a:lnTo>
                  <a:lnTo>
                    <a:pt x="482" y="2109"/>
                  </a:lnTo>
                  <a:lnTo>
                    <a:pt x="486" y="2109"/>
                  </a:lnTo>
                  <a:lnTo>
                    <a:pt x="489" y="2109"/>
                  </a:lnTo>
                  <a:lnTo>
                    <a:pt x="493" y="2109"/>
                  </a:lnTo>
                  <a:lnTo>
                    <a:pt x="497" y="2109"/>
                  </a:lnTo>
                  <a:lnTo>
                    <a:pt x="500" y="2106"/>
                  </a:lnTo>
                  <a:lnTo>
                    <a:pt x="504" y="2106"/>
                  </a:lnTo>
                  <a:lnTo>
                    <a:pt x="507" y="2102"/>
                  </a:lnTo>
                  <a:lnTo>
                    <a:pt x="511" y="2099"/>
                  </a:lnTo>
                  <a:lnTo>
                    <a:pt x="515" y="2095"/>
                  </a:lnTo>
                  <a:lnTo>
                    <a:pt x="518" y="2091"/>
                  </a:lnTo>
                  <a:lnTo>
                    <a:pt x="522" y="2088"/>
                  </a:lnTo>
                  <a:lnTo>
                    <a:pt x="525" y="2084"/>
                  </a:lnTo>
                  <a:lnTo>
                    <a:pt x="525" y="2081"/>
                  </a:lnTo>
                  <a:lnTo>
                    <a:pt x="529" y="2077"/>
                  </a:lnTo>
                  <a:lnTo>
                    <a:pt x="533" y="2073"/>
                  </a:lnTo>
                  <a:lnTo>
                    <a:pt x="533" y="2070"/>
                  </a:lnTo>
                  <a:lnTo>
                    <a:pt x="536" y="2066"/>
                  </a:lnTo>
                  <a:lnTo>
                    <a:pt x="536" y="2063"/>
                  </a:lnTo>
                  <a:lnTo>
                    <a:pt x="540" y="2059"/>
                  </a:lnTo>
                  <a:lnTo>
                    <a:pt x="543" y="2055"/>
                  </a:lnTo>
                  <a:lnTo>
                    <a:pt x="543" y="2052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41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1" y="2016"/>
                  </a:lnTo>
                  <a:lnTo>
                    <a:pt x="561" y="2012"/>
                  </a:lnTo>
                  <a:lnTo>
                    <a:pt x="565" y="2009"/>
                  </a:lnTo>
                  <a:lnTo>
                    <a:pt x="569" y="2005"/>
                  </a:lnTo>
                  <a:lnTo>
                    <a:pt x="569" y="2001"/>
                  </a:lnTo>
                  <a:lnTo>
                    <a:pt x="569" y="1998"/>
                  </a:lnTo>
                  <a:lnTo>
                    <a:pt x="572" y="1994"/>
                  </a:lnTo>
                  <a:lnTo>
                    <a:pt x="576" y="1991"/>
                  </a:lnTo>
                  <a:lnTo>
                    <a:pt x="576" y="1987"/>
                  </a:lnTo>
                  <a:lnTo>
                    <a:pt x="576" y="1983"/>
                  </a:lnTo>
                  <a:lnTo>
                    <a:pt x="579" y="1980"/>
                  </a:lnTo>
                  <a:lnTo>
                    <a:pt x="579" y="1976"/>
                  </a:lnTo>
                  <a:lnTo>
                    <a:pt x="583" y="1973"/>
                  </a:lnTo>
                  <a:lnTo>
                    <a:pt x="587" y="1969"/>
                  </a:lnTo>
                  <a:lnTo>
                    <a:pt x="587" y="1965"/>
                  </a:lnTo>
                  <a:lnTo>
                    <a:pt x="590" y="1962"/>
                  </a:lnTo>
                  <a:lnTo>
                    <a:pt x="594" y="1958"/>
                  </a:lnTo>
                  <a:lnTo>
                    <a:pt x="594" y="1955"/>
                  </a:lnTo>
                  <a:lnTo>
                    <a:pt x="597" y="1951"/>
                  </a:lnTo>
                  <a:lnTo>
                    <a:pt x="597" y="1947"/>
                  </a:lnTo>
                  <a:lnTo>
                    <a:pt x="601" y="1944"/>
                  </a:lnTo>
                  <a:lnTo>
                    <a:pt x="605" y="1940"/>
                  </a:lnTo>
                  <a:lnTo>
                    <a:pt x="608" y="1937"/>
                  </a:lnTo>
                  <a:lnTo>
                    <a:pt x="612" y="1933"/>
                  </a:lnTo>
                  <a:lnTo>
                    <a:pt x="615" y="1929"/>
                  </a:lnTo>
                  <a:lnTo>
                    <a:pt x="619" y="1926"/>
                  </a:lnTo>
                  <a:lnTo>
                    <a:pt x="623" y="1926"/>
                  </a:lnTo>
                  <a:lnTo>
                    <a:pt x="626" y="1926"/>
                  </a:lnTo>
                  <a:lnTo>
                    <a:pt x="630" y="1926"/>
                  </a:lnTo>
                  <a:lnTo>
                    <a:pt x="633" y="1926"/>
                  </a:lnTo>
                  <a:lnTo>
                    <a:pt x="637" y="1926"/>
                  </a:lnTo>
                  <a:lnTo>
                    <a:pt x="641" y="1929"/>
                  </a:lnTo>
                  <a:lnTo>
                    <a:pt x="644" y="1929"/>
                  </a:lnTo>
                  <a:lnTo>
                    <a:pt x="648" y="1933"/>
                  </a:lnTo>
                  <a:lnTo>
                    <a:pt x="651" y="1937"/>
                  </a:lnTo>
                  <a:lnTo>
                    <a:pt x="655" y="1940"/>
                  </a:lnTo>
                  <a:lnTo>
                    <a:pt x="659" y="1944"/>
                  </a:lnTo>
                  <a:lnTo>
                    <a:pt x="662" y="1947"/>
                  </a:lnTo>
                  <a:lnTo>
                    <a:pt x="662" y="1951"/>
                  </a:lnTo>
                  <a:lnTo>
                    <a:pt x="666" y="1955"/>
                  </a:lnTo>
                  <a:lnTo>
                    <a:pt x="666" y="1958"/>
                  </a:lnTo>
                  <a:lnTo>
                    <a:pt x="669" y="1962"/>
                  </a:lnTo>
                  <a:lnTo>
                    <a:pt x="669" y="1965"/>
                  </a:lnTo>
                  <a:lnTo>
                    <a:pt x="673" y="1969"/>
                  </a:lnTo>
                  <a:lnTo>
                    <a:pt x="673" y="1973"/>
                  </a:lnTo>
                  <a:lnTo>
                    <a:pt x="677" y="1976"/>
                  </a:lnTo>
                  <a:lnTo>
                    <a:pt x="677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7" y="2001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4"/>
                  </a:lnTo>
                  <a:lnTo>
                    <a:pt x="702" y="2037"/>
                  </a:lnTo>
                  <a:lnTo>
                    <a:pt x="705" y="2041"/>
                  </a:lnTo>
                  <a:lnTo>
                    <a:pt x="705" y="2045"/>
                  </a:lnTo>
                  <a:lnTo>
                    <a:pt x="705" y="2048"/>
                  </a:lnTo>
                  <a:lnTo>
                    <a:pt x="709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3" y="2063"/>
                  </a:lnTo>
                  <a:lnTo>
                    <a:pt x="716" y="2066"/>
                  </a:lnTo>
                  <a:lnTo>
                    <a:pt x="716" y="2070"/>
                  </a:lnTo>
                  <a:lnTo>
                    <a:pt x="716" y="2073"/>
                  </a:lnTo>
                  <a:lnTo>
                    <a:pt x="720" y="2077"/>
                  </a:lnTo>
                  <a:lnTo>
                    <a:pt x="720" y="2081"/>
                  </a:lnTo>
                  <a:lnTo>
                    <a:pt x="723" y="2084"/>
                  </a:lnTo>
                  <a:lnTo>
                    <a:pt x="723" y="2088"/>
                  </a:lnTo>
                  <a:lnTo>
                    <a:pt x="727" y="2091"/>
                  </a:lnTo>
                  <a:lnTo>
                    <a:pt x="727" y="2095"/>
                  </a:lnTo>
                  <a:lnTo>
                    <a:pt x="727" y="2099"/>
                  </a:lnTo>
                  <a:lnTo>
                    <a:pt x="731" y="2102"/>
                  </a:lnTo>
                  <a:lnTo>
                    <a:pt x="734" y="2106"/>
                  </a:lnTo>
                  <a:lnTo>
                    <a:pt x="734" y="2109"/>
                  </a:lnTo>
                  <a:lnTo>
                    <a:pt x="738" y="2113"/>
                  </a:lnTo>
                  <a:lnTo>
                    <a:pt x="741" y="2117"/>
                  </a:lnTo>
                  <a:lnTo>
                    <a:pt x="741" y="2120"/>
                  </a:lnTo>
                  <a:lnTo>
                    <a:pt x="745" y="2124"/>
                  </a:lnTo>
                  <a:lnTo>
                    <a:pt x="749" y="2127"/>
                  </a:lnTo>
                  <a:lnTo>
                    <a:pt x="752" y="2131"/>
                  </a:lnTo>
                  <a:lnTo>
                    <a:pt x="756" y="2135"/>
                  </a:lnTo>
                  <a:lnTo>
                    <a:pt x="759" y="2138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42"/>
                  </a:lnTo>
                  <a:lnTo>
                    <a:pt x="774" y="2142"/>
                  </a:lnTo>
                  <a:lnTo>
                    <a:pt x="777" y="2138"/>
                  </a:lnTo>
                  <a:lnTo>
                    <a:pt x="781" y="2135"/>
                  </a:lnTo>
                  <a:lnTo>
                    <a:pt x="785" y="2131"/>
                  </a:lnTo>
                  <a:lnTo>
                    <a:pt x="788" y="2131"/>
                  </a:lnTo>
                  <a:lnTo>
                    <a:pt x="792" y="2127"/>
                  </a:lnTo>
                  <a:lnTo>
                    <a:pt x="795" y="2124"/>
                  </a:lnTo>
                  <a:lnTo>
                    <a:pt x="795" y="2120"/>
                  </a:lnTo>
                  <a:lnTo>
                    <a:pt x="799" y="2117"/>
                  </a:lnTo>
                  <a:lnTo>
                    <a:pt x="799" y="2113"/>
                  </a:lnTo>
                  <a:lnTo>
                    <a:pt x="803" y="2109"/>
                  </a:lnTo>
                  <a:lnTo>
                    <a:pt x="803" y="2106"/>
                  </a:lnTo>
                  <a:lnTo>
                    <a:pt x="806" y="2102"/>
                  </a:lnTo>
                  <a:lnTo>
                    <a:pt x="806" y="2099"/>
                  </a:lnTo>
                  <a:lnTo>
                    <a:pt x="810" y="2095"/>
                  </a:lnTo>
                  <a:lnTo>
                    <a:pt x="810" y="2091"/>
                  </a:lnTo>
                  <a:lnTo>
                    <a:pt x="813" y="2088"/>
                  </a:lnTo>
                  <a:lnTo>
                    <a:pt x="813" y="2084"/>
                  </a:lnTo>
                  <a:lnTo>
                    <a:pt x="817" y="2081"/>
                  </a:lnTo>
                  <a:lnTo>
                    <a:pt x="817" y="2077"/>
                  </a:lnTo>
                  <a:lnTo>
                    <a:pt x="817" y="2073"/>
                  </a:lnTo>
                  <a:lnTo>
                    <a:pt x="821" y="2070"/>
                  </a:lnTo>
                  <a:lnTo>
                    <a:pt x="821" y="2066"/>
                  </a:lnTo>
                  <a:lnTo>
                    <a:pt x="821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8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31" y="2041"/>
                  </a:lnTo>
                  <a:lnTo>
                    <a:pt x="831" y="2037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49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3" y="1973"/>
                  </a:lnTo>
                  <a:lnTo>
                    <a:pt x="857" y="1969"/>
                  </a:lnTo>
                  <a:lnTo>
                    <a:pt x="857" y="1965"/>
                  </a:lnTo>
                  <a:lnTo>
                    <a:pt x="860" y="1958"/>
                  </a:lnTo>
                  <a:lnTo>
                    <a:pt x="860" y="1955"/>
                  </a:lnTo>
                  <a:lnTo>
                    <a:pt x="860" y="1951"/>
                  </a:lnTo>
                  <a:lnTo>
                    <a:pt x="864" y="1947"/>
                  </a:lnTo>
                  <a:lnTo>
                    <a:pt x="864" y="1944"/>
                  </a:lnTo>
                  <a:lnTo>
                    <a:pt x="864" y="1940"/>
                  </a:lnTo>
                  <a:lnTo>
                    <a:pt x="867" y="1937"/>
                  </a:lnTo>
                  <a:lnTo>
                    <a:pt x="871" y="1933"/>
                  </a:lnTo>
                  <a:lnTo>
                    <a:pt x="871" y="1929"/>
                  </a:lnTo>
                  <a:lnTo>
                    <a:pt x="871" y="1926"/>
                  </a:lnTo>
                  <a:lnTo>
                    <a:pt x="875" y="1922"/>
                  </a:lnTo>
                  <a:lnTo>
                    <a:pt x="875" y="1919"/>
                  </a:lnTo>
                  <a:lnTo>
                    <a:pt x="878" y="1915"/>
                  </a:lnTo>
                  <a:lnTo>
                    <a:pt x="878" y="1911"/>
                  </a:lnTo>
                  <a:lnTo>
                    <a:pt x="882" y="1908"/>
                  </a:lnTo>
                  <a:lnTo>
                    <a:pt x="882" y="1904"/>
                  </a:lnTo>
                  <a:lnTo>
                    <a:pt x="885" y="1901"/>
                  </a:lnTo>
                  <a:lnTo>
                    <a:pt x="889" y="1897"/>
                  </a:lnTo>
                  <a:lnTo>
                    <a:pt x="889" y="1893"/>
                  </a:lnTo>
                  <a:lnTo>
                    <a:pt x="893" y="1890"/>
                  </a:lnTo>
                  <a:lnTo>
                    <a:pt x="896" y="1886"/>
                  </a:lnTo>
                  <a:lnTo>
                    <a:pt x="900" y="1883"/>
                  </a:lnTo>
                  <a:lnTo>
                    <a:pt x="903" y="1883"/>
                  </a:lnTo>
                  <a:lnTo>
                    <a:pt x="907" y="1879"/>
                  </a:lnTo>
                  <a:lnTo>
                    <a:pt x="911" y="1879"/>
                  </a:lnTo>
                  <a:lnTo>
                    <a:pt x="914" y="1883"/>
                  </a:lnTo>
                  <a:lnTo>
                    <a:pt x="918" y="1883"/>
                  </a:lnTo>
                  <a:lnTo>
                    <a:pt x="921" y="1886"/>
                  </a:lnTo>
                  <a:lnTo>
                    <a:pt x="925" y="1890"/>
                  </a:lnTo>
                  <a:lnTo>
                    <a:pt x="929" y="1893"/>
                  </a:lnTo>
                  <a:lnTo>
                    <a:pt x="932" y="1897"/>
                  </a:lnTo>
                  <a:lnTo>
                    <a:pt x="932" y="1901"/>
                  </a:lnTo>
                  <a:lnTo>
                    <a:pt x="936" y="1904"/>
                  </a:lnTo>
                  <a:lnTo>
                    <a:pt x="936" y="1908"/>
                  </a:lnTo>
                  <a:lnTo>
                    <a:pt x="939" y="1911"/>
                  </a:lnTo>
                  <a:lnTo>
                    <a:pt x="939" y="1915"/>
                  </a:lnTo>
                  <a:lnTo>
                    <a:pt x="943" y="1919"/>
                  </a:lnTo>
                  <a:lnTo>
                    <a:pt x="943" y="1922"/>
                  </a:lnTo>
                  <a:lnTo>
                    <a:pt x="947" y="1926"/>
                  </a:lnTo>
                  <a:lnTo>
                    <a:pt x="947" y="1929"/>
                  </a:lnTo>
                  <a:lnTo>
                    <a:pt x="947" y="1933"/>
                  </a:lnTo>
                  <a:lnTo>
                    <a:pt x="950" y="1937"/>
                  </a:lnTo>
                  <a:lnTo>
                    <a:pt x="950" y="1940"/>
                  </a:lnTo>
                  <a:lnTo>
                    <a:pt x="950" y="1944"/>
                  </a:lnTo>
                  <a:lnTo>
                    <a:pt x="954" y="1951"/>
                  </a:lnTo>
                  <a:lnTo>
                    <a:pt x="954" y="1955"/>
                  </a:lnTo>
                  <a:lnTo>
                    <a:pt x="957" y="1958"/>
                  </a:lnTo>
                  <a:lnTo>
                    <a:pt x="957" y="1962"/>
                  </a:lnTo>
                  <a:lnTo>
                    <a:pt x="957" y="1965"/>
                  </a:lnTo>
                  <a:lnTo>
                    <a:pt x="961" y="1973"/>
                  </a:lnTo>
                  <a:lnTo>
                    <a:pt x="961" y="1976"/>
                  </a:lnTo>
                  <a:lnTo>
                    <a:pt x="965" y="1980"/>
                  </a:lnTo>
                  <a:lnTo>
                    <a:pt x="965" y="1983"/>
                  </a:lnTo>
                  <a:lnTo>
                    <a:pt x="965" y="1991"/>
                  </a:lnTo>
                  <a:lnTo>
                    <a:pt x="968" y="1994"/>
                  </a:lnTo>
                  <a:lnTo>
                    <a:pt x="968" y="1998"/>
                  </a:lnTo>
                  <a:lnTo>
                    <a:pt x="968" y="2005"/>
                  </a:lnTo>
                  <a:lnTo>
                    <a:pt x="972" y="2009"/>
                  </a:lnTo>
                  <a:lnTo>
                    <a:pt x="972" y="2012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5"/>
                  </a:lnTo>
                  <a:lnTo>
                    <a:pt x="983" y="2048"/>
                  </a:lnTo>
                  <a:lnTo>
                    <a:pt x="983" y="2055"/>
                  </a:lnTo>
                  <a:lnTo>
                    <a:pt x="986" y="2059"/>
                  </a:lnTo>
                  <a:lnTo>
                    <a:pt x="986" y="2066"/>
                  </a:lnTo>
                  <a:lnTo>
                    <a:pt x="990" y="2070"/>
                  </a:lnTo>
                  <a:lnTo>
                    <a:pt x="990" y="2073"/>
                  </a:lnTo>
                  <a:lnTo>
                    <a:pt x="990" y="2081"/>
                  </a:lnTo>
                  <a:lnTo>
                    <a:pt x="993" y="2084"/>
                  </a:lnTo>
                  <a:lnTo>
                    <a:pt x="993" y="2091"/>
                  </a:lnTo>
                  <a:lnTo>
                    <a:pt x="993" y="2095"/>
                  </a:lnTo>
                  <a:lnTo>
                    <a:pt x="997" y="2099"/>
                  </a:lnTo>
                  <a:lnTo>
                    <a:pt x="997" y="2106"/>
                  </a:lnTo>
                  <a:lnTo>
                    <a:pt x="1001" y="2109"/>
                  </a:lnTo>
                  <a:lnTo>
                    <a:pt x="1001" y="2113"/>
                  </a:lnTo>
                  <a:lnTo>
                    <a:pt x="1001" y="2120"/>
                  </a:lnTo>
                  <a:lnTo>
                    <a:pt x="1004" y="2124"/>
                  </a:lnTo>
                  <a:lnTo>
                    <a:pt x="1004" y="2127"/>
                  </a:lnTo>
                  <a:lnTo>
                    <a:pt x="1008" y="2131"/>
                  </a:lnTo>
                  <a:lnTo>
                    <a:pt x="1008" y="2138"/>
                  </a:lnTo>
                  <a:lnTo>
                    <a:pt x="1008" y="2142"/>
                  </a:lnTo>
                  <a:lnTo>
                    <a:pt x="1011" y="2145"/>
                  </a:lnTo>
                  <a:lnTo>
                    <a:pt x="1011" y="2149"/>
                  </a:lnTo>
                  <a:lnTo>
                    <a:pt x="1011" y="2153"/>
                  </a:lnTo>
                  <a:lnTo>
                    <a:pt x="1015" y="2156"/>
                  </a:lnTo>
                  <a:lnTo>
                    <a:pt x="1015" y="2160"/>
                  </a:lnTo>
                  <a:lnTo>
                    <a:pt x="1019" y="2163"/>
                  </a:lnTo>
                  <a:lnTo>
                    <a:pt x="1019" y="2167"/>
                  </a:lnTo>
                  <a:lnTo>
                    <a:pt x="1019" y="2171"/>
                  </a:lnTo>
                  <a:lnTo>
                    <a:pt x="1022" y="2174"/>
                  </a:lnTo>
                  <a:lnTo>
                    <a:pt x="1022" y="2178"/>
                  </a:lnTo>
                  <a:lnTo>
                    <a:pt x="1026" y="2181"/>
                  </a:lnTo>
                  <a:lnTo>
                    <a:pt x="1026" y="2185"/>
                  </a:lnTo>
                  <a:lnTo>
                    <a:pt x="1029" y="2189"/>
                  </a:lnTo>
                  <a:lnTo>
                    <a:pt x="1033" y="2192"/>
                  </a:lnTo>
                  <a:lnTo>
                    <a:pt x="1033" y="2196"/>
                  </a:lnTo>
                  <a:lnTo>
                    <a:pt x="1037" y="2199"/>
                  </a:lnTo>
                  <a:lnTo>
                    <a:pt x="1040" y="2203"/>
                  </a:lnTo>
                  <a:lnTo>
                    <a:pt x="1044" y="2207"/>
                  </a:lnTo>
                  <a:lnTo>
                    <a:pt x="1047" y="2210"/>
                  </a:lnTo>
                  <a:lnTo>
                    <a:pt x="1051" y="2207"/>
                  </a:lnTo>
                  <a:lnTo>
                    <a:pt x="1055" y="2207"/>
                  </a:lnTo>
                  <a:lnTo>
                    <a:pt x="1058" y="2203"/>
                  </a:lnTo>
                  <a:lnTo>
                    <a:pt x="1062" y="2199"/>
                  </a:lnTo>
                  <a:lnTo>
                    <a:pt x="1065" y="2196"/>
                  </a:lnTo>
                  <a:lnTo>
                    <a:pt x="1069" y="2192"/>
                  </a:lnTo>
                  <a:lnTo>
                    <a:pt x="1069" y="2189"/>
                  </a:lnTo>
                  <a:lnTo>
                    <a:pt x="1073" y="2185"/>
                  </a:lnTo>
                  <a:lnTo>
                    <a:pt x="1073" y="2181"/>
                  </a:lnTo>
                  <a:lnTo>
                    <a:pt x="1076" y="2178"/>
                  </a:lnTo>
                  <a:lnTo>
                    <a:pt x="1076" y="2174"/>
                  </a:lnTo>
                  <a:lnTo>
                    <a:pt x="1076" y="2171"/>
                  </a:lnTo>
                  <a:lnTo>
                    <a:pt x="1080" y="2167"/>
                  </a:lnTo>
                  <a:lnTo>
                    <a:pt x="1080" y="2163"/>
                  </a:lnTo>
                  <a:lnTo>
                    <a:pt x="1080" y="2160"/>
                  </a:lnTo>
                  <a:lnTo>
                    <a:pt x="1083" y="2156"/>
                  </a:lnTo>
                  <a:lnTo>
                    <a:pt x="1083" y="2153"/>
                  </a:lnTo>
                  <a:lnTo>
                    <a:pt x="1087" y="2145"/>
                  </a:lnTo>
                  <a:lnTo>
                    <a:pt x="1087" y="2142"/>
                  </a:lnTo>
                  <a:lnTo>
                    <a:pt x="1087" y="2138"/>
                  </a:lnTo>
                  <a:lnTo>
                    <a:pt x="1091" y="2131"/>
                  </a:lnTo>
                  <a:lnTo>
                    <a:pt x="1091" y="2127"/>
                  </a:lnTo>
                  <a:lnTo>
                    <a:pt x="1094" y="2124"/>
                  </a:lnTo>
                  <a:lnTo>
                    <a:pt x="1094" y="2117"/>
                  </a:lnTo>
                  <a:lnTo>
                    <a:pt x="1094" y="2113"/>
                  </a:lnTo>
                  <a:lnTo>
                    <a:pt x="1098" y="2106"/>
                  </a:lnTo>
                  <a:lnTo>
                    <a:pt x="1098" y="2099"/>
                  </a:lnTo>
                  <a:lnTo>
                    <a:pt x="1098" y="2095"/>
                  </a:lnTo>
                  <a:lnTo>
                    <a:pt x="1101" y="2088"/>
                  </a:lnTo>
                  <a:lnTo>
                    <a:pt x="1101" y="2081"/>
                  </a:lnTo>
                  <a:lnTo>
                    <a:pt x="1105" y="2077"/>
                  </a:lnTo>
                  <a:lnTo>
                    <a:pt x="1105" y="2070"/>
                  </a:lnTo>
                  <a:lnTo>
                    <a:pt x="1105" y="2063"/>
                  </a:lnTo>
                  <a:lnTo>
                    <a:pt x="1109" y="2055"/>
                  </a:lnTo>
                  <a:lnTo>
                    <a:pt x="1109" y="2052"/>
                  </a:lnTo>
                  <a:lnTo>
                    <a:pt x="1112" y="2045"/>
                  </a:lnTo>
                  <a:lnTo>
                    <a:pt x="1112" y="2037"/>
                  </a:lnTo>
                  <a:lnTo>
                    <a:pt x="1112" y="2030"/>
                  </a:lnTo>
                  <a:lnTo>
                    <a:pt x="1116" y="2023"/>
                  </a:lnTo>
                  <a:lnTo>
                    <a:pt x="1116" y="2016"/>
                  </a:lnTo>
                  <a:lnTo>
                    <a:pt x="1119" y="2009"/>
                  </a:lnTo>
                  <a:lnTo>
                    <a:pt x="1119" y="2005"/>
                  </a:lnTo>
                  <a:lnTo>
                    <a:pt x="1119" y="1998"/>
                  </a:lnTo>
                  <a:lnTo>
                    <a:pt x="1123" y="1991"/>
                  </a:lnTo>
                  <a:lnTo>
                    <a:pt x="1123" y="1983"/>
                  </a:lnTo>
                  <a:lnTo>
                    <a:pt x="1123" y="1976"/>
                  </a:lnTo>
                  <a:lnTo>
                    <a:pt x="1127" y="1969"/>
                  </a:lnTo>
                  <a:lnTo>
                    <a:pt x="1127" y="1962"/>
                  </a:lnTo>
                  <a:lnTo>
                    <a:pt x="1130" y="1955"/>
                  </a:lnTo>
                  <a:lnTo>
                    <a:pt x="1130" y="1947"/>
                  </a:lnTo>
                  <a:lnTo>
                    <a:pt x="1130" y="1940"/>
                  </a:lnTo>
                  <a:lnTo>
                    <a:pt x="1134" y="1937"/>
                  </a:lnTo>
                  <a:lnTo>
                    <a:pt x="1134" y="1929"/>
                  </a:lnTo>
                  <a:lnTo>
                    <a:pt x="1137" y="1922"/>
                  </a:lnTo>
                  <a:lnTo>
                    <a:pt x="1137" y="1915"/>
                  </a:lnTo>
                  <a:lnTo>
                    <a:pt x="1137" y="1908"/>
                  </a:lnTo>
                  <a:lnTo>
                    <a:pt x="1141" y="1901"/>
                  </a:lnTo>
                  <a:lnTo>
                    <a:pt x="1141" y="1893"/>
                  </a:lnTo>
                  <a:lnTo>
                    <a:pt x="1141" y="1890"/>
                  </a:lnTo>
                  <a:lnTo>
                    <a:pt x="1145" y="1883"/>
                  </a:lnTo>
                  <a:lnTo>
                    <a:pt x="1145" y="1875"/>
                  </a:lnTo>
                  <a:lnTo>
                    <a:pt x="1148" y="1872"/>
                  </a:lnTo>
                  <a:lnTo>
                    <a:pt x="1148" y="1865"/>
                  </a:lnTo>
                  <a:lnTo>
                    <a:pt x="1148" y="1857"/>
                  </a:lnTo>
                  <a:lnTo>
                    <a:pt x="1152" y="1854"/>
                  </a:lnTo>
                  <a:lnTo>
                    <a:pt x="1152" y="1847"/>
                  </a:lnTo>
                  <a:lnTo>
                    <a:pt x="1155" y="1843"/>
                  </a:lnTo>
                  <a:lnTo>
                    <a:pt x="1155" y="1836"/>
                  </a:lnTo>
                  <a:lnTo>
                    <a:pt x="1155" y="1832"/>
                  </a:lnTo>
                  <a:lnTo>
                    <a:pt x="1159" y="1825"/>
                  </a:lnTo>
                  <a:lnTo>
                    <a:pt x="1159" y="1821"/>
                  </a:lnTo>
                  <a:lnTo>
                    <a:pt x="1163" y="1818"/>
                  </a:lnTo>
                  <a:lnTo>
                    <a:pt x="1163" y="1811"/>
                  </a:lnTo>
                  <a:lnTo>
                    <a:pt x="1163" y="1807"/>
                  </a:lnTo>
                  <a:lnTo>
                    <a:pt x="1166" y="1803"/>
                  </a:lnTo>
                  <a:lnTo>
                    <a:pt x="1166" y="1800"/>
                  </a:lnTo>
                  <a:lnTo>
                    <a:pt x="1166" y="1796"/>
                  </a:lnTo>
                  <a:lnTo>
                    <a:pt x="1170" y="1793"/>
                  </a:lnTo>
                  <a:lnTo>
                    <a:pt x="1170" y="1789"/>
                  </a:lnTo>
                  <a:lnTo>
                    <a:pt x="1173" y="1785"/>
                  </a:lnTo>
                  <a:lnTo>
                    <a:pt x="1173" y="1782"/>
                  </a:lnTo>
                  <a:lnTo>
                    <a:pt x="1177" y="1778"/>
                  </a:lnTo>
                  <a:lnTo>
                    <a:pt x="1177" y="1775"/>
                  </a:lnTo>
                  <a:lnTo>
                    <a:pt x="1181" y="1771"/>
                  </a:lnTo>
                  <a:lnTo>
                    <a:pt x="1184" y="1767"/>
                  </a:lnTo>
                  <a:lnTo>
                    <a:pt x="1188" y="1764"/>
                  </a:lnTo>
                  <a:lnTo>
                    <a:pt x="1191" y="1764"/>
                  </a:lnTo>
                  <a:lnTo>
                    <a:pt x="1195" y="1767"/>
                  </a:lnTo>
                  <a:lnTo>
                    <a:pt x="1199" y="1771"/>
                  </a:lnTo>
                  <a:lnTo>
                    <a:pt x="1202" y="1775"/>
                  </a:lnTo>
                  <a:lnTo>
                    <a:pt x="1206" y="1778"/>
                  </a:lnTo>
                  <a:lnTo>
                    <a:pt x="1206" y="1782"/>
                  </a:lnTo>
                  <a:lnTo>
                    <a:pt x="1209" y="1785"/>
                  </a:lnTo>
                  <a:lnTo>
                    <a:pt x="1209" y="1789"/>
                  </a:lnTo>
                  <a:lnTo>
                    <a:pt x="1209" y="1793"/>
                  </a:lnTo>
                  <a:lnTo>
                    <a:pt x="1213" y="1796"/>
                  </a:lnTo>
                  <a:lnTo>
                    <a:pt x="1213" y="1803"/>
                  </a:lnTo>
                  <a:lnTo>
                    <a:pt x="1217" y="1807"/>
                  </a:lnTo>
                  <a:lnTo>
                    <a:pt x="1217" y="1811"/>
                  </a:lnTo>
                  <a:lnTo>
                    <a:pt x="1217" y="1818"/>
                  </a:lnTo>
                  <a:lnTo>
                    <a:pt x="1220" y="1821"/>
                  </a:lnTo>
                  <a:lnTo>
                    <a:pt x="1220" y="1829"/>
                  </a:lnTo>
                  <a:lnTo>
                    <a:pt x="1224" y="1832"/>
                  </a:lnTo>
                  <a:lnTo>
                    <a:pt x="1224" y="1839"/>
                  </a:lnTo>
                  <a:lnTo>
                    <a:pt x="1224" y="1847"/>
                  </a:lnTo>
                  <a:lnTo>
                    <a:pt x="1227" y="1850"/>
                  </a:lnTo>
                  <a:lnTo>
                    <a:pt x="1227" y="1857"/>
                  </a:lnTo>
                  <a:lnTo>
                    <a:pt x="1227" y="1865"/>
                  </a:lnTo>
                  <a:lnTo>
                    <a:pt x="1231" y="1872"/>
                  </a:lnTo>
                  <a:lnTo>
                    <a:pt x="1231" y="1879"/>
                  </a:lnTo>
                  <a:lnTo>
                    <a:pt x="1235" y="1886"/>
                  </a:lnTo>
                  <a:lnTo>
                    <a:pt x="1235" y="1897"/>
                  </a:lnTo>
                  <a:lnTo>
                    <a:pt x="1235" y="1904"/>
                  </a:lnTo>
                  <a:lnTo>
                    <a:pt x="1238" y="1911"/>
                  </a:lnTo>
                  <a:lnTo>
                    <a:pt x="1238" y="1922"/>
                  </a:lnTo>
                  <a:lnTo>
                    <a:pt x="1242" y="1929"/>
                  </a:lnTo>
                  <a:lnTo>
                    <a:pt x="1242" y="1937"/>
                  </a:lnTo>
                  <a:lnTo>
                    <a:pt x="1242" y="1947"/>
                  </a:lnTo>
                  <a:lnTo>
                    <a:pt x="1245" y="1955"/>
                  </a:lnTo>
                  <a:lnTo>
                    <a:pt x="1245" y="1965"/>
                  </a:lnTo>
                  <a:lnTo>
                    <a:pt x="1249" y="1976"/>
                  </a:lnTo>
                  <a:lnTo>
                    <a:pt x="1249" y="1983"/>
                  </a:lnTo>
                  <a:lnTo>
                    <a:pt x="1249" y="1994"/>
                  </a:lnTo>
                  <a:lnTo>
                    <a:pt x="1253" y="2005"/>
                  </a:lnTo>
                  <a:lnTo>
                    <a:pt x="1253" y="2012"/>
                  </a:lnTo>
                  <a:lnTo>
                    <a:pt x="1253" y="2023"/>
                  </a:lnTo>
                  <a:lnTo>
                    <a:pt x="1256" y="2034"/>
                  </a:lnTo>
                  <a:lnTo>
                    <a:pt x="1256" y="2045"/>
                  </a:lnTo>
                  <a:lnTo>
                    <a:pt x="1260" y="2055"/>
                  </a:lnTo>
                  <a:lnTo>
                    <a:pt x="1260" y="2066"/>
                  </a:lnTo>
                  <a:lnTo>
                    <a:pt x="1260" y="2077"/>
                  </a:lnTo>
                  <a:lnTo>
                    <a:pt x="1263" y="2088"/>
                  </a:lnTo>
                  <a:lnTo>
                    <a:pt x="1263" y="2095"/>
                  </a:lnTo>
                  <a:lnTo>
                    <a:pt x="1267" y="2106"/>
                  </a:lnTo>
                  <a:lnTo>
                    <a:pt x="1267" y="2117"/>
                  </a:lnTo>
                  <a:lnTo>
                    <a:pt x="1267" y="2127"/>
                  </a:lnTo>
                  <a:lnTo>
                    <a:pt x="1271" y="2138"/>
                  </a:lnTo>
                  <a:lnTo>
                    <a:pt x="1271" y="2149"/>
                  </a:lnTo>
                  <a:lnTo>
                    <a:pt x="1274" y="2160"/>
                  </a:lnTo>
                  <a:lnTo>
                    <a:pt x="1274" y="2171"/>
                  </a:lnTo>
                  <a:lnTo>
                    <a:pt x="1274" y="2181"/>
                  </a:lnTo>
                  <a:lnTo>
                    <a:pt x="1278" y="2192"/>
                  </a:lnTo>
                  <a:lnTo>
                    <a:pt x="1278" y="2203"/>
                  </a:lnTo>
                  <a:lnTo>
                    <a:pt x="1278" y="2214"/>
                  </a:lnTo>
                  <a:lnTo>
                    <a:pt x="1281" y="2225"/>
                  </a:lnTo>
                  <a:lnTo>
                    <a:pt x="1281" y="2235"/>
                  </a:lnTo>
                  <a:lnTo>
                    <a:pt x="1285" y="2243"/>
                  </a:lnTo>
                  <a:lnTo>
                    <a:pt x="1285" y="2253"/>
                  </a:lnTo>
                  <a:lnTo>
                    <a:pt x="1285" y="2264"/>
                  </a:lnTo>
                  <a:lnTo>
                    <a:pt x="1289" y="2275"/>
                  </a:lnTo>
                  <a:lnTo>
                    <a:pt x="1289" y="2286"/>
                  </a:lnTo>
                  <a:lnTo>
                    <a:pt x="1292" y="2293"/>
                  </a:lnTo>
                  <a:lnTo>
                    <a:pt x="1292" y="2304"/>
                  </a:lnTo>
                  <a:lnTo>
                    <a:pt x="1292" y="2311"/>
                  </a:lnTo>
                  <a:lnTo>
                    <a:pt x="1296" y="2322"/>
                  </a:lnTo>
                  <a:lnTo>
                    <a:pt x="1296" y="2329"/>
                  </a:lnTo>
                  <a:lnTo>
                    <a:pt x="1296" y="2340"/>
                  </a:lnTo>
                  <a:lnTo>
                    <a:pt x="1299" y="2347"/>
                  </a:lnTo>
                  <a:lnTo>
                    <a:pt x="1299" y="2354"/>
                  </a:lnTo>
                  <a:lnTo>
                    <a:pt x="1303" y="2365"/>
                  </a:lnTo>
                  <a:lnTo>
                    <a:pt x="1303" y="2372"/>
                  </a:lnTo>
                  <a:lnTo>
                    <a:pt x="1303" y="2379"/>
                  </a:lnTo>
                  <a:lnTo>
                    <a:pt x="1307" y="2387"/>
                  </a:lnTo>
                  <a:lnTo>
                    <a:pt x="1307" y="2394"/>
                  </a:lnTo>
                  <a:lnTo>
                    <a:pt x="1310" y="2401"/>
                  </a:lnTo>
                  <a:lnTo>
                    <a:pt x="1310" y="2408"/>
                  </a:lnTo>
                  <a:lnTo>
                    <a:pt x="1310" y="2412"/>
                  </a:lnTo>
                  <a:lnTo>
                    <a:pt x="1314" y="2419"/>
                  </a:lnTo>
                  <a:lnTo>
                    <a:pt x="1314" y="2423"/>
                  </a:lnTo>
                  <a:lnTo>
                    <a:pt x="1317" y="2430"/>
                  </a:lnTo>
                  <a:lnTo>
                    <a:pt x="1317" y="2433"/>
                  </a:lnTo>
                  <a:lnTo>
                    <a:pt x="1317" y="2437"/>
                  </a:lnTo>
                  <a:lnTo>
                    <a:pt x="1321" y="2444"/>
                  </a:lnTo>
                  <a:lnTo>
                    <a:pt x="1321" y="2448"/>
                  </a:lnTo>
                  <a:lnTo>
                    <a:pt x="1325" y="2451"/>
                  </a:lnTo>
                  <a:lnTo>
                    <a:pt x="1325" y="2455"/>
                  </a:lnTo>
                  <a:lnTo>
                    <a:pt x="1328" y="2459"/>
                  </a:lnTo>
                  <a:lnTo>
                    <a:pt x="1332" y="2462"/>
                  </a:lnTo>
                  <a:lnTo>
                    <a:pt x="1335" y="2462"/>
                  </a:lnTo>
                  <a:lnTo>
                    <a:pt x="1339" y="2459"/>
                  </a:lnTo>
                  <a:lnTo>
                    <a:pt x="1343" y="2455"/>
                  </a:lnTo>
                  <a:lnTo>
                    <a:pt x="1343" y="2451"/>
                  </a:lnTo>
                  <a:lnTo>
                    <a:pt x="1346" y="2448"/>
                  </a:lnTo>
                  <a:lnTo>
                    <a:pt x="1346" y="2444"/>
                  </a:lnTo>
                  <a:lnTo>
                    <a:pt x="1346" y="2441"/>
                  </a:lnTo>
                  <a:lnTo>
                    <a:pt x="1350" y="2437"/>
                  </a:lnTo>
                  <a:lnTo>
                    <a:pt x="1350" y="2430"/>
                  </a:lnTo>
                  <a:lnTo>
                    <a:pt x="1353" y="2426"/>
                  </a:lnTo>
                  <a:lnTo>
                    <a:pt x="1353" y="2419"/>
                  </a:lnTo>
                  <a:lnTo>
                    <a:pt x="1353" y="2412"/>
                  </a:lnTo>
                  <a:lnTo>
                    <a:pt x="1357" y="2405"/>
                  </a:lnTo>
                  <a:lnTo>
                    <a:pt x="1357" y="2397"/>
                  </a:lnTo>
                  <a:lnTo>
                    <a:pt x="1361" y="2387"/>
                  </a:lnTo>
                  <a:lnTo>
                    <a:pt x="1361" y="2379"/>
                  </a:lnTo>
                  <a:lnTo>
                    <a:pt x="1361" y="2369"/>
                  </a:lnTo>
                  <a:lnTo>
                    <a:pt x="1364" y="2361"/>
                  </a:lnTo>
                  <a:lnTo>
                    <a:pt x="1364" y="2351"/>
                  </a:lnTo>
                  <a:lnTo>
                    <a:pt x="1364" y="2340"/>
                  </a:lnTo>
                  <a:lnTo>
                    <a:pt x="1368" y="2329"/>
                  </a:lnTo>
                  <a:lnTo>
                    <a:pt x="1368" y="2315"/>
                  </a:lnTo>
                  <a:lnTo>
                    <a:pt x="1371" y="2304"/>
                  </a:lnTo>
                  <a:lnTo>
                    <a:pt x="1371" y="2293"/>
                  </a:lnTo>
                  <a:lnTo>
                    <a:pt x="1371" y="2279"/>
                  </a:lnTo>
                  <a:lnTo>
                    <a:pt x="1375" y="2264"/>
                  </a:lnTo>
                  <a:lnTo>
                    <a:pt x="1375" y="2250"/>
                  </a:lnTo>
                  <a:lnTo>
                    <a:pt x="1379" y="2235"/>
                  </a:lnTo>
                  <a:lnTo>
                    <a:pt x="1379" y="2221"/>
                  </a:lnTo>
                  <a:lnTo>
                    <a:pt x="1379" y="2203"/>
                  </a:lnTo>
                  <a:lnTo>
                    <a:pt x="1382" y="2189"/>
                  </a:lnTo>
                  <a:lnTo>
                    <a:pt x="1382" y="2171"/>
                  </a:lnTo>
                  <a:lnTo>
                    <a:pt x="1382" y="2156"/>
                  </a:lnTo>
                  <a:lnTo>
                    <a:pt x="1386" y="2138"/>
                  </a:lnTo>
                  <a:lnTo>
                    <a:pt x="1386" y="2120"/>
                  </a:lnTo>
                  <a:lnTo>
                    <a:pt x="1389" y="2102"/>
                  </a:lnTo>
                  <a:lnTo>
                    <a:pt x="1389" y="2084"/>
                  </a:lnTo>
                  <a:lnTo>
                    <a:pt x="1389" y="2063"/>
                  </a:lnTo>
                  <a:lnTo>
                    <a:pt x="1393" y="2045"/>
                  </a:lnTo>
                  <a:lnTo>
                    <a:pt x="1393" y="2023"/>
                  </a:lnTo>
                  <a:lnTo>
                    <a:pt x="1397" y="2005"/>
                  </a:lnTo>
                  <a:lnTo>
                    <a:pt x="1397" y="1983"/>
                  </a:lnTo>
                  <a:lnTo>
                    <a:pt x="1397" y="1962"/>
                  </a:lnTo>
                  <a:lnTo>
                    <a:pt x="1400" y="1940"/>
                  </a:lnTo>
                  <a:lnTo>
                    <a:pt x="1400" y="1919"/>
                  </a:lnTo>
                  <a:lnTo>
                    <a:pt x="1404" y="1897"/>
                  </a:lnTo>
                  <a:lnTo>
                    <a:pt x="1404" y="1872"/>
                  </a:lnTo>
                  <a:lnTo>
                    <a:pt x="1404" y="1850"/>
                  </a:lnTo>
                  <a:lnTo>
                    <a:pt x="1407" y="1825"/>
                  </a:lnTo>
                  <a:lnTo>
                    <a:pt x="1407" y="1803"/>
                  </a:lnTo>
                  <a:lnTo>
                    <a:pt x="1407" y="1778"/>
                  </a:lnTo>
                  <a:lnTo>
                    <a:pt x="1411" y="1753"/>
                  </a:lnTo>
                  <a:lnTo>
                    <a:pt x="1411" y="1731"/>
                  </a:lnTo>
                  <a:lnTo>
                    <a:pt x="1415" y="1706"/>
                  </a:lnTo>
                  <a:lnTo>
                    <a:pt x="1415" y="1681"/>
                  </a:lnTo>
                  <a:lnTo>
                    <a:pt x="1415" y="1656"/>
                  </a:lnTo>
                  <a:lnTo>
                    <a:pt x="1418" y="1631"/>
                  </a:lnTo>
                  <a:lnTo>
                    <a:pt x="1418" y="1602"/>
                  </a:lnTo>
                  <a:lnTo>
                    <a:pt x="1422" y="1577"/>
                  </a:lnTo>
                  <a:lnTo>
                    <a:pt x="1422" y="1551"/>
                  </a:lnTo>
                  <a:lnTo>
                    <a:pt x="1422" y="1523"/>
                  </a:lnTo>
                  <a:lnTo>
                    <a:pt x="1425" y="1497"/>
                  </a:lnTo>
                  <a:lnTo>
                    <a:pt x="1425" y="1472"/>
                  </a:lnTo>
                  <a:lnTo>
                    <a:pt x="1425" y="1443"/>
                  </a:lnTo>
                  <a:lnTo>
                    <a:pt x="1429" y="1418"/>
                  </a:lnTo>
                  <a:lnTo>
                    <a:pt x="1429" y="1389"/>
                  </a:lnTo>
                  <a:lnTo>
                    <a:pt x="1433" y="1361"/>
                  </a:lnTo>
                  <a:lnTo>
                    <a:pt x="1433" y="1335"/>
                  </a:lnTo>
                  <a:lnTo>
                    <a:pt x="1433" y="1307"/>
                  </a:lnTo>
                  <a:lnTo>
                    <a:pt x="1436" y="1281"/>
                  </a:lnTo>
                  <a:lnTo>
                    <a:pt x="1436" y="1253"/>
                  </a:lnTo>
                  <a:lnTo>
                    <a:pt x="1440" y="1224"/>
                  </a:lnTo>
                  <a:lnTo>
                    <a:pt x="1440" y="1195"/>
                  </a:lnTo>
                  <a:lnTo>
                    <a:pt x="1440" y="1170"/>
                  </a:lnTo>
                  <a:lnTo>
                    <a:pt x="1443" y="1141"/>
                  </a:lnTo>
                  <a:lnTo>
                    <a:pt x="1443" y="1112"/>
                  </a:lnTo>
                  <a:lnTo>
                    <a:pt x="1447" y="1087"/>
                  </a:lnTo>
                  <a:lnTo>
                    <a:pt x="1447" y="1058"/>
                  </a:lnTo>
                  <a:lnTo>
                    <a:pt x="1447" y="1029"/>
                  </a:lnTo>
                  <a:lnTo>
                    <a:pt x="1451" y="1004"/>
                  </a:lnTo>
                  <a:lnTo>
                    <a:pt x="1451" y="975"/>
                  </a:lnTo>
                  <a:lnTo>
                    <a:pt x="1451" y="950"/>
                  </a:lnTo>
                  <a:lnTo>
                    <a:pt x="1454" y="921"/>
                  </a:lnTo>
                  <a:lnTo>
                    <a:pt x="1454" y="896"/>
                  </a:lnTo>
                  <a:lnTo>
                    <a:pt x="1458" y="867"/>
                  </a:lnTo>
                  <a:lnTo>
                    <a:pt x="1458" y="842"/>
                  </a:lnTo>
                  <a:lnTo>
                    <a:pt x="1458" y="813"/>
                  </a:lnTo>
                  <a:lnTo>
                    <a:pt x="1461" y="788"/>
                  </a:lnTo>
                  <a:lnTo>
                    <a:pt x="1461" y="763"/>
                  </a:lnTo>
                  <a:lnTo>
                    <a:pt x="1465" y="738"/>
                  </a:lnTo>
                  <a:lnTo>
                    <a:pt x="1465" y="709"/>
                  </a:lnTo>
                  <a:lnTo>
                    <a:pt x="1465" y="684"/>
                  </a:lnTo>
                  <a:lnTo>
                    <a:pt x="1469" y="659"/>
                  </a:lnTo>
                  <a:lnTo>
                    <a:pt x="1469" y="637"/>
                  </a:lnTo>
                  <a:lnTo>
                    <a:pt x="1469" y="612"/>
                  </a:lnTo>
                  <a:lnTo>
                    <a:pt x="1472" y="587"/>
                  </a:lnTo>
                  <a:lnTo>
                    <a:pt x="1472" y="562"/>
                  </a:lnTo>
                  <a:lnTo>
                    <a:pt x="1476" y="540"/>
                  </a:lnTo>
                  <a:lnTo>
                    <a:pt x="1476" y="515"/>
                  </a:lnTo>
                  <a:lnTo>
                    <a:pt x="1476" y="493"/>
                  </a:lnTo>
                  <a:lnTo>
                    <a:pt x="1479" y="472"/>
                  </a:lnTo>
                  <a:lnTo>
                    <a:pt x="1479" y="450"/>
                  </a:lnTo>
                  <a:lnTo>
                    <a:pt x="1483" y="428"/>
                  </a:lnTo>
                  <a:lnTo>
                    <a:pt x="1483" y="407"/>
                  </a:lnTo>
                  <a:lnTo>
                    <a:pt x="1483" y="385"/>
                  </a:lnTo>
                  <a:lnTo>
                    <a:pt x="1487" y="364"/>
                  </a:lnTo>
                  <a:lnTo>
                    <a:pt x="1487" y="346"/>
                  </a:lnTo>
                  <a:lnTo>
                    <a:pt x="1490" y="324"/>
                  </a:lnTo>
                  <a:lnTo>
                    <a:pt x="1490" y="306"/>
                  </a:lnTo>
                  <a:lnTo>
                    <a:pt x="1490" y="288"/>
                  </a:lnTo>
                  <a:lnTo>
                    <a:pt x="1494" y="270"/>
                  </a:lnTo>
                  <a:lnTo>
                    <a:pt x="1494" y="252"/>
                  </a:lnTo>
                  <a:lnTo>
                    <a:pt x="1494" y="234"/>
                  </a:lnTo>
                  <a:lnTo>
                    <a:pt x="1497" y="220"/>
                  </a:lnTo>
                  <a:lnTo>
                    <a:pt x="1497" y="202"/>
                  </a:lnTo>
                  <a:lnTo>
                    <a:pt x="1501" y="187"/>
                  </a:lnTo>
                  <a:lnTo>
                    <a:pt x="1501" y="173"/>
                  </a:lnTo>
                  <a:lnTo>
                    <a:pt x="1501" y="158"/>
                  </a:lnTo>
                  <a:lnTo>
                    <a:pt x="1505" y="144"/>
                  </a:lnTo>
                  <a:lnTo>
                    <a:pt x="1505" y="133"/>
                  </a:lnTo>
                  <a:lnTo>
                    <a:pt x="1508" y="119"/>
                  </a:lnTo>
                  <a:lnTo>
                    <a:pt x="1508" y="108"/>
                  </a:lnTo>
                  <a:lnTo>
                    <a:pt x="1508" y="97"/>
                  </a:lnTo>
                  <a:lnTo>
                    <a:pt x="1512" y="86"/>
                  </a:lnTo>
                  <a:lnTo>
                    <a:pt x="1512" y="76"/>
                  </a:lnTo>
                  <a:lnTo>
                    <a:pt x="1512" y="65"/>
                  </a:lnTo>
                  <a:lnTo>
                    <a:pt x="1515" y="58"/>
                  </a:lnTo>
                  <a:lnTo>
                    <a:pt x="1515" y="50"/>
                  </a:lnTo>
                  <a:lnTo>
                    <a:pt x="1519" y="40"/>
                  </a:lnTo>
                  <a:lnTo>
                    <a:pt x="1519" y="36"/>
                  </a:lnTo>
                  <a:lnTo>
                    <a:pt x="1519" y="29"/>
                  </a:lnTo>
                  <a:lnTo>
                    <a:pt x="1523" y="22"/>
                  </a:lnTo>
                  <a:lnTo>
                    <a:pt x="1523" y="18"/>
                  </a:lnTo>
                  <a:lnTo>
                    <a:pt x="1526" y="14"/>
                  </a:lnTo>
                  <a:lnTo>
                    <a:pt x="1526" y="11"/>
                  </a:lnTo>
                  <a:lnTo>
                    <a:pt x="1526" y="7"/>
                  </a:lnTo>
                  <a:lnTo>
                    <a:pt x="1530" y="4"/>
                  </a:lnTo>
                  <a:lnTo>
                    <a:pt x="1533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0" name="Freeform 98"/>
            <p:cNvSpPr>
              <a:spLocks/>
            </p:cNvSpPr>
            <p:nvPr/>
          </p:nvSpPr>
          <p:spPr bwMode="auto">
            <a:xfrm>
              <a:off x="2282" y="1048"/>
              <a:ext cx="2477" cy="2462"/>
            </a:xfrm>
            <a:custGeom>
              <a:avLst/>
              <a:gdLst/>
              <a:ahLst/>
              <a:cxnLst>
                <a:cxn ang="0">
                  <a:pos x="26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8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6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9" y="2243"/>
                </a:cxn>
                <a:cxn ang="0">
                  <a:pos x="274" y="2066"/>
                </a:cxn>
                <a:cxn ang="0">
                  <a:pos x="296" y="1904"/>
                </a:cxn>
                <a:cxn ang="0">
                  <a:pos x="321" y="1796"/>
                </a:cxn>
                <a:cxn ang="0">
                  <a:pos x="360" y="1785"/>
                </a:cxn>
                <a:cxn ang="0">
                  <a:pos x="386" y="1865"/>
                </a:cxn>
                <a:cxn ang="0">
                  <a:pos x="407" y="1976"/>
                </a:cxn>
                <a:cxn ang="0">
                  <a:pos x="432" y="2088"/>
                </a:cxn>
                <a:cxn ang="0">
                  <a:pos x="458" y="2171"/>
                </a:cxn>
                <a:cxn ang="0">
                  <a:pos x="504" y="2192"/>
                </a:cxn>
                <a:cxn ang="0">
                  <a:pos x="530" y="2127"/>
                </a:cxn>
                <a:cxn ang="0">
                  <a:pos x="551" y="2045"/>
                </a:cxn>
                <a:cxn ang="0">
                  <a:pos x="576" y="1962"/>
                </a:cxn>
                <a:cxn ang="0">
                  <a:pos x="605" y="1897"/>
                </a:cxn>
                <a:cxn ang="0">
                  <a:pos x="656" y="1911"/>
                </a:cxn>
                <a:cxn ang="0">
                  <a:pos x="681" y="1976"/>
                </a:cxn>
                <a:cxn ang="0">
                  <a:pos x="702" y="2045"/>
                </a:cxn>
                <a:cxn ang="0">
                  <a:pos x="728" y="2106"/>
                </a:cxn>
                <a:cxn ang="0">
                  <a:pos x="782" y="2131"/>
                </a:cxn>
                <a:cxn ang="0">
                  <a:pos x="818" y="2070"/>
                </a:cxn>
                <a:cxn ang="0">
                  <a:pos x="843" y="2009"/>
                </a:cxn>
                <a:cxn ang="0">
                  <a:pos x="875" y="1947"/>
                </a:cxn>
                <a:cxn ang="0">
                  <a:pos x="933" y="1944"/>
                </a:cxn>
                <a:cxn ang="0">
                  <a:pos x="969" y="2005"/>
                </a:cxn>
                <a:cxn ang="0">
                  <a:pos x="998" y="2066"/>
                </a:cxn>
                <a:cxn ang="0">
                  <a:pos x="1052" y="2109"/>
                </a:cxn>
                <a:cxn ang="0">
                  <a:pos x="1098" y="2052"/>
                </a:cxn>
                <a:cxn ang="0">
                  <a:pos x="1134" y="1991"/>
                </a:cxn>
                <a:cxn ang="0">
                  <a:pos x="1188" y="1947"/>
                </a:cxn>
                <a:cxn ang="0">
                  <a:pos x="1242" y="2001"/>
                </a:cxn>
                <a:cxn ang="0">
                  <a:pos x="1282" y="2063"/>
                </a:cxn>
                <a:cxn ang="0">
                  <a:pos x="1340" y="2088"/>
                </a:cxn>
                <a:cxn ang="0">
                  <a:pos x="1394" y="2027"/>
                </a:cxn>
                <a:cxn ang="0">
                  <a:pos x="1444" y="1965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1" y="2027"/>
                </a:cxn>
                <a:cxn ang="0">
                  <a:pos x="1728" y="1973"/>
                </a:cxn>
                <a:cxn ang="0">
                  <a:pos x="1790" y="2001"/>
                </a:cxn>
                <a:cxn ang="0">
                  <a:pos x="1851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6" y="2030"/>
                </a:cxn>
                <a:cxn ang="0">
                  <a:pos x="2157" y="2066"/>
                </a:cxn>
                <a:cxn ang="0">
                  <a:pos x="2218" y="2034"/>
                </a:cxn>
                <a:cxn ang="0">
                  <a:pos x="2279" y="1987"/>
                </a:cxn>
                <a:cxn ang="0">
                  <a:pos x="2340" y="2001"/>
                </a:cxn>
                <a:cxn ang="0">
                  <a:pos x="2402" y="2048"/>
                </a:cxn>
                <a:cxn ang="0">
                  <a:pos x="2463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4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2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80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7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8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5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3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2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60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8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5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6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3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1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8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6" y="2203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2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9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7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5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83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4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2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9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10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7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5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2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51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9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9"/>
                  </a:lnTo>
                  <a:lnTo>
                    <a:pt x="1055" y="2106"/>
                  </a:lnTo>
                  <a:lnTo>
                    <a:pt x="1059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6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4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9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6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2" y="1983"/>
                  </a:lnTo>
                  <a:lnTo>
                    <a:pt x="1505" y="1987"/>
                  </a:lnTo>
                  <a:lnTo>
                    <a:pt x="1509" y="1991"/>
                  </a:lnTo>
                  <a:lnTo>
                    <a:pt x="1512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8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66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3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5"/>
                  </a:lnTo>
                  <a:lnTo>
                    <a:pt x="2207" y="2045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8" y="2001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30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3"/>
                  </a:lnTo>
                  <a:lnTo>
                    <a:pt x="2373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4" y="2037"/>
                  </a:lnTo>
                  <a:lnTo>
                    <a:pt x="2387" y="2037"/>
                  </a:lnTo>
                  <a:lnTo>
                    <a:pt x="2391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2" y="2048"/>
                  </a:lnTo>
                  <a:lnTo>
                    <a:pt x="2405" y="2052"/>
                  </a:lnTo>
                  <a:lnTo>
                    <a:pt x="2409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20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8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6" y="2059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4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1" name="Freeform 99"/>
            <p:cNvSpPr>
              <a:spLocks/>
            </p:cNvSpPr>
            <p:nvPr/>
          </p:nvSpPr>
          <p:spPr bwMode="auto">
            <a:xfrm>
              <a:off x="4759" y="3039"/>
              <a:ext cx="450" cy="64"/>
            </a:xfrm>
            <a:custGeom>
              <a:avLst/>
              <a:gdLst/>
              <a:ahLst/>
              <a:cxnLst>
                <a:cxn ang="0">
                  <a:pos x="4" y="54"/>
                </a:cxn>
                <a:cxn ang="0">
                  <a:pos x="11" y="50"/>
                </a:cxn>
                <a:cxn ang="0">
                  <a:pos x="18" y="43"/>
                </a:cxn>
                <a:cxn ang="0">
                  <a:pos x="25" y="36"/>
                </a:cxn>
                <a:cxn ang="0">
                  <a:pos x="33" y="32"/>
                </a:cxn>
                <a:cxn ang="0">
                  <a:pos x="40" y="25"/>
                </a:cxn>
                <a:cxn ang="0">
                  <a:pos x="47" y="21"/>
                </a:cxn>
                <a:cxn ang="0">
                  <a:pos x="54" y="14"/>
                </a:cxn>
                <a:cxn ang="0">
                  <a:pos x="61" y="10"/>
                </a:cxn>
                <a:cxn ang="0">
                  <a:pos x="69" y="7"/>
                </a:cxn>
                <a:cxn ang="0">
                  <a:pos x="76" y="3"/>
                </a:cxn>
                <a:cxn ang="0">
                  <a:pos x="83" y="0"/>
                </a:cxn>
                <a:cxn ang="0">
                  <a:pos x="90" y="0"/>
                </a:cxn>
                <a:cxn ang="0">
                  <a:pos x="97" y="0"/>
                </a:cxn>
                <a:cxn ang="0">
                  <a:pos x="105" y="0"/>
                </a:cxn>
                <a:cxn ang="0">
                  <a:pos x="112" y="0"/>
                </a:cxn>
                <a:cxn ang="0">
                  <a:pos x="119" y="0"/>
                </a:cxn>
                <a:cxn ang="0">
                  <a:pos x="126" y="3"/>
                </a:cxn>
                <a:cxn ang="0">
                  <a:pos x="133" y="7"/>
                </a:cxn>
                <a:cxn ang="0">
                  <a:pos x="141" y="10"/>
                </a:cxn>
                <a:cxn ang="0">
                  <a:pos x="148" y="18"/>
                </a:cxn>
                <a:cxn ang="0">
                  <a:pos x="155" y="21"/>
                </a:cxn>
                <a:cxn ang="0">
                  <a:pos x="162" y="25"/>
                </a:cxn>
                <a:cxn ang="0">
                  <a:pos x="169" y="32"/>
                </a:cxn>
                <a:cxn ang="0">
                  <a:pos x="177" y="39"/>
                </a:cxn>
                <a:cxn ang="0">
                  <a:pos x="184" y="43"/>
                </a:cxn>
                <a:cxn ang="0">
                  <a:pos x="191" y="46"/>
                </a:cxn>
                <a:cxn ang="0">
                  <a:pos x="198" y="54"/>
                </a:cxn>
                <a:cxn ang="0">
                  <a:pos x="205" y="57"/>
                </a:cxn>
                <a:cxn ang="0">
                  <a:pos x="213" y="61"/>
                </a:cxn>
                <a:cxn ang="0">
                  <a:pos x="220" y="61"/>
                </a:cxn>
                <a:cxn ang="0">
                  <a:pos x="227" y="64"/>
                </a:cxn>
                <a:cxn ang="0">
                  <a:pos x="234" y="64"/>
                </a:cxn>
                <a:cxn ang="0">
                  <a:pos x="241" y="64"/>
                </a:cxn>
                <a:cxn ang="0">
                  <a:pos x="249" y="64"/>
                </a:cxn>
                <a:cxn ang="0">
                  <a:pos x="256" y="64"/>
                </a:cxn>
                <a:cxn ang="0">
                  <a:pos x="263" y="61"/>
                </a:cxn>
                <a:cxn ang="0">
                  <a:pos x="270" y="57"/>
                </a:cxn>
                <a:cxn ang="0">
                  <a:pos x="277" y="54"/>
                </a:cxn>
                <a:cxn ang="0">
                  <a:pos x="285" y="50"/>
                </a:cxn>
                <a:cxn ang="0">
                  <a:pos x="292" y="46"/>
                </a:cxn>
                <a:cxn ang="0">
                  <a:pos x="299" y="39"/>
                </a:cxn>
                <a:cxn ang="0">
                  <a:pos x="306" y="36"/>
                </a:cxn>
                <a:cxn ang="0">
                  <a:pos x="313" y="28"/>
                </a:cxn>
                <a:cxn ang="0">
                  <a:pos x="321" y="25"/>
                </a:cxn>
                <a:cxn ang="0">
                  <a:pos x="328" y="21"/>
                </a:cxn>
                <a:cxn ang="0">
                  <a:pos x="335" y="18"/>
                </a:cxn>
                <a:cxn ang="0">
                  <a:pos x="342" y="10"/>
                </a:cxn>
                <a:cxn ang="0">
                  <a:pos x="349" y="7"/>
                </a:cxn>
                <a:cxn ang="0">
                  <a:pos x="357" y="7"/>
                </a:cxn>
                <a:cxn ang="0">
                  <a:pos x="364" y="3"/>
                </a:cxn>
                <a:cxn ang="0">
                  <a:pos x="371" y="3"/>
                </a:cxn>
                <a:cxn ang="0">
                  <a:pos x="378" y="3"/>
                </a:cxn>
                <a:cxn ang="0">
                  <a:pos x="385" y="3"/>
                </a:cxn>
                <a:cxn ang="0">
                  <a:pos x="393" y="3"/>
                </a:cxn>
                <a:cxn ang="0">
                  <a:pos x="400" y="7"/>
                </a:cxn>
                <a:cxn ang="0">
                  <a:pos x="407" y="7"/>
                </a:cxn>
                <a:cxn ang="0">
                  <a:pos x="414" y="10"/>
                </a:cxn>
                <a:cxn ang="0">
                  <a:pos x="421" y="14"/>
                </a:cxn>
                <a:cxn ang="0">
                  <a:pos x="429" y="18"/>
                </a:cxn>
                <a:cxn ang="0">
                  <a:pos x="436" y="25"/>
                </a:cxn>
                <a:cxn ang="0">
                  <a:pos x="443" y="28"/>
                </a:cxn>
                <a:cxn ang="0">
                  <a:pos x="450" y="36"/>
                </a:cxn>
              </a:cxnLst>
              <a:rect l="0" t="0" r="r" b="b"/>
              <a:pathLst>
                <a:path w="450" h="64">
                  <a:moveTo>
                    <a:pt x="0" y="57"/>
                  </a:moveTo>
                  <a:lnTo>
                    <a:pt x="4" y="54"/>
                  </a:lnTo>
                  <a:lnTo>
                    <a:pt x="7" y="50"/>
                  </a:lnTo>
                  <a:lnTo>
                    <a:pt x="11" y="50"/>
                  </a:lnTo>
                  <a:lnTo>
                    <a:pt x="15" y="46"/>
                  </a:lnTo>
                  <a:lnTo>
                    <a:pt x="18" y="43"/>
                  </a:lnTo>
                  <a:lnTo>
                    <a:pt x="22" y="39"/>
                  </a:lnTo>
                  <a:lnTo>
                    <a:pt x="25" y="36"/>
                  </a:lnTo>
                  <a:lnTo>
                    <a:pt x="29" y="36"/>
                  </a:lnTo>
                  <a:lnTo>
                    <a:pt x="33" y="32"/>
                  </a:lnTo>
                  <a:lnTo>
                    <a:pt x="36" y="28"/>
                  </a:lnTo>
                  <a:lnTo>
                    <a:pt x="40" y="25"/>
                  </a:lnTo>
                  <a:lnTo>
                    <a:pt x="43" y="21"/>
                  </a:lnTo>
                  <a:lnTo>
                    <a:pt x="47" y="21"/>
                  </a:lnTo>
                  <a:lnTo>
                    <a:pt x="51" y="18"/>
                  </a:lnTo>
                  <a:lnTo>
                    <a:pt x="54" y="14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9" y="7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5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6" y="3"/>
                  </a:lnTo>
                  <a:lnTo>
                    <a:pt x="130" y="7"/>
                  </a:lnTo>
                  <a:lnTo>
                    <a:pt x="133" y="7"/>
                  </a:lnTo>
                  <a:lnTo>
                    <a:pt x="137" y="10"/>
                  </a:lnTo>
                  <a:lnTo>
                    <a:pt x="141" y="10"/>
                  </a:lnTo>
                  <a:lnTo>
                    <a:pt x="144" y="14"/>
                  </a:lnTo>
                  <a:lnTo>
                    <a:pt x="148" y="18"/>
                  </a:lnTo>
                  <a:lnTo>
                    <a:pt x="151" y="18"/>
                  </a:lnTo>
                  <a:lnTo>
                    <a:pt x="155" y="21"/>
                  </a:lnTo>
                  <a:lnTo>
                    <a:pt x="159" y="25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32"/>
                  </a:lnTo>
                  <a:lnTo>
                    <a:pt x="173" y="36"/>
                  </a:lnTo>
                  <a:lnTo>
                    <a:pt x="177" y="39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6"/>
                  </a:lnTo>
                  <a:lnTo>
                    <a:pt x="191" y="46"/>
                  </a:lnTo>
                  <a:lnTo>
                    <a:pt x="195" y="50"/>
                  </a:lnTo>
                  <a:lnTo>
                    <a:pt x="198" y="54"/>
                  </a:lnTo>
                  <a:lnTo>
                    <a:pt x="202" y="54"/>
                  </a:lnTo>
                  <a:lnTo>
                    <a:pt x="205" y="57"/>
                  </a:lnTo>
                  <a:lnTo>
                    <a:pt x="209" y="57"/>
                  </a:lnTo>
                  <a:lnTo>
                    <a:pt x="213" y="61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1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9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1"/>
                  </a:lnTo>
                  <a:lnTo>
                    <a:pt x="263" y="61"/>
                  </a:lnTo>
                  <a:lnTo>
                    <a:pt x="267" y="61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4"/>
                  </a:lnTo>
                  <a:lnTo>
                    <a:pt x="281" y="54"/>
                  </a:lnTo>
                  <a:lnTo>
                    <a:pt x="285" y="50"/>
                  </a:lnTo>
                  <a:lnTo>
                    <a:pt x="288" y="46"/>
                  </a:lnTo>
                  <a:lnTo>
                    <a:pt x="292" y="46"/>
                  </a:lnTo>
                  <a:lnTo>
                    <a:pt x="295" y="43"/>
                  </a:lnTo>
                  <a:lnTo>
                    <a:pt x="299" y="39"/>
                  </a:lnTo>
                  <a:lnTo>
                    <a:pt x="303" y="39"/>
                  </a:lnTo>
                  <a:lnTo>
                    <a:pt x="306" y="36"/>
                  </a:lnTo>
                  <a:lnTo>
                    <a:pt x="310" y="32"/>
                  </a:lnTo>
                  <a:lnTo>
                    <a:pt x="313" y="28"/>
                  </a:lnTo>
                  <a:lnTo>
                    <a:pt x="317" y="28"/>
                  </a:lnTo>
                  <a:lnTo>
                    <a:pt x="321" y="25"/>
                  </a:lnTo>
                  <a:lnTo>
                    <a:pt x="324" y="25"/>
                  </a:lnTo>
                  <a:lnTo>
                    <a:pt x="328" y="21"/>
                  </a:lnTo>
                  <a:lnTo>
                    <a:pt x="331" y="18"/>
                  </a:lnTo>
                  <a:lnTo>
                    <a:pt x="335" y="18"/>
                  </a:lnTo>
                  <a:lnTo>
                    <a:pt x="339" y="14"/>
                  </a:lnTo>
                  <a:lnTo>
                    <a:pt x="342" y="10"/>
                  </a:lnTo>
                  <a:lnTo>
                    <a:pt x="346" y="10"/>
                  </a:lnTo>
                  <a:lnTo>
                    <a:pt x="349" y="7"/>
                  </a:lnTo>
                  <a:lnTo>
                    <a:pt x="353" y="7"/>
                  </a:lnTo>
                  <a:lnTo>
                    <a:pt x="357" y="7"/>
                  </a:lnTo>
                  <a:lnTo>
                    <a:pt x="360" y="3"/>
                  </a:lnTo>
                  <a:lnTo>
                    <a:pt x="364" y="3"/>
                  </a:lnTo>
                  <a:lnTo>
                    <a:pt x="367" y="3"/>
                  </a:lnTo>
                  <a:lnTo>
                    <a:pt x="371" y="3"/>
                  </a:lnTo>
                  <a:lnTo>
                    <a:pt x="375" y="3"/>
                  </a:lnTo>
                  <a:lnTo>
                    <a:pt x="378" y="3"/>
                  </a:lnTo>
                  <a:lnTo>
                    <a:pt x="382" y="3"/>
                  </a:lnTo>
                  <a:lnTo>
                    <a:pt x="385" y="3"/>
                  </a:lnTo>
                  <a:lnTo>
                    <a:pt x="389" y="3"/>
                  </a:lnTo>
                  <a:lnTo>
                    <a:pt x="393" y="3"/>
                  </a:lnTo>
                  <a:lnTo>
                    <a:pt x="396" y="3"/>
                  </a:lnTo>
                  <a:lnTo>
                    <a:pt x="400" y="7"/>
                  </a:lnTo>
                  <a:lnTo>
                    <a:pt x="403" y="7"/>
                  </a:lnTo>
                  <a:lnTo>
                    <a:pt x="407" y="7"/>
                  </a:lnTo>
                  <a:lnTo>
                    <a:pt x="411" y="10"/>
                  </a:lnTo>
                  <a:lnTo>
                    <a:pt x="414" y="10"/>
                  </a:lnTo>
                  <a:lnTo>
                    <a:pt x="418" y="14"/>
                  </a:lnTo>
                  <a:lnTo>
                    <a:pt x="421" y="14"/>
                  </a:lnTo>
                  <a:lnTo>
                    <a:pt x="425" y="18"/>
                  </a:lnTo>
                  <a:lnTo>
                    <a:pt x="429" y="18"/>
                  </a:lnTo>
                  <a:lnTo>
                    <a:pt x="432" y="21"/>
                  </a:lnTo>
                  <a:lnTo>
                    <a:pt x="436" y="25"/>
                  </a:lnTo>
                  <a:lnTo>
                    <a:pt x="439" y="25"/>
                  </a:lnTo>
                  <a:lnTo>
                    <a:pt x="443" y="28"/>
                  </a:lnTo>
                  <a:lnTo>
                    <a:pt x="447" y="32"/>
                  </a:lnTo>
                  <a:lnTo>
                    <a:pt x="450" y="36"/>
                  </a:lnTo>
                  <a:lnTo>
                    <a:pt x="450" y="36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2" name="Freeform 100"/>
            <p:cNvSpPr>
              <a:spLocks/>
            </p:cNvSpPr>
            <p:nvPr/>
          </p:nvSpPr>
          <p:spPr bwMode="auto">
            <a:xfrm>
              <a:off x="749" y="1048"/>
              <a:ext cx="1670" cy="2462"/>
            </a:xfrm>
            <a:custGeom>
              <a:avLst/>
              <a:gdLst/>
              <a:ahLst/>
              <a:cxnLst>
                <a:cxn ang="0">
                  <a:pos x="39" y="2066"/>
                </a:cxn>
                <a:cxn ang="0">
                  <a:pos x="86" y="2077"/>
                </a:cxn>
                <a:cxn ang="0">
                  <a:pos x="133" y="2034"/>
                </a:cxn>
                <a:cxn ang="0">
                  <a:pos x="169" y="1987"/>
                </a:cxn>
                <a:cxn ang="0">
                  <a:pos x="216" y="1962"/>
                </a:cxn>
                <a:cxn ang="0">
                  <a:pos x="259" y="1998"/>
                </a:cxn>
                <a:cxn ang="0">
                  <a:pos x="295" y="2045"/>
                </a:cxn>
                <a:cxn ang="0">
                  <a:pos x="335" y="2088"/>
                </a:cxn>
                <a:cxn ang="0">
                  <a:pos x="381" y="2073"/>
                </a:cxn>
                <a:cxn ang="0">
                  <a:pos x="417" y="2027"/>
                </a:cxn>
                <a:cxn ang="0">
                  <a:pos x="446" y="1980"/>
                </a:cxn>
                <a:cxn ang="0">
                  <a:pos x="493" y="1947"/>
                </a:cxn>
                <a:cxn ang="0">
                  <a:pos x="536" y="1987"/>
                </a:cxn>
                <a:cxn ang="0">
                  <a:pos x="561" y="2034"/>
                </a:cxn>
                <a:cxn ang="0">
                  <a:pos x="590" y="2081"/>
                </a:cxn>
                <a:cxn ang="0">
                  <a:pos x="637" y="2109"/>
                </a:cxn>
                <a:cxn ang="0">
                  <a:pos x="677" y="2066"/>
                </a:cxn>
                <a:cxn ang="0">
                  <a:pos x="698" y="2019"/>
                </a:cxn>
                <a:cxn ang="0">
                  <a:pos x="723" y="1973"/>
                </a:cxn>
                <a:cxn ang="0">
                  <a:pos x="759" y="1926"/>
                </a:cxn>
                <a:cxn ang="0">
                  <a:pos x="803" y="1955"/>
                </a:cxn>
                <a:cxn ang="0">
                  <a:pos x="828" y="2001"/>
                </a:cxn>
                <a:cxn ang="0">
                  <a:pos x="846" y="2048"/>
                </a:cxn>
                <a:cxn ang="0">
                  <a:pos x="867" y="2095"/>
                </a:cxn>
                <a:cxn ang="0">
                  <a:pos x="900" y="2138"/>
                </a:cxn>
                <a:cxn ang="0">
                  <a:pos x="943" y="2109"/>
                </a:cxn>
                <a:cxn ang="0">
                  <a:pos x="961" y="2063"/>
                </a:cxn>
                <a:cxn ang="0">
                  <a:pos x="979" y="2012"/>
                </a:cxn>
                <a:cxn ang="0">
                  <a:pos x="997" y="1958"/>
                </a:cxn>
                <a:cxn ang="0">
                  <a:pos x="1019" y="1911"/>
                </a:cxn>
                <a:cxn ang="0">
                  <a:pos x="1058" y="1886"/>
                </a:cxn>
                <a:cxn ang="0">
                  <a:pos x="1087" y="1933"/>
                </a:cxn>
                <a:cxn ang="0">
                  <a:pos x="1105" y="1991"/>
                </a:cxn>
                <a:cxn ang="0">
                  <a:pos x="1123" y="2055"/>
                </a:cxn>
                <a:cxn ang="0">
                  <a:pos x="1141" y="2120"/>
                </a:cxn>
                <a:cxn ang="0">
                  <a:pos x="1159" y="2171"/>
                </a:cxn>
                <a:cxn ang="0">
                  <a:pos x="1191" y="2207"/>
                </a:cxn>
                <a:cxn ang="0">
                  <a:pos x="1220" y="2163"/>
                </a:cxn>
                <a:cxn ang="0">
                  <a:pos x="1238" y="2099"/>
                </a:cxn>
                <a:cxn ang="0">
                  <a:pos x="1256" y="2016"/>
                </a:cxn>
                <a:cxn ang="0">
                  <a:pos x="1274" y="1929"/>
                </a:cxn>
                <a:cxn ang="0">
                  <a:pos x="1292" y="1847"/>
                </a:cxn>
                <a:cxn ang="0">
                  <a:pos x="1310" y="1789"/>
                </a:cxn>
                <a:cxn ang="0">
                  <a:pos x="1346" y="1782"/>
                </a:cxn>
                <a:cxn ang="0">
                  <a:pos x="1364" y="1847"/>
                </a:cxn>
                <a:cxn ang="0">
                  <a:pos x="1382" y="1947"/>
                </a:cxn>
                <a:cxn ang="0">
                  <a:pos x="1400" y="2077"/>
                </a:cxn>
                <a:cxn ang="0">
                  <a:pos x="1418" y="2214"/>
                </a:cxn>
                <a:cxn ang="0">
                  <a:pos x="1436" y="2340"/>
                </a:cxn>
                <a:cxn ang="0">
                  <a:pos x="1454" y="2430"/>
                </a:cxn>
                <a:cxn ang="0">
                  <a:pos x="1483" y="2448"/>
                </a:cxn>
                <a:cxn ang="0">
                  <a:pos x="1501" y="2361"/>
                </a:cxn>
                <a:cxn ang="0">
                  <a:pos x="1519" y="2189"/>
                </a:cxn>
                <a:cxn ang="0">
                  <a:pos x="1537" y="1940"/>
                </a:cxn>
                <a:cxn ang="0">
                  <a:pos x="1555" y="1631"/>
                </a:cxn>
                <a:cxn ang="0">
                  <a:pos x="1577" y="1281"/>
                </a:cxn>
                <a:cxn ang="0">
                  <a:pos x="1595" y="921"/>
                </a:cxn>
                <a:cxn ang="0">
                  <a:pos x="1613" y="587"/>
                </a:cxn>
                <a:cxn ang="0">
                  <a:pos x="1631" y="306"/>
                </a:cxn>
                <a:cxn ang="0">
                  <a:pos x="1649" y="108"/>
                </a:cxn>
                <a:cxn ang="0">
                  <a:pos x="1667" y="11"/>
                </a:cxn>
              </a:cxnLst>
              <a:rect l="0" t="0" r="r" b="b"/>
              <a:pathLst>
                <a:path w="1670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7" y="2034"/>
                  </a:lnTo>
                  <a:lnTo>
                    <a:pt x="11" y="2037"/>
                  </a:lnTo>
                  <a:lnTo>
                    <a:pt x="14" y="2041"/>
                  </a:lnTo>
                  <a:lnTo>
                    <a:pt x="18" y="2045"/>
                  </a:lnTo>
                  <a:lnTo>
                    <a:pt x="21" y="2048"/>
                  </a:lnTo>
                  <a:lnTo>
                    <a:pt x="25" y="2052"/>
                  </a:lnTo>
                  <a:lnTo>
                    <a:pt x="29" y="2055"/>
                  </a:lnTo>
                  <a:lnTo>
                    <a:pt x="32" y="2059"/>
                  </a:lnTo>
                  <a:lnTo>
                    <a:pt x="36" y="2063"/>
                  </a:lnTo>
                  <a:lnTo>
                    <a:pt x="39" y="2066"/>
                  </a:lnTo>
                  <a:lnTo>
                    <a:pt x="43" y="2070"/>
                  </a:lnTo>
                  <a:lnTo>
                    <a:pt x="47" y="2073"/>
                  </a:lnTo>
                  <a:lnTo>
                    <a:pt x="50" y="2073"/>
                  </a:lnTo>
                  <a:lnTo>
                    <a:pt x="54" y="2077"/>
                  </a:lnTo>
                  <a:lnTo>
                    <a:pt x="57" y="2077"/>
                  </a:lnTo>
                  <a:lnTo>
                    <a:pt x="61" y="2081"/>
                  </a:lnTo>
                  <a:lnTo>
                    <a:pt x="65" y="2081"/>
                  </a:lnTo>
                  <a:lnTo>
                    <a:pt x="68" y="2081"/>
                  </a:lnTo>
                  <a:lnTo>
                    <a:pt x="72" y="2081"/>
                  </a:lnTo>
                  <a:lnTo>
                    <a:pt x="75" y="2081"/>
                  </a:lnTo>
                  <a:lnTo>
                    <a:pt x="79" y="2077"/>
                  </a:lnTo>
                  <a:lnTo>
                    <a:pt x="83" y="2077"/>
                  </a:lnTo>
                  <a:lnTo>
                    <a:pt x="86" y="2077"/>
                  </a:lnTo>
                  <a:lnTo>
                    <a:pt x="90" y="2073"/>
                  </a:lnTo>
                  <a:lnTo>
                    <a:pt x="93" y="2073"/>
                  </a:lnTo>
                  <a:lnTo>
                    <a:pt x="97" y="2070"/>
                  </a:lnTo>
                  <a:lnTo>
                    <a:pt x="101" y="2066"/>
                  </a:lnTo>
                  <a:lnTo>
                    <a:pt x="104" y="2063"/>
                  </a:lnTo>
                  <a:lnTo>
                    <a:pt x="108" y="2059"/>
                  </a:lnTo>
                  <a:lnTo>
                    <a:pt x="111" y="2055"/>
                  </a:lnTo>
                  <a:lnTo>
                    <a:pt x="115" y="2052"/>
                  </a:lnTo>
                  <a:lnTo>
                    <a:pt x="119" y="2048"/>
                  </a:lnTo>
                  <a:lnTo>
                    <a:pt x="122" y="2045"/>
                  </a:lnTo>
                  <a:lnTo>
                    <a:pt x="126" y="2041"/>
                  </a:lnTo>
                  <a:lnTo>
                    <a:pt x="129" y="2037"/>
                  </a:lnTo>
                  <a:lnTo>
                    <a:pt x="133" y="2034"/>
                  </a:lnTo>
                  <a:lnTo>
                    <a:pt x="137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47" y="2012"/>
                  </a:lnTo>
                  <a:lnTo>
                    <a:pt x="151" y="2009"/>
                  </a:lnTo>
                  <a:lnTo>
                    <a:pt x="155" y="2005"/>
                  </a:lnTo>
                  <a:lnTo>
                    <a:pt x="158" y="2001"/>
                  </a:lnTo>
                  <a:lnTo>
                    <a:pt x="162" y="1998"/>
                  </a:lnTo>
                  <a:lnTo>
                    <a:pt x="162" y="1994"/>
                  </a:lnTo>
                  <a:lnTo>
                    <a:pt x="165" y="1991"/>
                  </a:lnTo>
                  <a:lnTo>
                    <a:pt x="169" y="1987"/>
                  </a:lnTo>
                  <a:lnTo>
                    <a:pt x="173" y="1983"/>
                  </a:lnTo>
                  <a:lnTo>
                    <a:pt x="176" y="1980"/>
                  </a:lnTo>
                  <a:lnTo>
                    <a:pt x="180" y="1976"/>
                  </a:lnTo>
                  <a:lnTo>
                    <a:pt x="183" y="1973"/>
                  </a:lnTo>
                  <a:lnTo>
                    <a:pt x="187" y="1969"/>
                  </a:lnTo>
                  <a:lnTo>
                    <a:pt x="191" y="1969"/>
                  </a:lnTo>
                  <a:lnTo>
                    <a:pt x="194" y="1965"/>
                  </a:lnTo>
                  <a:lnTo>
                    <a:pt x="198" y="1965"/>
                  </a:lnTo>
                  <a:lnTo>
                    <a:pt x="201" y="1965"/>
                  </a:lnTo>
                  <a:lnTo>
                    <a:pt x="205" y="1962"/>
                  </a:lnTo>
                  <a:lnTo>
                    <a:pt x="209" y="1962"/>
                  </a:lnTo>
                  <a:lnTo>
                    <a:pt x="212" y="1962"/>
                  </a:lnTo>
                  <a:lnTo>
                    <a:pt x="216" y="1962"/>
                  </a:lnTo>
                  <a:lnTo>
                    <a:pt x="219" y="1965"/>
                  </a:lnTo>
                  <a:lnTo>
                    <a:pt x="223" y="1965"/>
                  </a:lnTo>
                  <a:lnTo>
                    <a:pt x="227" y="1969"/>
                  </a:lnTo>
                  <a:lnTo>
                    <a:pt x="230" y="1969"/>
                  </a:lnTo>
                  <a:lnTo>
                    <a:pt x="234" y="1973"/>
                  </a:lnTo>
                  <a:lnTo>
                    <a:pt x="237" y="1976"/>
                  </a:lnTo>
                  <a:lnTo>
                    <a:pt x="241" y="1980"/>
                  </a:lnTo>
                  <a:lnTo>
                    <a:pt x="245" y="1980"/>
                  </a:lnTo>
                  <a:lnTo>
                    <a:pt x="248" y="1983"/>
                  </a:lnTo>
                  <a:lnTo>
                    <a:pt x="252" y="1987"/>
                  </a:lnTo>
                  <a:lnTo>
                    <a:pt x="255" y="1991"/>
                  </a:lnTo>
                  <a:lnTo>
                    <a:pt x="259" y="1994"/>
                  </a:lnTo>
                  <a:lnTo>
                    <a:pt x="259" y="1998"/>
                  </a:lnTo>
                  <a:lnTo>
                    <a:pt x="263" y="2001"/>
                  </a:lnTo>
                  <a:lnTo>
                    <a:pt x="266" y="2005"/>
                  </a:lnTo>
                  <a:lnTo>
                    <a:pt x="270" y="2009"/>
                  </a:lnTo>
                  <a:lnTo>
                    <a:pt x="273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4" y="2034"/>
                  </a:lnTo>
                  <a:lnTo>
                    <a:pt x="288" y="2037"/>
                  </a:lnTo>
                  <a:lnTo>
                    <a:pt x="291" y="2041"/>
                  </a:lnTo>
                  <a:lnTo>
                    <a:pt x="295" y="2045"/>
                  </a:lnTo>
                  <a:lnTo>
                    <a:pt x="295" y="2048"/>
                  </a:lnTo>
                  <a:lnTo>
                    <a:pt x="299" y="2052"/>
                  </a:lnTo>
                  <a:lnTo>
                    <a:pt x="302" y="2055"/>
                  </a:lnTo>
                  <a:lnTo>
                    <a:pt x="306" y="2059"/>
                  </a:lnTo>
                  <a:lnTo>
                    <a:pt x="309" y="2063"/>
                  </a:lnTo>
                  <a:lnTo>
                    <a:pt x="309" y="2066"/>
                  </a:lnTo>
                  <a:lnTo>
                    <a:pt x="313" y="2070"/>
                  </a:lnTo>
                  <a:lnTo>
                    <a:pt x="317" y="2073"/>
                  </a:lnTo>
                  <a:lnTo>
                    <a:pt x="320" y="2077"/>
                  </a:lnTo>
                  <a:lnTo>
                    <a:pt x="324" y="2081"/>
                  </a:lnTo>
                  <a:lnTo>
                    <a:pt x="327" y="2084"/>
                  </a:lnTo>
                  <a:lnTo>
                    <a:pt x="331" y="2088"/>
                  </a:lnTo>
                  <a:lnTo>
                    <a:pt x="335" y="2088"/>
                  </a:lnTo>
                  <a:lnTo>
                    <a:pt x="338" y="2091"/>
                  </a:lnTo>
                  <a:lnTo>
                    <a:pt x="342" y="2091"/>
                  </a:lnTo>
                  <a:lnTo>
                    <a:pt x="345" y="2091"/>
                  </a:lnTo>
                  <a:lnTo>
                    <a:pt x="349" y="2091"/>
                  </a:lnTo>
                  <a:lnTo>
                    <a:pt x="353" y="2091"/>
                  </a:lnTo>
                  <a:lnTo>
                    <a:pt x="356" y="2091"/>
                  </a:lnTo>
                  <a:lnTo>
                    <a:pt x="360" y="2091"/>
                  </a:lnTo>
                  <a:lnTo>
                    <a:pt x="363" y="2088"/>
                  </a:lnTo>
                  <a:lnTo>
                    <a:pt x="367" y="2088"/>
                  </a:lnTo>
                  <a:lnTo>
                    <a:pt x="371" y="2084"/>
                  </a:lnTo>
                  <a:lnTo>
                    <a:pt x="374" y="2081"/>
                  </a:lnTo>
                  <a:lnTo>
                    <a:pt x="378" y="2077"/>
                  </a:lnTo>
                  <a:lnTo>
                    <a:pt x="381" y="2073"/>
                  </a:lnTo>
                  <a:lnTo>
                    <a:pt x="385" y="2070"/>
                  </a:lnTo>
                  <a:lnTo>
                    <a:pt x="389" y="2066"/>
                  </a:lnTo>
                  <a:lnTo>
                    <a:pt x="392" y="2063"/>
                  </a:lnTo>
                  <a:lnTo>
                    <a:pt x="396" y="2059"/>
                  </a:lnTo>
                  <a:lnTo>
                    <a:pt x="399" y="2055"/>
                  </a:lnTo>
                  <a:lnTo>
                    <a:pt x="399" y="2052"/>
                  </a:lnTo>
                  <a:lnTo>
                    <a:pt x="403" y="2048"/>
                  </a:lnTo>
                  <a:lnTo>
                    <a:pt x="407" y="2045"/>
                  </a:lnTo>
                  <a:lnTo>
                    <a:pt x="407" y="2041"/>
                  </a:lnTo>
                  <a:lnTo>
                    <a:pt x="410" y="2037"/>
                  </a:lnTo>
                  <a:lnTo>
                    <a:pt x="414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1" y="2019"/>
                  </a:lnTo>
                  <a:lnTo>
                    <a:pt x="425" y="2016"/>
                  </a:lnTo>
                  <a:lnTo>
                    <a:pt x="425" y="2012"/>
                  </a:lnTo>
                  <a:lnTo>
                    <a:pt x="428" y="2009"/>
                  </a:lnTo>
                  <a:lnTo>
                    <a:pt x="432" y="2005"/>
                  </a:lnTo>
                  <a:lnTo>
                    <a:pt x="432" y="2001"/>
                  </a:lnTo>
                  <a:lnTo>
                    <a:pt x="435" y="1998"/>
                  </a:lnTo>
                  <a:lnTo>
                    <a:pt x="439" y="1994"/>
                  </a:lnTo>
                  <a:lnTo>
                    <a:pt x="439" y="1991"/>
                  </a:lnTo>
                  <a:lnTo>
                    <a:pt x="443" y="1987"/>
                  </a:lnTo>
                  <a:lnTo>
                    <a:pt x="446" y="1983"/>
                  </a:lnTo>
                  <a:lnTo>
                    <a:pt x="446" y="1980"/>
                  </a:lnTo>
                  <a:lnTo>
                    <a:pt x="450" y="1976"/>
                  </a:lnTo>
                  <a:lnTo>
                    <a:pt x="453" y="1973"/>
                  </a:lnTo>
                  <a:lnTo>
                    <a:pt x="457" y="1969"/>
                  </a:lnTo>
                  <a:lnTo>
                    <a:pt x="461" y="1965"/>
                  </a:lnTo>
                  <a:lnTo>
                    <a:pt x="464" y="1962"/>
                  </a:lnTo>
                  <a:lnTo>
                    <a:pt x="468" y="1958"/>
                  </a:lnTo>
                  <a:lnTo>
                    <a:pt x="471" y="1955"/>
                  </a:lnTo>
                  <a:lnTo>
                    <a:pt x="475" y="1951"/>
                  </a:lnTo>
                  <a:lnTo>
                    <a:pt x="479" y="1951"/>
                  </a:lnTo>
                  <a:lnTo>
                    <a:pt x="482" y="1947"/>
                  </a:lnTo>
                  <a:lnTo>
                    <a:pt x="486" y="1947"/>
                  </a:lnTo>
                  <a:lnTo>
                    <a:pt x="489" y="1947"/>
                  </a:lnTo>
                  <a:lnTo>
                    <a:pt x="493" y="1947"/>
                  </a:lnTo>
                  <a:lnTo>
                    <a:pt x="497" y="1951"/>
                  </a:lnTo>
                  <a:lnTo>
                    <a:pt x="500" y="1951"/>
                  </a:lnTo>
                  <a:lnTo>
                    <a:pt x="504" y="1951"/>
                  </a:lnTo>
                  <a:lnTo>
                    <a:pt x="507" y="1955"/>
                  </a:lnTo>
                  <a:lnTo>
                    <a:pt x="511" y="1958"/>
                  </a:lnTo>
                  <a:lnTo>
                    <a:pt x="515" y="1962"/>
                  </a:lnTo>
                  <a:lnTo>
                    <a:pt x="518" y="1965"/>
                  </a:lnTo>
                  <a:lnTo>
                    <a:pt x="522" y="1969"/>
                  </a:lnTo>
                  <a:lnTo>
                    <a:pt x="525" y="1973"/>
                  </a:lnTo>
                  <a:lnTo>
                    <a:pt x="529" y="1976"/>
                  </a:lnTo>
                  <a:lnTo>
                    <a:pt x="533" y="1980"/>
                  </a:lnTo>
                  <a:lnTo>
                    <a:pt x="533" y="1983"/>
                  </a:lnTo>
                  <a:lnTo>
                    <a:pt x="536" y="1987"/>
                  </a:lnTo>
                  <a:lnTo>
                    <a:pt x="536" y="1991"/>
                  </a:lnTo>
                  <a:lnTo>
                    <a:pt x="540" y="1994"/>
                  </a:lnTo>
                  <a:lnTo>
                    <a:pt x="543" y="1998"/>
                  </a:lnTo>
                  <a:lnTo>
                    <a:pt x="543" y="2001"/>
                  </a:lnTo>
                  <a:lnTo>
                    <a:pt x="547" y="2005"/>
                  </a:lnTo>
                  <a:lnTo>
                    <a:pt x="551" y="2009"/>
                  </a:lnTo>
                  <a:lnTo>
                    <a:pt x="551" y="2012"/>
                  </a:lnTo>
                  <a:lnTo>
                    <a:pt x="554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58" y="2027"/>
                  </a:lnTo>
                  <a:lnTo>
                    <a:pt x="561" y="2030"/>
                  </a:lnTo>
                  <a:lnTo>
                    <a:pt x="561" y="2034"/>
                  </a:lnTo>
                  <a:lnTo>
                    <a:pt x="565" y="2037"/>
                  </a:lnTo>
                  <a:lnTo>
                    <a:pt x="569" y="2041"/>
                  </a:lnTo>
                  <a:lnTo>
                    <a:pt x="569" y="2045"/>
                  </a:lnTo>
                  <a:lnTo>
                    <a:pt x="572" y="2048"/>
                  </a:lnTo>
                  <a:lnTo>
                    <a:pt x="572" y="2052"/>
                  </a:lnTo>
                  <a:lnTo>
                    <a:pt x="576" y="2055"/>
                  </a:lnTo>
                  <a:lnTo>
                    <a:pt x="576" y="2059"/>
                  </a:lnTo>
                  <a:lnTo>
                    <a:pt x="579" y="2063"/>
                  </a:lnTo>
                  <a:lnTo>
                    <a:pt x="579" y="2066"/>
                  </a:lnTo>
                  <a:lnTo>
                    <a:pt x="583" y="2070"/>
                  </a:lnTo>
                  <a:lnTo>
                    <a:pt x="587" y="2073"/>
                  </a:lnTo>
                  <a:lnTo>
                    <a:pt x="590" y="2077"/>
                  </a:lnTo>
                  <a:lnTo>
                    <a:pt x="590" y="2081"/>
                  </a:lnTo>
                  <a:lnTo>
                    <a:pt x="594" y="2084"/>
                  </a:lnTo>
                  <a:lnTo>
                    <a:pt x="597" y="2088"/>
                  </a:lnTo>
                  <a:lnTo>
                    <a:pt x="601" y="2091"/>
                  </a:lnTo>
                  <a:lnTo>
                    <a:pt x="605" y="2095"/>
                  </a:lnTo>
                  <a:lnTo>
                    <a:pt x="608" y="2099"/>
                  </a:lnTo>
                  <a:lnTo>
                    <a:pt x="612" y="2102"/>
                  </a:lnTo>
                  <a:lnTo>
                    <a:pt x="615" y="2106"/>
                  </a:lnTo>
                  <a:lnTo>
                    <a:pt x="619" y="2109"/>
                  </a:lnTo>
                  <a:lnTo>
                    <a:pt x="623" y="2109"/>
                  </a:lnTo>
                  <a:lnTo>
                    <a:pt x="626" y="2109"/>
                  </a:lnTo>
                  <a:lnTo>
                    <a:pt x="630" y="2109"/>
                  </a:lnTo>
                  <a:lnTo>
                    <a:pt x="633" y="2109"/>
                  </a:lnTo>
                  <a:lnTo>
                    <a:pt x="637" y="2109"/>
                  </a:lnTo>
                  <a:lnTo>
                    <a:pt x="641" y="2106"/>
                  </a:lnTo>
                  <a:lnTo>
                    <a:pt x="644" y="2106"/>
                  </a:lnTo>
                  <a:lnTo>
                    <a:pt x="648" y="2102"/>
                  </a:lnTo>
                  <a:lnTo>
                    <a:pt x="651" y="2099"/>
                  </a:lnTo>
                  <a:lnTo>
                    <a:pt x="655" y="2095"/>
                  </a:lnTo>
                  <a:lnTo>
                    <a:pt x="659" y="2091"/>
                  </a:lnTo>
                  <a:lnTo>
                    <a:pt x="662" y="2088"/>
                  </a:lnTo>
                  <a:lnTo>
                    <a:pt x="666" y="2084"/>
                  </a:lnTo>
                  <a:lnTo>
                    <a:pt x="666" y="2081"/>
                  </a:lnTo>
                  <a:lnTo>
                    <a:pt x="669" y="2077"/>
                  </a:lnTo>
                  <a:lnTo>
                    <a:pt x="673" y="2073"/>
                  </a:lnTo>
                  <a:lnTo>
                    <a:pt x="673" y="2070"/>
                  </a:lnTo>
                  <a:lnTo>
                    <a:pt x="677" y="2066"/>
                  </a:lnTo>
                  <a:lnTo>
                    <a:pt x="677" y="2063"/>
                  </a:lnTo>
                  <a:lnTo>
                    <a:pt x="680" y="2059"/>
                  </a:lnTo>
                  <a:lnTo>
                    <a:pt x="680" y="2055"/>
                  </a:lnTo>
                  <a:lnTo>
                    <a:pt x="684" y="2052"/>
                  </a:lnTo>
                  <a:lnTo>
                    <a:pt x="684" y="2048"/>
                  </a:lnTo>
                  <a:lnTo>
                    <a:pt x="687" y="2045"/>
                  </a:lnTo>
                  <a:lnTo>
                    <a:pt x="687" y="2041"/>
                  </a:lnTo>
                  <a:lnTo>
                    <a:pt x="691" y="2037"/>
                  </a:lnTo>
                  <a:lnTo>
                    <a:pt x="691" y="2034"/>
                  </a:lnTo>
                  <a:lnTo>
                    <a:pt x="695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702" y="2016"/>
                  </a:lnTo>
                  <a:lnTo>
                    <a:pt x="702" y="2012"/>
                  </a:lnTo>
                  <a:lnTo>
                    <a:pt x="705" y="2009"/>
                  </a:lnTo>
                  <a:lnTo>
                    <a:pt x="705" y="2005"/>
                  </a:lnTo>
                  <a:lnTo>
                    <a:pt x="709" y="2001"/>
                  </a:lnTo>
                  <a:lnTo>
                    <a:pt x="709" y="1998"/>
                  </a:lnTo>
                  <a:lnTo>
                    <a:pt x="709" y="1994"/>
                  </a:lnTo>
                  <a:lnTo>
                    <a:pt x="713" y="1991"/>
                  </a:lnTo>
                  <a:lnTo>
                    <a:pt x="716" y="1987"/>
                  </a:lnTo>
                  <a:lnTo>
                    <a:pt x="716" y="1983"/>
                  </a:lnTo>
                  <a:lnTo>
                    <a:pt x="720" y="1980"/>
                  </a:lnTo>
                  <a:lnTo>
                    <a:pt x="720" y="1976"/>
                  </a:lnTo>
                  <a:lnTo>
                    <a:pt x="723" y="1973"/>
                  </a:lnTo>
                  <a:lnTo>
                    <a:pt x="723" y="1969"/>
                  </a:lnTo>
                  <a:lnTo>
                    <a:pt x="727" y="1965"/>
                  </a:lnTo>
                  <a:lnTo>
                    <a:pt x="727" y="1962"/>
                  </a:lnTo>
                  <a:lnTo>
                    <a:pt x="731" y="1958"/>
                  </a:lnTo>
                  <a:lnTo>
                    <a:pt x="734" y="1955"/>
                  </a:lnTo>
                  <a:lnTo>
                    <a:pt x="734" y="1951"/>
                  </a:lnTo>
                  <a:lnTo>
                    <a:pt x="738" y="1947"/>
                  </a:lnTo>
                  <a:lnTo>
                    <a:pt x="741" y="1944"/>
                  </a:lnTo>
                  <a:lnTo>
                    <a:pt x="745" y="1940"/>
                  </a:lnTo>
                  <a:lnTo>
                    <a:pt x="749" y="1937"/>
                  </a:lnTo>
                  <a:lnTo>
                    <a:pt x="752" y="1933"/>
                  </a:lnTo>
                  <a:lnTo>
                    <a:pt x="756" y="1929"/>
                  </a:lnTo>
                  <a:lnTo>
                    <a:pt x="759" y="1926"/>
                  </a:lnTo>
                  <a:lnTo>
                    <a:pt x="763" y="1926"/>
                  </a:lnTo>
                  <a:lnTo>
                    <a:pt x="767" y="1926"/>
                  </a:lnTo>
                  <a:lnTo>
                    <a:pt x="770" y="1926"/>
                  </a:lnTo>
                  <a:lnTo>
                    <a:pt x="774" y="1926"/>
                  </a:lnTo>
                  <a:lnTo>
                    <a:pt x="777" y="1926"/>
                  </a:lnTo>
                  <a:lnTo>
                    <a:pt x="781" y="1929"/>
                  </a:lnTo>
                  <a:lnTo>
                    <a:pt x="785" y="1933"/>
                  </a:lnTo>
                  <a:lnTo>
                    <a:pt x="788" y="1937"/>
                  </a:lnTo>
                  <a:lnTo>
                    <a:pt x="792" y="1940"/>
                  </a:lnTo>
                  <a:lnTo>
                    <a:pt x="795" y="1944"/>
                  </a:lnTo>
                  <a:lnTo>
                    <a:pt x="799" y="1947"/>
                  </a:lnTo>
                  <a:lnTo>
                    <a:pt x="803" y="1951"/>
                  </a:lnTo>
                  <a:lnTo>
                    <a:pt x="803" y="1955"/>
                  </a:lnTo>
                  <a:lnTo>
                    <a:pt x="806" y="1958"/>
                  </a:lnTo>
                  <a:lnTo>
                    <a:pt x="810" y="1962"/>
                  </a:lnTo>
                  <a:lnTo>
                    <a:pt x="810" y="1965"/>
                  </a:lnTo>
                  <a:lnTo>
                    <a:pt x="813" y="1969"/>
                  </a:lnTo>
                  <a:lnTo>
                    <a:pt x="813" y="1973"/>
                  </a:lnTo>
                  <a:lnTo>
                    <a:pt x="817" y="1976"/>
                  </a:lnTo>
                  <a:lnTo>
                    <a:pt x="817" y="1980"/>
                  </a:lnTo>
                  <a:lnTo>
                    <a:pt x="821" y="1983"/>
                  </a:lnTo>
                  <a:lnTo>
                    <a:pt x="821" y="1987"/>
                  </a:lnTo>
                  <a:lnTo>
                    <a:pt x="821" y="1991"/>
                  </a:lnTo>
                  <a:lnTo>
                    <a:pt x="824" y="1994"/>
                  </a:lnTo>
                  <a:lnTo>
                    <a:pt x="824" y="1998"/>
                  </a:lnTo>
                  <a:lnTo>
                    <a:pt x="828" y="2001"/>
                  </a:lnTo>
                  <a:lnTo>
                    <a:pt x="828" y="2005"/>
                  </a:lnTo>
                  <a:lnTo>
                    <a:pt x="828" y="2009"/>
                  </a:lnTo>
                  <a:lnTo>
                    <a:pt x="831" y="2012"/>
                  </a:lnTo>
                  <a:lnTo>
                    <a:pt x="835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39" y="2034"/>
                  </a:lnTo>
                  <a:lnTo>
                    <a:pt x="842" y="2037"/>
                  </a:lnTo>
                  <a:lnTo>
                    <a:pt x="842" y="2041"/>
                  </a:lnTo>
                  <a:lnTo>
                    <a:pt x="846" y="2045"/>
                  </a:lnTo>
                  <a:lnTo>
                    <a:pt x="846" y="2048"/>
                  </a:lnTo>
                  <a:lnTo>
                    <a:pt x="846" y="2052"/>
                  </a:lnTo>
                  <a:lnTo>
                    <a:pt x="849" y="2055"/>
                  </a:lnTo>
                  <a:lnTo>
                    <a:pt x="849" y="2059"/>
                  </a:lnTo>
                  <a:lnTo>
                    <a:pt x="853" y="2063"/>
                  </a:lnTo>
                  <a:lnTo>
                    <a:pt x="853" y="2066"/>
                  </a:lnTo>
                  <a:lnTo>
                    <a:pt x="857" y="2070"/>
                  </a:lnTo>
                  <a:lnTo>
                    <a:pt x="857" y="2073"/>
                  </a:lnTo>
                  <a:lnTo>
                    <a:pt x="860" y="2077"/>
                  </a:lnTo>
                  <a:lnTo>
                    <a:pt x="860" y="2081"/>
                  </a:lnTo>
                  <a:lnTo>
                    <a:pt x="860" y="2084"/>
                  </a:lnTo>
                  <a:lnTo>
                    <a:pt x="864" y="2088"/>
                  </a:lnTo>
                  <a:lnTo>
                    <a:pt x="864" y="2091"/>
                  </a:lnTo>
                  <a:lnTo>
                    <a:pt x="867" y="2095"/>
                  </a:lnTo>
                  <a:lnTo>
                    <a:pt x="867" y="2099"/>
                  </a:lnTo>
                  <a:lnTo>
                    <a:pt x="871" y="2102"/>
                  </a:lnTo>
                  <a:lnTo>
                    <a:pt x="871" y="2106"/>
                  </a:lnTo>
                  <a:lnTo>
                    <a:pt x="875" y="2109"/>
                  </a:lnTo>
                  <a:lnTo>
                    <a:pt x="878" y="2113"/>
                  </a:lnTo>
                  <a:lnTo>
                    <a:pt x="878" y="2117"/>
                  </a:lnTo>
                  <a:lnTo>
                    <a:pt x="882" y="2120"/>
                  </a:lnTo>
                  <a:lnTo>
                    <a:pt x="885" y="2124"/>
                  </a:lnTo>
                  <a:lnTo>
                    <a:pt x="889" y="2127"/>
                  </a:lnTo>
                  <a:lnTo>
                    <a:pt x="889" y="2131"/>
                  </a:lnTo>
                  <a:lnTo>
                    <a:pt x="893" y="2135"/>
                  </a:lnTo>
                  <a:lnTo>
                    <a:pt x="896" y="2138"/>
                  </a:lnTo>
                  <a:lnTo>
                    <a:pt x="900" y="2138"/>
                  </a:lnTo>
                  <a:lnTo>
                    <a:pt x="903" y="2142"/>
                  </a:lnTo>
                  <a:lnTo>
                    <a:pt x="907" y="2142"/>
                  </a:lnTo>
                  <a:lnTo>
                    <a:pt x="911" y="2142"/>
                  </a:lnTo>
                  <a:lnTo>
                    <a:pt x="914" y="2138"/>
                  </a:lnTo>
                  <a:lnTo>
                    <a:pt x="918" y="2138"/>
                  </a:lnTo>
                  <a:lnTo>
                    <a:pt x="921" y="2135"/>
                  </a:lnTo>
                  <a:lnTo>
                    <a:pt x="925" y="2131"/>
                  </a:lnTo>
                  <a:lnTo>
                    <a:pt x="929" y="2127"/>
                  </a:lnTo>
                  <a:lnTo>
                    <a:pt x="932" y="2124"/>
                  </a:lnTo>
                  <a:lnTo>
                    <a:pt x="936" y="2120"/>
                  </a:lnTo>
                  <a:lnTo>
                    <a:pt x="939" y="2117"/>
                  </a:lnTo>
                  <a:lnTo>
                    <a:pt x="939" y="2113"/>
                  </a:lnTo>
                  <a:lnTo>
                    <a:pt x="943" y="2109"/>
                  </a:lnTo>
                  <a:lnTo>
                    <a:pt x="943" y="2106"/>
                  </a:lnTo>
                  <a:lnTo>
                    <a:pt x="947" y="2102"/>
                  </a:lnTo>
                  <a:lnTo>
                    <a:pt x="947" y="2099"/>
                  </a:lnTo>
                  <a:lnTo>
                    <a:pt x="950" y="2095"/>
                  </a:lnTo>
                  <a:lnTo>
                    <a:pt x="950" y="2091"/>
                  </a:lnTo>
                  <a:lnTo>
                    <a:pt x="950" y="2088"/>
                  </a:lnTo>
                  <a:lnTo>
                    <a:pt x="954" y="2084"/>
                  </a:lnTo>
                  <a:lnTo>
                    <a:pt x="954" y="2081"/>
                  </a:lnTo>
                  <a:lnTo>
                    <a:pt x="957" y="2077"/>
                  </a:lnTo>
                  <a:lnTo>
                    <a:pt x="957" y="2073"/>
                  </a:lnTo>
                  <a:lnTo>
                    <a:pt x="957" y="2070"/>
                  </a:lnTo>
                  <a:lnTo>
                    <a:pt x="961" y="2066"/>
                  </a:lnTo>
                  <a:lnTo>
                    <a:pt x="961" y="2063"/>
                  </a:lnTo>
                  <a:lnTo>
                    <a:pt x="965" y="2059"/>
                  </a:lnTo>
                  <a:lnTo>
                    <a:pt x="965" y="2055"/>
                  </a:lnTo>
                  <a:lnTo>
                    <a:pt x="965" y="2052"/>
                  </a:lnTo>
                  <a:lnTo>
                    <a:pt x="968" y="2048"/>
                  </a:lnTo>
                  <a:lnTo>
                    <a:pt x="968" y="2045"/>
                  </a:lnTo>
                  <a:lnTo>
                    <a:pt x="968" y="2041"/>
                  </a:lnTo>
                  <a:lnTo>
                    <a:pt x="972" y="2037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5" y="2019"/>
                  </a:lnTo>
                  <a:lnTo>
                    <a:pt x="979" y="2016"/>
                  </a:lnTo>
                  <a:lnTo>
                    <a:pt x="979" y="2012"/>
                  </a:lnTo>
                  <a:lnTo>
                    <a:pt x="983" y="2009"/>
                  </a:lnTo>
                  <a:lnTo>
                    <a:pt x="983" y="2005"/>
                  </a:lnTo>
                  <a:lnTo>
                    <a:pt x="983" y="1998"/>
                  </a:lnTo>
                  <a:lnTo>
                    <a:pt x="986" y="1994"/>
                  </a:lnTo>
                  <a:lnTo>
                    <a:pt x="986" y="1991"/>
                  </a:lnTo>
                  <a:lnTo>
                    <a:pt x="990" y="1987"/>
                  </a:lnTo>
                  <a:lnTo>
                    <a:pt x="990" y="1983"/>
                  </a:lnTo>
                  <a:lnTo>
                    <a:pt x="990" y="1980"/>
                  </a:lnTo>
                  <a:lnTo>
                    <a:pt x="993" y="1976"/>
                  </a:lnTo>
                  <a:lnTo>
                    <a:pt x="993" y="1973"/>
                  </a:lnTo>
                  <a:lnTo>
                    <a:pt x="993" y="1969"/>
                  </a:lnTo>
                  <a:lnTo>
                    <a:pt x="997" y="1965"/>
                  </a:lnTo>
                  <a:lnTo>
                    <a:pt x="997" y="1958"/>
                  </a:lnTo>
                  <a:lnTo>
                    <a:pt x="1001" y="1955"/>
                  </a:lnTo>
                  <a:lnTo>
                    <a:pt x="1001" y="1951"/>
                  </a:lnTo>
                  <a:lnTo>
                    <a:pt x="1001" y="1947"/>
                  </a:lnTo>
                  <a:lnTo>
                    <a:pt x="1004" y="1944"/>
                  </a:lnTo>
                  <a:lnTo>
                    <a:pt x="1004" y="1940"/>
                  </a:lnTo>
                  <a:lnTo>
                    <a:pt x="1008" y="1937"/>
                  </a:lnTo>
                  <a:lnTo>
                    <a:pt x="1008" y="1933"/>
                  </a:lnTo>
                  <a:lnTo>
                    <a:pt x="1011" y="1929"/>
                  </a:lnTo>
                  <a:lnTo>
                    <a:pt x="1011" y="1926"/>
                  </a:lnTo>
                  <a:lnTo>
                    <a:pt x="1011" y="1922"/>
                  </a:lnTo>
                  <a:lnTo>
                    <a:pt x="1015" y="1919"/>
                  </a:lnTo>
                  <a:lnTo>
                    <a:pt x="1015" y="1915"/>
                  </a:lnTo>
                  <a:lnTo>
                    <a:pt x="1019" y="1911"/>
                  </a:lnTo>
                  <a:lnTo>
                    <a:pt x="1019" y="1908"/>
                  </a:lnTo>
                  <a:lnTo>
                    <a:pt x="1022" y="1904"/>
                  </a:lnTo>
                  <a:lnTo>
                    <a:pt x="1026" y="1901"/>
                  </a:lnTo>
                  <a:lnTo>
                    <a:pt x="1026" y="1897"/>
                  </a:lnTo>
                  <a:lnTo>
                    <a:pt x="1029" y="1893"/>
                  </a:lnTo>
                  <a:lnTo>
                    <a:pt x="1033" y="1890"/>
                  </a:lnTo>
                  <a:lnTo>
                    <a:pt x="1037" y="1886"/>
                  </a:lnTo>
                  <a:lnTo>
                    <a:pt x="1040" y="1883"/>
                  </a:lnTo>
                  <a:lnTo>
                    <a:pt x="1044" y="1883"/>
                  </a:lnTo>
                  <a:lnTo>
                    <a:pt x="1047" y="1879"/>
                  </a:lnTo>
                  <a:lnTo>
                    <a:pt x="1051" y="1883"/>
                  </a:lnTo>
                  <a:lnTo>
                    <a:pt x="1055" y="1883"/>
                  </a:lnTo>
                  <a:lnTo>
                    <a:pt x="1058" y="1886"/>
                  </a:lnTo>
                  <a:lnTo>
                    <a:pt x="1062" y="1890"/>
                  </a:lnTo>
                  <a:lnTo>
                    <a:pt x="1065" y="1893"/>
                  </a:lnTo>
                  <a:lnTo>
                    <a:pt x="1069" y="1897"/>
                  </a:lnTo>
                  <a:lnTo>
                    <a:pt x="1073" y="1901"/>
                  </a:lnTo>
                  <a:lnTo>
                    <a:pt x="1076" y="1904"/>
                  </a:lnTo>
                  <a:lnTo>
                    <a:pt x="1076" y="1908"/>
                  </a:lnTo>
                  <a:lnTo>
                    <a:pt x="1076" y="1911"/>
                  </a:lnTo>
                  <a:lnTo>
                    <a:pt x="1080" y="1915"/>
                  </a:lnTo>
                  <a:lnTo>
                    <a:pt x="1080" y="1919"/>
                  </a:lnTo>
                  <a:lnTo>
                    <a:pt x="1083" y="1922"/>
                  </a:lnTo>
                  <a:lnTo>
                    <a:pt x="1083" y="1926"/>
                  </a:lnTo>
                  <a:lnTo>
                    <a:pt x="1087" y="1929"/>
                  </a:lnTo>
                  <a:lnTo>
                    <a:pt x="1087" y="1933"/>
                  </a:lnTo>
                  <a:lnTo>
                    <a:pt x="1087" y="1937"/>
                  </a:lnTo>
                  <a:lnTo>
                    <a:pt x="1091" y="1940"/>
                  </a:lnTo>
                  <a:lnTo>
                    <a:pt x="1091" y="1944"/>
                  </a:lnTo>
                  <a:lnTo>
                    <a:pt x="1094" y="1951"/>
                  </a:lnTo>
                  <a:lnTo>
                    <a:pt x="1094" y="1955"/>
                  </a:lnTo>
                  <a:lnTo>
                    <a:pt x="1094" y="1958"/>
                  </a:lnTo>
                  <a:lnTo>
                    <a:pt x="1098" y="1962"/>
                  </a:lnTo>
                  <a:lnTo>
                    <a:pt x="1098" y="1965"/>
                  </a:lnTo>
                  <a:lnTo>
                    <a:pt x="1098" y="1973"/>
                  </a:lnTo>
                  <a:lnTo>
                    <a:pt x="1101" y="1976"/>
                  </a:lnTo>
                  <a:lnTo>
                    <a:pt x="1101" y="1980"/>
                  </a:lnTo>
                  <a:lnTo>
                    <a:pt x="1105" y="1983"/>
                  </a:lnTo>
                  <a:lnTo>
                    <a:pt x="1105" y="1991"/>
                  </a:lnTo>
                  <a:lnTo>
                    <a:pt x="1105" y="1994"/>
                  </a:lnTo>
                  <a:lnTo>
                    <a:pt x="1109" y="1998"/>
                  </a:lnTo>
                  <a:lnTo>
                    <a:pt x="1109" y="2005"/>
                  </a:lnTo>
                  <a:lnTo>
                    <a:pt x="1112" y="2009"/>
                  </a:lnTo>
                  <a:lnTo>
                    <a:pt x="1112" y="2012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30"/>
                  </a:lnTo>
                  <a:lnTo>
                    <a:pt x="1119" y="2034"/>
                  </a:lnTo>
                  <a:lnTo>
                    <a:pt x="1119" y="2037"/>
                  </a:lnTo>
                  <a:lnTo>
                    <a:pt x="1119" y="2045"/>
                  </a:lnTo>
                  <a:lnTo>
                    <a:pt x="1123" y="2048"/>
                  </a:lnTo>
                  <a:lnTo>
                    <a:pt x="1123" y="2055"/>
                  </a:lnTo>
                  <a:lnTo>
                    <a:pt x="1123" y="2059"/>
                  </a:lnTo>
                  <a:lnTo>
                    <a:pt x="1127" y="2066"/>
                  </a:lnTo>
                  <a:lnTo>
                    <a:pt x="1127" y="2070"/>
                  </a:lnTo>
                  <a:lnTo>
                    <a:pt x="1130" y="2073"/>
                  </a:lnTo>
                  <a:lnTo>
                    <a:pt x="1130" y="2081"/>
                  </a:lnTo>
                  <a:lnTo>
                    <a:pt x="1130" y="2084"/>
                  </a:lnTo>
                  <a:lnTo>
                    <a:pt x="1134" y="2091"/>
                  </a:lnTo>
                  <a:lnTo>
                    <a:pt x="1134" y="2095"/>
                  </a:lnTo>
                  <a:lnTo>
                    <a:pt x="1137" y="2099"/>
                  </a:lnTo>
                  <a:lnTo>
                    <a:pt x="1137" y="2106"/>
                  </a:lnTo>
                  <a:lnTo>
                    <a:pt x="1137" y="2109"/>
                  </a:lnTo>
                  <a:lnTo>
                    <a:pt x="1141" y="2113"/>
                  </a:lnTo>
                  <a:lnTo>
                    <a:pt x="1141" y="2120"/>
                  </a:lnTo>
                  <a:lnTo>
                    <a:pt x="1141" y="2124"/>
                  </a:lnTo>
                  <a:lnTo>
                    <a:pt x="1145" y="2127"/>
                  </a:lnTo>
                  <a:lnTo>
                    <a:pt x="1145" y="2131"/>
                  </a:lnTo>
                  <a:lnTo>
                    <a:pt x="1148" y="2138"/>
                  </a:lnTo>
                  <a:lnTo>
                    <a:pt x="1148" y="2142"/>
                  </a:lnTo>
                  <a:lnTo>
                    <a:pt x="1148" y="2145"/>
                  </a:lnTo>
                  <a:lnTo>
                    <a:pt x="1152" y="2149"/>
                  </a:lnTo>
                  <a:lnTo>
                    <a:pt x="1152" y="2153"/>
                  </a:lnTo>
                  <a:lnTo>
                    <a:pt x="1155" y="2156"/>
                  </a:lnTo>
                  <a:lnTo>
                    <a:pt x="1155" y="2160"/>
                  </a:lnTo>
                  <a:lnTo>
                    <a:pt x="1155" y="2163"/>
                  </a:lnTo>
                  <a:lnTo>
                    <a:pt x="1159" y="2167"/>
                  </a:lnTo>
                  <a:lnTo>
                    <a:pt x="1159" y="2171"/>
                  </a:lnTo>
                  <a:lnTo>
                    <a:pt x="1163" y="2174"/>
                  </a:lnTo>
                  <a:lnTo>
                    <a:pt x="1163" y="2178"/>
                  </a:lnTo>
                  <a:lnTo>
                    <a:pt x="1163" y="2181"/>
                  </a:lnTo>
                  <a:lnTo>
                    <a:pt x="1166" y="2185"/>
                  </a:lnTo>
                  <a:lnTo>
                    <a:pt x="1166" y="2189"/>
                  </a:lnTo>
                  <a:lnTo>
                    <a:pt x="1170" y="2192"/>
                  </a:lnTo>
                  <a:lnTo>
                    <a:pt x="1173" y="2196"/>
                  </a:lnTo>
                  <a:lnTo>
                    <a:pt x="1173" y="2199"/>
                  </a:lnTo>
                  <a:lnTo>
                    <a:pt x="1177" y="2203"/>
                  </a:lnTo>
                  <a:lnTo>
                    <a:pt x="1181" y="2207"/>
                  </a:lnTo>
                  <a:lnTo>
                    <a:pt x="1184" y="2207"/>
                  </a:lnTo>
                  <a:lnTo>
                    <a:pt x="1188" y="2210"/>
                  </a:lnTo>
                  <a:lnTo>
                    <a:pt x="1191" y="2207"/>
                  </a:lnTo>
                  <a:lnTo>
                    <a:pt x="1195" y="2207"/>
                  </a:lnTo>
                  <a:lnTo>
                    <a:pt x="1199" y="2203"/>
                  </a:lnTo>
                  <a:lnTo>
                    <a:pt x="1202" y="2199"/>
                  </a:lnTo>
                  <a:lnTo>
                    <a:pt x="1206" y="2196"/>
                  </a:lnTo>
                  <a:lnTo>
                    <a:pt x="1206" y="2192"/>
                  </a:lnTo>
                  <a:lnTo>
                    <a:pt x="1209" y="2189"/>
                  </a:lnTo>
                  <a:lnTo>
                    <a:pt x="1209" y="2185"/>
                  </a:lnTo>
                  <a:lnTo>
                    <a:pt x="1213" y="2181"/>
                  </a:lnTo>
                  <a:lnTo>
                    <a:pt x="1213" y="2178"/>
                  </a:lnTo>
                  <a:lnTo>
                    <a:pt x="1217" y="2174"/>
                  </a:lnTo>
                  <a:lnTo>
                    <a:pt x="1217" y="2171"/>
                  </a:lnTo>
                  <a:lnTo>
                    <a:pt x="1217" y="2167"/>
                  </a:lnTo>
                  <a:lnTo>
                    <a:pt x="1220" y="2163"/>
                  </a:lnTo>
                  <a:lnTo>
                    <a:pt x="1220" y="2160"/>
                  </a:lnTo>
                  <a:lnTo>
                    <a:pt x="1224" y="2156"/>
                  </a:lnTo>
                  <a:lnTo>
                    <a:pt x="1224" y="2153"/>
                  </a:lnTo>
                  <a:lnTo>
                    <a:pt x="1224" y="2145"/>
                  </a:lnTo>
                  <a:lnTo>
                    <a:pt x="1227" y="2142"/>
                  </a:lnTo>
                  <a:lnTo>
                    <a:pt x="1227" y="2138"/>
                  </a:lnTo>
                  <a:lnTo>
                    <a:pt x="1227" y="2131"/>
                  </a:lnTo>
                  <a:lnTo>
                    <a:pt x="1231" y="2127"/>
                  </a:lnTo>
                  <a:lnTo>
                    <a:pt x="1231" y="2124"/>
                  </a:lnTo>
                  <a:lnTo>
                    <a:pt x="1235" y="2117"/>
                  </a:lnTo>
                  <a:lnTo>
                    <a:pt x="1235" y="2113"/>
                  </a:lnTo>
                  <a:lnTo>
                    <a:pt x="1235" y="2106"/>
                  </a:lnTo>
                  <a:lnTo>
                    <a:pt x="1238" y="2099"/>
                  </a:lnTo>
                  <a:lnTo>
                    <a:pt x="1238" y="2095"/>
                  </a:lnTo>
                  <a:lnTo>
                    <a:pt x="1242" y="2088"/>
                  </a:lnTo>
                  <a:lnTo>
                    <a:pt x="1242" y="2081"/>
                  </a:lnTo>
                  <a:lnTo>
                    <a:pt x="1242" y="2077"/>
                  </a:lnTo>
                  <a:lnTo>
                    <a:pt x="1245" y="2070"/>
                  </a:lnTo>
                  <a:lnTo>
                    <a:pt x="1245" y="2063"/>
                  </a:lnTo>
                  <a:lnTo>
                    <a:pt x="1249" y="2055"/>
                  </a:lnTo>
                  <a:lnTo>
                    <a:pt x="1249" y="2052"/>
                  </a:lnTo>
                  <a:lnTo>
                    <a:pt x="1249" y="2045"/>
                  </a:lnTo>
                  <a:lnTo>
                    <a:pt x="1253" y="2037"/>
                  </a:lnTo>
                  <a:lnTo>
                    <a:pt x="1253" y="2030"/>
                  </a:lnTo>
                  <a:lnTo>
                    <a:pt x="1253" y="2023"/>
                  </a:lnTo>
                  <a:lnTo>
                    <a:pt x="1256" y="2016"/>
                  </a:lnTo>
                  <a:lnTo>
                    <a:pt x="1256" y="2009"/>
                  </a:lnTo>
                  <a:lnTo>
                    <a:pt x="1260" y="2005"/>
                  </a:lnTo>
                  <a:lnTo>
                    <a:pt x="1260" y="1998"/>
                  </a:lnTo>
                  <a:lnTo>
                    <a:pt x="1260" y="1991"/>
                  </a:lnTo>
                  <a:lnTo>
                    <a:pt x="1263" y="1983"/>
                  </a:lnTo>
                  <a:lnTo>
                    <a:pt x="1263" y="1976"/>
                  </a:lnTo>
                  <a:lnTo>
                    <a:pt x="1267" y="1969"/>
                  </a:lnTo>
                  <a:lnTo>
                    <a:pt x="1267" y="1962"/>
                  </a:lnTo>
                  <a:lnTo>
                    <a:pt x="1267" y="1955"/>
                  </a:lnTo>
                  <a:lnTo>
                    <a:pt x="1271" y="1947"/>
                  </a:lnTo>
                  <a:lnTo>
                    <a:pt x="1271" y="1940"/>
                  </a:lnTo>
                  <a:lnTo>
                    <a:pt x="1274" y="1937"/>
                  </a:lnTo>
                  <a:lnTo>
                    <a:pt x="1274" y="1929"/>
                  </a:lnTo>
                  <a:lnTo>
                    <a:pt x="1274" y="1922"/>
                  </a:lnTo>
                  <a:lnTo>
                    <a:pt x="1278" y="1915"/>
                  </a:lnTo>
                  <a:lnTo>
                    <a:pt x="1278" y="1908"/>
                  </a:lnTo>
                  <a:lnTo>
                    <a:pt x="1278" y="1901"/>
                  </a:lnTo>
                  <a:lnTo>
                    <a:pt x="1281" y="1893"/>
                  </a:lnTo>
                  <a:lnTo>
                    <a:pt x="1281" y="1890"/>
                  </a:lnTo>
                  <a:lnTo>
                    <a:pt x="1285" y="1883"/>
                  </a:lnTo>
                  <a:lnTo>
                    <a:pt x="1285" y="1875"/>
                  </a:lnTo>
                  <a:lnTo>
                    <a:pt x="1285" y="1872"/>
                  </a:lnTo>
                  <a:lnTo>
                    <a:pt x="1289" y="1865"/>
                  </a:lnTo>
                  <a:lnTo>
                    <a:pt x="1289" y="1857"/>
                  </a:lnTo>
                  <a:lnTo>
                    <a:pt x="1292" y="1854"/>
                  </a:lnTo>
                  <a:lnTo>
                    <a:pt x="1292" y="1847"/>
                  </a:lnTo>
                  <a:lnTo>
                    <a:pt x="1292" y="1843"/>
                  </a:lnTo>
                  <a:lnTo>
                    <a:pt x="1296" y="1836"/>
                  </a:lnTo>
                  <a:lnTo>
                    <a:pt x="1296" y="1832"/>
                  </a:lnTo>
                  <a:lnTo>
                    <a:pt x="1296" y="1825"/>
                  </a:lnTo>
                  <a:lnTo>
                    <a:pt x="1299" y="1821"/>
                  </a:lnTo>
                  <a:lnTo>
                    <a:pt x="1299" y="1818"/>
                  </a:lnTo>
                  <a:lnTo>
                    <a:pt x="1303" y="1811"/>
                  </a:lnTo>
                  <a:lnTo>
                    <a:pt x="1303" y="1807"/>
                  </a:lnTo>
                  <a:lnTo>
                    <a:pt x="1303" y="1803"/>
                  </a:lnTo>
                  <a:lnTo>
                    <a:pt x="1307" y="1800"/>
                  </a:lnTo>
                  <a:lnTo>
                    <a:pt x="1307" y="1796"/>
                  </a:lnTo>
                  <a:lnTo>
                    <a:pt x="1310" y="1793"/>
                  </a:lnTo>
                  <a:lnTo>
                    <a:pt x="1310" y="1789"/>
                  </a:lnTo>
                  <a:lnTo>
                    <a:pt x="1310" y="1785"/>
                  </a:lnTo>
                  <a:lnTo>
                    <a:pt x="1314" y="1782"/>
                  </a:lnTo>
                  <a:lnTo>
                    <a:pt x="1317" y="1778"/>
                  </a:lnTo>
                  <a:lnTo>
                    <a:pt x="1317" y="1775"/>
                  </a:lnTo>
                  <a:lnTo>
                    <a:pt x="1321" y="1771"/>
                  </a:lnTo>
                  <a:lnTo>
                    <a:pt x="1325" y="1767"/>
                  </a:lnTo>
                  <a:lnTo>
                    <a:pt x="1328" y="1764"/>
                  </a:lnTo>
                  <a:lnTo>
                    <a:pt x="1332" y="1764"/>
                  </a:lnTo>
                  <a:lnTo>
                    <a:pt x="1335" y="1767"/>
                  </a:lnTo>
                  <a:lnTo>
                    <a:pt x="1339" y="1771"/>
                  </a:lnTo>
                  <a:lnTo>
                    <a:pt x="1343" y="1775"/>
                  </a:lnTo>
                  <a:lnTo>
                    <a:pt x="1346" y="1778"/>
                  </a:lnTo>
                  <a:lnTo>
                    <a:pt x="1346" y="1782"/>
                  </a:lnTo>
                  <a:lnTo>
                    <a:pt x="1346" y="1785"/>
                  </a:lnTo>
                  <a:lnTo>
                    <a:pt x="1350" y="1789"/>
                  </a:lnTo>
                  <a:lnTo>
                    <a:pt x="1350" y="1793"/>
                  </a:lnTo>
                  <a:lnTo>
                    <a:pt x="1353" y="1796"/>
                  </a:lnTo>
                  <a:lnTo>
                    <a:pt x="1353" y="1803"/>
                  </a:lnTo>
                  <a:lnTo>
                    <a:pt x="1353" y="1807"/>
                  </a:lnTo>
                  <a:lnTo>
                    <a:pt x="1357" y="1811"/>
                  </a:lnTo>
                  <a:lnTo>
                    <a:pt x="1357" y="1818"/>
                  </a:lnTo>
                  <a:lnTo>
                    <a:pt x="1361" y="1821"/>
                  </a:lnTo>
                  <a:lnTo>
                    <a:pt x="1361" y="1829"/>
                  </a:lnTo>
                  <a:lnTo>
                    <a:pt x="1361" y="1832"/>
                  </a:lnTo>
                  <a:lnTo>
                    <a:pt x="1364" y="1839"/>
                  </a:lnTo>
                  <a:lnTo>
                    <a:pt x="1364" y="1847"/>
                  </a:lnTo>
                  <a:lnTo>
                    <a:pt x="1364" y="1850"/>
                  </a:lnTo>
                  <a:lnTo>
                    <a:pt x="1368" y="1857"/>
                  </a:lnTo>
                  <a:lnTo>
                    <a:pt x="1368" y="1865"/>
                  </a:lnTo>
                  <a:lnTo>
                    <a:pt x="1371" y="1872"/>
                  </a:lnTo>
                  <a:lnTo>
                    <a:pt x="1371" y="1879"/>
                  </a:lnTo>
                  <a:lnTo>
                    <a:pt x="1371" y="1886"/>
                  </a:lnTo>
                  <a:lnTo>
                    <a:pt x="1375" y="1897"/>
                  </a:lnTo>
                  <a:lnTo>
                    <a:pt x="1375" y="1904"/>
                  </a:lnTo>
                  <a:lnTo>
                    <a:pt x="1379" y="1911"/>
                  </a:lnTo>
                  <a:lnTo>
                    <a:pt x="1379" y="1922"/>
                  </a:lnTo>
                  <a:lnTo>
                    <a:pt x="1379" y="1929"/>
                  </a:lnTo>
                  <a:lnTo>
                    <a:pt x="1382" y="1937"/>
                  </a:lnTo>
                  <a:lnTo>
                    <a:pt x="1382" y="1947"/>
                  </a:lnTo>
                  <a:lnTo>
                    <a:pt x="1382" y="1955"/>
                  </a:lnTo>
                  <a:lnTo>
                    <a:pt x="1386" y="1965"/>
                  </a:lnTo>
                  <a:lnTo>
                    <a:pt x="1386" y="1976"/>
                  </a:lnTo>
                  <a:lnTo>
                    <a:pt x="1389" y="1983"/>
                  </a:lnTo>
                  <a:lnTo>
                    <a:pt x="1389" y="1994"/>
                  </a:lnTo>
                  <a:lnTo>
                    <a:pt x="1389" y="2005"/>
                  </a:lnTo>
                  <a:lnTo>
                    <a:pt x="1393" y="2012"/>
                  </a:lnTo>
                  <a:lnTo>
                    <a:pt x="1393" y="2023"/>
                  </a:lnTo>
                  <a:lnTo>
                    <a:pt x="1397" y="2034"/>
                  </a:lnTo>
                  <a:lnTo>
                    <a:pt x="1397" y="2045"/>
                  </a:lnTo>
                  <a:lnTo>
                    <a:pt x="1397" y="2055"/>
                  </a:lnTo>
                  <a:lnTo>
                    <a:pt x="1400" y="2066"/>
                  </a:lnTo>
                  <a:lnTo>
                    <a:pt x="1400" y="2077"/>
                  </a:lnTo>
                  <a:lnTo>
                    <a:pt x="1404" y="2088"/>
                  </a:lnTo>
                  <a:lnTo>
                    <a:pt x="1404" y="2095"/>
                  </a:lnTo>
                  <a:lnTo>
                    <a:pt x="1404" y="2106"/>
                  </a:lnTo>
                  <a:lnTo>
                    <a:pt x="1407" y="2117"/>
                  </a:lnTo>
                  <a:lnTo>
                    <a:pt x="1407" y="2127"/>
                  </a:lnTo>
                  <a:lnTo>
                    <a:pt x="1407" y="2138"/>
                  </a:lnTo>
                  <a:lnTo>
                    <a:pt x="1411" y="2149"/>
                  </a:lnTo>
                  <a:lnTo>
                    <a:pt x="1411" y="2160"/>
                  </a:lnTo>
                  <a:lnTo>
                    <a:pt x="1415" y="2171"/>
                  </a:lnTo>
                  <a:lnTo>
                    <a:pt x="1415" y="2181"/>
                  </a:lnTo>
                  <a:lnTo>
                    <a:pt x="1415" y="2192"/>
                  </a:lnTo>
                  <a:lnTo>
                    <a:pt x="1418" y="2203"/>
                  </a:lnTo>
                  <a:lnTo>
                    <a:pt x="1418" y="2214"/>
                  </a:lnTo>
                  <a:lnTo>
                    <a:pt x="1422" y="2225"/>
                  </a:lnTo>
                  <a:lnTo>
                    <a:pt x="1422" y="2235"/>
                  </a:lnTo>
                  <a:lnTo>
                    <a:pt x="1422" y="2243"/>
                  </a:lnTo>
                  <a:lnTo>
                    <a:pt x="1425" y="2253"/>
                  </a:lnTo>
                  <a:lnTo>
                    <a:pt x="1425" y="2264"/>
                  </a:lnTo>
                  <a:lnTo>
                    <a:pt x="1425" y="2275"/>
                  </a:lnTo>
                  <a:lnTo>
                    <a:pt x="1429" y="2286"/>
                  </a:lnTo>
                  <a:lnTo>
                    <a:pt x="1429" y="2293"/>
                  </a:lnTo>
                  <a:lnTo>
                    <a:pt x="1433" y="2304"/>
                  </a:lnTo>
                  <a:lnTo>
                    <a:pt x="1433" y="2311"/>
                  </a:lnTo>
                  <a:lnTo>
                    <a:pt x="1433" y="2322"/>
                  </a:lnTo>
                  <a:lnTo>
                    <a:pt x="1436" y="2329"/>
                  </a:lnTo>
                  <a:lnTo>
                    <a:pt x="1436" y="2340"/>
                  </a:lnTo>
                  <a:lnTo>
                    <a:pt x="1440" y="2347"/>
                  </a:lnTo>
                  <a:lnTo>
                    <a:pt x="1440" y="2354"/>
                  </a:lnTo>
                  <a:lnTo>
                    <a:pt x="1440" y="2365"/>
                  </a:lnTo>
                  <a:lnTo>
                    <a:pt x="1443" y="2372"/>
                  </a:lnTo>
                  <a:lnTo>
                    <a:pt x="1443" y="2379"/>
                  </a:lnTo>
                  <a:lnTo>
                    <a:pt x="1447" y="2387"/>
                  </a:lnTo>
                  <a:lnTo>
                    <a:pt x="1447" y="2394"/>
                  </a:lnTo>
                  <a:lnTo>
                    <a:pt x="1447" y="2401"/>
                  </a:lnTo>
                  <a:lnTo>
                    <a:pt x="1451" y="2408"/>
                  </a:lnTo>
                  <a:lnTo>
                    <a:pt x="1451" y="2412"/>
                  </a:lnTo>
                  <a:lnTo>
                    <a:pt x="1451" y="2419"/>
                  </a:lnTo>
                  <a:lnTo>
                    <a:pt x="1454" y="2423"/>
                  </a:lnTo>
                  <a:lnTo>
                    <a:pt x="1454" y="2430"/>
                  </a:lnTo>
                  <a:lnTo>
                    <a:pt x="1458" y="2433"/>
                  </a:lnTo>
                  <a:lnTo>
                    <a:pt x="1458" y="2437"/>
                  </a:lnTo>
                  <a:lnTo>
                    <a:pt x="1458" y="2444"/>
                  </a:lnTo>
                  <a:lnTo>
                    <a:pt x="1461" y="2448"/>
                  </a:lnTo>
                  <a:lnTo>
                    <a:pt x="1465" y="2451"/>
                  </a:lnTo>
                  <a:lnTo>
                    <a:pt x="1465" y="2455"/>
                  </a:lnTo>
                  <a:lnTo>
                    <a:pt x="1469" y="2459"/>
                  </a:lnTo>
                  <a:lnTo>
                    <a:pt x="1472" y="2462"/>
                  </a:lnTo>
                  <a:lnTo>
                    <a:pt x="1476" y="2462"/>
                  </a:lnTo>
                  <a:lnTo>
                    <a:pt x="1479" y="2459"/>
                  </a:lnTo>
                  <a:lnTo>
                    <a:pt x="1483" y="2455"/>
                  </a:lnTo>
                  <a:lnTo>
                    <a:pt x="1483" y="2451"/>
                  </a:lnTo>
                  <a:lnTo>
                    <a:pt x="1483" y="2448"/>
                  </a:lnTo>
                  <a:lnTo>
                    <a:pt x="1487" y="2444"/>
                  </a:lnTo>
                  <a:lnTo>
                    <a:pt x="1487" y="2441"/>
                  </a:lnTo>
                  <a:lnTo>
                    <a:pt x="1490" y="2437"/>
                  </a:lnTo>
                  <a:lnTo>
                    <a:pt x="1490" y="2430"/>
                  </a:lnTo>
                  <a:lnTo>
                    <a:pt x="1490" y="2426"/>
                  </a:lnTo>
                  <a:lnTo>
                    <a:pt x="1494" y="2419"/>
                  </a:lnTo>
                  <a:lnTo>
                    <a:pt x="1494" y="2412"/>
                  </a:lnTo>
                  <a:lnTo>
                    <a:pt x="1494" y="2405"/>
                  </a:lnTo>
                  <a:lnTo>
                    <a:pt x="1497" y="2397"/>
                  </a:lnTo>
                  <a:lnTo>
                    <a:pt x="1497" y="2387"/>
                  </a:lnTo>
                  <a:lnTo>
                    <a:pt x="1501" y="2379"/>
                  </a:lnTo>
                  <a:lnTo>
                    <a:pt x="1501" y="2369"/>
                  </a:lnTo>
                  <a:lnTo>
                    <a:pt x="1501" y="2361"/>
                  </a:lnTo>
                  <a:lnTo>
                    <a:pt x="1505" y="2351"/>
                  </a:lnTo>
                  <a:lnTo>
                    <a:pt x="1505" y="2340"/>
                  </a:lnTo>
                  <a:lnTo>
                    <a:pt x="1508" y="2329"/>
                  </a:lnTo>
                  <a:lnTo>
                    <a:pt x="1508" y="2315"/>
                  </a:lnTo>
                  <a:lnTo>
                    <a:pt x="1508" y="2304"/>
                  </a:lnTo>
                  <a:lnTo>
                    <a:pt x="1512" y="2293"/>
                  </a:lnTo>
                  <a:lnTo>
                    <a:pt x="1512" y="2279"/>
                  </a:lnTo>
                  <a:lnTo>
                    <a:pt x="1512" y="2264"/>
                  </a:lnTo>
                  <a:lnTo>
                    <a:pt x="1515" y="2250"/>
                  </a:lnTo>
                  <a:lnTo>
                    <a:pt x="1515" y="2235"/>
                  </a:lnTo>
                  <a:lnTo>
                    <a:pt x="1519" y="2221"/>
                  </a:lnTo>
                  <a:lnTo>
                    <a:pt x="1519" y="2203"/>
                  </a:lnTo>
                  <a:lnTo>
                    <a:pt x="1519" y="2189"/>
                  </a:lnTo>
                  <a:lnTo>
                    <a:pt x="1523" y="2171"/>
                  </a:lnTo>
                  <a:lnTo>
                    <a:pt x="1523" y="2156"/>
                  </a:lnTo>
                  <a:lnTo>
                    <a:pt x="1526" y="2138"/>
                  </a:lnTo>
                  <a:lnTo>
                    <a:pt x="1526" y="2120"/>
                  </a:lnTo>
                  <a:lnTo>
                    <a:pt x="1526" y="2102"/>
                  </a:lnTo>
                  <a:lnTo>
                    <a:pt x="1530" y="2084"/>
                  </a:lnTo>
                  <a:lnTo>
                    <a:pt x="1530" y="2063"/>
                  </a:lnTo>
                  <a:lnTo>
                    <a:pt x="1533" y="2045"/>
                  </a:lnTo>
                  <a:lnTo>
                    <a:pt x="1533" y="2023"/>
                  </a:lnTo>
                  <a:lnTo>
                    <a:pt x="1533" y="2005"/>
                  </a:lnTo>
                  <a:lnTo>
                    <a:pt x="1537" y="1983"/>
                  </a:lnTo>
                  <a:lnTo>
                    <a:pt x="1537" y="1962"/>
                  </a:lnTo>
                  <a:lnTo>
                    <a:pt x="1537" y="1940"/>
                  </a:lnTo>
                  <a:lnTo>
                    <a:pt x="1541" y="1919"/>
                  </a:lnTo>
                  <a:lnTo>
                    <a:pt x="1541" y="1897"/>
                  </a:lnTo>
                  <a:lnTo>
                    <a:pt x="1544" y="1872"/>
                  </a:lnTo>
                  <a:lnTo>
                    <a:pt x="1544" y="1850"/>
                  </a:lnTo>
                  <a:lnTo>
                    <a:pt x="1544" y="1825"/>
                  </a:lnTo>
                  <a:lnTo>
                    <a:pt x="1548" y="1803"/>
                  </a:lnTo>
                  <a:lnTo>
                    <a:pt x="1548" y="1778"/>
                  </a:lnTo>
                  <a:lnTo>
                    <a:pt x="1551" y="1753"/>
                  </a:lnTo>
                  <a:lnTo>
                    <a:pt x="1551" y="1731"/>
                  </a:lnTo>
                  <a:lnTo>
                    <a:pt x="1551" y="1706"/>
                  </a:lnTo>
                  <a:lnTo>
                    <a:pt x="1555" y="1681"/>
                  </a:lnTo>
                  <a:lnTo>
                    <a:pt x="1555" y="1656"/>
                  </a:lnTo>
                  <a:lnTo>
                    <a:pt x="1555" y="1631"/>
                  </a:lnTo>
                  <a:lnTo>
                    <a:pt x="1559" y="1602"/>
                  </a:lnTo>
                  <a:lnTo>
                    <a:pt x="1559" y="1577"/>
                  </a:lnTo>
                  <a:lnTo>
                    <a:pt x="1562" y="1551"/>
                  </a:lnTo>
                  <a:lnTo>
                    <a:pt x="1562" y="1523"/>
                  </a:lnTo>
                  <a:lnTo>
                    <a:pt x="1562" y="1497"/>
                  </a:lnTo>
                  <a:lnTo>
                    <a:pt x="1566" y="1472"/>
                  </a:lnTo>
                  <a:lnTo>
                    <a:pt x="1566" y="1443"/>
                  </a:lnTo>
                  <a:lnTo>
                    <a:pt x="1569" y="1418"/>
                  </a:lnTo>
                  <a:lnTo>
                    <a:pt x="1569" y="1389"/>
                  </a:lnTo>
                  <a:lnTo>
                    <a:pt x="1569" y="1361"/>
                  </a:lnTo>
                  <a:lnTo>
                    <a:pt x="1573" y="1335"/>
                  </a:lnTo>
                  <a:lnTo>
                    <a:pt x="1573" y="1307"/>
                  </a:lnTo>
                  <a:lnTo>
                    <a:pt x="1577" y="1281"/>
                  </a:lnTo>
                  <a:lnTo>
                    <a:pt x="1577" y="1253"/>
                  </a:lnTo>
                  <a:lnTo>
                    <a:pt x="1577" y="1224"/>
                  </a:lnTo>
                  <a:lnTo>
                    <a:pt x="1580" y="1195"/>
                  </a:lnTo>
                  <a:lnTo>
                    <a:pt x="1580" y="1170"/>
                  </a:lnTo>
                  <a:lnTo>
                    <a:pt x="1580" y="1141"/>
                  </a:lnTo>
                  <a:lnTo>
                    <a:pt x="1584" y="1112"/>
                  </a:lnTo>
                  <a:lnTo>
                    <a:pt x="1584" y="1087"/>
                  </a:lnTo>
                  <a:lnTo>
                    <a:pt x="1587" y="1058"/>
                  </a:lnTo>
                  <a:lnTo>
                    <a:pt x="1587" y="1029"/>
                  </a:lnTo>
                  <a:lnTo>
                    <a:pt x="1587" y="1004"/>
                  </a:lnTo>
                  <a:lnTo>
                    <a:pt x="1591" y="975"/>
                  </a:lnTo>
                  <a:lnTo>
                    <a:pt x="1591" y="950"/>
                  </a:lnTo>
                  <a:lnTo>
                    <a:pt x="1595" y="921"/>
                  </a:lnTo>
                  <a:lnTo>
                    <a:pt x="1595" y="896"/>
                  </a:lnTo>
                  <a:lnTo>
                    <a:pt x="1595" y="867"/>
                  </a:lnTo>
                  <a:lnTo>
                    <a:pt x="1598" y="842"/>
                  </a:lnTo>
                  <a:lnTo>
                    <a:pt x="1598" y="813"/>
                  </a:lnTo>
                  <a:lnTo>
                    <a:pt x="1598" y="788"/>
                  </a:lnTo>
                  <a:lnTo>
                    <a:pt x="1602" y="763"/>
                  </a:lnTo>
                  <a:lnTo>
                    <a:pt x="1602" y="738"/>
                  </a:lnTo>
                  <a:lnTo>
                    <a:pt x="1605" y="709"/>
                  </a:lnTo>
                  <a:lnTo>
                    <a:pt x="1605" y="684"/>
                  </a:lnTo>
                  <a:lnTo>
                    <a:pt x="1605" y="659"/>
                  </a:lnTo>
                  <a:lnTo>
                    <a:pt x="1609" y="637"/>
                  </a:lnTo>
                  <a:lnTo>
                    <a:pt x="1609" y="612"/>
                  </a:lnTo>
                  <a:lnTo>
                    <a:pt x="1613" y="587"/>
                  </a:lnTo>
                  <a:lnTo>
                    <a:pt x="1613" y="562"/>
                  </a:lnTo>
                  <a:lnTo>
                    <a:pt x="1613" y="540"/>
                  </a:lnTo>
                  <a:lnTo>
                    <a:pt x="1616" y="515"/>
                  </a:lnTo>
                  <a:lnTo>
                    <a:pt x="1616" y="493"/>
                  </a:lnTo>
                  <a:lnTo>
                    <a:pt x="1620" y="472"/>
                  </a:lnTo>
                  <a:lnTo>
                    <a:pt x="1620" y="450"/>
                  </a:lnTo>
                  <a:lnTo>
                    <a:pt x="1620" y="428"/>
                  </a:lnTo>
                  <a:lnTo>
                    <a:pt x="1623" y="407"/>
                  </a:lnTo>
                  <a:lnTo>
                    <a:pt x="1623" y="385"/>
                  </a:lnTo>
                  <a:lnTo>
                    <a:pt x="1623" y="364"/>
                  </a:lnTo>
                  <a:lnTo>
                    <a:pt x="1627" y="346"/>
                  </a:lnTo>
                  <a:lnTo>
                    <a:pt x="1627" y="324"/>
                  </a:lnTo>
                  <a:lnTo>
                    <a:pt x="1631" y="306"/>
                  </a:lnTo>
                  <a:lnTo>
                    <a:pt x="1631" y="288"/>
                  </a:lnTo>
                  <a:lnTo>
                    <a:pt x="1631" y="270"/>
                  </a:lnTo>
                  <a:lnTo>
                    <a:pt x="1634" y="252"/>
                  </a:lnTo>
                  <a:lnTo>
                    <a:pt x="1634" y="234"/>
                  </a:lnTo>
                  <a:lnTo>
                    <a:pt x="1638" y="220"/>
                  </a:lnTo>
                  <a:lnTo>
                    <a:pt x="1638" y="202"/>
                  </a:lnTo>
                  <a:lnTo>
                    <a:pt x="1638" y="187"/>
                  </a:lnTo>
                  <a:lnTo>
                    <a:pt x="1641" y="173"/>
                  </a:lnTo>
                  <a:lnTo>
                    <a:pt x="1641" y="158"/>
                  </a:lnTo>
                  <a:lnTo>
                    <a:pt x="1641" y="144"/>
                  </a:lnTo>
                  <a:lnTo>
                    <a:pt x="1645" y="133"/>
                  </a:lnTo>
                  <a:lnTo>
                    <a:pt x="1645" y="119"/>
                  </a:lnTo>
                  <a:lnTo>
                    <a:pt x="1649" y="108"/>
                  </a:lnTo>
                  <a:lnTo>
                    <a:pt x="1649" y="97"/>
                  </a:lnTo>
                  <a:lnTo>
                    <a:pt x="1649" y="86"/>
                  </a:lnTo>
                  <a:lnTo>
                    <a:pt x="1652" y="76"/>
                  </a:lnTo>
                  <a:lnTo>
                    <a:pt x="1652" y="65"/>
                  </a:lnTo>
                  <a:lnTo>
                    <a:pt x="1656" y="58"/>
                  </a:lnTo>
                  <a:lnTo>
                    <a:pt x="1656" y="50"/>
                  </a:lnTo>
                  <a:lnTo>
                    <a:pt x="1656" y="40"/>
                  </a:lnTo>
                  <a:lnTo>
                    <a:pt x="1659" y="36"/>
                  </a:lnTo>
                  <a:lnTo>
                    <a:pt x="1659" y="29"/>
                  </a:lnTo>
                  <a:lnTo>
                    <a:pt x="1663" y="22"/>
                  </a:lnTo>
                  <a:lnTo>
                    <a:pt x="1663" y="18"/>
                  </a:lnTo>
                  <a:lnTo>
                    <a:pt x="1663" y="14"/>
                  </a:lnTo>
                  <a:lnTo>
                    <a:pt x="1667" y="11"/>
                  </a:lnTo>
                  <a:lnTo>
                    <a:pt x="1667" y="7"/>
                  </a:lnTo>
                  <a:lnTo>
                    <a:pt x="1670" y="4"/>
                  </a:lnTo>
                  <a:lnTo>
                    <a:pt x="1670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3" name="Freeform 101"/>
            <p:cNvSpPr>
              <a:spLocks/>
            </p:cNvSpPr>
            <p:nvPr/>
          </p:nvSpPr>
          <p:spPr bwMode="auto">
            <a:xfrm>
              <a:off x="2423" y="1048"/>
              <a:ext cx="2473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47" y="385"/>
                </a:cxn>
                <a:cxn ang="0">
                  <a:pos x="72" y="788"/>
                </a:cxn>
                <a:cxn ang="0">
                  <a:pos x="93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5" y="2340"/>
                </a:cxn>
                <a:cxn ang="0">
                  <a:pos x="191" y="2455"/>
                </a:cxn>
                <a:cxn ang="0">
                  <a:pos x="223" y="2401"/>
                </a:cxn>
                <a:cxn ang="0">
                  <a:pos x="248" y="2253"/>
                </a:cxn>
                <a:cxn ang="0">
                  <a:pos x="270" y="2077"/>
                </a:cxn>
                <a:cxn ang="0">
                  <a:pos x="295" y="1911"/>
                </a:cxn>
                <a:cxn ang="0">
                  <a:pos x="317" y="1803"/>
                </a:cxn>
                <a:cxn ang="0">
                  <a:pos x="360" y="1782"/>
                </a:cxn>
                <a:cxn ang="0">
                  <a:pos x="381" y="1857"/>
                </a:cxn>
                <a:cxn ang="0">
                  <a:pos x="407" y="1969"/>
                </a:cxn>
                <a:cxn ang="0">
                  <a:pos x="428" y="2081"/>
                </a:cxn>
                <a:cxn ang="0">
                  <a:pos x="453" y="2167"/>
                </a:cxn>
                <a:cxn ang="0">
                  <a:pos x="497" y="2199"/>
                </a:cxn>
                <a:cxn ang="0">
                  <a:pos x="525" y="2138"/>
                </a:cxn>
                <a:cxn ang="0">
                  <a:pos x="547" y="2055"/>
                </a:cxn>
                <a:cxn ang="0">
                  <a:pos x="572" y="1973"/>
                </a:cxn>
                <a:cxn ang="0">
                  <a:pos x="597" y="1904"/>
                </a:cxn>
                <a:cxn ang="0">
                  <a:pos x="651" y="1908"/>
                </a:cxn>
                <a:cxn ang="0">
                  <a:pos x="677" y="1973"/>
                </a:cxn>
                <a:cxn ang="0">
                  <a:pos x="702" y="2041"/>
                </a:cxn>
                <a:cxn ang="0">
                  <a:pos x="727" y="2102"/>
                </a:cxn>
                <a:cxn ang="0">
                  <a:pos x="777" y="2135"/>
                </a:cxn>
                <a:cxn ang="0">
                  <a:pos x="813" y="2073"/>
                </a:cxn>
                <a:cxn ang="0">
                  <a:pos x="839" y="2012"/>
                </a:cxn>
                <a:cxn ang="0">
                  <a:pos x="871" y="1951"/>
                </a:cxn>
                <a:cxn ang="0">
                  <a:pos x="929" y="1940"/>
                </a:cxn>
                <a:cxn ang="0">
                  <a:pos x="965" y="2001"/>
                </a:cxn>
                <a:cxn ang="0">
                  <a:pos x="993" y="2063"/>
                </a:cxn>
                <a:cxn ang="0">
                  <a:pos x="1044" y="2109"/>
                </a:cxn>
                <a:cxn ang="0">
                  <a:pos x="1094" y="2059"/>
                </a:cxn>
                <a:cxn ang="0">
                  <a:pos x="1130" y="1998"/>
                </a:cxn>
                <a:cxn ang="0">
                  <a:pos x="1181" y="1947"/>
                </a:cxn>
                <a:cxn ang="0">
                  <a:pos x="1235" y="1994"/>
                </a:cxn>
                <a:cxn ang="0">
                  <a:pos x="1274" y="2055"/>
                </a:cxn>
                <a:cxn ang="0">
                  <a:pos x="1332" y="2088"/>
                </a:cxn>
                <a:cxn ang="0">
                  <a:pos x="1386" y="2034"/>
                </a:cxn>
                <a:cxn ang="0">
                  <a:pos x="1436" y="1973"/>
                </a:cxn>
                <a:cxn ang="0">
                  <a:pos x="1497" y="1983"/>
                </a:cxn>
                <a:cxn ang="0">
                  <a:pos x="1548" y="2045"/>
                </a:cxn>
                <a:cxn ang="0">
                  <a:pos x="1609" y="2077"/>
                </a:cxn>
                <a:cxn ang="0">
                  <a:pos x="1667" y="2030"/>
                </a:cxn>
                <a:cxn ang="0">
                  <a:pos x="1724" y="1976"/>
                </a:cxn>
                <a:cxn ang="0">
                  <a:pos x="1785" y="1998"/>
                </a:cxn>
                <a:cxn ang="0">
                  <a:pos x="1847" y="2059"/>
                </a:cxn>
                <a:cxn ang="0">
                  <a:pos x="1908" y="2063"/>
                </a:cxn>
                <a:cxn ang="0">
                  <a:pos x="1969" y="2005"/>
                </a:cxn>
                <a:cxn ang="0">
                  <a:pos x="2030" y="1980"/>
                </a:cxn>
                <a:cxn ang="0">
                  <a:pos x="2091" y="2027"/>
                </a:cxn>
                <a:cxn ang="0">
                  <a:pos x="2153" y="2066"/>
                </a:cxn>
                <a:cxn ang="0">
                  <a:pos x="2214" y="2037"/>
                </a:cxn>
                <a:cxn ang="0">
                  <a:pos x="2275" y="1991"/>
                </a:cxn>
                <a:cxn ang="0">
                  <a:pos x="2336" y="1998"/>
                </a:cxn>
                <a:cxn ang="0">
                  <a:pos x="2397" y="2048"/>
                </a:cxn>
                <a:cxn ang="0">
                  <a:pos x="2459" y="2055"/>
                </a:cxn>
              </a:cxnLst>
              <a:rect l="0" t="0" r="r" b="b"/>
              <a:pathLst>
                <a:path w="2473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71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9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7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1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39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1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52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32" y="2019"/>
                  </a:lnTo>
                  <a:lnTo>
                    <a:pt x="2235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3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1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89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7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5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3" y="2005"/>
                  </a:lnTo>
                  <a:lnTo>
                    <a:pt x="2347" y="2009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1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2" y="2030"/>
                  </a:lnTo>
                  <a:lnTo>
                    <a:pt x="2376" y="2030"/>
                  </a:lnTo>
                  <a:lnTo>
                    <a:pt x="2379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0" y="2045"/>
                  </a:lnTo>
                  <a:lnTo>
                    <a:pt x="2394" y="2045"/>
                  </a:lnTo>
                  <a:lnTo>
                    <a:pt x="2397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5"/>
                  </a:lnTo>
                  <a:lnTo>
                    <a:pt x="2412" y="2055"/>
                  </a:lnTo>
                  <a:lnTo>
                    <a:pt x="2415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3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1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69" y="2052"/>
                  </a:lnTo>
                  <a:lnTo>
                    <a:pt x="2473" y="2048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4" name="Freeform 102"/>
            <p:cNvSpPr>
              <a:spLocks/>
            </p:cNvSpPr>
            <p:nvPr/>
          </p:nvSpPr>
          <p:spPr bwMode="auto">
            <a:xfrm>
              <a:off x="4896" y="3039"/>
              <a:ext cx="313" cy="64"/>
            </a:xfrm>
            <a:custGeom>
              <a:avLst/>
              <a:gdLst/>
              <a:ahLst/>
              <a:cxnLst>
                <a:cxn ang="0">
                  <a:pos x="4" y="54"/>
                </a:cxn>
                <a:cxn ang="0">
                  <a:pos x="11" y="50"/>
                </a:cxn>
                <a:cxn ang="0">
                  <a:pos x="18" y="46"/>
                </a:cxn>
                <a:cxn ang="0">
                  <a:pos x="25" y="39"/>
                </a:cxn>
                <a:cxn ang="0">
                  <a:pos x="32" y="36"/>
                </a:cxn>
                <a:cxn ang="0">
                  <a:pos x="40" y="28"/>
                </a:cxn>
                <a:cxn ang="0">
                  <a:pos x="47" y="21"/>
                </a:cxn>
                <a:cxn ang="0">
                  <a:pos x="54" y="18"/>
                </a:cxn>
                <a:cxn ang="0">
                  <a:pos x="61" y="10"/>
                </a:cxn>
                <a:cxn ang="0">
                  <a:pos x="68" y="7"/>
                </a:cxn>
                <a:cxn ang="0">
                  <a:pos x="76" y="3"/>
                </a:cxn>
                <a:cxn ang="0">
                  <a:pos x="83" y="3"/>
                </a:cxn>
                <a:cxn ang="0">
                  <a:pos x="90" y="0"/>
                </a:cxn>
                <a:cxn ang="0">
                  <a:pos x="97" y="0"/>
                </a:cxn>
                <a:cxn ang="0">
                  <a:pos x="104" y="0"/>
                </a:cxn>
                <a:cxn ang="0">
                  <a:pos x="112" y="0"/>
                </a:cxn>
                <a:cxn ang="0">
                  <a:pos x="119" y="0"/>
                </a:cxn>
                <a:cxn ang="0">
                  <a:pos x="126" y="3"/>
                </a:cxn>
                <a:cxn ang="0">
                  <a:pos x="133" y="7"/>
                </a:cxn>
                <a:cxn ang="0">
                  <a:pos x="140" y="10"/>
                </a:cxn>
                <a:cxn ang="0">
                  <a:pos x="148" y="14"/>
                </a:cxn>
                <a:cxn ang="0">
                  <a:pos x="155" y="18"/>
                </a:cxn>
                <a:cxn ang="0">
                  <a:pos x="162" y="25"/>
                </a:cxn>
                <a:cxn ang="0">
                  <a:pos x="169" y="28"/>
                </a:cxn>
                <a:cxn ang="0">
                  <a:pos x="176" y="36"/>
                </a:cxn>
                <a:cxn ang="0">
                  <a:pos x="184" y="43"/>
                </a:cxn>
                <a:cxn ang="0">
                  <a:pos x="191" y="46"/>
                </a:cxn>
                <a:cxn ang="0">
                  <a:pos x="198" y="50"/>
                </a:cxn>
                <a:cxn ang="0">
                  <a:pos x="205" y="54"/>
                </a:cxn>
                <a:cxn ang="0">
                  <a:pos x="212" y="57"/>
                </a:cxn>
                <a:cxn ang="0">
                  <a:pos x="220" y="61"/>
                </a:cxn>
                <a:cxn ang="0">
                  <a:pos x="227" y="64"/>
                </a:cxn>
                <a:cxn ang="0">
                  <a:pos x="234" y="64"/>
                </a:cxn>
                <a:cxn ang="0">
                  <a:pos x="241" y="64"/>
                </a:cxn>
                <a:cxn ang="0">
                  <a:pos x="248" y="64"/>
                </a:cxn>
                <a:cxn ang="0">
                  <a:pos x="256" y="64"/>
                </a:cxn>
                <a:cxn ang="0">
                  <a:pos x="263" y="61"/>
                </a:cxn>
                <a:cxn ang="0">
                  <a:pos x="270" y="61"/>
                </a:cxn>
                <a:cxn ang="0">
                  <a:pos x="277" y="57"/>
                </a:cxn>
                <a:cxn ang="0">
                  <a:pos x="284" y="54"/>
                </a:cxn>
                <a:cxn ang="0">
                  <a:pos x="292" y="46"/>
                </a:cxn>
                <a:cxn ang="0">
                  <a:pos x="299" y="43"/>
                </a:cxn>
                <a:cxn ang="0">
                  <a:pos x="306" y="36"/>
                </a:cxn>
                <a:cxn ang="0">
                  <a:pos x="313" y="32"/>
                </a:cxn>
              </a:cxnLst>
              <a:rect l="0" t="0" r="r" b="b"/>
              <a:pathLst>
                <a:path w="313" h="64">
                  <a:moveTo>
                    <a:pt x="0" y="57"/>
                  </a:moveTo>
                  <a:lnTo>
                    <a:pt x="4" y="54"/>
                  </a:lnTo>
                  <a:lnTo>
                    <a:pt x="7" y="54"/>
                  </a:lnTo>
                  <a:lnTo>
                    <a:pt x="11" y="50"/>
                  </a:lnTo>
                  <a:lnTo>
                    <a:pt x="14" y="50"/>
                  </a:lnTo>
                  <a:lnTo>
                    <a:pt x="18" y="46"/>
                  </a:lnTo>
                  <a:lnTo>
                    <a:pt x="22" y="43"/>
                  </a:lnTo>
                  <a:lnTo>
                    <a:pt x="25" y="39"/>
                  </a:lnTo>
                  <a:lnTo>
                    <a:pt x="29" y="36"/>
                  </a:lnTo>
                  <a:lnTo>
                    <a:pt x="32" y="36"/>
                  </a:lnTo>
                  <a:lnTo>
                    <a:pt x="36" y="32"/>
                  </a:lnTo>
                  <a:lnTo>
                    <a:pt x="40" y="28"/>
                  </a:lnTo>
                  <a:lnTo>
                    <a:pt x="43" y="25"/>
                  </a:lnTo>
                  <a:lnTo>
                    <a:pt x="47" y="21"/>
                  </a:lnTo>
                  <a:lnTo>
                    <a:pt x="50" y="21"/>
                  </a:lnTo>
                  <a:lnTo>
                    <a:pt x="54" y="18"/>
                  </a:lnTo>
                  <a:lnTo>
                    <a:pt x="58" y="14"/>
                  </a:lnTo>
                  <a:lnTo>
                    <a:pt x="61" y="10"/>
                  </a:lnTo>
                  <a:lnTo>
                    <a:pt x="65" y="10"/>
                  </a:lnTo>
                  <a:lnTo>
                    <a:pt x="68" y="7"/>
                  </a:lnTo>
                  <a:lnTo>
                    <a:pt x="72" y="7"/>
                  </a:lnTo>
                  <a:lnTo>
                    <a:pt x="76" y="3"/>
                  </a:lnTo>
                  <a:lnTo>
                    <a:pt x="79" y="3"/>
                  </a:lnTo>
                  <a:lnTo>
                    <a:pt x="83" y="3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22" y="3"/>
                  </a:lnTo>
                  <a:lnTo>
                    <a:pt x="126" y="3"/>
                  </a:lnTo>
                  <a:lnTo>
                    <a:pt x="130" y="3"/>
                  </a:lnTo>
                  <a:lnTo>
                    <a:pt x="133" y="7"/>
                  </a:lnTo>
                  <a:lnTo>
                    <a:pt x="137" y="7"/>
                  </a:lnTo>
                  <a:lnTo>
                    <a:pt x="140" y="10"/>
                  </a:lnTo>
                  <a:lnTo>
                    <a:pt x="144" y="10"/>
                  </a:lnTo>
                  <a:lnTo>
                    <a:pt x="148" y="14"/>
                  </a:lnTo>
                  <a:lnTo>
                    <a:pt x="151" y="18"/>
                  </a:lnTo>
                  <a:lnTo>
                    <a:pt x="155" y="18"/>
                  </a:lnTo>
                  <a:lnTo>
                    <a:pt x="158" y="21"/>
                  </a:lnTo>
                  <a:lnTo>
                    <a:pt x="162" y="25"/>
                  </a:lnTo>
                  <a:lnTo>
                    <a:pt x="166" y="28"/>
                  </a:lnTo>
                  <a:lnTo>
                    <a:pt x="169" y="28"/>
                  </a:lnTo>
                  <a:lnTo>
                    <a:pt x="173" y="32"/>
                  </a:lnTo>
                  <a:lnTo>
                    <a:pt x="176" y="36"/>
                  </a:lnTo>
                  <a:lnTo>
                    <a:pt x="180" y="39"/>
                  </a:lnTo>
                  <a:lnTo>
                    <a:pt x="184" y="43"/>
                  </a:lnTo>
                  <a:lnTo>
                    <a:pt x="187" y="43"/>
                  </a:lnTo>
                  <a:lnTo>
                    <a:pt x="191" y="46"/>
                  </a:lnTo>
                  <a:lnTo>
                    <a:pt x="194" y="50"/>
                  </a:lnTo>
                  <a:lnTo>
                    <a:pt x="198" y="50"/>
                  </a:lnTo>
                  <a:lnTo>
                    <a:pt x="202" y="54"/>
                  </a:lnTo>
                  <a:lnTo>
                    <a:pt x="205" y="54"/>
                  </a:lnTo>
                  <a:lnTo>
                    <a:pt x="209" y="57"/>
                  </a:lnTo>
                  <a:lnTo>
                    <a:pt x="212" y="57"/>
                  </a:lnTo>
                  <a:lnTo>
                    <a:pt x="216" y="61"/>
                  </a:lnTo>
                  <a:lnTo>
                    <a:pt x="220" y="61"/>
                  </a:lnTo>
                  <a:lnTo>
                    <a:pt x="223" y="64"/>
                  </a:lnTo>
                  <a:lnTo>
                    <a:pt x="227" y="64"/>
                  </a:lnTo>
                  <a:lnTo>
                    <a:pt x="230" y="64"/>
                  </a:lnTo>
                  <a:lnTo>
                    <a:pt x="234" y="64"/>
                  </a:lnTo>
                  <a:lnTo>
                    <a:pt x="238" y="64"/>
                  </a:lnTo>
                  <a:lnTo>
                    <a:pt x="241" y="64"/>
                  </a:lnTo>
                  <a:lnTo>
                    <a:pt x="245" y="64"/>
                  </a:lnTo>
                  <a:lnTo>
                    <a:pt x="248" y="64"/>
                  </a:lnTo>
                  <a:lnTo>
                    <a:pt x="252" y="64"/>
                  </a:lnTo>
                  <a:lnTo>
                    <a:pt x="256" y="64"/>
                  </a:lnTo>
                  <a:lnTo>
                    <a:pt x="259" y="64"/>
                  </a:lnTo>
                  <a:lnTo>
                    <a:pt x="263" y="61"/>
                  </a:lnTo>
                  <a:lnTo>
                    <a:pt x="266" y="61"/>
                  </a:lnTo>
                  <a:lnTo>
                    <a:pt x="270" y="61"/>
                  </a:lnTo>
                  <a:lnTo>
                    <a:pt x="274" y="57"/>
                  </a:lnTo>
                  <a:lnTo>
                    <a:pt x="277" y="57"/>
                  </a:lnTo>
                  <a:lnTo>
                    <a:pt x="281" y="54"/>
                  </a:lnTo>
                  <a:lnTo>
                    <a:pt x="284" y="54"/>
                  </a:lnTo>
                  <a:lnTo>
                    <a:pt x="288" y="50"/>
                  </a:lnTo>
                  <a:lnTo>
                    <a:pt x="292" y="46"/>
                  </a:lnTo>
                  <a:lnTo>
                    <a:pt x="295" y="46"/>
                  </a:lnTo>
                  <a:lnTo>
                    <a:pt x="299" y="43"/>
                  </a:lnTo>
                  <a:lnTo>
                    <a:pt x="302" y="39"/>
                  </a:lnTo>
                  <a:lnTo>
                    <a:pt x="306" y="36"/>
                  </a:lnTo>
                  <a:lnTo>
                    <a:pt x="310" y="36"/>
                  </a:lnTo>
                  <a:lnTo>
                    <a:pt x="313" y="32"/>
                  </a:lnTo>
                  <a:lnTo>
                    <a:pt x="313" y="32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5" name="Freeform 103"/>
            <p:cNvSpPr>
              <a:spLocks/>
            </p:cNvSpPr>
            <p:nvPr/>
          </p:nvSpPr>
          <p:spPr bwMode="auto">
            <a:xfrm>
              <a:off x="749" y="1048"/>
              <a:ext cx="1811" cy="2462"/>
            </a:xfrm>
            <a:custGeom>
              <a:avLst/>
              <a:gdLst/>
              <a:ahLst/>
              <a:cxnLst>
                <a:cxn ang="0">
                  <a:pos x="47" y="1980"/>
                </a:cxn>
                <a:cxn ang="0">
                  <a:pos x="97" y="1983"/>
                </a:cxn>
                <a:cxn ang="0">
                  <a:pos x="144" y="2030"/>
                </a:cxn>
                <a:cxn ang="0">
                  <a:pos x="191" y="2077"/>
                </a:cxn>
                <a:cxn ang="0">
                  <a:pos x="241" y="2066"/>
                </a:cxn>
                <a:cxn ang="0">
                  <a:pos x="284" y="2016"/>
                </a:cxn>
                <a:cxn ang="0">
                  <a:pos x="331" y="1969"/>
                </a:cxn>
                <a:cxn ang="0">
                  <a:pos x="381" y="1980"/>
                </a:cxn>
                <a:cxn ang="0">
                  <a:pos x="421" y="2030"/>
                </a:cxn>
                <a:cxn ang="0">
                  <a:pos x="464" y="2081"/>
                </a:cxn>
                <a:cxn ang="0">
                  <a:pos x="515" y="2081"/>
                </a:cxn>
                <a:cxn ang="0">
                  <a:pos x="554" y="2030"/>
                </a:cxn>
                <a:cxn ang="0">
                  <a:pos x="587" y="1980"/>
                </a:cxn>
                <a:cxn ang="0">
                  <a:pos x="633" y="1947"/>
                </a:cxn>
                <a:cxn ang="0">
                  <a:pos x="677" y="1991"/>
                </a:cxn>
                <a:cxn ang="0">
                  <a:pos x="705" y="2041"/>
                </a:cxn>
                <a:cxn ang="0">
                  <a:pos x="738" y="2091"/>
                </a:cxn>
                <a:cxn ang="0">
                  <a:pos x="788" y="2102"/>
                </a:cxn>
                <a:cxn ang="0">
                  <a:pos x="821" y="2052"/>
                </a:cxn>
                <a:cxn ang="0">
                  <a:pos x="846" y="2001"/>
                </a:cxn>
                <a:cxn ang="0">
                  <a:pos x="875" y="1951"/>
                </a:cxn>
                <a:cxn ang="0">
                  <a:pos x="921" y="1929"/>
                </a:cxn>
                <a:cxn ang="0">
                  <a:pos x="957" y="1980"/>
                </a:cxn>
                <a:cxn ang="0">
                  <a:pos x="979" y="2030"/>
                </a:cxn>
                <a:cxn ang="0">
                  <a:pos x="1001" y="2081"/>
                </a:cxn>
                <a:cxn ang="0">
                  <a:pos x="1029" y="2131"/>
                </a:cxn>
                <a:cxn ang="0">
                  <a:pos x="1076" y="2117"/>
                </a:cxn>
                <a:cxn ang="0">
                  <a:pos x="1098" y="2066"/>
                </a:cxn>
                <a:cxn ang="0">
                  <a:pos x="1119" y="2012"/>
                </a:cxn>
                <a:cxn ang="0">
                  <a:pos x="1137" y="1955"/>
                </a:cxn>
                <a:cxn ang="0">
                  <a:pos x="1163" y="1904"/>
                </a:cxn>
                <a:cxn ang="0">
                  <a:pos x="1209" y="1897"/>
                </a:cxn>
                <a:cxn ang="0">
                  <a:pos x="1231" y="1951"/>
                </a:cxn>
                <a:cxn ang="0">
                  <a:pos x="1253" y="2012"/>
                </a:cxn>
                <a:cxn ang="0">
                  <a:pos x="1271" y="2084"/>
                </a:cxn>
                <a:cxn ang="0">
                  <a:pos x="1292" y="2149"/>
                </a:cxn>
                <a:cxn ang="0">
                  <a:pos x="1314" y="2199"/>
                </a:cxn>
                <a:cxn ang="0">
                  <a:pos x="1353" y="2178"/>
                </a:cxn>
                <a:cxn ang="0">
                  <a:pos x="1371" y="2117"/>
                </a:cxn>
                <a:cxn ang="0">
                  <a:pos x="1393" y="2030"/>
                </a:cxn>
                <a:cxn ang="0">
                  <a:pos x="1411" y="1937"/>
                </a:cxn>
                <a:cxn ang="0">
                  <a:pos x="1433" y="1847"/>
                </a:cxn>
                <a:cxn ang="0">
                  <a:pos x="1451" y="1785"/>
                </a:cxn>
                <a:cxn ang="0">
                  <a:pos x="1487" y="1785"/>
                </a:cxn>
                <a:cxn ang="0">
                  <a:pos x="1508" y="1857"/>
                </a:cxn>
                <a:cxn ang="0">
                  <a:pos x="1526" y="1976"/>
                </a:cxn>
                <a:cxn ang="0">
                  <a:pos x="1544" y="2117"/>
                </a:cxn>
                <a:cxn ang="0">
                  <a:pos x="1566" y="2264"/>
                </a:cxn>
                <a:cxn ang="0">
                  <a:pos x="1584" y="2387"/>
                </a:cxn>
                <a:cxn ang="0">
                  <a:pos x="1605" y="2459"/>
                </a:cxn>
                <a:cxn ang="0">
                  <a:pos x="1634" y="2412"/>
                </a:cxn>
                <a:cxn ang="0">
                  <a:pos x="1652" y="2264"/>
                </a:cxn>
                <a:cxn ang="0">
                  <a:pos x="1674" y="2023"/>
                </a:cxn>
                <a:cxn ang="0">
                  <a:pos x="1692" y="1706"/>
                </a:cxn>
                <a:cxn ang="0">
                  <a:pos x="1710" y="1335"/>
                </a:cxn>
                <a:cxn ang="0">
                  <a:pos x="1731" y="950"/>
                </a:cxn>
                <a:cxn ang="0">
                  <a:pos x="1749" y="587"/>
                </a:cxn>
                <a:cxn ang="0">
                  <a:pos x="1771" y="288"/>
                </a:cxn>
                <a:cxn ang="0">
                  <a:pos x="1789" y="86"/>
                </a:cxn>
                <a:cxn ang="0">
                  <a:pos x="1811" y="0"/>
                </a:cxn>
              </a:cxnLst>
              <a:rect l="0" t="0" r="r" b="b"/>
              <a:pathLst>
                <a:path w="1811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09"/>
                  </a:lnTo>
                  <a:lnTo>
                    <a:pt x="18" y="2005"/>
                  </a:lnTo>
                  <a:lnTo>
                    <a:pt x="21" y="2001"/>
                  </a:lnTo>
                  <a:lnTo>
                    <a:pt x="25" y="1998"/>
                  </a:lnTo>
                  <a:lnTo>
                    <a:pt x="29" y="1994"/>
                  </a:lnTo>
                  <a:lnTo>
                    <a:pt x="32" y="1991"/>
                  </a:lnTo>
                  <a:lnTo>
                    <a:pt x="36" y="1987"/>
                  </a:lnTo>
                  <a:lnTo>
                    <a:pt x="39" y="1983"/>
                  </a:lnTo>
                  <a:lnTo>
                    <a:pt x="43" y="1980"/>
                  </a:lnTo>
                  <a:lnTo>
                    <a:pt x="47" y="1980"/>
                  </a:lnTo>
                  <a:lnTo>
                    <a:pt x="50" y="1976"/>
                  </a:lnTo>
                  <a:lnTo>
                    <a:pt x="54" y="1976"/>
                  </a:lnTo>
                  <a:lnTo>
                    <a:pt x="57" y="1973"/>
                  </a:lnTo>
                  <a:lnTo>
                    <a:pt x="61" y="1973"/>
                  </a:lnTo>
                  <a:lnTo>
                    <a:pt x="65" y="1973"/>
                  </a:lnTo>
                  <a:lnTo>
                    <a:pt x="68" y="1973"/>
                  </a:lnTo>
                  <a:lnTo>
                    <a:pt x="72" y="1973"/>
                  </a:lnTo>
                  <a:lnTo>
                    <a:pt x="75" y="1973"/>
                  </a:lnTo>
                  <a:lnTo>
                    <a:pt x="79" y="1973"/>
                  </a:lnTo>
                  <a:lnTo>
                    <a:pt x="83" y="1976"/>
                  </a:lnTo>
                  <a:lnTo>
                    <a:pt x="86" y="1976"/>
                  </a:lnTo>
                  <a:lnTo>
                    <a:pt x="90" y="1976"/>
                  </a:lnTo>
                  <a:lnTo>
                    <a:pt x="93" y="1980"/>
                  </a:lnTo>
                  <a:lnTo>
                    <a:pt x="97" y="1983"/>
                  </a:lnTo>
                  <a:lnTo>
                    <a:pt x="101" y="1983"/>
                  </a:lnTo>
                  <a:lnTo>
                    <a:pt x="104" y="1987"/>
                  </a:lnTo>
                  <a:lnTo>
                    <a:pt x="108" y="1991"/>
                  </a:lnTo>
                  <a:lnTo>
                    <a:pt x="111" y="1994"/>
                  </a:lnTo>
                  <a:lnTo>
                    <a:pt x="115" y="1998"/>
                  </a:lnTo>
                  <a:lnTo>
                    <a:pt x="119" y="2001"/>
                  </a:lnTo>
                  <a:lnTo>
                    <a:pt x="122" y="2005"/>
                  </a:lnTo>
                  <a:lnTo>
                    <a:pt x="126" y="2009"/>
                  </a:lnTo>
                  <a:lnTo>
                    <a:pt x="129" y="2012"/>
                  </a:lnTo>
                  <a:lnTo>
                    <a:pt x="133" y="2016"/>
                  </a:lnTo>
                  <a:lnTo>
                    <a:pt x="137" y="2019"/>
                  </a:lnTo>
                  <a:lnTo>
                    <a:pt x="140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7"/>
                  </a:lnTo>
                  <a:lnTo>
                    <a:pt x="155" y="2041"/>
                  </a:lnTo>
                  <a:lnTo>
                    <a:pt x="158" y="2045"/>
                  </a:lnTo>
                  <a:lnTo>
                    <a:pt x="162" y="2048"/>
                  </a:lnTo>
                  <a:lnTo>
                    <a:pt x="165" y="2052"/>
                  </a:lnTo>
                  <a:lnTo>
                    <a:pt x="165" y="2055"/>
                  </a:lnTo>
                  <a:lnTo>
                    <a:pt x="169" y="2059"/>
                  </a:lnTo>
                  <a:lnTo>
                    <a:pt x="173" y="2063"/>
                  </a:lnTo>
                  <a:lnTo>
                    <a:pt x="176" y="2066"/>
                  </a:lnTo>
                  <a:lnTo>
                    <a:pt x="180" y="2070"/>
                  </a:lnTo>
                  <a:lnTo>
                    <a:pt x="183" y="2070"/>
                  </a:lnTo>
                  <a:lnTo>
                    <a:pt x="187" y="2073"/>
                  </a:lnTo>
                  <a:lnTo>
                    <a:pt x="191" y="2077"/>
                  </a:lnTo>
                  <a:lnTo>
                    <a:pt x="194" y="2077"/>
                  </a:lnTo>
                  <a:lnTo>
                    <a:pt x="198" y="2077"/>
                  </a:lnTo>
                  <a:lnTo>
                    <a:pt x="201" y="2081"/>
                  </a:lnTo>
                  <a:lnTo>
                    <a:pt x="205" y="2081"/>
                  </a:lnTo>
                  <a:lnTo>
                    <a:pt x="209" y="2081"/>
                  </a:lnTo>
                  <a:lnTo>
                    <a:pt x="212" y="2081"/>
                  </a:lnTo>
                  <a:lnTo>
                    <a:pt x="216" y="2081"/>
                  </a:lnTo>
                  <a:lnTo>
                    <a:pt x="219" y="2077"/>
                  </a:lnTo>
                  <a:lnTo>
                    <a:pt x="223" y="2077"/>
                  </a:lnTo>
                  <a:lnTo>
                    <a:pt x="227" y="2073"/>
                  </a:lnTo>
                  <a:lnTo>
                    <a:pt x="230" y="2073"/>
                  </a:lnTo>
                  <a:lnTo>
                    <a:pt x="234" y="2070"/>
                  </a:lnTo>
                  <a:lnTo>
                    <a:pt x="237" y="2070"/>
                  </a:lnTo>
                  <a:lnTo>
                    <a:pt x="241" y="2066"/>
                  </a:lnTo>
                  <a:lnTo>
                    <a:pt x="245" y="2063"/>
                  </a:lnTo>
                  <a:lnTo>
                    <a:pt x="248" y="2059"/>
                  </a:lnTo>
                  <a:lnTo>
                    <a:pt x="252" y="2055"/>
                  </a:lnTo>
                  <a:lnTo>
                    <a:pt x="255" y="2052"/>
                  </a:lnTo>
                  <a:lnTo>
                    <a:pt x="259" y="2048"/>
                  </a:lnTo>
                  <a:lnTo>
                    <a:pt x="263" y="2045"/>
                  </a:lnTo>
                  <a:lnTo>
                    <a:pt x="266" y="2041"/>
                  </a:lnTo>
                  <a:lnTo>
                    <a:pt x="270" y="2037"/>
                  </a:lnTo>
                  <a:lnTo>
                    <a:pt x="273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4" y="2016"/>
                  </a:lnTo>
                  <a:lnTo>
                    <a:pt x="288" y="2012"/>
                  </a:lnTo>
                  <a:lnTo>
                    <a:pt x="291" y="2009"/>
                  </a:lnTo>
                  <a:lnTo>
                    <a:pt x="295" y="2005"/>
                  </a:lnTo>
                  <a:lnTo>
                    <a:pt x="295" y="2001"/>
                  </a:lnTo>
                  <a:lnTo>
                    <a:pt x="299" y="1998"/>
                  </a:lnTo>
                  <a:lnTo>
                    <a:pt x="302" y="1994"/>
                  </a:lnTo>
                  <a:lnTo>
                    <a:pt x="306" y="1991"/>
                  </a:lnTo>
                  <a:lnTo>
                    <a:pt x="309" y="1987"/>
                  </a:lnTo>
                  <a:lnTo>
                    <a:pt x="313" y="1983"/>
                  </a:lnTo>
                  <a:lnTo>
                    <a:pt x="317" y="1980"/>
                  </a:lnTo>
                  <a:lnTo>
                    <a:pt x="320" y="1976"/>
                  </a:lnTo>
                  <a:lnTo>
                    <a:pt x="324" y="1973"/>
                  </a:lnTo>
                  <a:lnTo>
                    <a:pt x="327" y="1969"/>
                  </a:lnTo>
                  <a:lnTo>
                    <a:pt x="331" y="1969"/>
                  </a:lnTo>
                  <a:lnTo>
                    <a:pt x="335" y="1965"/>
                  </a:lnTo>
                  <a:lnTo>
                    <a:pt x="338" y="1965"/>
                  </a:lnTo>
                  <a:lnTo>
                    <a:pt x="342" y="1962"/>
                  </a:lnTo>
                  <a:lnTo>
                    <a:pt x="345" y="1962"/>
                  </a:lnTo>
                  <a:lnTo>
                    <a:pt x="349" y="1962"/>
                  </a:lnTo>
                  <a:lnTo>
                    <a:pt x="353" y="1962"/>
                  </a:lnTo>
                  <a:lnTo>
                    <a:pt x="356" y="1962"/>
                  </a:lnTo>
                  <a:lnTo>
                    <a:pt x="360" y="1965"/>
                  </a:lnTo>
                  <a:lnTo>
                    <a:pt x="363" y="1965"/>
                  </a:lnTo>
                  <a:lnTo>
                    <a:pt x="367" y="1969"/>
                  </a:lnTo>
                  <a:lnTo>
                    <a:pt x="371" y="1969"/>
                  </a:lnTo>
                  <a:lnTo>
                    <a:pt x="374" y="1973"/>
                  </a:lnTo>
                  <a:lnTo>
                    <a:pt x="378" y="1976"/>
                  </a:lnTo>
                  <a:lnTo>
                    <a:pt x="381" y="1980"/>
                  </a:lnTo>
                  <a:lnTo>
                    <a:pt x="385" y="1983"/>
                  </a:lnTo>
                  <a:lnTo>
                    <a:pt x="389" y="1987"/>
                  </a:lnTo>
                  <a:lnTo>
                    <a:pt x="392" y="1991"/>
                  </a:lnTo>
                  <a:lnTo>
                    <a:pt x="396" y="1994"/>
                  </a:lnTo>
                  <a:lnTo>
                    <a:pt x="399" y="1998"/>
                  </a:lnTo>
                  <a:lnTo>
                    <a:pt x="403" y="2001"/>
                  </a:lnTo>
                  <a:lnTo>
                    <a:pt x="407" y="2005"/>
                  </a:lnTo>
                  <a:lnTo>
                    <a:pt x="407" y="2009"/>
                  </a:lnTo>
                  <a:lnTo>
                    <a:pt x="410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1" y="2030"/>
                  </a:lnTo>
                  <a:lnTo>
                    <a:pt x="425" y="2034"/>
                  </a:lnTo>
                  <a:lnTo>
                    <a:pt x="428" y="2037"/>
                  </a:lnTo>
                  <a:lnTo>
                    <a:pt x="432" y="2041"/>
                  </a:lnTo>
                  <a:lnTo>
                    <a:pt x="432" y="2045"/>
                  </a:lnTo>
                  <a:lnTo>
                    <a:pt x="435" y="2048"/>
                  </a:lnTo>
                  <a:lnTo>
                    <a:pt x="439" y="2052"/>
                  </a:lnTo>
                  <a:lnTo>
                    <a:pt x="439" y="2055"/>
                  </a:lnTo>
                  <a:lnTo>
                    <a:pt x="443" y="2059"/>
                  </a:lnTo>
                  <a:lnTo>
                    <a:pt x="446" y="2063"/>
                  </a:lnTo>
                  <a:lnTo>
                    <a:pt x="450" y="2066"/>
                  </a:lnTo>
                  <a:lnTo>
                    <a:pt x="453" y="2070"/>
                  </a:lnTo>
                  <a:lnTo>
                    <a:pt x="457" y="2073"/>
                  </a:lnTo>
                  <a:lnTo>
                    <a:pt x="461" y="2077"/>
                  </a:lnTo>
                  <a:lnTo>
                    <a:pt x="464" y="2081"/>
                  </a:lnTo>
                  <a:lnTo>
                    <a:pt x="468" y="2084"/>
                  </a:lnTo>
                  <a:lnTo>
                    <a:pt x="471" y="2088"/>
                  </a:lnTo>
                  <a:lnTo>
                    <a:pt x="475" y="2088"/>
                  </a:lnTo>
                  <a:lnTo>
                    <a:pt x="479" y="2091"/>
                  </a:lnTo>
                  <a:lnTo>
                    <a:pt x="482" y="2091"/>
                  </a:lnTo>
                  <a:lnTo>
                    <a:pt x="486" y="2091"/>
                  </a:lnTo>
                  <a:lnTo>
                    <a:pt x="489" y="2091"/>
                  </a:lnTo>
                  <a:lnTo>
                    <a:pt x="493" y="2091"/>
                  </a:lnTo>
                  <a:lnTo>
                    <a:pt x="497" y="2091"/>
                  </a:lnTo>
                  <a:lnTo>
                    <a:pt x="500" y="2088"/>
                  </a:lnTo>
                  <a:lnTo>
                    <a:pt x="504" y="2088"/>
                  </a:lnTo>
                  <a:lnTo>
                    <a:pt x="507" y="2084"/>
                  </a:lnTo>
                  <a:lnTo>
                    <a:pt x="511" y="2081"/>
                  </a:lnTo>
                  <a:lnTo>
                    <a:pt x="515" y="2081"/>
                  </a:lnTo>
                  <a:lnTo>
                    <a:pt x="518" y="2077"/>
                  </a:lnTo>
                  <a:lnTo>
                    <a:pt x="522" y="2073"/>
                  </a:lnTo>
                  <a:lnTo>
                    <a:pt x="525" y="2070"/>
                  </a:lnTo>
                  <a:lnTo>
                    <a:pt x="529" y="2066"/>
                  </a:lnTo>
                  <a:lnTo>
                    <a:pt x="533" y="2063"/>
                  </a:lnTo>
                  <a:lnTo>
                    <a:pt x="536" y="2059"/>
                  </a:lnTo>
                  <a:lnTo>
                    <a:pt x="536" y="2055"/>
                  </a:lnTo>
                  <a:lnTo>
                    <a:pt x="540" y="2052"/>
                  </a:lnTo>
                  <a:lnTo>
                    <a:pt x="543" y="2048"/>
                  </a:lnTo>
                  <a:lnTo>
                    <a:pt x="543" y="2045"/>
                  </a:lnTo>
                  <a:lnTo>
                    <a:pt x="547" y="2041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1" y="2016"/>
                  </a:lnTo>
                  <a:lnTo>
                    <a:pt x="565" y="2012"/>
                  </a:lnTo>
                  <a:lnTo>
                    <a:pt x="569" y="2009"/>
                  </a:lnTo>
                  <a:lnTo>
                    <a:pt x="569" y="2005"/>
                  </a:lnTo>
                  <a:lnTo>
                    <a:pt x="572" y="2001"/>
                  </a:lnTo>
                  <a:lnTo>
                    <a:pt x="576" y="1998"/>
                  </a:lnTo>
                  <a:lnTo>
                    <a:pt x="576" y="1994"/>
                  </a:lnTo>
                  <a:lnTo>
                    <a:pt x="579" y="1991"/>
                  </a:lnTo>
                  <a:lnTo>
                    <a:pt x="579" y="1987"/>
                  </a:lnTo>
                  <a:lnTo>
                    <a:pt x="583" y="1983"/>
                  </a:lnTo>
                  <a:lnTo>
                    <a:pt x="587" y="1980"/>
                  </a:lnTo>
                  <a:lnTo>
                    <a:pt x="590" y="1976"/>
                  </a:lnTo>
                  <a:lnTo>
                    <a:pt x="594" y="1973"/>
                  </a:lnTo>
                  <a:lnTo>
                    <a:pt x="594" y="1969"/>
                  </a:lnTo>
                  <a:lnTo>
                    <a:pt x="597" y="1965"/>
                  </a:lnTo>
                  <a:lnTo>
                    <a:pt x="601" y="1962"/>
                  </a:lnTo>
                  <a:lnTo>
                    <a:pt x="605" y="1958"/>
                  </a:lnTo>
                  <a:lnTo>
                    <a:pt x="608" y="1955"/>
                  </a:lnTo>
                  <a:lnTo>
                    <a:pt x="612" y="1951"/>
                  </a:lnTo>
                  <a:lnTo>
                    <a:pt x="615" y="1951"/>
                  </a:lnTo>
                  <a:lnTo>
                    <a:pt x="619" y="1951"/>
                  </a:lnTo>
                  <a:lnTo>
                    <a:pt x="623" y="1947"/>
                  </a:lnTo>
                  <a:lnTo>
                    <a:pt x="626" y="1947"/>
                  </a:lnTo>
                  <a:lnTo>
                    <a:pt x="630" y="1947"/>
                  </a:lnTo>
                  <a:lnTo>
                    <a:pt x="633" y="1947"/>
                  </a:lnTo>
                  <a:lnTo>
                    <a:pt x="637" y="1951"/>
                  </a:lnTo>
                  <a:lnTo>
                    <a:pt x="641" y="1951"/>
                  </a:lnTo>
                  <a:lnTo>
                    <a:pt x="644" y="1955"/>
                  </a:lnTo>
                  <a:lnTo>
                    <a:pt x="648" y="1955"/>
                  </a:lnTo>
                  <a:lnTo>
                    <a:pt x="651" y="1958"/>
                  </a:lnTo>
                  <a:lnTo>
                    <a:pt x="655" y="1962"/>
                  </a:lnTo>
                  <a:lnTo>
                    <a:pt x="659" y="1965"/>
                  </a:lnTo>
                  <a:lnTo>
                    <a:pt x="662" y="1969"/>
                  </a:lnTo>
                  <a:lnTo>
                    <a:pt x="666" y="1973"/>
                  </a:lnTo>
                  <a:lnTo>
                    <a:pt x="669" y="1976"/>
                  </a:lnTo>
                  <a:lnTo>
                    <a:pt x="669" y="1980"/>
                  </a:lnTo>
                  <a:lnTo>
                    <a:pt x="673" y="1983"/>
                  </a:lnTo>
                  <a:lnTo>
                    <a:pt x="677" y="1987"/>
                  </a:lnTo>
                  <a:lnTo>
                    <a:pt x="677" y="1991"/>
                  </a:lnTo>
                  <a:lnTo>
                    <a:pt x="680" y="1994"/>
                  </a:lnTo>
                  <a:lnTo>
                    <a:pt x="684" y="1998"/>
                  </a:lnTo>
                  <a:lnTo>
                    <a:pt x="684" y="2001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2" y="2034"/>
                  </a:lnTo>
                  <a:lnTo>
                    <a:pt x="705" y="2037"/>
                  </a:lnTo>
                  <a:lnTo>
                    <a:pt x="705" y="2041"/>
                  </a:lnTo>
                  <a:lnTo>
                    <a:pt x="709" y="2045"/>
                  </a:lnTo>
                  <a:lnTo>
                    <a:pt x="709" y="2048"/>
                  </a:lnTo>
                  <a:lnTo>
                    <a:pt x="713" y="2052"/>
                  </a:lnTo>
                  <a:lnTo>
                    <a:pt x="716" y="2055"/>
                  </a:lnTo>
                  <a:lnTo>
                    <a:pt x="716" y="2059"/>
                  </a:lnTo>
                  <a:lnTo>
                    <a:pt x="720" y="2063"/>
                  </a:lnTo>
                  <a:lnTo>
                    <a:pt x="720" y="2066"/>
                  </a:lnTo>
                  <a:lnTo>
                    <a:pt x="723" y="2070"/>
                  </a:lnTo>
                  <a:lnTo>
                    <a:pt x="727" y="2073"/>
                  </a:lnTo>
                  <a:lnTo>
                    <a:pt x="727" y="2077"/>
                  </a:lnTo>
                  <a:lnTo>
                    <a:pt x="731" y="2081"/>
                  </a:lnTo>
                  <a:lnTo>
                    <a:pt x="734" y="2084"/>
                  </a:lnTo>
                  <a:lnTo>
                    <a:pt x="734" y="2088"/>
                  </a:lnTo>
                  <a:lnTo>
                    <a:pt x="738" y="2091"/>
                  </a:lnTo>
                  <a:lnTo>
                    <a:pt x="741" y="2095"/>
                  </a:lnTo>
                  <a:lnTo>
                    <a:pt x="745" y="2099"/>
                  </a:lnTo>
                  <a:lnTo>
                    <a:pt x="749" y="2102"/>
                  </a:lnTo>
                  <a:lnTo>
                    <a:pt x="752" y="2106"/>
                  </a:lnTo>
                  <a:lnTo>
                    <a:pt x="756" y="2106"/>
                  </a:lnTo>
                  <a:lnTo>
                    <a:pt x="759" y="2109"/>
                  </a:lnTo>
                  <a:lnTo>
                    <a:pt x="763" y="2109"/>
                  </a:lnTo>
                  <a:lnTo>
                    <a:pt x="767" y="2109"/>
                  </a:lnTo>
                  <a:lnTo>
                    <a:pt x="770" y="2109"/>
                  </a:lnTo>
                  <a:lnTo>
                    <a:pt x="774" y="2109"/>
                  </a:lnTo>
                  <a:lnTo>
                    <a:pt x="777" y="2106"/>
                  </a:lnTo>
                  <a:lnTo>
                    <a:pt x="781" y="2106"/>
                  </a:lnTo>
                  <a:lnTo>
                    <a:pt x="785" y="2102"/>
                  </a:lnTo>
                  <a:lnTo>
                    <a:pt x="788" y="2102"/>
                  </a:lnTo>
                  <a:lnTo>
                    <a:pt x="792" y="2099"/>
                  </a:lnTo>
                  <a:lnTo>
                    <a:pt x="795" y="2095"/>
                  </a:lnTo>
                  <a:lnTo>
                    <a:pt x="799" y="2091"/>
                  </a:lnTo>
                  <a:lnTo>
                    <a:pt x="803" y="2088"/>
                  </a:lnTo>
                  <a:lnTo>
                    <a:pt x="803" y="2084"/>
                  </a:lnTo>
                  <a:lnTo>
                    <a:pt x="806" y="2081"/>
                  </a:lnTo>
                  <a:lnTo>
                    <a:pt x="810" y="2077"/>
                  </a:lnTo>
                  <a:lnTo>
                    <a:pt x="810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17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9" y="1998"/>
                  </a:lnTo>
                  <a:lnTo>
                    <a:pt x="849" y="1994"/>
                  </a:lnTo>
                  <a:lnTo>
                    <a:pt x="853" y="1991"/>
                  </a:lnTo>
                  <a:lnTo>
                    <a:pt x="853" y="1987"/>
                  </a:lnTo>
                  <a:lnTo>
                    <a:pt x="857" y="1983"/>
                  </a:lnTo>
                  <a:lnTo>
                    <a:pt x="860" y="1980"/>
                  </a:lnTo>
                  <a:lnTo>
                    <a:pt x="860" y="1976"/>
                  </a:lnTo>
                  <a:lnTo>
                    <a:pt x="860" y="1973"/>
                  </a:lnTo>
                  <a:lnTo>
                    <a:pt x="864" y="1969"/>
                  </a:lnTo>
                  <a:lnTo>
                    <a:pt x="864" y="1965"/>
                  </a:lnTo>
                  <a:lnTo>
                    <a:pt x="867" y="1962"/>
                  </a:lnTo>
                  <a:lnTo>
                    <a:pt x="871" y="1958"/>
                  </a:lnTo>
                  <a:lnTo>
                    <a:pt x="871" y="1955"/>
                  </a:lnTo>
                  <a:lnTo>
                    <a:pt x="875" y="1951"/>
                  </a:lnTo>
                  <a:lnTo>
                    <a:pt x="878" y="1947"/>
                  </a:lnTo>
                  <a:lnTo>
                    <a:pt x="882" y="1944"/>
                  </a:lnTo>
                  <a:lnTo>
                    <a:pt x="882" y="1940"/>
                  </a:lnTo>
                  <a:lnTo>
                    <a:pt x="885" y="1937"/>
                  </a:lnTo>
                  <a:lnTo>
                    <a:pt x="889" y="1933"/>
                  </a:lnTo>
                  <a:lnTo>
                    <a:pt x="893" y="1929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6"/>
                  </a:lnTo>
                  <a:lnTo>
                    <a:pt x="918" y="1926"/>
                  </a:lnTo>
                  <a:lnTo>
                    <a:pt x="921" y="1929"/>
                  </a:lnTo>
                  <a:lnTo>
                    <a:pt x="925" y="1933"/>
                  </a:lnTo>
                  <a:lnTo>
                    <a:pt x="929" y="1937"/>
                  </a:lnTo>
                  <a:lnTo>
                    <a:pt x="932" y="1940"/>
                  </a:lnTo>
                  <a:lnTo>
                    <a:pt x="936" y="1944"/>
                  </a:lnTo>
                  <a:lnTo>
                    <a:pt x="939" y="1947"/>
                  </a:lnTo>
                  <a:lnTo>
                    <a:pt x="939" y="1951"/>
                  </a:lnTo>
                  <a:lnTo>
                    <a:pt x="943" y="1955"/>
                  </a:lnTo>
                  <a:lnTo>
                    <a:pt x="947" y="1958"/>
                  </a:lnTo>
                  <a:lnTo>
                    <a:pt x="947" y="1962"/>
                  </a:lnTo>
                  <a:lnTo>
                    <a:pt x="950" y="1965"/>
                  </a:lnTo>
                  <a:lnTo>
                    <a:pt x="950" y="1969"/>
                  </a:lnTo>
                  <a:lnTo>
                    <a:pt x="954" y="1973"/>
                  </a:lnTo>
                  <a:lnTo>
                    <a:pt x="954" y="1976"/>
                  </a:lnTo>
                  <a:lnTo>
                    <a:pt x="957" y="1980"/>
                  </a:lnTo>
                  <a:lnTo>
                    <a:pt x="957" y="1983"/>
                  </a:lnTo>
                  <a:lnTo>
                    <a:pt x="961" y="1987"/>
                  </a:lnTo>
                  <a:lnTo>
                    <a:pt x="961" y="1991"/>
                  </a:lnTo>
                  <a:lnTo>
                    <a:pt x="965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3" y="2070"/>
                  </a:lnTo>
                  <a:lnTo>
                    <a:pt x="997" y="2073"/>
                  </a:lnTo>
                  <a:lnTo>
                    <a:pt x="997" y="2077"/>
                  </a:lnTo>
                  <a:lnTo>
                    <a:pt x="1001" y="2081"/>
                  </a:lnTo>
                  <a:lnTo>
                    <a:pt x="1001" y="2084"/>
                  </a:lnTo>
                  <a:lnTo>
                    <a:pt x="1004" y="2088"/>
                  </a:lnTo>
                  <a:lnTo>
                    <a:pt x="1004" y="2091"/>
                  </a:lnTo>
                  <a:lnTo>
                    <a:pt x="1008" y="2095"/>
                  </a:lnTo>
                  <a:lnTo>
                    <a:pt x="1008" y="2099"/>
                  </a:lnTo>
                  <a:lnTo>
                    <a:pt x="1011" y="2102"/>
                  </a:lnTo>
                  <a:lnTo>
                    <a:pt x="1011" y="2106"/>
                  </a:lnTo>
                  <a:lnTo>
                    <a:pt x="1015" y="2109"/>
                  </a:lnTo>
                  <a:lnTo>
                    <a:pt x="1015" y="2113"/>
                  </a:lnTo>
                  <a:lnTo>
                    <a:pt x="1019" y="2117"/>
                  </a:lnTo>
                  <a:lnTo>
                    <a:pt x="1022" y="2120"/>
                  </a:lnTo>
                  <a:lnTo>
                    <a:pt x="1026" y="2124"/>
                  </a:lnTo>
                  <a:lnTo>
                    <a:pt x="1026" y="2127"/>
                  </a:lnTo>
                  <a:lnTo>
                    <a:pt x="1029" y="2131"/>
                  </a:lnTo>
                  <a:lnTo>
                    <a:pt x="1033" y="2135"/>
                  </a:lnTo>
                  <a:lnTo>
                    <a:pt x="1037" y="2138"/>
                  </a:lnTo>
                  <a:lnTo>
                    <a:pt x="1040" y="2138"/>
                  </a:lnTo>
                  <a:lnTo>
                    <a:pt x="1044" y="2142"/>
                  </a:lnTo>
                  <a:lnTo>
                    <a:pt x="1047" y="2142"/>
                  </a:lnTo>
                  <a:lnTo>
                    <a:pt x="1051" y="2142"/>
                  </a:lnTo>
                  <a:lnTo>
                    <a:pt x="1055" y="2138"/>
                  </a:lnTo>
                  <a:lnTo>
                    <a:pt x="1058" y="2138"/>
                  </a:lnTo>
                  <a:lnTo>
                    <a:pt x="1062" y="2135"/>
                  </a:lnTo>
                  <a:lnTo>
                    <a:pt x="1065" y="2131"/>
                  </a:lnTo>
                  <a:lnTo>
                    <a:pt x="1069" y="2127"/>
                  </a:lnTo>
                  <a:lnTo>
                    <a:pt x="1073" y="2124"/>
                  </a:lnTo>
                  <a:lnTo>
                    <a:pt x="1076" y="2120"/>
                  </a:lnTo>
                  <a:lnTo>
                    <a:pt x="1076" y="2117"/>
                  </a:lnTo>
                  <a:lnTo>
                    <a:pt x="1080" y="2113"/>
                  </a:lnTo>
                  <a:lnTo>
                    <a:pt x="1080" y="2109"/>
                  </a:lnTo>
                  <a:lnTo>
                    <a:pt x="1083" y="2106"/>
                  </a:lnTo>
                  <a:lnTo>
                    <a:pt x="1083" y="2102"/>
                  </a:lnTo>
                  <a:lnTo>
                    <a:pt x="1087" y="2099"/>
                  </a:lnTo>
                  <a:lnTo>
                    <a:pt x="1087" y="2095"/>
                  </a:lnTo>
                  <a:lnTo>
                    <a:pt x="1091" y="2091"/>
                  </a:lnTo>
                  <a:lnTo>
                    <a:pt x="1091" y="2088"/>
                  </a:lnTo>
                  <a:lnTo>
                    <a:pt x="1094" y="2084"/>
                  </a:lnTo>
                  <a:lnTo>
                    <a:pt x="1094" y="2081"/>
                  </a:lnTo>
                  <a:lnTo>
                    <a:pt x="1094" y="2077"/>
                  </a:lnTo>
                  <a:lnTo>
                    <a:pt x="1098" y="2073"/>
                  </a:lnTo>
                  <a:lnTo>
                    <a:pt x="1098" y="2070"/>
                  </a:lnTo>
                  <a:lnTo>
                    <a:pt x="1098" y="2066"/>
                  </a:lnTo>
                  <a:lnTo>
                    <a:pt x="1101" y="2063"/>
                  </a:lnTo>
                  <a:lnTo>
                    <a:pt x="1101" y="2059"/>
                  </a:lnTo>
                  <a:lnTo>
                    <a:pt x="1105" y="2055"/>
                  </a:lnTo>
                  <a:lnTo>
                    <a:pt x="1105" y="2052"/>
                  </a:lnTo>
                  <a:lnTo>
                    <a:pt x="1105" y="2048"/>
                  </a:lnTo>
                  <a:lnTo>
                    <a:pt x="1109" y="2045"/>
                  </a:lnTo>
                  <a:lnTo>
                    <a:pt x="1109" y="2041"/>
                  </a:lnTo>
                  <a:lnTo>
                    <a:pt x="1112" y="2037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3" y="1998"/>
                  </a:lnTo>
                  <a:lnTo>
                    <a:pt x="1123" y="1994"/>
                  </a:lnTo>
                  <a:lnTo>
                    <a:pt x="1127" y="1991"/>
                  </a:lnTo>
                  <a:lnTo>
                    <a:pt x="1127" y="1987"/>
                  </a:lnTo>
                  <a:lnTo>
                    <a:pt x="1130" y="1983"/>
                  </a:lnTo>
                  <a:lnTo>
                    <a:pt x="1130" y="1980"/>
                  </a:lnTo>
                  <a:lnTo>
                    <a:pt x="1130" y="1976"/>
                  </a:lnTo>
                  <a:lnTo>
                    <a:pt x="1134" y="1973"/>
                  </a:lnTo>
                  <a:lnTo>
                    <a:pt x="1134" y="1969"/>
                  </a:lnTo>
                  <a:lnTo>
                    <a:pt x="1137" y="1965"/>
                  </a:lnTo>
                  <a:lnTo>
                    <a:pt x="1137" y="1958"/>
                  </a:lnTo>
                  <a:lnTo>
                    <a:pt x="1137" y="1955"/>
                  </a:lnTo>
                  <a:lnTo>
                    <a:pt x="1141" y="1951"/>
                  </a:lnTo>
                  <a:lnTo>
                    <a:pt x="1141" y="1947"/>
                  </a:lnTo>
                  <a:lnTo>
                    <a:pt x="1141" y="1944"/>
                  </a:lnTo>
                  <a:lnTo>
                    <a:pt x="1145" y="1940"/>
                  </a:lnTo>
                  <a:lnTo>
                    <a:pt x="1145" y="1937"/>
                  </a:lnTo>
                  <a:lnTo>
                    <a:pt x="1148" y="1933"/>
                  </a:lnTo>
                  <a:lnTo>
                    <a:pt x="1148" y="1929"/>
                  </a:lnTo>
                  <a:lnTo>
                    <a:pt x="1152" y="1926"/>
                  </a:lnTo>
                  <a:lnTo>
                    <a:pt x="1152" y="1922"/>
                  </a:lnTo>
                  <a:lnTo>
                    <a:pt x="1155" y="1919"/>
                  </a:lnTo>
                  <a:lnTo>
                    <a:pt x="1155" y="1915"/>
                  </a:lnTo>
                  <a:lnTo>
                    <a:pt x="1159" y="1911"/>
                  </a:lnTo>
                  <a:lnTo>
                    <a:pt x="1159" y="1908"/>
                  </a:lnTo>
                  <a:lnTo>
                    <a:pt x="1163" y="1904"/>
                  </a:lnTo>
                  <a:lnTo>
                    <a:pt x="1163" y="1901"/>
                  </a:lnTo>
                  <a:lnTo>
                    <a:pt x="1166" y="1897"/>
                  </a:lnTo>
                  <a:lnTo>
                    <a:pt x="1170" y="1893"/>
                  </a:lnTo>
                  <a:lnTo>
                    <a:pt x="1173" y="1890"/>
                  </a:lnTo>
                  <a:lnTo>
                    <a:pt x="1177" y="1886"/>
                  </a:lnTo>
                  <a:lnTo>
                    <a:pt x="1181" y="1883"/>
                  </a:lnTo>
                  <a:lnTo>
                    <a:pt x="1184" y="1879"/>
                  </a:lnTo>
                  <a:lnTo>
                    <a:pt x="1188" y="1879"/>
                  </a:lnTo>
                  <a:lnTo>
                    <a:pt x="1191" y="1883"/>
                  </a:lnTo>
                  <a:lnTo>
                    <a:pt x="1195" y="1883"/>
                  </a:lnTo>
                  <a:lnTo>
                    <a:pt x="1199" y="1886"/>
                  </a:lnTo>
                  <a:lnTo>
                    <a:pt x="1202" y="1890"/>
                  </a:lnTo>
                  <a:lnTo>
                    <a:pt x="1206" y="1893"/>
                  </a:lnTo>
                  <a:lnTo>
                    <a:pt x="1209" y="1897"/>
                  </a:lnTo>
                  <a:lnTo>
                    <a:pt x="1209" y="1901"/>
                  </a:lnTo>
                  <a:lnTo>
                    <a:pt x="1213" y="1904"/>
                  </a:lnTo>
                  <a:lnTo>
                    <a:pt x="1217" y="1908"/>
                  </a:lnTo>
                  <a:lnTo>
                    <a:pt x="1217" y="1911"/>
                  </a:lnTo>
                  <a:lnTo>
                    <a:pt x="1220" y="1915"/>
                  </a:lnTo>
                  <a:lnTo>
                    <a:pt x="1220" y="1919"/>
                  </a:lnTo>
                  <a:lnTo>
                    <a:pt x="1224" y="1922"/>
                  </a:lnTo>
                  <a:lnTo>
                    <a:pt x="1224" y="1926"/>
                  </a:lnTo>
                  <a:lnTo>
                    <a:pt x="1224" y="1929"/>
                  </a:lnTo>
                  <a:lnTo>
                    <a:pt x="1227" y="1933"/>
                  </a:lnTo>
                  <a:lnTo>
                    <a:pt x="1227" y="1937"/>
                  </a:lnTo>
                  <a:lnTo>
                    <a:pt x="1227" y="1940"/>
                  </a:lnTo>
                  <a:lnTo>
                    <a:pt x="1231" y="1944"/>
                  </a:lnTo>
                  <a:lnTo>
                    <a:pt x="1231" y="1951"/>
                  </a:lnTo>
                  <a:lnTo>
                    <a:pt x="1235" y="1955"/>
                  </a:lnTo>
                  <a:lnTo>
                    <a:pt x="1235" y="1958"/>
                  </a:lnTo>
                  <a:lnTo>
                    <a:pt x="1235" y="1962"/>
                  </a:lnTo>
                  <a:lnTo>
                    <a:pt x="1238" y="1965"/>
                  </a:lnTo>
                  <a:lnTo>
                    <a:pt x="1238" y="1973"/>
                  </a:lnTo>
                  <a:lnTo>
                    <a:pt x="1242" y="1976"/>
                  </a:lnTo>
                  <a:lnTo>
                    <a:pt x="1242" y="1980"/>
                  </a:lnTo>
                  <a:lnTo>
                    <a:pt x="1242" y="1983"/>
                  </a:lnTo>
                  <a:lnTo>
                    <a:pt x="1245" y="1991"/>
                  </a:lnTo>
                  <a:lnTo>
                    <a:pt x="1245" y="1994"/>
                  </a:lnTo>
                  <a:lnTo>
                    <a:pt x="1249" y="1998"/>
                  </a:lnTo>
                  <a:lnTo>
                    <a:pt x="1249" y="2005"/>
                  </a:lnTo>
                  <a:lnTo>
                    <a:pt x="1249" y="2009"/>
                  </a:lnTo>
                  <a:lnTo>
                    <a:pt x="1253" y="2012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30"/>
                  </a:lnTo>
                  <a:lnTo>
                    <a:pt x="1256" y="2034"/>
                  </a:lnTo>
                  <a:lnTo>
                    <a:pt x="1260" y="2037"/>
                  </a:lnTo>
                  <a:lnTo>
                    <a:pt x="1260" y="2045"/>
                  </a:lnTo>
                  <a:lnTo>
                    <a:pt x="1260" y="2048"/>
                  </a:lnTo>
                  <a:lnTo>
                    <a:pt x="1263" y="2055"/>
                  </a:lnTo>
                  <a:lnTo>
                    <a:pt x="1263" y="2059"/>
                  </a:lnTo>
                  <a:lnTo>
                    <a:pt x="1267" y="2066"/>
                  </a:lnTo>
                  <a:lnTo>
                    <a:pt x="1267" y="2070"/>
                  </a:lnTo>
                  <a:lnTo>
                    <a:pt x="1267" y="2073"/>
                  </a:lnTo>
                  <a:lnTo>
                    <a:pt x="1271" y="2081"/>
                  </a:lnTo>
                  <a:lnTo>
                    <a:pt x="1271" y="2084"/>
                  </a:lnTo>
                  <a:lnTo>
                    <a:pt x="1274" y="2091"/>
                  </a:lnTo>
                  <a:lnTo>
                    <a:pt x="1274" y="2095"/>
                  </a:lnTo>
                  <a:lnTo>
                    <a:pt x="1274" y="2099"/>
                  </a:lnTo>
                  <a:lnTo>
                    <a:pt x="1278" y="2106"/>
                  </a:lnTo>
                  <a:lnTo>
                    <a:pt x="1278" y="2109"/>
                  </a:lnTo>
                  <a:lnTo>
                    <a:pt x="1278" y="2113"/>
                  </a:lnTo>
                  <a:lnTo>
                    <a:pt x="1281" y="2120"/>
                  </a:lnTo>
                  <a:lnTo>
                    <a:pt x="1281" y="2124"/>
                  </a:lnTo>
                  <a:lnTo>
                    <a:pt x="1285" y="2127"/>
                  </a:lnTo>
                  <a:lnTo>
                    <a:pt x="1285" y="2131"/>
                  </a:lnTo>
                  <a:lnTo>
                    <a:pt x="1285" y="2138"/>
                  </a:lnTo>
                  <a:lnTo>
                    <a:pt x="1289" y="2142"/>
                  </a:lnTo>
                  <a:lnTo>
                    <a:pt x="1289" y="2145"/>
                  </a:lnTo>
                  <a:lnTo>
                    <a:pt x="1292" y="2149"/>
                  </a:lnTo>
                  <a:lnTo>
                    <a:pt x="1292" y="2153"/>
                  </a:lnTo>
                  <a:lnTo>
                    <a:pt x="1292" y="2156"/>
                  </a:lnTo>
                  <a:lnTo>
                    <a:pt x="1296" y="2160"/>
                  </a:lnTo>
                  <a:lnTo>
                    <a:pt x="1296" y="2163"/>
                  </a:lnTo>
                  <a:lnTo>
                    <a:pt x="1296" y="2167"/>
                  </a:lnTo>
                  <a:lnTo>
                    <a:pt x="1299" y="2171"/>
                  </a:lnTo>
                  <a:lnTo>
                    <a:pt x="1299" y="2174"/>
                  </a:lnTo>
                  <a:lnTo>
                    <a:pt x="1303" y="2178"/>
                  </a:lnTo>
                  <a:lnTo>
                    <a:pt x="1303" y="2181"/>
                  </a:lnTo>
                  <a:lnTo>
                    <a:pt x="1307" y="2185"/>
                  </a:lnTo>
                  <a:lnTo>
                    <a:pt x="1307" y="2189"/>
                  </a:lnTo>
                  <a:lnTo>
                    <a:pt x="1310" y="2192"/>
                  </a:lnTo>
                  <a:lnTo>
                    <a:pt x="1310" y="2196"/>
                  </a:lnTo>
                  <a:lnTo>
                    <a:pt x="1314" y="2199"/>
                  </a:lnTo>
                  <a:lnTo>
                    <a:pt x="1317" y="2203"/>
                  </a:lnTo>
                  <a:lnTo>
                    <a:pt x="1321" y="2207"/>
                  </a:lnTo>
                  <a:lnTo>
                    <a:pt x="1325" y="2207"/>
                  </a:lnTo>
                  <a:lnTo>
                    <a:pt x="1328" y="2210"/>
                  </a:lnTo>
                  <a:lnTo>
                    <a:pt x="1332" y="2207"/>
                  </a:lnTo>
                  <a:lnTo>
                    <a:pt x="1335" y="2207"/>
                  </a:lnTo>
                  <a:lnTo>
                    <a:pt x="1339" y="2203"/>
                  </a:lnTo>
                  <a:lnTo>
                    <a:pt x="1343" y="2199"/>
                  </a:lnTo>
                  <a:lnTo>
                    <a:pt x="1346" y="2196"/>
                  </a:lnTo>
                  <a:lnTo>
                    <a:pt x="1346" y="2192"/>
                  </a:lnTo>
                  <a:lnTo>
                    <a:pt x="1350" y="2189"/>
                  </a:lnTo>
                  <a:lnTo>
                    <a:pt x="1350" y="2185"/>
                  </a:lnTo>
                  <a:lnTo>
                    <a:pt x="1353" y="2181"/>
                  </a:lnTo>
                  <a:lnTo>
                    <a:pt x="1353" y="2178"/>
                  </a:lnTo>
                  <a:lnTo>
                    <a:pt x="1353" y="2174"/>
                  </a:lnTo>
                  <a:lnTo>
                    <a:pt x="1357" y="2171"/>
                  </a:lnTo>
                  <a:lnTo>
                    <a:pt x="1357" y="2167"/>
                  </a:lnTo>
                  <a:lnTo>
                    <a:pt x="1361" y="2163"/>
                  </a:lnTo>
                  <a:lnTo>
                    <a:pt x="1361" y="2160"/>
                  </a:lnTo>
                  <a:lnTo>
                    <a:pt x="1361" y="2156"/>
                  </a:lnTo>
                  <a:lnTo>
                    <a:pt x="1364" y="2153"/>
                  </a:lnTo>
                  <a:lnTo>
                    <a:pt x="1364" y="2145"/>
                  </a:lnTo>
                  <a:lnTo>
                    <a:pt x="1364" y="2142"/>
                  </a:lnTo>
                  <a:lnTo>
                    <a:pt x="1368" y="2138"/>
                  </a:lnTo>
                  <a:lnTo>
                    <a:pt x="1368" y="2131"/>
                  </a:lnTo>
                  <a:lnTo>
                    <a:pt x="1371" y="2127"/>
                  </a:lnTo>
                  <a:lnTo>
                    <a:pt x="1371" y="2124"/>
                  </a:lnTo>
                  <a:lnTo>
                    <a:pt x="1371" y="2117"/>
                  </a:lnTo>
                  <a:lnTo>
                    <a:pt x="1375" y="2113"/>
                  </a:lnTo>
                  <a:lnTo>
                    <a:pt x="1375" y="2106"/>
                  </a:lnTo>
                  <a:lnTo>
                    <a:pt x="1379" y="2099"/>
                  </a:lnTo>
                  <a:lnTo>
                    <a:pt x="1379" y="2095"/>
                  </a:lnTo>
                  <a:lnTo>
                    <a:pt x="1379" y="2088"/>
                  </a:lnTo>
                  <a:lnTo>
                    <a:pt x="1382" y="2081"/>
                  </a:lnTo>
                  <a:lnTo>
                    <a:pt x="1382" y="2077"/>
                  </a:lnTo>
                  <a:lnTo>
                    <a:pt x="1382" y="2070"/>
                  </a:lnTo>
                  <a:lnTo>
                    <a:pt x="1386" y="2063"/>
                  </a:lnTo>
                  <a:lnTo>
                    <a:pt x="1386" y="2055"/>
                  </a:lnTo>
                  <a:lnTo>
                    <a:pt x="1389" y="2052"/>
                  </a:lnTo>
                  <a:lnTo>
                    <a:pt x="1389" y="2045"/>
                  </a:lnTo>
                  <a:lnTo>
                    <a:pt x="1389" y="2037"/>
                  </a:lnTo>
                  <a:lnTo>
                    <a:pt x="1393" y="2030"/>
                  </a:lnTo>
                  <a:lnTo>
                    <a:pt x="1393" y="2023"/>
                  </a:lnTo>
                  <a:lnTo>
                    <a:pt x="1397" y="2016"/>
                  </a:lnTo>
                  <a:lnTo>
                    <a:pt x="1397" y="2009"/>
                  </a:lnTo>
                  <a:lnTo>
                    <a:pt x="1397" y="2005"/>
                  </a:lnTo>
                  <a:lnTo>
                    <a:pt x="1400" y="1998"/>
                  </a:lnTo>
                  <a:lnTo>
                    <a:pt x="1400" y="1991"/>
                  </a:lnTo>
                  <a:lnTo>
                    <a:pt x="1404" y="1983"/>
                  </a:lnTo>
                  <a:lnTo>
                    <a:pt x="1404" y="1976"/>
                  </a:lnTo>
                  <a:lnTo>
                    <a:pt x="1404" y="1969"/>
                  </a:lnTo>
                  <a:lnTo>
                    <a:pt x="1407" y="1962"/>
                  </a:lnTo>
                  <a:lnTo>
                    <a:pt x="1407" y="1955"/>
                  </a:lnTo>
                  <a:lnTo>
                    <a:pt x="1407" y="1947"/>
                  </a:lnTo>
                  <a:lnTo>
                    <a:pt x="1411" y="1940"/>
                  </a:lnTo>
                  <a:lnTo>
                    <a:pt x="1411" y="1937"/>
                  </a:lnTo>
                  <a:lnTo>
                    <a:pt x="1415" y="1929"/>
                  </a:lnTo>
                  <a:lnTo>
                    <a:pt x="1415" y="1922"/>
                  </a:lnTo>
                  <a:lnTo>
                    <a:pt x="1415" y="1915"/>
                  </a:lnTo>
                  <a:lnTo>
                    <a:pt x="1418" y="1908"/>
                  </a:lnTo>
                  <a:lnTo>
                    <a:pt x="1418" y="1901"/>
                  </a:lnTo>
                  <a:lnTo>
                    <a:pt x="1422" y="1893"/>
                  </a:lnTo>
                  <a:lnTo>
                    <a:pt x="1422" y="1890"/>
                  </a:lnTo>
                  <a:lnTo>
                    <a:pt x="1422" y="1883"/>
                  </a:lnTo>
                  <a:lnTo>
                    <a:pt x="1425" y="1875"/>
                  </a:lnTo>
                  <a:lnTo>
                    <a:pt x="1425" y="1872"/>
                  </a:lnTo>
                  <a:lnTo>
                    <a:pt x="1425" y="1865"/>
                  </a:lnTo>
                  <a:lnTo>
                    <a:pt x="1429" y="1857"/>
                  </a:lnTo>
                  <a:lnTo>
                    <a:pt x="1429" y="1854"/>
                  </a:lnTo>
                  <a:lnTo>
                    <a:pt x="1433" y="1847"/>
                  </a:lnTo>
                  <a:lnTo>
                    <a:pt x="1433" y="1843"/>
                  </a:lnTo>
                  <a:lnTo>
                    <a:pt x="1433" y="1836"/>
                  </a:lnTo>
                  <a:lnTo>
                    <a:pt x="1436" y="1832"/>
                  </a:lnTo>
                  <a:lnTo>
                    <a:pt x="1436" y="1825"/>
                  </a:lnTo>
                  <a:lnTo>
                    <a:pt x="1440" y="1821"/>
                  </a:lnTo>
                  <a:lnTo>
                    <a:pt x="1440" y="1818"/>
                  </a:lnTo>
                  <a:lnTo>
                    <a:pt x="1440" y="1811"/>
                  </a:lnTo>
                  <a:lnTo>
                    <a:pt x="1443" y="1807"/>
                  </a:lnTo>
                  <a:lnTo>
                    <a:pt x="1443" y="1803"/>
                  </a:lnTo>
                  <a:lnTo>
                    <a:pt x="1447" y="1800"/>
                  </a:lnTo>
                  <a:lnTo>
                    <a:pt x="1447" y="1796"/>
                  </a:lnTo>
                  <a:lnTo>
                    <a:pt x="1447" y="1793"/>
                  </a:lnTo>
                  <a:lnTo>
                    <a:pt x="1451" y="1789"/>
                  </a:lnTo>
                  <a:lnTo>
                    <a:pt x="1451" y="1785"/>
                  </a:lnTo>
                  <a:lnTo>
                    <a:pt x="1451" y="1782"/>
                  </a:lnTo>
                  <a:lnTo>
                    <a:pt x="1454" y="1778"/>
                  </a:lnTo>
                  <a:lnTo>
                    <a:pt x="1458" y="1775"/>
                  </a:lnTo>
                  <a:lnTo>
                    <a:pt x="1458" y="1771"/>
                  </a:lnTo>
                  <a:lnTo>
                    <a:pt x="1461" y="1767"/>
                  </a:lnTo>
                  <a:lnTo>
                    <a:pt x="1465" y="1764"/>
                  </a:lnTo>
                  <a:lnTo>
                    <a:pt x="1469" y="1764"/>
                  </a:lnTo>
                  <a:lnTo>
                    <a:pt x="1472" y="1764"/>
                  </a:lnTo>
                  <a:lnTo>
                    <a:pt x="1476" y="1767"/>
                  </a:lnTo>
                  <a:lnTo>
                    <a:pt x="1479" y="1771"/>
                  </a:lnTo>
                  <a:lnTo>
                    <a:pt x="1483" y="1775"/>
                  </a:lnTo>
                  <a:lnTo>
                    <a:pt x="1483" y="1778"/>
                  </a:lnTo>
                  <a:lnTo>
                    <a:pt x="1487" y="1782"/>
                  </a:lnTo>
                  <a:lnTo>
                    <a:pt x="1487" y="1785"/>
                  </a:lnTo>
                  <a:lnTo>
                    <a:pt x="1490" y="1789"/>
                  </a:lnTo>
                  <a:lnTo>
                    <a:pt x="1490" y="1793"/>
                  </a:lnTo>
                  <a:lnTo>
                    <a:pt x="1490" y="1796"/>
                  </a:lnTo>
                  <a:lnTo>
                    <a:pt x="1494" y="1803"/>
                  </a:lnTo>
                  <a:lnTo>
                    <a:pt x="1494" y="1807"/>
                  </a:lnTo>
                  <a:lnTo>
                    <a:pt x="1494" y="1811"/>
                  </a:lnTo>
                  <a:lnTo>
                    <a:pt x="1497" y="1818"/>
                  </a:lnTo>
                  <a:lnTo>
                    <a:pt x="1497" y="1821"/>
                  </a:lnTo>
                  <a:lnTo>
                    <a:pt x="1501" y="1829"/>
                  </a:lnTo>
                  <a:lnTo>
                    <a:pt x="1501" y="1832"/>
                  </a:lnTo>
                  <a:lnTo>
                    <a:pt x="1501" y="1839"/>
                  </a:lnTo>
                  <a:lnTo>
                    <a:pt x="1505" y="1847"/>
                  </a:lnTo>
                  <a:lnTo>
                    <a:pt x="1505" y="1850"/>
                  </a:lnTo>
                  <a:lnTo>
                    <a:pt x="1508" y="1857"/>
                  </a:lnTo>
                  <a:lnTo>
                    <a:pt x="1508" y="1865"/>
                  </a:lnTo>
                  <a:lnTo>
                    <a:pt x="1508" y="1872"/>
                  </a:lnTo>
                  <a:lnTo>
                    <a:pt x="1512" y="1879"/>
                  </a:lnTo>
                  <a:lnTo>
                    <a:pt x="1512" y="1886"/>
                  </a:lnTo>
                  <a:lnTo>
                    <a:pt x="1512" y="1897"/>
                  </a:lnTo>
                  <a:lnTo>
                    <a:pt x="1515" y="1904"/>
                  </a:lnTo>
                  <a:lnTo>
                    <a:pt x="1515" y="1911"/>
                  </a:lnTo>
                  <a:lnTo>
                    <a:pt x="1519" y="1922"/>
                  </a:lnTo>
                  <a:lnTo>
                    <a:pt x="1519" y="1929"/>
                  </a:lnTo>
                  <a:lnTo>
                    <a:pt x="1519" y="1937"/>
                  </a:lnTo>
                  <a:lnTo>
                    <a:pt x="1523" y="1947"/>
                  </a:lnTo>
                  <a:lnTo>
                    <a:pt x="1523" y="1955"/>
                  </a:lnTo>
                  <a:lnTo>
                    <a:pt x="1526" y="1965"/>
                  </a:lnTo>
                  <a:lnTo>
                    <a:pt x="1526" y="1976"/>
                  </a:lnTo>
                  <a:lnTo>
                    <a:pt x="1526" y="1983"/>
                  </a:lnTo>
                  <a:lnTo>
                    <a:pt x="1530" y="1994"/>
                  </a:lnTo>
                  <a:lnTo>
                    <a:pt x="1530" y="2005"/>
                  </a:lnTo>
                  <a:lnTo>
                    <a:pt x="1533" y="2012"/>
                  </a:lnTo>
                  <a:lnTo>
                    <a:pt x="1533" y="2023"/>
                  </a:lnTo>
                  <a:lnTo>
                    <a:pt x="1533" y="2034"/>
                  </a:lnTo>
                  <a:lnTo>
                    <a:pt x="1537" y="2045"/>
                  </a:lnTo>
                  <a:lnTo>
                    <a:pt x="1537" y="2055"/>
                  </a:lnTo>
                  <a:lnTo>
                    <a:pt x="1537" y="2066"/>
                  </a:lnTo>
                  <a:lnTo>
                    <a:pt x="1541" y="2077"/>
                  </a:lnTo>
                  <a:lnTo>
                    <a:pt x="1541" y="2088"/>
                  </a:lnTo>
                  <a:lnTo>
                    <a:pt x="1544" y="2095"/>
                  </a:lnTo>
                  <a:lnTo>
                    <a:pt x="1544" y="2106"/>
                  </a:lnTo>
                  <a:lnTo>
                    <a:pt x="1544" y="2117"/>
                  </a:lnTo>
                  <a:lnTo>
                    <a:pt x="1548" y="2127"/>
                  </a:lnTo>
                  <a:lnTo>
                    <a:pt x="1548" y="2138"/>
                  </a:lnTo>
                  <a:lnTo>
                    <a:pt x="1551" y="2149"/>
                  </a:lnTo>
                  <a:lnTo>
                    <a:pt x="1551" y="2160"/>
                  </a:lnTo>
                  <a:lnTo>
                    <a:pt x="1551" y="2171"/>
                  </a:lnTo>
                  <a:lnTo>
                    <a:pt x="1555" y="2181"/>
                  </a:lnTo>
                  <a:lnTo>
                    <a:pt x="1555" y="2192"/>
                  </a:lnTo>
                  <a:lnTo>
                    <a:pt x="1555" y="2203"/>
                  </a:lnTo>
                  <a:lnTo>
                    <a:pt x="1559" y="2214"/>
                  </a:lnTo>
                  <a:lnTo>
                    <a:pt x="1559" y="2225"/>
                  </a:lnTo>
                  <a:lnTo>
                    <a:pt x="1562" y="2235"/>
                  </a:lnTo>
                  <a:lnTo>
                    <a:pt x="1562" y="2243"/>
                  </a:lnTo>
                  <a:lnTo>
                    <a:pt x="1562" y="2253"/>
                  </a:lnTo>
                  <a:lnTo>
                    <a:pt x="1566" y="2264"/>
                  </a:lnTo>
                  <a:lnTo>
                    <a:pt x="1566" y="2275"/>
                  </a:lnTo>
                  <a:lnTo>
                    <a:pt x="1569" y="2286"/>
                  </a:lnTo>
                  <a:lnTo>
                    <a:pt x="1569" y="2293"/>
                  </a:lnTo>
                  <a:lnTo>
                    <a:pt x="1569" y="2304"/>
                  </a:lnTo>
                  <a:lnTo>
                    <a:pt x="1573" y="2311"/>
                  </a:lnTo>
                  <a:lnTo>
                    <a:pt x="1573" y="2322"/>
                  </a:lnTo>
                  <a:lnTo>
                    <a:pt x="1577" y="2329"/>
                  </a:lnTo>
                  <a:lnTo>
                    <a:pt x="1577" y="2340"/>
                  </a:lnTo>
                  <a:lnTo>
                    <a:pt x="1577" y="2347"/>
                  </a:lnTo>
                  <a:lnTo>
                    <a:pt x="1580" y="2354"/>
                  </a:lnTo>
                  <a:lnTo>
                    <a:pt x="1580" y="2365"/>
                  </a:lnTo>
                  <a:lnTo>
                    <a:pt x="1580" y="2372"/>
                  </a:lnTo>
                  <a:lnTo>
                    <a:pt x="1584" y="2379"/>
                  </a:lnTo>
                  <a:lnTo>
                    <a:pt x="1584" y="2387"/>
                  </a:lnTo>
                  <a:lnTo>
                    <a:pt x="1587" y="2394"/>
                  </a:lnTo>
                  <a:lnTo>
                    <a:pt x="1587" y="2401"/>
                  </a:lnTo>
                  <a:lnTo>
                    <a:pt x="1587" y="2408"/>
                  </a:lnTo>
                  <a:lnTo>
                    <a:pt x="1591" y="2412"/>
                  </a:lnTo>
                  <a:lnTo>
                    <a:pt x="1591" y="2419"/>
                  </a:lnTo>
                  <a:lnTo>
                    <a:pt x="1595" y="2423"/>
                  </a:lnTo>
                  <a:lnTo>
                    <a:pt x="1595" y="2430"/>
                  </a:lnTo>
                  <a:lnTo>
                    <a:pt x="1595" y="2433"/>
                  </a:lnTo>
                  <a:lnTo>
                    <a:pt x="1598" y="2437"/>
                  </a:lnTo>
                  <a:lnTo>
                    <a:pt x="1598" y="2444"/>
                  </a:lnTo>
                  <a:lnTo>
                    <a:pt x="1598" y="2448"/>
                  </a:lnTo>
                  <a:lnTo>
                    <a:pt x="1602" y="2451"/>
                  </a:lnTo>
                  <a:lnTo>
                    <a:pt x="1605" y="2455"/>
                  </a:lnTo>
                  <a:lnTo>
                    <a:pt x="1605" y="2459"/>
                  </a:lnTo>
                  <a:lnTo>
                    <a:pt x="1609" y="2462"/>
                  </a:lnTo>
                  <a:lnTo>
                    <a:pt x="1613" y="2462"/>
                  </a:lnTo>
                  <a:lnTo>
                    <a:pt x="1616" y="2462"/>
                  </a:lnTo>
                  <a:lnTo>
                    <a:pt x="1620" y="2459"/>
                  </a:lnTo>
                  <a:lnTo>
                    <a:pt x="1620" y="2455"/>
                  </a:lnTo>
                  <a:lnTo>
                    <a:pt x="1623" y="2451"/>
                  </a:lnTo>
                  <a:lnTo>
                    <a:pt x="1623" y="2448"/>
                  </a:lnTo>
                  <a:lnTo>
                    <a:pt x="1623" y="2444"/>
                  </a:lnTo>
                  <a:lnTo>
                    <a:pt x="1627" y="2441"/>
                  </a:lnTo>
                  <a:lnTo>
                    <a:pt x="1627" y="2437"/>
                  </a:lnTo>
                  <a:lnTo>
                    <a:pt x="1631" y="2430"/>
                  </a:lnTo>
                  <a:lnTo>
                    <a:pt x="1631" y="2426"/>
                  </a:lnTo>
                  <a:lnTo>
                    <a:pt x="1631" y="2419"/>
                  </a:lnTo>
                  <a:lnTo>
                    <a:pt x="1634" y="2412"/>
                  </a:lnTo>
                  <a:lnTo>
                    <a:pt x="1634" y="2405"/>
                  </a:lnTo>
                  <a:lnTo>
                    <a:pt x="1638" y="2397"/>
                  </a:lnTo>
                  <a:lnTo>
                    <a:pt x="1638" y="2387"/>
                  </a:lnTo>
                  <a:lnTo>
                    <a:pt x="1638" y="2379"/>
                  </a:lnTo>
                  <a:lnTo>
                    <a:pt x="1641" y="2369"/>
                  </a:lnTo>
                  <a:lnTo>
                    <a:pt x="1641" y="2361"/>
                  </a:lnTo>
                  <a:lnTo>
                    <a:pt x="1641" y="2351"/>
                  </a:lnTo>
                  <a:lnTo>
                    <a:pt x="1645" y="2340"/>
                  </a:lnTo>
                  <a:lnTo>
                    <a:pt x="1645" y="2329"/>
                  </a:lnTo>
                  <a:lnTo>
                    <a:pt x="1649" y="2315"/>
                  </a:lnTo>
                  <a:lnTo>
                    <a:pt x="1649" y="2304"/>
                  </a:lnTo>
                  <a:lnTo>
                    <a:pt x="1649" y="2293"/>
                  </a:lnTo>
                  <a:lnTo>
                    <a:pt x="1652" y="2279"/>
                  </a:lnTo>
                  <a:lnTo>
                    <a:pt x="1652" y="2264"/>
                  </a:lnTo>
                  <a:lnTo>
                    <a:pt x="1656" y="2250"/>
                  </a:lnTo>
                  <a:lnTo>
                    <a:pt x="1656" y="2235"/>
                  </a:lnTo>
                  <a:lnTo>
                    <a:pt x="1656" y="2221"/>
                  </a:lnTo>
                  <a:lnTo>
                    <a:pt x="1659" y="2203"/>
                  </a:lnTo>
                  <a:lnTo>
                    <a:pt x="1659" y="2189"/>
                  </a:lnTo>
                  <a:lnTo>
                    <a:pt x="1663" y="2171"/>
                  </a:lnTo>
                  <a:lnTo>
                    <a:pt x="1663" y="2156"/>
                  </a:lnTo>
                  <a:lnTo>
                    <a:pt x="1663" y="2138"/>
                  </a:lnTo>
                  <a:lnTo>
                    <a:pt x="1667" y="2120"/>
                  </a:lnTo>
                  <a:lnTo>
                    <a:pt x="1667" y="2102"/>
                  </a:lnTo>
                  <a:lnTo>
                    <a:pt x="1667" y="2084"/>
                  </a:lnTo>
                  <a:lnTo>
                    <a:pt x="1670" y="2063"/>
                  </a:lnTo>
                  <a:lnTo>
                    <a:pt x="1670" y="2045"/>
                  </a:lnTo>
                  <a:lnTo>
                    <a:pt x="1674" y="2023"/>
                  </a:lnTo>
                  <a:lnTo>
                    <a:pt x="1674" y="2005"/>
                  </a:lnTo>
                  <a:lnTo>
                    <a:pt x="1674" y="1983"/>
                  </a:lnTo>
                  <a:lnTo>
                    <a:pt x="1677" y="1962"/>
                  </a:lnTo>
                  <a:lnTo>
                    <a:pt x="1677" y="1940"/>
                  </a:lnTo>
                  <a:lnTo>
                    <a:pt x="1681" y="1919"/>
                  </a:lnTo>
                  <a:lnTo>
                    <a:pt x="1681" y="1897"/>
                  </a:lnTo>
                  <a:lnTo>
                    <a:pt x="1681" y="1872"/>
                  </a:lnTo>
                  <a:lnTo>
                    <a:pt x="1685" y="1850"/>
                  </a:lnTo>
                  <a:lnTo>
                    <a:pt x="1685" y="1825"/>
                  </a:lnTo>
                  <a:lnTo>
                    <a:pt x="1685" y="1803"/>
                  </a:lnTo>
                  <a:lnTo>
                    <a:pt x="1688" y="1778"/>
                  </a:lnTo>
                  <a:lnTo>
                    <a:pt x="1688" y="1753"/>
                  </a:lnTo>
                  <a:lnTo>
                    <a:pt x="1692" y="1731"/>
                  </a:lnTo>
                  <a:lnTo>
                    <a:pt x="1692" y="1706"/>
                  </a:lnTo>
                  <a:lnTo>
                    <a:pt x="1692" y="1681"/>
                  </a:lnTo>
                  <a:lnTo>
                    <a:pt x="1695" y="1656"/>
                  </a:lnTo>
                  <a:lnTo>
                    <a:pt x="1695" y="1631"/>
                  </a:lnTo>
                  <a:lnTo>
                    <a:pt x="1699" y="1602"/>
                  </a:lnTo>
                  <a:lnTo>
                    <a:pt x="1699" y="1577"/>
                  </a:lnTo>
                  <a:lnTo>
                    <a:pt x="1699" y="1551"/>
                  </a:lnTo>
                  <a:lnTo>
                    <a:pt x="1703" y="1523"/>
                  </a:lnTo>
                  <a:lnTo>
                    <a:pt x="1703" y="1497"/>
                  </a:lnTo>
                  <a:lnTo>
                    <a:pt x="1706" y="1472"/>
                  </a:lnTo>
                  <a:lnTo>
                    <a:pt x="1706" y="1443"/>
                  </a:lnTo>
                  <a:lnTo>
                    <a:pt x="1706" y="1418"/>
                  </a:lnTo>
                  <a:lnTo>
                    <a:pt x="1710" y="1389"/>
                  </a:lnTo>
                  <a:lnTo>
                    <a:pt x="1710" y="1361"/>
                  </a:lnTo>
                  <a:lnTo>
                    <a:pt x="1710" y="1335"/>
                  </a:lnTo>
                  <a:lnTo>
                    <a:pt x="1713" y="1307"/>
                  </a:lnTo>
                  <a:lnTo>
                    <a:pt x="1713" y="1281"/>
                  </a:lnTo>
                  <a:lnTo>
                    <a:pt x="1717" y="1253"/>
                  </a:lnTo>
                  <a:lnTo>
                    <a:pt x="1717" y="1224"/>
                  </a:lnTo>
                  <a:lnTo>
                    <a:pt x="1717" y="1195"/>
                  </a:lnTo>
                  <a:lnTo>
                    <a:pt x="1721" y="1170"/>
                  </a:lnTo>
                  <a:lnTo>
                    <a:pt x="1721" y="1141"/>
                  </a:lnTo>
                  <a:lnTo>
                    <a:pt x="1724" y="1112"/>
                  </a:lnTo>
                  <a:lnTo>
                    <a:pt x="1724" y="1087"/>
                  </a:lnTo>
                  <a:lnTo>
                    <a:pt x="1724" y="1058"/>
                  </a:lnTo>
                  <a:lnTo>
                    <a:pt x="1728" y="1029"/>
                  </a:lnTo>
                  <a:lnTo>
                    <a:pt x="1728" y="1004"/>
                  </a:lnTo>
                  <a:lnTo>
                    <a:pt x="1728" y="975"/>
                  </a:lnTo>
                  <a:lnTo>
                    <a:pt x="1731" y="950"/>
                  </a:lnTo>
                  <a:lnTo>
                    <a:pt x="1731" y="921"/>
                  </a:lnTo>
                  <a:lnTo>
                    <a:pt x="1735" y="896"/>
                  </a:lnTo>
                  <a:lnTo>
                    <a:pt x="1735" y="867"/>
                  </a:lnTo>
                  <a:lnTo>
                    <a:pt x="1735" y="842"/>
                  </a:lnTo>
                  <a:lnTo>
                    <a:pt x="1739" y="813"/>
                  </a:lnTo>
                  <a:lnTo>
                    <a:pt x="1739" y="788"/>
                  </a:lnTo>
                  <a:lnTo>
                    <a:pt x="1742" y="763"/>
                  </a:lnTo>
                  <a:lnTo>
                    <a:pt x="1742" y="738"/>
                  </a:lnTo>
                  <a:lnTo>
                    <a:pt x="1742" y="709"/>
                  </a:lnTo>
                  <a:lnTo>
                    <a:pt x="1746" y="684"/>
                  </a:lnTo>
                  <a:lnTo>
                    <a:pt x="1746" y="659"/>
                  </a:lnTo>
                  <a:lnTo>
                    <a:pt x="1749" y="637"/>
                  </a:lnTo>
                  <a:lnTo>
                    <a:pt x="1749" y="612"/>
                  </a:lnTo>
                  <a:lnTo>
                    <a:pt x="1749" y="587"/>
                  </a:lnTo>
                  <a:lnTo>
                    <a:pt x="1753" y="562"/>
                  </a:lnTo>
                  <a:lnTo>
                    <a:pt x="1753" y="540"/>
                  </a:lnTo>
                  <a:lnTo>
                    <a:pt x="1753" y="515"/>
                  </a:lnTo>
                  <a:lnTo>
                    <a:pt x="1757" y="493"/>
                  </a:lnTo>
                  <a:lnTo>
                    <a:pt x="1757" y="472"/>
                  </a:lnTo>
                  <a:lnTo>
                    <a:pt x="1760" y="450"/>
                  </a:lnTo>
                  <a:lnTo>
                    <a:pt x="1760" y="428"/>
                  </a:lnTo>
                  <a:lnTo>
                    <a:pt x="1760" y="407"/>
                  </a:lnTo>
                  <a:lnTo>
                    <a:pt x="1764" y="385"/>
                  </a:lnTo>
                  <a:lnTo>
                    <a:pt x="1764" y="364"/>
                  </a:lnTo>
                  <a:lnTo>
                    <a:pt x="1767" y="346"/>
                  </a:lnTo>
                  <a:lnTo>
                    <a:pt x="1767" y="324"/>
                  </a:lnTo>
                  <a:lnTo>
                    <a:pt x="1767" y="306"/>
                  </a:lnTo>
                  <a:lnTo>
                    <a:pt x="1771" y="288"/>
                  </a:lnTo>
                  <a:lnTo>
                    <a:pt x="1771" y="270"/>
                  </a:lnTo>
                  <a:lnTo>
                    <a:pt x="1775" y="252"/>
                  </a:lnTo>
                  <a:lnTo>
                    <a:pt x="1775" y="234"/>
                  </a:lnTo>
                  <a:lnTo>
                    <a:pt x="1775" y="220"/>
                  </a:lnTo>
                  <a:lnTo>
                    <a:pt x="1778" y="202"/>
                  </a:lnTo>
                  <a:lnTo>
                    <a:pt x="1778" y="187"/>
                  </a:lnTo>
                  <a:lnTo>
                    <a:pt x="1778" y="173"/>
                  </a:lnTo>
                  <a:lnTo>
                    <a:pt x="1782" y="158"/>
                  </a:lnTo>
                  <a:lnTo>
                    <a:pt x="1782" y="144"/>
                  </a:lnTo>
                  <a:lnTo>
                    <a:pt x="1785" y="133"/>
                  </a:lnTo>
                  <a:lnTo>
                    <a:pt x="1785" y="119"/>
                  </a:lnTo>
                  <a:lnTo>
                    <a:pt x="1785" y="108"/>
                  </a:lnTo>
                  <a:lnTo>
                    <a:pt x="1789" y="97"/>
                  </a:lnTo>
                  <a:lnTo>
                    <a:pt x="1789" y="86"/>
                  </a:lnTo>
                  <a:lnTo>
                    <a:pt x="1793" y="76"/>
                  </a:lnTo>
                  <a:lnTo>
                    <a:pt x="1793" y="65"/>
                  </a:lnTo>
                  <a:lnTo>
                    <a:pt x="1793" y="58"/>
                  </a:lnTo>
                  <a:lnTo>
                    <a:pt x="1796" y="50"/>
                  </a:lnTo>
                  <a:lnTo>
                    <a:pt x="1796" y="40"/>
                  </a:lnTo>
                  <a:lnTo>
                    <a:pt x="1796" y="36"/>
                  </a:lnTo>
                  <a:lnTo>
                    <a:pt x="1800" y="29"/>
                  </a:lnTo>
                  <a:lnTo>
                    <a:pt x="1800" y="22"/>
                  </a:lnTo>
                  <a:lnTo>
                    <a:pt x="1803" y="18"/>
                  </a:lnTo>
                  <a:lnTo>
                    <a:pt x="1803" y="14"/>
                  </a:lnTo>
                  <a:lnTo>
                    <a:pt x="1803" y="11"/>
                  </a:lnTo>
                  <a:lnTo>
                    <a:pt x="1807" y="7"/>
                  </a:lnTo>
                  <a:lnTo>
                    <a:pt x="1811" y="4"/>
                  </a:lnTo>
                  <a:lnTo>
                    <a:pt x="1811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6" name="Freeform 104"/>
            <p:cNvSpPr>
              <a:spLocks/>
            </p:cNvSpPr>
            <p:nvPr/>
          </p:nvSpPr>
          <p:spPr bwMode="auto">
            <a:xfrm>
              <a:off x="2563" y="1048"/>
              <a:ext cx="2488" cy="2462"/>
            </a:xfrm>
            <a:custGeom>
              <a:avLst/>
              <a:gdLst/>
              <a:ahLst/>
              <a:cxnLst>
                <a:cxn ang="0">
                  <a:pos x="22" y="108"/>
                </a:cxn>
                <a:cxn ang="0">
                  <a:pos x="47" y="385"/>
                </a:cxn>
                <a:cxn ang="0">
                  <a:pos x="69" y="788"/>
                </a:cxn>
                <a:cxn ang="0">
                  <a:pos x="94" y="1253"/>
                </a:cxn>
                <a:cxn ang="0">
                  <a:pos x="119" y="1706"/>
                </a:cxn>
                <a:cxn ang="0">
                  <a:pos x="141" y="2084"/>
                </a:cxn>
                <a:cxn ang="0">
                  <a:pos x="166" y="2340"/>
                </a:cxn>
                <a:cxn ang="0">
                  <a:pos x="187" y="2455"/>
                </a:cxn>
                <a:cxn ang="0">
                  <a:pos x="223" y="2394"/>
                </a:cxn>
                <a:cxn ang="0">
                  <a:pos x="249" y="2243"/>
                </a:cxn>
                <a:cxn ang="0">
                  <a:pos x="270" y="2066"/>
                </a:cxn>
                <a:cxn ang="0">
                  <a:pos x="295" y="1904"/>
                </a:cxn>
                <a:cxn ang="0">
                  <a:pos x="317" y="1796"/>
                </a:cxn>
                <a:cxn ang="0">
                  <a:pos x="360" y="1789"/>
                </a:cxn>
                <a:cxn ang="0">
                  <a:pos x="385" y="1872"/>
                </a:cxn>
                <a:cxn ang="0">
                  <a:pos x="407" y="1983"/>
                </a:cxn>
                <a:cxn ang="0">
                  <a:pos x="432" y="2095"/>
                </a:cxn>
                <a:cxn ang="0">
                  <a:pos x="454" y="2174"/>
                </a:cxn>
                <a:cxn ang="0">
                  <a:pos x="501" y="2192"/>
                </a:cxn>
                <a:cxn ang="0">
                  <a:pos x="526" y="2127"/>
                </a:cxn>
                <a:cxn ang="0">
                  <a:pos x="551" y="2045"/>
                </a:cxn>
                <a:cxn ang="0">
                  <a:pos x="573" y="1962"/>
                </a:cxn>
                <a:cxn ang="0">
                  <a:pos x="601" y="1897"/>
                </a:cxn>
                <a:cxn ang="0">
                  <a:pos x="655" y="1915"/>
                </a:cxn>
                <a:cxn ang="0">
                  <a:pos x="681" y="1980"/>
                </a:cxn>
                <a:cxn ang="0">
                  <a:pos x="702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3" y="2005"/>
                </a:cxn>
                <a:cxn ang="0">
                  <a:pos x="875" y="1944"/>
                </a:cxn>
                <a:cxn ang="0">
                  <a:pos x="936" y="1951"/>
                </a:cxn>
                <a:cxn ang="0">
                  <a:pos x="969" y="2012"/>
                </a:cxn>
                <a:cxn ang="0">
                  <a:pos x="1001" y="2073"/>
                </a:cxn>
                <a:cxn ang="0">
                  <a:pos x="1055" y="2106"/>
                </a:cxn>
                <a:cxn ang="0">
                  <a:pos x="1102" y="2045"/>
                </a:cxn>
                <a:cxn ang="0">
                  <a:pos x="1138" y="1983"/>
                </a:cxn>
                <a:cxn ang="0">
                  <a:pos x="1195" y="1951"/>
                </a:cxn>
                <a:cxn ang="0">
                  <a:pos x="1246" y="2012"/>
                </a:cxn>
                <a:cxn ang="0">
                  <a:pos x="1289" y="2073"/>
                </a:cxn>
                <a:cxn ang="0">
                  <a:pos x="1350" y="2077"/>
                </a:cxn>
                <a:cxn ang="0">
                  <a:pos x="1397" y="2016"/>
                </a:cxn>
                <a:cxn ang="0">
                  <a:pos x="1451" y="1965"/>
                </a:cxn>
                <a:cxn ang="0">
                  <a:pos x="1512" y="1998"/>
                </a:cxn>
                <a:cxn ang="0">
                  <a:pos x="1563" y="2059"/>
                </a:cxn>
                <a:cxn ang="0">
                  <a:pos x="1624" y="2070"/>
                </a:cxn>
                <a:cxn ang="0">
                  <a:pos x="1681" y="2012"/>
                </a:cxn>
                <a:cxn ang="0">
                  <a:pos x="1743" y="1973"/>
                </a:cxn>
                <a:cxn ang="0">
                  <a:pos x="1804" y="2016"/>
                </a:cxn>
                <a:cxn ang="0">
                  <a:pos x="1861" y="2070"/>
                </a:cxn>
                <a:cxn ang="0">
                  <a:pos x="1923" y="2048"/>
                </a:cxn>
                <a:cxn ang="0">
                  <a:pos x="1984" y="1991"/>
                </a:cxn>
                <a:cxn ang="0">
                  <a:pos x="2045" y="1987"/>
                </a:cxn>
                <a:cxn ang="0">
                  <a:pos x="2106" y="2041"/>
                </a:cxn>
                <a:cxn ang="0">
                  <a:pos x="2167" y="2063"/>
                </a:cxn>
                <a:cxn ang="0">
                  <a:pos x="2229" y="2023"/>
                </a:cxn>
                <a:cxn ang="0">
                  <a:pos x="2290" y="1987"/>
                </a:cxn>
                <a:cxn ang="0">
                  <a:pos x="2351" y="2012"/>
                </a:cxn>
                <a:cxn ang="0">
                  <a:pos x="2412" y="2055"/>
                </a:cxn>
                <a:cxn ang="0">
                  <a:pos x="2473" y="2048"/>
                </a:cxn>
              </a:cxnLst>
              <a:rect l="0" t="0" r="r" b="b"/>
              <a:pathLst>
                <a:path w="2488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67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5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5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1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699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1" y="2138"/>
                  </a:lnTo>
                  <a:lnTo>
                    <a:pt x="774" y="2135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5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5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3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5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7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27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5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4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59"/>
                  </a:lnTo>
                  <a:lnTo>
                    <a:pt x="2182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3" y="2052"/>
                  </a:lnTo>
                  <a:lnTo>
                    <a:pt x="2196" y="2048"/>
                  </a:lnTo>
                  <a:lnTo>
                    <a:pt x="2200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1" y="2037"/>
                  </a:lnTo>
                  <a:lnTo>
                    <a:pt x="2214" y="2034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6"/>
                  </a:lnTo>
                  <a:lnTo>
                    <a:pt x="2239" y="2012"/>
                  </a:lnTo>
                  <a:lnTo>
                    <a:pt x="2243" y="2009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7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1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29" y="1994"/>
                  </a:lnTo>
                  <a:lnTo>
                    <a:pt x="2333" y="1998"/>
                  </a:lnTo>
                  <a:lnTo>
                    <a:pt x="2337" y="2001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9"/>
                  </a:lnTo>
                  <a:lnTo>
                    <a:pt x="2351" y="2012"/>
                  </a:lnTo>
                  <a:lnTo>
                    <a:pt x="2355" y="2016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23"/>
                  </a:lnTo>
                  <a:lnTo>
                    <a:pt x="2369" y="2027"/>
                  </a:lnTo>
                  <a:lnTo>
                    <a:pt x="2373" y="2030"/>
                  </a:lnTo>
                  <a:lnTo>
                    <a:pt x="2376" y="2034"/>
                  </a:lnTo>
                  <a:lnTo>
                    <a:pt x="2380" y="2034"/>
                  </a:lnTo>
                  <a:lnTo>
                    <a:pt x="2383" y="2037"/>
                  </a:lnTo>
                  <a:lnTo>
                    <a:pt x="2387" y="2041"/>
                  </a:lnTo>
                  <a:lnTo>
                    <a:pt x="2391" y="2045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52"/>
                  </a:lnTo>
                  <a:lnTo>
                    <a:pt x="2405" y="2052"/>
                  </a:lnTo>
                  <a:lnTo>
                    <a:pt x="2409" y="2055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7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5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5"/>
                  </a:lnTo>
                  <a:lnTo>
                    <a:pt x="2459" y="2055"/>
                  </a:lnTo>
                  <a:lnTo>
                    <a:pt x="2463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5"/>
                  </a:lnTo>
                  <a:lnTo>
                    <a:pt x="2481" y="2045"/>
                  </a:lnTo>
                  <a:lnTo>
                    <a:pt x="2484" y="2041"/>
                  </a:lnTo>
                  <a:lnTo>
                    <a:pt x="2488" y="203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7" name="Freeform 105"/>
            <p:cNvSpPr>
              <a:spLocks/>
            </p:cNvSpPr>
            <p:nvPr/>
          </p:nvSpPr>
          <p:spPr bwMode="auto">
            <a:xfrm>
              <a:off x="5051" y="3039"/>
              <a:ext cx="158" cy="46"/>
            </a:xfrm>
            <a:custGeom>
              <a:avLst/>
              <a:gdLst/>
              <a:ahLst/>
              <a:cxnLst>
                <a:cxn ang="0">
                  <a:pos x="0" y="46"/>
                </a:cxn>
                <a:cxn ang="0">
                  <a:pos x="3" y="43"/>
                </a:cxn>
                <a:cxn ang="0">
                  <a:pos x="7" y="43"/>
                </a:cxn>
                <a:cxn ang="0">
                  <a:pos x="11" y="39"/>
                </a:cxn>
                <a:cxn ang="0">
                  <a:pos x="14" y="36"/>
                </a:cxn>
                <a:cxn ang="0">
                  <a:pos x="18" y="32"/>
                </a:cxn>
                <a:cxn ang="0">
                  <a:pos x="21" y="28"/>
                </a:cxn>
                <a:cxn ang="0">
                  <a:pos x="25" y="28"/>
                </a:cxn>
                <a:cxn ang="0">
                  <a:pos x="29" y="25"/>
                </a:cxn>
                <a:cxn ang="0">
                  <a:pos x="32" y="21"/>
                </a:cxn>
                <a:cxn ang="0">
                  <a:pos x="36" y="18"/>
                </a:cxn>
                <a:cxn ang="0">
                  <a:pos x="39" y="18"/>
                </a:cxn>
                <a:cxn ang="0">
                  <a:pos x="43" y="14"/>
                </a:cxn>
                <a:cxn ang="0">
                  <a:pos x="47" y="10"/>
                </a:cxn>
                <a:cxn ang="0">
                  <a:pos x="50" y="10"/>
                </a:cxn>
                <a:cxn ang="0">
                  <a:pos x="54" y="7"/>
                </a:cxn>
                <a:cxn ang="0">
                  <a:pos x="57" y="7"/>
                </a:cxn>
                <a:cxn ang="0">
                  <a:pos x="61" y="3"/>
                </a:cxn>
                <a:cxn ang="0">
                  <a:pos x="65" y="3"/>
                </a:cxn>
                <a:cxn ang="0">
                  <a:pos x="68" y="0"/>
                </a:cxn>
                <a:cxn ang="0">
                  <a:pos x="72" y="0"/>
                </a:cxn>
                <a:cxn ang="0">
                  <a:pos x="75" y="0"/>
                </a:cxn>
                <a:cxn ang="0">
                  <a:pos x="79" y="0"/>
                </a:cxn>
                <a:cxn ang="0">
                  <a:pos x="83" y="0"/>
                </a:cxn>
                <a:cxn ang="0">
                  <a:pos x="86" y="0"/>
                </a:cxn>
                <a:cxn ang="0">
                  <a:pos x="90" y="0"/>
                </a:cxn>
                <a:cxn ang="0">
                  <a:pos x="93" y="0"/>
                </a:cxn>
                <a:cxn ang="0">
                  <a:pos x="97" y="0"/>
                </a:cxn>
                <a:cxn ang="0">
                  <a:pos x="101" y="0"/>
                </a:cxn>
                <a:cxn ang="0">
                  <a:pos x="104" y="0"/>
                </a:cxn>
                <a:cxn ang="0">
                  <a:pos x="108" y="3"/>
                </a:cxn>
                <a:cxn ang="0">
                  <a:pos x="111" y="3"/>
                </a:cxn>
                <a:cxn ang="0">
                  <a:pos x="115" y="7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6" y="10"/>
                </a:cxn>
                <a:cxn ang="0">
                  <a:pos x="129" y="14"/>
                </a:cxn>
                <a:cxn ang="0">
                  <a:pos x="133" y="14"/>
                </a:cxn>
                <a:cxn ang="0">
                  <a:pos x="137" y="18"/>
                </a:cxn>
                <a:cxn ang="0">
                  <a:pos x="140" y="21"/>
                </a:cxn>
                <a:cxn ang="0">
                  <a:pos x="144" y="21"/>
                </a:cxn>
                <a:cxn ang="0">
                  <a:pos x="147" y="25"/>
                </a:cxn>
                <a:cxn ang="0">
                  <a:pos x="151" y="28"/>
                </a:cxn>
                <a:cxn ang="0">
                  <a:pos x="155" y="32"/>
                </a:cxn>
                <a:cxn ang="0">
                  <a:pos x="158" y="36"/>
                </a:cxn>
                <a:cxn ang="0">
                  <a:pos x="158" y="36"/>
                </a:cxn>
              </a:cxnLst>
              <a:rect l="0" t="0" r="r" b="b"/>
              <a:pathLst>
                <a:path w="158" h="46">
                  <a:moveTo>
                    <a:pt x="0" y="46"/>
                  </a:moveTo>
                  <a:lnTo>
                    <a:pt x="3" y="43"/>
                  </a:lnTo>
                  <a:lnTo>
                    <a:pt x="7" y="43"/>
                  </a:lnTo>
                  <a:lnTo>
                    <a:pt x="11" y="39"/>
                  </a:lnTo>
                  <a:lnTo>
                    <a:pt x="14" y="36"/>
                  </a:lnTo>
                  <a:lnTo>
                    <a:pt x="18" y="32"/>
                  </a:lnTo>
                  <a:lnTo>
                    <a:pt x="21" y="28"/>
                  </a:lnTo>
                  <a:lnTo>
                    <a:pt x="25" y="28"/>
                  </a:lnTo>
                  <a:lnTo>
                    <a:pt x="29" y="25"/>
                  </a:lnTo>
                  <a:lnTo>
                    <a:pt x="32" y="21"/>
                  </a:lnTo>
                  <a:lnTo>
                    <a:pt x="36" y="18"/>
                  </a:lnTo>
                  <a:lnTo>
                    <a:pt x="39" y="18"/>
                  </a:lnTo>
                  <a:lnTo>
                    <a:pt x="43" y="14"/>
                  </a:lnTo>
                  <a:lnTo>
                    <a:pt x="47" y="10"/>
                  </a:lnTo>
                  <a:lnTo>
                    <a:pt x="50" y="10"/>
                  </a:lnTo>
                  <a:lnTo>
                    <a:pt x="54" y="7"/>
                  </a:lnTo>
                  <a:lnTo>
                    <a:pt x="57" y="7"/>
                  </a:lnTo>
                  <a:lnTo>
                    <a:pt x="61" y="3"/>
                  </a:lnTo>
                  <a:lnTo>
                    <a:pt x="65" y="3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9" y="0"/>
                  </a:lnTo>
                  <a:lnTo>
                    <a:pt x="83" y="0"/>
                  </a:lnTo>
                  <a:lnTo>
                    <a:pt x="86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1" y="0"/>
                  </a:lnTo>
                  <a:lnTo>
                    <a:pt x="104" y="0"/>
                  </a:lnTo>
                  <a:lnTo>
                    <a:pt x="108" y="3"/>
                  </a:lnTo>
                  <a:lnTo>
                    <a:pt x="111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6" y="10"/>
                  </a:lnTo>
                  <a:lnTo>
                    <a:pt x="129" y="14"/>
                  </a:lnTo>
                  <a:lnTo>
                    <a:pt x="133" y="14"/>
                  </a:lnTo>
                  <a:lnTo>
                    <a:pt x="137" y="18"/>
                  </a:lnTo>
                  <a:lnTo>
                    <a:pt x="140" y="21"/>
                  </a:lnTo>
                  <a:lnTo>
                    <a:pt x="144" y="21"/>
                  </a:lnTo>
                  <a:lnTo>
                    <a:pt x="147" y="25"/>
                  </a:lnTo>
                  <a:lnTo>
                    <a:pt x="151" y="28"/>
                  </a:lnTo>
                  <a:lnTo>
                    <a:pt x="155" y="32"/>
                  </a:lnTo>
                  <a:lnTo>
                    <a:pt x="158" y="36"/>
                  </a:lnTo>
                  <a:lnTo>
                    <a:pt x="158" y="36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8" name="Freeform 106"/>
            <p:cNvSpPr>
              <a:spLocks/>
            </p:cNvSpPr>
            <p:nvPr/>
          </p:nvSpPr>
          <p:spPr bwMode="auto">
            <a:xfrm>
              <a:off x="749" y="1048"/>
              <a:ext cx="1951" cy="2462"/>
            </a:xfrm>
            <a:custGeom>
              <a:avLst/>
              <a:gdLst/>
              <a:ahLst/>
              <a:cxnLst>
                <a:cxn ang="0">
                  <a:pos x="47" y="2066"/>
                </a:cxn>
                <a:cxn ang="0">
                  <a:pos x="97" y="2063"/>
                </a:cxn>
                <a:cxn ang="0">
                  <a:pos x="147" y="2016"/>
                </a:cxn>
                <a:cxn ang="0">
                  <a:pos x="198" y="1973"/>
                </a:cxn>
                <a:cxn ang="0">
                  <a:pos x="248" y="1991"/>
                </a:cxn>
                <a:cxn ang="0">
                  <a:pos x="295" y="2041"/>
                </a:cxn>
                <a:cxn ang="0">
                  <a:pos x="342" y="2081"/>
                </a:cxn>
                <a:cxn ang="0">
                  <a:pos x="392" y="2055"/>
                </a:cxn>
                <a:cxn ang="0">
                  <a:pos x="432" y="2005"/>
                </a:cxn>
                <a:cxn ang="0">
                  <a:pos x="479" y="1965"/>
                </a:cxn>
                <a:cxn ang="0">
                  <a:pos x="529" y="1987"/>
                </a:cxn>
                <a:cxn ang="0">
                  <a:pos x="569" y="2037"/>
                </a:cxn>
                <a:cxn ang="0">
                  <a:pos x="608" y="2084"/>
                </a:cxn>
                <a:cxn ang="0">
                  <a:pos x="659" y="2077"/>
                </a:cxn>
                <a:cxn ang="0">
                  <a:pos x="695" y="2027"/>
                </a:cxn>
                <a:cxn ang="0">
                  <a:pos x="727" y="1976"/>
                </a:cxn>
                <a:cxn ang="0">
                  <a:pos x="777" y="1951"/>
                </a:cxn>
                <a:cxn ang="0">
                  <a:pos x="821" y="1994"/>
                </a:cxn>
                <a:cxn ang="0">
                  <a:pos x="846" y="2045"/>
                </a:cxn>
                <a:cxn ang="0">
                  <a:pos x="882" y="2095"/>
                </a:cxn>
                <a:cxn ang="0">
                  <a:pos x="932" y="2095"/>
                </a:cxn>
                <a:cxn ang="0">
                  <a:pos x="965" y="2045"/>
                </a:cxn>
                <a:cxn ang="0">
                  <a:pos x="990" y="1994"/>
                </a:cxn>
                <a:cxn ang="0">
                  <a:pos x="1019" y="1944"/>
                </a:cxn>
                <a:cxn ang="0">
                  <a:pos x="1069" y="1937"/>
                </a:cxn>
                <a:cxn ang="0">
                  <a:pos x="1098" y="1987"/>
                </a:cxn>
                <a:cxn ang="0">
                  <a:pos x="1119" y="2037"/>
                </a:cxn>
                <a:cxn ang="0">
                  <a:pos x="1141" y="2088"/>
                </a:cxn>
                <a:cxn ang="0">
                  <a:pos x="1177" y="2138"/>
                </a:cxn>
                <a:cxn ang="0">
                  <a:pos x="1220" y="2109"/>
                </a:cxn>
                <a:cxn ang="0">
                  <a:pos x="1242" y="2059"/>
                </a:cxn>
                <a:cxn ang="0">
                  <a:pos x="1260" y="2005"/>
                </a:cxn>
                <a:cxn ang="0">
                  <a:pos x="1281" y="1947"/>
                </a:cxn>
                <a:cxn ang="0">
                  <a:pos x="1307" y="1897"/>
                </a:cxn>
                <a:cxn ang="0">
                  <a:pos x="1350" y="1901"/>
                </a:cxn>
                <a:cxn ang="0">
                  <a:pos x="1371" y="1955"/>
                </a:cxn>
                <a:cxn ang="0">
                  <a:pos x="1393" y="2019"/>
                </a:cxn>
                <a:cxn ang="0">
                  <a:pos x="1411" y="2091"/>
                </a:cxn>
                <a:cxn ang="0">
                  <a:pos x="1433" y="2153"/>
                </a:cxn>
                <a:cxn ang="0">
                  <a:pos x="1458" y="2203"/>
                </a:cxn>
                <a:cxn ang="0">
                  <a:pos x="1494" y="2171"/>
                </a:cxn>
                <a:cxn ang="0">
                  <a:pos x="1515" y="2106"/>
                </a:cxn>
                <a:cxn ang="0">
                  <a:pos x="1533" y="2016"/>
                </a:cxn>
                <a:cxn ang="0">
                  <a:pos x="1555" y="1922"/>
                </a:cxn>
                <a:cxn ang="0">
                  <a:pos x="1573" y="1836"/>
                </a:cxn>
                <a:cxn ang="0">
                  <a:pos x="1595" y="1778"/>
                </a:cxn>
                <a:cxn ang="0">
                  <a:pos x="1631" y="1793"/>
                </a:cxn>
                <a:cxn ang="0">
                  <a:pos x="1649" y="1872"/>
                </a:cxn>
                <a:cxn ang="0">
                  <a:pos x="1667" y="1994"/>
                </a:cxn>
                <a:cxn ang="0">
                  <a:pos x="1688" y="2138"/>
                </a:cxn>
                <a:cxn ang="0">
                  <a:pos x="1706" y="2286"/>
                </a:cxn>
                <a:cxn ang="0">
                  <a:pos x="1728" y="2401"/>
                </a:cxn>
                <a:cxn ang="0">
                  <a:pos x="1753" y="2462"/>
                </a:cxn>
                <a:cxn ang="0">
                  <a:pos x="1778" y="2387"/>
                </a:cxn>
                <a:cxn ang="0">
                  <a:pos x="1796" y="2221"/>
                </a:cxn>
                <a:cxn ang="0">
                  <a:pos x="1818" y="1962"/>
                </a:cxn>
                <a:cxn ang="0">
                  <a:pos x="1836" y="1631"/>
                </a:cxn>
                <a:cxn ang="0">
                  <a:pos x="1854" y="1253"/>
                </a:cxn>
                <a:cxn ang="0">
                  <a:pos x="1875" y="867"/>
                </a:cxn>
                <a:cxn ang="0">
                  <a:pos x="1893" y="515"/>
                </a:cxn>
                <a:cxn ang="0">
                  <a:pos x="1915" y="234"/>
                </a:cxn>
                <a:cxn ang="0">
                  <a:pos x="1933" y="58"/>
                </a:cxn>
              </a:cxnLst>
              <a:rect l="0" t="0" r="r" b="b"/>
              <a:pathLst>
                <a:path w="1951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11" y="2034"/>
                  </a:lnTo>
                  <a:lnTo>
                    <a:pt x="14" y="2037"/>
                  </a:lnTo>
                  <a:lnTo>
                    <a:pt x="18" y="2041"/>
                  </a:lnTo>
                  <a:lnTo>
                    <a:pt x="21" y="2045"/>
                  </a:lnTo>
                  <a:lnTo>
                    <a:pt x="25" y="2048"/>
                  </a:lnTo>
                  <a:lnTo>
                    <a:pt x="29" y="2052"/>
                  </a:lnTo>
                  <a:lnTo>
                    <a:pt x="32" y="2055"/>
                  </a:lnTo>
                  <a:lnTo>
                    <a:pt x="36" y="2059"/>
                  </a:lnTo>
                  <a:lnTo>
                    <a:pt x="39" y="2063"/>
                  </a:lnTo>
                  <a:lnTo>
                    <a:pt x="43" y="2063"/>
                  </a:lnTo>
                  <a:lnTo>
                    <a:pt x="47" y="2066"/>
                  </a:lnTo>
                  <a:lnTo>
                    <a:pt x="50" y="2066"/>
                  </a:lnTo>
                  <a:lnTo>
                    <a:pt x="54" y="2070"/>
                  </a:lnTo>
                  <a:lnTo>
                    <a:pt x="57" y="2070"/>
                  </a:lnTo>
                  <a:lnTo>
                    <a:pt x="61" y="2070"/>
                  </a:lnTo>
                  <a:lnTo>
                    <a:pt x="65" y="2070"/>
                  </a:lnTo>
                  <a:lnTo>
                    <a:pt x="68" y="2070"/>
                  </a:lnTo>
                  <a:lnTo>
                    <a:pt x="72" y="2073"/>
                  </a:lnTo>
                  <a:lnTo>
                    <a:pt x="75" y="2070"/>
                  </a:lnTo>
                  <a:lnTo>
                    <a:pt x="79" y="2070"/>
                  </a:lnTo>
                  <a:lnTo>
                    <a:pt x="83" y="2070"/>
                  </a:lnTo>
                  <a:lnTo>
                    <a:pt x="86" y="2070"/>
                  </a:lnTo>
                  <a:lnTo>
                    <a:pt x="90" y="2066"/>
                  </a:lnTo>
                  <a:lnTo>
                    <a:pt x="93" y="2066"/>
                  </a:lnTo>
                  <a:lnTo>
                    <a:pt x="97" y="2063"/>
                  </a:lnTo>
                  <a:lnTo>
                    <a:pt x="101" y="2059"/>
                  </a:lnTo>
                  <a:lnTo>
                    <a:pt x="104" y="2055"/>
                  </a:lnTo>
                  <a:lnTo>
                    <a:pt x="108" y="2055"/>
                  </a:lnTo>
                  <a:lnTo>
                    <a:pt x="111" y="2052"/>
                  </a:lnTo>
                  <a:lnTo>
                    <a:pt x="115" y="2048"/>
                  </a:lnTo>
                  <a:lnTo>
                    <a:pt x="119" y="2045"/>
                  </a:lnTo>
                  <a:lnTo>
                    <a:pt x="122" y="2041"/>
                  </a:lnTo>
                  <a:lnTo>
                    <a:pt x="126" y="2037"/>
                  </a:lnTo>
                  <a:lnTo>
                    <a:pt x="129" y="2034"/>
                  </a:lnTo>
                  <a:lnTo>
                    <a:pt x="133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51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62" y="2001"/>
                  </a:lnTo>
                  <a:lnTo>
                    <a:pt x="165" y="1998"/>
                  </a:lnTo>
                  <a:lnTo>
                    <a:pt x="169" y="1994"/>
                  </a:lnTo>
                  <a:lnTo>
                    <a:pt x="173" y="1991"/>
                  </a:lnTo>
                  <a:lnTo>
                    <a:pt x="176" y="1987"/>
                  </a:lnTo>
                  <a:lnTo>
                    <a:pt x="180" y="1983"/>
                  </a:lnTo>
                  <a:lnTo>
                    <a:pt x="183" y="1980"/>
                  </a:lnTo>
                  <a:lnTo>
                    <a:pt x="187" y="1980"/>
                  </a:lnTo>
                  <a:lnTo>
                    <a:pt x="191" y="1976"/>
                  </a:lnTo>
                  <a:lnTo>
                    <a:pt x="194" y="1976"/>
                  </a:lnTo>
                  <a:lnTo>
                    <a:pt x="198" y="1973"/>
                  </a:lnTo>
                  <a:lnTo>
                    <a:pt x="201" y="1973"/>
                  </a:lnTo>
                  <a:lnTo>
                    <a:pt x="205" y="1973"/>
                  </a:lnTo>
                  <a:lnTo>
                    <a:pt x="209" y="1973"/>
                  </a:lnTo>
                  <a:lnTo>
                    <a:pt x="212" y="1973"/>
                  </a:lnTo>
                  <a:lnTo>
                    <a:pt x="216" y="1973"/>
                  </a:lnTo>
                  <a:lnTo>
                    <a:pt x="219" y="1973"/>
                  </a:lnTo>
                  <a:lnTo>
                    <a:pt x="223" y="1976"/>
                  </a:lnTo>
                  <a:lnTo>
                    <a:pt x="227" y="1976"/>
                  </a:lnTo>
                  <a:lnTo>
                    <a:pt x="230" y="1980"/>
                  </a:lnTo>
                  <a:lnTo>
                    <a:pt x="234" y="1980"/>
                  </a:lnTo>
                  <a:lnTo>
                    <a:pt x="237" y="1983"/>
                  </a:lnTo>
                  <a:lnTo>
                    <a:pt x="241" y="1987"/>
                  </a:lnTo>
                  <a:lnTo>
                    <a:pt x="245" y="1987"/>
                  </a:lnTo>
                  <a:lnTo>
                    <a:pt x="248" y="1991"/>
                  </a:lnTo>
                  <a:lnTo>
                    <a:pt x="252" y="1994"/>
                  </a:lnTo>
                  <a:lnTo>
                    <a:pt x="255" y="1998"/>
                  </a:lnTo>
                  <a:lnTo>
                    <a:pt x="259" y="2001"/>
                  </a:lnTo>
                  <a:lnTo>
                    <a:pt x="263" y="2005"/>
                  </a:lnTo>
                  <a:lnTo>
                    <a:pt x="266" y="2009"/>
                  </a:lnTo>
                  <a:lnTo>
                    <a:pt x="270" y="2012"/>
                  </a:lnTo>
                  <a:lnTo>
                    <a:pt x="273" y="2016"/>
                  </a:lnTo>
                  <a:lnTo>
                    <a:pt x="277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8" y="2034"/>
                  </a:lnTo>
                  <a:lnTo>
                    <a:pt x="291" y="2037"/>
                  </a:lnTo>
                  <a:lnTo>
                    <a:pt x="295" y="2041"/>
                  </a:lnTo>
                  <a:lnTo>
                    <a:pt x="295" y="2045"/>
                  </a:lnTo>
                  <a:lnTo>
                    <a:pt x="299" y="2048"/>
                  </a:lnTo>
                  <a:lnTo>
                    <a:pt x="302" y="2052"/>
                  </a:lnTo>
                  <a:lnTo>
                    <a:pt x="306" y="2055"/>
                  </a:lnTo>
                  <a:lnTo>
                    <a:pt x="309" y="2059"/>
                  </a:lnTo>
                  <a:lnTo>
                    <a:pt x="313" y="2063"/>
                  </a:lnTo>
                  <a:lnTo>
                    <a:pt x="317" y="2066"/>
                  </a:lnTo>
                  <a:lnTo>
                    <a:pt x="320" y="2070"/>
                  </a:lnTo>
                  <a:lnTo>
                    <a:pt x="324" y="2070"/>
                  </a:lnTo>
                  <a:lnTo>
                    <a:pt x="327" y="2073"/>
                  </a:lnTo>
                  <a:lnTo>
                    <a:pt x="331" y="2077"/>
                  </a:lnTo>
                  <a:lnTo>
                    <a:pt x="335" y="2077"/>
                  </a:lnTo>
                  <a:lnTo>
                    <a:pt x="338" y="2077"/>
                  </a:lnTo>
                  <a:lnTo>
                    <a:pt x="342" y="2081"/>
                  </a:lnTo>
                  <a:lnTo>
                    <a:pt x="345" y="2081"/>
                  </a:lnTo>
                  <a:lnTo>
                    <a:pt x="349" y="2081"/>
                  </a:lnTo>
                  <a:lnTo>
                    <a:pt x="353" y="2081"/>
                  </a:lnTo>
                  <a:lnTo>
                    <a:pt x="356" y="2081"/>
                  </a:lnTo>
                  <a:lnTo>
                    <a:pt x="360" y="2077"/>
                  </a:lnTo>
                  <a:lnTo>
                    <a:pt x="363" y="2077"/>
                  </a:lnTo>
                  <a:lnTo>
                    <a:pt x="367" y="2073"/>
                  </a:lnTo>
                  <a:lnTo>
                    <a:pt x="371" y="2073"/>
                  </a:lnTo>
                  <a:lnTo>
                    <a:pt x="374" y="2070"/>
                  </a:lnTo>
                  <a:lnTo>
                    <a:pt x="378" y="2066"/>
                  </a:lnTo>
                  <a:lnTo>
                    <a:pt x="381" y="2063"/>
                  </a:lnTo>
                  <a:lnTo>
                    <a:pt x="385" y="2063"/>
                  </a:lnTo>
                  <a:lnTo>
                    <a:pt x="389" y="2059"/>
                  </a:lnTo>
                  <a:lnTo>
                    <a:pt x="392" y="2055"/>
                  </a:lnTo>
                  <a:lnTo>
                    <a:pt x="396" y="2052"/>
                  </a:lnTo>
                  <a:lnTo>
                    <a:pt x="399" y="2048"/>
                  </a:lnTo>
                  <a:lnTo>
                    <a:pt x="403" y="2045"/>
                  </a:lnTo>
                  <a:lnTo>
                    <a:pt x="407" y="2041"/>
                  </a:lnTo>
                  <a:lnTo>
                    <a:pt x="407" y="2037"/>
                  </a:lnTo>
                  <a:lnTo>
                    <a:pt x="410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1" y="2019"/>
                  </a:lnTo>
                  <a:lnTo>
                    <a:pt x="425" y="2016"/>
                  </a:lnTo>
                  <a:lnTo>
                    <a:pt x="428" y="2012"/>
                  </a:lnTo>
                  <a:lnTo>
                    <a:pt x="432" y="2009"/>
                  </a:lnTo>
                  <a:lnTo>
                    <a:pt x="432" y="2005"/>
                  </a:lnTo>
                  <a:lnTo>
                    <a:pt x="435" y="2001"/>
                  </a:lnTo>
                  <a:lnTo>
                    <a:pt x="439" y="1998"/>
                  </a:lnTo>
                  <a:lnTo>
                    <a:pt x="443" y="1994"/>
                  </a:lnTo>
                  <a:lnTo>
                    <a:pt x="446" y="1991"/>
                  </a:lnTo>
                  <a:lnTo>
                    <a:pt x="450" y="1987"/>
                  </a:lnTo>
                  <a:lnTo>
                    <a:pt x="450" y="1983"/>
                  </a:lnTo>
                  <a:lnTo>
                    <a:pt x="453" y="1980"/>
                  </a:lnTo>
                  <a:lnTo>
                    <a:pt x="457" y="1976"/>
                  </a:lnTo>
                  <a:lnTo>
                    <a:pt x="461" y="1973"/>
                  </a:lnTo>
                  <a:lnTo>
                    <a:pt x="464" y="1973"/>
                  </a:lnTo>
                  <a:lnTo>
                    <a:pt x="468" y="1969"/>
                  </a:lnTo>
                  <a:lnTo>
                    <a:pt x="471" y="1965"/>
                  </a:lnTo>
                  <a:lnTo>
                    <a:pt x="475" y="1965"/>
                  </a:lnTo>
                  <a:lnTo>
                    <a:pt x="479" y="1965"/>
                  </a:lnTo>
                  <a:lnTo>
                    <a:pt x="482" y="1962"/>
                  </a:lnTo>
                  <a:lnTo>
                    <a:pt x="486" y="1962"/>
                  </a:lnTo>
                  <a:lnTo>
                    <a:pt x="489" y="1962"/>
                  </a:lnTo>
                  <a:lnTo>
                    <a:pt x="493" y="1962"/>
                  </a:lnTo>
                  <a:lnTo>
                    <a:pt x="497" y="1965"/>
                  </a:lnTo>
                  <a:lnTo>
                    <a:pt x="500" y="1965"/>
                  </a:lnTo>
                  <a:lnTo>
                    <a:pt x="504" y="1965"/>
                  </a:lnTo>
                  <a:lnTo>
                    <a:pt x="507" y="1969"/>
                  </a:lnTo>
                  <a:lnTo>
                    <a:pt x="511" y="1973"/>
                  </a:lnTo>
                  <a:lnTo>
                    <a:pt x="515" y="1973"/>
                  </a:lnTo>
                  <a:lnTo>
                    <a:pt x="518" y="1976"/>
                  </a:lnTo>
                  <a:lnTo>
                    <a:pt x="522" y="1980"/>
                  </a:lnTo>
                  <a:lnTo>
                    <a:pt x="525" y="1983"/>
                  </a:lnTo>
                  <a:lnTo>
                    <a:pt x="529" y="1987"/>
                  </a:lnTo>
                  <a:lnTo>
                    <a:pt x="533" y="1991"/>
                  </a:lnTo>
                  <a:lnTo>
                    <a:pt x="536" y="1994"/>
                  </a:lnTo>
                  <a:lnTo>
                    <a:pt x="540" y="1998"/>
                  </a:lnTo>
                  <a:lnTo>
                    <a:pt x="543" y="2001"/>
                  </a:lnTo>
                  <a:lnTo>
                    <a:pt x="543" y="2005"/>
                  </a:lnTo>
                  <a:lnTo>
                    <a:pt x="547" y="2009"/>
                  </a:lnTo>
                  <a:lnTo>
                    <a:pt x="551" y="2012"/>
                  </a:lnTo>
                  <a:lnTo>
                    <a:pt x="551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61" y="2027"/>
                  </a:lnTo>
                  <a:lnTo>
                    <a:pt x="561" y="2030"/>
                  </a:lnTo>
                  <a:lnTo>
                    <a:pt x="565" y="2034"/>
                  </a:lnTo>
                  <a:lnTo>
                    <a:pt x="569" y="2037"/>
                  </a:lnTo>
                  <a:lnTo>
                    <a:pt x="569" y="2041"/>
                  </a:lnTo>
                  <a:lnTo>
                    <a:pt x="572" y="2045"/>
                  </a:lnTo>
                  <a:lnTo>
                    <a:pt x="576" y="2048"/>
                  </a:lnTo>
                  <a:lnTo>
                    <a:pt x="579" y="2052"/>
                  </a:lnTo>
                  <a:lnTo>
                    <a:pt x="579" y="2055"/>
                  </a:lnTo>
                  <a:lnTo>
                    <a:pt x="583" y="2059"/>
                  </a:lnTo>
                  <a:lnTo>
                    <a:pt x="587" y="2063"/>
                  </a:lnTo>
                  <a:lnTo>
                    <a:pt x="590" y="2066"/>
                  </a:lnTo>
                  <a:lnTo>
                    <a:pt x="594" y="2070"/>
                  </a:lnTo>
                  <a:lnTo>
                    <a:pt x="597" y="2073"/>
                  </a:lnTo>
                  <a:lnTo>
                    <a:pt x="597" y="2077"/>
                  </a:lnTo>
                  <a:lnTo>
                    <a:pt x="601" y="2081"/>
                  </a:lnTo>
                  <a:lnTo>
                    <a:pt x="605" y="2084"/>
                  </a:lnTo>
                  <a:lnTo>
                    <a:pt x="608" y="2084"/>
                  </a:lnTo>
                  <a:lnTo>
                    <a:pt x="612" y="2088"/>
                  </a:lnTo>
                  <a:lnTo>
                    <a:pt x="615" y="2088"/>
                  </a:lnTo>
                  <a:lnTo>
                    <a:pt x="619" y="2091"/>
                  </a:lnTo>
                  <a:lnTo>
                    <a:pt x="623" y="2091"/>
                  </a:lnTo>
                  <a:lnTo>
                    <a:pt x="626" y="2091"/>
                  </a:lnTo>
                  <a:lnTo>
                    <a:pt x="630" y="2091"/>
                  </a:lnTo>
                  <a:lnTo>
                    <a:pt x="633" y="2091"/>
                  </a:lnTo>
                  <a:lnTo>
                    <a:pt x="637" y="2091"/>
                  </a:lnTo>
                  <a:lnTo>
                    <a:pt x="641" y="2088"/>
                  </a:lnTo>
                  <a:lnTo>
                    <a:pt x="644" y="2088"/>
                  </a:lnTo>
                  <a:lnTo>
                    <a:pt x="648" y="2084"/>
                  </a:lnTo>
                  <a:lnTo>
                    <a:pt x="651" y="2081"/>
                  </a:lnTo>
                  <a:lnTo>
                    <a:pt x="655" y="2077"/>
                  </a:lnTo>
                  <a:lnTo>
                    <a:pt x="659" y="2077"/>
                  </a:lnTo>
                  <a:lnTo>
                    <a:pt x="662" y="2073"/>
                  </a:lnTo>
                  <a:lnTo>
                    <a:pt x="666" y="2070"/>
                  </a:lnTo>
                  <a:lnTo>
                    <a:pt x="669" y="2066"/>
                  </a:lnTo>
                  <a:lnTo>
                    <a:pt x="673" y="2063"/>
                  </a:lnTo>
                  <a:lnTo>
                    <a:pt x="673" y="2059"/>
                  </a:lnTo>
                  <a:lnTo>
                    <a:pt x="677" y="2055"/>
                  </a:lnTo>
                  <a:lnTo>
                    <a:pt x="680" y="2052"/>
                  </a:lnTo>
                  <a:lnTo>
                    <a:pt x="680" y="2048"/>
                  </a:lnTo>
                  <a:lnTo>
                    <a:pt x="684" y="2045"/>
                  </a:lnTo>
                  <a:lnTo>
                    <a:pt x="687" y="2041"/>
                  </a:lnTo>
                  <a:lnTo>
                    <a:pt x="687" y="2037"/>
                  </a:lnTo>
                  <a:lnTo>
                    <a:pt x="691" y="2034"/>
                  </a:lnTo>
                  <a:lnTo>
                    <a:pt x="691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698" y="2019"/>
                  </a:lnTo>
                  <a:lnTo>
                    <a:pt x="702" y="2016"/>
                  </a:lnTo>
                  <a:lnTo>
                    <a:pt x="705" y="2012"/>
                  </a:lnTo>
                  <a:lnTo>
                    <a:pt x="705" y="2009"/>
                  </a:lnTo>
                  <a:lnTo>
                    <a:pt x="709" y="2005"/>
                  </a:lnTo>
                  <a:lnTo>
                    <a:pt x="709" y="2001"/>
                  </a:lnTo>
                  <a:lnTo>
                    <a:pt x="713" y="1998"/>
                  </a:lnTo>
                  <a:lnTo>
                    <a:pt x="716" y="1994"/>
                  </a:lnTo>
                  <a:lnTo>
                    <a:pt x="720" y="1991"/>
                  </a:lnTo>
                  <a:lnTo>
                    <a:pt x="720" y="1987"/>
                  </a:lnTo>
                  <a:lnTo>
                    <a:pt x="723" y="1983"/>
                  </a:lnTo>
                  <a:lnTo>
                    <a:pt x="727" y="1980"/>
                  </a:lnTo>
                  <a:lnTo>
                    <a:pt x="727" y="1976"/>
                  </a:lnTo>
                  <a:lnTo>
                    <a:pt x="731" y="1973"/>
                  </a:lnTo>
                  <a:lnTo>
                    <a:pt x="734" y="1969"/>
                  </a:lnTo>
                  <a:lnTo>
                    <a:pt x="738" y="1965"/>
                  </a:lnTo>
                  <a:lnTo>
                    <a:pt x="741" y="1962"/>
                  </a:lnTo>
                  <a:lnTo>
                    <a:pt x="745" y="1958"/>
                  </a:lnTo>
                  <a:lnTo>
                    <a:pt x="749" y="1955"/>
                  </a:lnTo>
                  <a:lnTo>
                    <a:pt x="752" y="1951"/>
                  </a:lnTo>
                  <a:lnTo>
                    <a:pt x="756" y="1951"/>
                  </a:lnTo>
                  <a:lnTo>
                    <a:pt x="759" y="1947"/>
                  </a:lnTo>
                  <a:lnTo>
                    <a:pt x="763" y="1947"/>
                  </a:lnTo>
                  <a:lnTo>
                    <a:pt x="767" y="1947"/>
                  </a:lnTo>
                  <a:lnTo>
                    <a:pt x="770" y="1947"/>
                  </a:lnTo>
                  <a:lnTo>
                    <a:pt x="774" y="1947"/>
                  </a:lnTo>
                  <a:lnTo>
                    <a:pt x="777" y="1951"/>
                  </a:lnTo>
                  <a:lnTo>
                    <a:pt x="781" y="1951"/>
                  </a:lnTo>
                  <a:lnTo>
                    <a:pt x="785" y="1955"/>
                  </a:lnTo>
                  <a:lnTo>
                    <a:pt x="788" y="1955"/>
                  </a:lnTo>
                  <a:lnTo>
                    <a:pt x="792" y="1958"/>
                  </a:lnTo>
                  <a:lnTo>
                    <a:pt x="795" y="1962"/>
                  </a:lnTo>
                  <a:lnTo>
                    <a:pt x="799" y="1965"/>
                  </a:lnTo>
                  <a:lnTo>
                    <a:pt x="803" y="1969"/>
                  </a:lnTo>
                  <a:lnTo>
                    <a:pt x="806" y="1973"/>
                  </a:lnTo>
                  <a:lnTo>
                    <a:pt x="810" y="1976"/>
                  </a:lnTo>
                  <a:lnTo>
                    <a:pt x="810" y="1980"/>
                  </a:lnTo>
                  <a:lnTo>
                    <a:pt x="813" y="1983"/>
                  </a:lnTo>
                  <a:lnTo>
                    <a:pt x="817" y="1987"/>
                  </a:lnTo>
                  <a:lnTo>
                    <a:pt x="817" y="1991"/>
                  </a:lnTo>
                  <a:lnTo>
                    <a:pt x="821" y="1994"/>
                  </a:lnTo>
                  <a:lnTo>
                    <a:pt x="821" y="1998"/>
                  </a:lnTo>
                  <a:lnTo>
                    <a:pt x="824" y="2001"/>
                  </a:lnTo>
                  <a:lnTo>
                    <a:pt x="828" y="2005"/>
                  </a:lnTo>
                  <a:lnTo>
                    <a:pt x="828" y="2009"/>
                  </a:lnTo>
                  <a:lnTo>
                    <a:pt x="831" y="2012"/>
                  </a:lnTo>
                  <a:lnTo>
                    <a:pt x="831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42" y="2034"/>
                  </a:lnTo>
                  <a:lnTo>
                    <a:pt x="846" y="2037"/>
                  </a:lnTo>
                  <a:lnTo>
                    <a:pt x="846" y="2041"/>
                  </a:lnTo>
                  <a:lnTo>
                    <a:pt x="846" y="2045"/>
                  </a:lnTo>
                  <a:lnTo>
                    <a:pt x="849" y="2048"/>
                  </a:lnTo>
                  <a:lnTo>
                    <a:pt x="853" y="2052"/>
                  </a:lnTo>
                  <a:lnTo>
                    <a:pt x="853" y="2055"/>
                  </a:lnTo>
                  <a:lnTo>
                    <a:pt x="857" y="2059"/>
                  </a:lnTo>
                  <a:lnTo>
                    <a:pt x="860" y="2063"/>
                  </a:lnTo>
                  <a:lnTo>
                    <a:pt x="860" y="2066"/>
                  </a:lnTo>
                  <a:lnTo>
                    <a:pt x="864" y="2070"/>
                  </a:lnTo>
                  <a:lnTo>
                    <a:pt x="864" y="2073"/>
                  </a:lnTo>
                  <a:lnTo>
                    <a:pt x="867" y="2077"/>
                  </a:lnTo>
                  <a:lnTo>
                    <a:pt x="871" y="2081"/>
                  </a:lnTo>
                  <a:lnTo>
                    <a:pt x="871" y="2084"/>
                  </a:lnTo>
                  <a:lnTo>
                    <a:pt x="875" y="2088"/>
                  </a:lnTo>
                  <a:lnTo>
                    <a:pt x="878" y="2091"/>
                  </a:lnTo>
                  <a:lnTo>
                    <a:pt x="882" y="2095"/>
                  </a:lnTo>
                  <a:lnTo>
                    <a:pt x="885" y="2099"/>
                  </a:lnTo>
                  <a:lnTo>
                    <a:pt x="889" y="2102"/>
                  </a:lnTo>
                  <a:lnTo>
                    <a:pt x="893" y="2106"/>
                  </a:lnTo>
                  <a:lnTo>
                    <a:pt x="896" y="2106"/>
                  </a:lnTo>
                  <a:lnTo>
                    <a:pt x="900" y="2109"/>
                  </a:lnTo>
                  <a:lnTo>
                    <a:pt x="903" y="2109"/>
                  </a:lnTo>
                  <a:lnTo>
                    <a:pt x="907" y="2109"/>
                  </a:lnTo>
                  <a:lnTo>
                    <a:pt x="911" y="2109"/>
                  </a:lnTo>
                  <a:lnTo>
                    <a:pt x="914" y="2109"/>
                  </a:lnTo>
                  <a:lnTo>
                    <a:pt x="918" y="2106"/>
                  </a:lnTo>
                  <a:lnTo>
                    <a:pt x="921" y="2106"/>
                  </a:lnTo>
                  <a:lnTo>
                    <a:pt x="925" y="2102"/>
                  </a:lnTo>
                  <a:lnTo>
                    <a:pt x="929" y="2099"/>
                  </a:lnTo>
                  <a:lnTo>
                    <a:pt x="932" y="2095"/>
                  </a:lnTo>
                  <a:lnTo>
                    <a:pt x="936" y="2091"/>
                  </a:lnTo>
                  <a:lnTo>
                    <a:pt x="939" y="2088"/>
                  </a:lnTo>
                  <a:lnTo>
                    <a:pt x="943" y="2084"/>
                  </a:lnTo>
                  <a:lnTo>
                    <a:pt x="947" y="2081"/>
                  </a:lnTo>
                  <a:lnTo>
                    <a:pt x="947" y="2077"/>
                  </a:lnTo>
                  <a:lnTo>
                    <a:pt x="950" y="2073"/>
                  </a:lnTo>
                  <a:lnTo>
                    <a:pt x="950" y="2070"/>
                  </a:lnTo>
                  <a:lnTo>
                    <a:pt x="954" y="2066"/>
                  </a:lnTo>
                  <a:lnTo>
                    <a:pt x="957" y="2063"/>
                  </a:lnTo>
                  <a:lnTo>
                    <a:pt x="957" y="2059"/>
                  </a:lnTo>
                  <a:lnTo>
                    <a:pt x="961" y="2055"/>
                  </a:lnTo>
                  <a:lnTo>
                    <a:pt x="961" y="2052"/>
                  </a:lnTo>
                  <a:lnTo>
                    <a:pt x="965" y="2048"/>
                  </a:lnTo>
                  <a:lnTo>
                    <a:pt x="965" y="2045"/>
                  </a:lnTo>
                  <a:lnTo>
                    <a:pt x="968" y="2041"/>
                  </a:lnTo>
                  <a:lnTo>
                    <a:pt x="968" y="2037"/>
                  </a:lnTo>
                  <a:lnTo>
                    <a:pt x="972" y="2034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9" y="2019"/>
                  </a:lnTo>
                  <a:lnTo>
                    <a:pt x="979" y="2016"/>
                  </a:lnTo>
                  <a:lnTo>
                    <a:pt x="983" y="2012"/>
                  </a:lnTo>
                  <a:lnTo>
                    <a:pt x="983" y="2009"/>
                  </a:lnTo>
                  <a:lnTo>
                    <a:pt x="986" y="2005"/>
                  </a:lnTo>
                  <a:lnTo>
                    <a:pt x="986" y="2001"/>
                  </a:lnTo>
                  <a:lnTo>
                    <a:pt x="990" y="1998"/>
                  </a:lnTo>
                  <a:lnTo>
                    <a:pt x="990" y="1994"/>
                  </a:lnTo>
                  <a:lnTo>
                    <a:pt x="993" y="1991"/>
                  </a:lnTo>
                  <a:lnTo>
                    <a:pt x="993" y="1987"/>
                  </a:lnTo>
                  <a:lnTo>
                    <a:pt x="993" y="1983"/>
                  </a:lnTo>
                  <a:lnTo>
                    <a:pt x="997" y="1980"/>
                  </a:lnTo>
                  <a:lnTo>
                    <a:pt x="1001" y="1976"/>
                  </a:lnTo>
                  <a:lnTo>
                    <a:pt x="1001" y="1973"/>
                  </a:lnTo>
                  <a:lnTo>
                    <a:pt x="1004" y="1969"/>
                  </a:lnTo>
                  <a:lnTo>
                    <a:pt x="1004" y="1965"/>
                  </a:lnTo>
                  <a:lnTo>
                    <a:pt x="1008" y="1962"/>
                  </a:lnTo>
                  <a:lnTo>
                    <a:pt x="1011" y="1958"/>
                  </a:lnTo>
                  <a:lnTo>
                    <a:pt x="1011" y="1955"/>
                  </a:lnTo>
                  <a:lnTo>
                    <a:pt x="1015" y="1951"/>
                  </a:lnTo>
                  <a:lnTo>
                    <a:pt x="1019" y="1947"/>
                  </a:lnTo>
                  <a:lnTo>
                    <a:pt x="1019" y="1944"/>
                  </a:lnTo>
                  <a:lnTo>
                    <a:pt x="1022" y="1940"/>
                  </a:lnTo>
                  <a:lnTo>
                    <a:pt x="1026" y="1937"/>
                  </a:lnTo>
                  <a:lnTo>
                    <a:pt x="1029" y="1933"/>
                  </a:lnTo>
                  <a:lnTo>
                    <a:pt x="1033" y="1929"/>
                  </a:lnTo>
                  <a:lnTo>
                    <a:pt x="1037" y="1926"/>
                  </a:lnTo>
                  <a:lnTo>
                    <a:pt x="1040" y="1926"/>
                  </a:lnTo>
                  <a:lnTo>
                    <a:pt x="1044" y="1926"/>
                  </a:lnTo>
                  <a:lnTo>
                    <a:pt x="1047" y="1926"/>
                  </a:lnTo>
                  <a:lnTo>
                    <a:pt x="1051" y="1926"/>
                  </a:lnTo>
                  <a:lnTo>
                    <a:pt x="1055" y="1926"/>
                  </a:lnTo>
                  <a:lnTo>
                    <a:pt x="1058" y="1929"/>
                  </a:lnTo>
                  <a:lnTo>
                    <a:pt x="1062" y="1929"/>
                  </a:lnTo>
                  <a:lnTo>
                    <a:pt x="1065" y="1933"/>
                  </a:lnTo>
                  <a:lnTo>
                    <a:pt x="1069" y="1937"/>
                  </a:lnTo>
                  <a:lnTo>
                    <a:pt x="1073" y="1940"/>
                  </a:lnTo>
                  <a:lnTo>
                    <a:pt x="1076" y="1944"/>
                  </a:lnTo>
                  <a:lnTo>
                    <a:pt x="1080" y="1947"/>
                  </a:lnTo>
                  <a:lnTo>
                    <a:pt x="1080" y="1951"/>
                  </a:lnTo>
                  <a:lnTo>
                    <a:pt x="1083" y="1955"/>
                  </a:lnTo>
                  <a:lnTo>
                    <a:pt x="1083" y="1958"/>
                  </a:lnTo>
                  <a:lnTo>
                    <a:pt x="1087" y="1962"/>
                  </a:lnTo>
                  <a:lnTo>
                    <a:pt x="1087" y="1965"/>
                  </a:lnTo>
                  <a:lnTo>
                    <a:pt x="1091" y="1969"/>
                  </a:lnTo>
                  <a:lnTo>
                    <a:pt x="1094" y="1973"/>
                  </a:lnTo>
                  <a:lnTo>
                    <a:pt x="1094" y="1976"/>
                  </a:lnTo>
                  <a:lnTo>
                    <a:pt x="1094" y="1980"/>
                  </a:lnTo>
                  <a:lnTo>
                    <a:pt x="1098" y="1983"/>
                  </a:lnTo>
                  <a:lnTo>
                    <a:pt x="1098" y="1987"/>
                  </a:lnTo>
                  <a:lnTo>
                    <a:pt x="1101" y="1991"/>
                  </a:lnTo>
                  <a:lnTo>
                    <a:pt x="1101" y="1994"/>
                  </a:lnTo>
                  <a:lnTo>
                    <a:pt x="1105" y="1998"/>
                  </a:lnTo>
                  <a:lnTo>
                    <a:pt x="1105" y="2001"/>
                  </a:lnTo>
                  <a:lnTo>
                    <a:pt x="1105" y="2005"/>
                  </a:lnTo>
                  <a:lnTo>
                    <a:pt x="1109" y="2009"/>
                  </a:lnTo>
                  <a:lnTo>
                    <a:pt x="1112" y="2012"/>
                  </a:lnTo>
                  <a:lnTo>
                    <a:pt x="1112" y="2016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27"/>
                  </a:lnTo>
                  <a:lnTo>
                    <a:pt x="1119" y="2030"/>
                  </a:lnTo>
                  <a:lnTo>
                    <a:pt x="1119" y="2034"/>
                  </a:lnTo>
                  <a:lnTo>
                    <a:pt x="1119" y="2037"/>
                  </a:lnTo>
                  <a:lnTo>
                    <a:pt x="1123" y="2041"/>
                  </a:lnTo>
                  <a:lnTo>
                    <a:pt x="1123" y="2045"/>
                  </a:lnTo>
                  <a:lnTo>
                    <a:pt x="1123" y="2048"/>
                  </a:lnTo>
                  <a:lnTo>
                    <a:pt x="1127" y="2052"/>
                  </a:lnTo>
                  <a:lnTo>
                    <a:pt x="1127" y="2055"/>
                  </a:lnTo>
                  <a:lnTo>
                    <a:pt x="1130" y="2059"/>
                  </a:lnTo>
                  <a:lnTo>
                    <a:pt x="1130" y="2063"/>
                  </a:lnTo>
                  <a:lnTo>
                    <a:pt x="1134" y="2066"/>
                  </a:lnTo>
                  <a:lnTo>
                    <a:pt x="1134" y="2070"/>
                  </a:lnTo>
                  <a:lnTo>
                    <a:pt x="1137" y="2073"/>
                  </a:lnTo>
                  <a:lnTo>
                    <a:pt x="1137" y="2077"/>
                  </a:lnTo>
                  <a:lnTo>
                    <a:pt x="1137" y="2081"/>
                  </a:lnTo>
                  <a:lnTo>
                    <a:pt x="1141" y="2084"/>
                  </a:lnTo>
                  <a:lnTo>
                    <a:pt x="1141" y="2088"/>
                  </a:lnTo>
                  <a:lnTo>
                    <a:pt x="1145" y="2091"/>
                  </a:lnTo>
                  <a:lnTo>
                    <a:pt x="1145" y="2095"/>
                  </a:lnTo>
                  <a:lnTo>
                    <a:pt x="1148" y="2099"/>
                  </a:lnTo>
                  <a:lnTo>
                    <a:pt x="1148" y="2102"/>
                  </a:lnTo>
                  <a:lnTo>
                    <a:pt x="1152" y="2106"/>
                  </a:lnTo>
                  <a:lnTo>
                    <a:pt x="1155" y="2109"/>
                  </a:lnTo>
                  <a:lnTo>
                    <a:pt x="1155" y="2113"/>
                  </a:lnTo>
                  <a:lnTo>
                    <a:pt x="1159" y="2117"/>
                  </a:lnTo>
                  <a:lnTo>
                    <a:pt x="1163" y="2120"/>
                  </a:lnTo>
                  <a:lnTo>
                    <a:pt x="1163" y="2124"/>
                  </a:lnTo>
                  <a:lnTo>
                    <a:pt x="1166" y="2127"/>
                  </a:lnTo>
                  <a:lnTo>
                    <a:pt x="1170" y="2131"/>
                  </a:lnTo>
                  <a:lnTo>
                    <a:pt x="1173" y="2135"/>
                  </a:lnTo>
                  <a:lnTo>
                    <a:pt x="1177" y="2138"/>
                  </a:lnTo>
                  <a:lnTo>
                    <a:pt x="1181" y="2142"/>
                  </a:lnTo>
                  <a:lnTo>
                    <a:pt x="1184" y="2142"/>
                  </a:lnTo>
                  <a:lnTo>
                    <a:pt x="1188" y="2142"/>
                  </a:lnTo>
                  <a:lnTo>
                    <a:pt x="1191" y="2142"/>
                  </a:lnTo>
                  <a:lnTo>
                    <a:pt x="1195" y="2138"/>
                  </a:lnTo>
                  <a:lnTo>
                    <a:pt x="1199" y="2135"/>
                  </a:lnTo>
                  <a:lnTo>
                    <a:pt x="1202" y="2135"/>
                  </a:lnTo>
                  <a:lnTo>
                    <a:pt x="1206" y="2131"/>
                  </a:lnTo>
                  <a:lnTo>
                    <a:pt x="1209" y="2127"/>
                  </a:lnTo>
                  <a:lnTo>
                    <a:pt x="1213" y="2124"/>
                  </a:lnTo>
                  <a:lnTo>
                    <a:pt x="1213" y="2120"/>
                  </a:lnTo>
                  <a:lnTo>
                    <a:pt x="1217" y="2117"/>
                  </a:lnTo>
                  <a:lnTo>
                    <a:pt x="1217" y="2113"/>
                  </a:lnTo>
                  <a:lnTo>
                    <a:pt x="1220" y="2109"/>
                  </a:lnTo>
                  <a:lnTo>
                    <a:pt x="1224" y="2106"/>
                  </a:lnTo>
                  <a:lnTo>
                    <a:pt x="1224" y="2102"/>
                  </a:lnTo>
                  <a:lnTo>
                    <a:pt x="1224" y="2099"/>
                  </a:lnTo>
                  <a:lnTo>
                    <a:pt x="1227" y="2095"/>
                  </a:lnTo>
                  <a:lnTo>
                    <a:pt x="1227" y="2091"/>
                  </a:lnTo>
                  <a:lnTo>
                    <a:pt x="1231" y="2088"/>
                  </a:lnTo>
                  <a:lnTo>
                    <a:pt x="1231" y="2084"/>
                  </a:lnTo>
                  <a:lnTo>
                    <a:pt x="1235" y="2081"/>
                  </a:lnTo>
                  <a:lnTo>
                    <a:pt x="1235" y="2077"/>
                  </a:lnTo>
                  <a:lnTo>
                    <a:pt x="1235" y="2073"/>
                  </a:lnTo>
                  <a:lnTo>
                    <a:pt x="1238" y="2070"/>
                  </a:lnTo>
                  <a:lnTo>
                    <a:pt x="1238" y="2066"/>
                  </a:lnTo>
                  <a:lnTo>
                    <a:pt x="1242" y="2063"/>
                  </a:lnTo>
                  <a:lnTo>
                    <a:pt x="1242" y="2059"/>
                  </a:lnTo>
                  <a:lnTo>
                    <a:pt x="1242" y="2055"/>
                  </a:lnTo>
                  <a:lnTo>
                    <a:pt x="1245" y="2052"/>
                  </a:lnTo>
                  <a:lnTo>
                    <a:pt x="1245" y="2048"/>
                  </a:lnTo>
                  <a:lnTo>
                    <a:pt x="1249" y="2045"/>
                  </a:lnTo>
                  <a:lnTo>
                    <a:pt x="1249" y="2041"/>
                  </a:lnTo>
                  <a:lnTo>
                    <a:pt x="1249" y="2037"/>
                  </a:lnTo>
                  <a:lnTo>
                    <a:pt x="1253" y="2030"/>
                  </a:lnTo>
                  <a:lnTo>
                    <a:pt x="1253" y="2027"/>
                  </a:lnTo>
                  <a:lnTo>
                    <a:pt x="1253" y="2023"/>
                  </a:lnTo>
                  <a:lnTo>
                    <a:pt x="1256" y="2019"/>
                  </a:lnTo>
                  <a:lnTo>
                    <a:pt x="1256" y="2016"/>
                  </a:lnTo>
                  <a:lnTo>
                    <a:pt x="1260" y="2012"/>
                  </a:lnTo>
                  <a:lnTo>
                    <a:pt x="1260" y="2009"/>
                  </a:lnTo>
                  <a:lnTo>
                    <a:pt x="1260" y="2005"/>
                  </a:lnTo>
                  <a:lnTo>
                    <a:pt x="1263" y="1998"/>
                  </a:lnTo>
                  <a:lnTo>
                    <a:pt x="1263" y="1994"/>
                  </a:lnTo>
                  <a:lnTo>
                    <a:pt x="1267" y="1991"/>
                  </a:lnTo>
                  <a:lnTo>
                    <a:pt x="1267" y="1987"/>
                  </a:lnTo>
                  <a:lnTo>
                    <a:pt x="1267" y="1983"/>
                  </a:lnTo>
                  <a:lnTo>
                    <a:pt x="1271" y="1980"/>
                  </a:lnTo>
                  <a:lnTo>
                    <a:pt x="1271" y="1976"/>
                  </a:lnTo>
                  <a:lnTo>
                    <a:pt x="1274" y="1973"/>
                  </a:lnTo>
                  <a:lnTo>
                    <a:pt x="1274" y="1969"/>
                  </a:lnTo>
                  <a:lnTo>
                    <a:pt x="1274" y="1965"/>
                  </a:lnTo>
                  <a:lnTo>
                    <a:pt x="1278" y="1958"/>
                  </a:lnTo>
                  <a:lnTo>
                    <a:pt x="1278" y="1955"/>
                  </a:lnTo>
                  <a:lnTo>
                    <a:pt x="1278" y="1951"/>
                  </a:lnTo>
                  <a:lnTo>
                    <a:pt x="1281" y="1947"/>
                  </a:lnTo>
                  <a:lnTo>
                    <a:pt x="1281" y="1944"/>
                  </a:lnTo>
                  <a:lnTo>
                    <a:pt x="1285" y="1940"/>
                  </a:lnTo>
                  <a:lnTo>
                    <a:pt x="1285" y="1937"/>
                  </a:lnTo>
                  <a:lnTo>
                    <a:pt x="1289" y="1933"/>
                  </a:lnTo>
                  <a:lnTo>
                    <a:pt x="1289" y="1929"/>
                  </a:lnTo>
                  <a:lnTo>
                    <a:pt x="1292" y="1926"/>
                  </a:lnTo>
                  <a:lnTo>
                    <a:pt x="1292" y="1922"/>
                  </a:lnTo>
                  <a:lnTo>
                    <a:pt x="1292" y="1919"/>
                  </a:lnTo>
                  <a:lnTo>
                    <a:pt x="1296" y="1915"/>
                  </a:lnTo>
                  <a:lnTo>
                    <a:pt x="1296" y="1911"/>
                  </a:lnTo>
                  <a:lnTo>
                    <a:pt x="1299" y="1908"/>
                  </a:lnTo>
                  <a:lnTo>
                    <a:pt x="1303" y="1904"/>
                  </a:lnTo>
                  <a:lnTo>
                    <a:pt x="1303" y="1901"/>
                  </a:lnTo>
                  <a:lnTo>
                    <a:pt x="1307" y="1897"/>
                  </a:lnTo>
                  <a:lnTo>
                    <a:pt x="1310" y="1893"/>
                  </a:lnTo>
                  <a:lnTo>
                    <a:pt x="1310" y="1890"/>
                  </a:lnTo>
                  <a:lnTo>
                    <a:pt x="1314" y="1886"/>
                  </a:lnTo>
                  <a:lnTo>
                    <a:pt x="1317" y="1883"/>
                  </a:lnTo>
                  <a:lnTo>
                    <a:pt x="1321" y="1883"/>
                  </a:lnTo>
                  <a:lnTo>
                    <a:pt x="1325" y="1879"/>
                  </a:lnTo>
                  <a:lnTo>
                    <a:pt x="1328" y="1879"/>
                  </a:lnTo>
                  <a:lnTo>
                    <a:pt x="1332" y="1883"/>
                  </a:lnTo>
                  <a:lnTo>
                    <a:pt x="1335" y="1883"/>
                  </a:lnTo>
                  <a:lnTo>
                    <a:pt x="1339" y="1886"/>
                  </a:lnTo>
                  <a:lnTo>
                    <a:pt x="1343" y="1890"/>
                  </a:lnTo>
                  <a:lnTo>
                    <a:pt x="1346" y="1893"/>
                  </a:lnTo>
                  <a:lnTo>
                    <a:pt x="1350" y="1897"/>
                  </a:lnTo>
                  <a:lnTo>
                    <a:pt x="1350" y="1901"/>
                  </a:lnTo>
                  <a:lnTo>
                    <a:pt x="1353" y="1904"/>
                  </a:lnTo>
                  <a:lnTo>
                    <a:pt x="1353" y="1908"/>
                  </a:lnTo>
                  <a:lnTo>
                    <a:pt x="1357" y="1911"/>
                  </a:lnTo>
                  <a:lnTo>
                    <a:pt x="1361" y="1915"/>
                  </a:lnTo>
                  <a:lnTo>
                    <a:pt x="1361" y="1919"/>
                  </a:lnTo>
                  <a:lnTo>
                    <a:pt x="1361" y="1922"/>
                  </a:lnTo>
                  <a:lnTo>
                    <a:pt x="1364" y="1926"/>
                  </a:lnTo>
                  <a:lnTo>
                    <a:pt x="1364" y="1929"/>
                  </a:lnTo>
                  <a:lnTo>
                    <a:pt x="1364" y="1933"/>
                  </a:lnTo>
                  <a:lnTo>
                    <a:pt x="1368" y="1937"/>
                  </a:lnTo>
                  <a:lnTo>
                    <a:pt x="1368" y="1940"/>
                  </a:lnTo>
                  <a:lnTo>
                    <a:pt x="1371" y="1944"/>
                  </a:lnTo>
                  <a:lnTo>
                    <a:pt x="1371" y="1951"/>
                  </a:lnTo>
                  <a:lnTo>
                    <a:pt x="1371" y="1955"/>
                  </a:lnTo>
                  <a:lnTo>
                    <a:pt x="1375" y="1958"/>
                  </a:lnTo>
                  <a:lnTo>
                    <a:pt x="1375" y="1962"/>
                  </a:lnTo>
                  <a:lnTo>
                    <a:pt x="1379" y="1965"/>
                  </a:lnTo>
                  <a:lnTo>
                    <a:pt x="1379" y="1973"/>
                  </a:lnTo>
                  <a:lnTo>
                    <a:pt x="1379" y="1976"/>
                  </a:lnTo>
                  <a:lnTo>
                    <a:pt x="1382" y="1980"/>
                  </a:lnTo>
                  <a:lnTo>
                    <a:pt x="1382" y="1983"/>
                  </a:lnTo>
                  <a:lnTo>
                    <a:pt x="1382" y="1991"/>
                  </a:lnTo>
                  <a:lnTo>
                    <a:pt x="1386" y="1994"/>
                  </a:lnTo>
                  <a:lnTo>
                    <a:pt x="1386" y="1998"/>
                  </a:lnTo>
                  <a:lnTo>
                    <a:pt x="1389" y="2005"/>
                  </a:lnTo>
                  <a:lnTo>
                    <a:pt x="1389" y="2009"/>
                  </a:lnTo>
                  <a:lnTo>
                    <a:pt x="1389" y="2012"/>
                  </a:lnTo>
                  <a:lnTo>
                    <a:pt x="1393" y="2019"/>
                  </a:lnTo>
                  <a:lnTo>
                    <a:pt x="1393" y="2023"/>
                  </a:lnTo>
                  <a:lnTo>
                    <a:pt x="1397" y="2030"/>
                  </a:lnTo>
                  <a:lnTo>
                    <a:pt x="1397" y="2034"/>
                  </a:lnTo>
                  <a:lnTo>
                    <a:pt x="1397" y="2037"/>
                  </a:lnTo>
                  <a:lnTo>
                    <a:pt x="1400" y="2045"/>
                  </a:lnTo>
                  <a:lnTo>
                    <a:pt x="1400" y="2048"/>
                  </a:lnTo>
                  <a:lnTo>
                    <a:pt x="1404" y="2055"/>
                  </a:lnTo>
                  <a:lnTo>
                    <a:pt x="1404" y="2059"/>
                  </a:lnTo>
                  <a:lnTo>
                    <a:pt x="1404" y="2066"/>
                  </a:lnTo>
                  <a:lnTo>
                    <a:pt x="1407" y="2070"/>
                  </a:lnTo>
                  <a:lnTo>
                    <a:pt x="1407" y="2073"/>
                  </a:lnTo>
                  <a:lnTo>
                    <a:pt x="1407" y="2081"/>
                  </a:lnTo>
                  <a:lnTo>
                    <a:pt x="1411" y="2084"/>
                  </a:lnTo>
                  <a:lnTo>
                    <a:pt x="1411" y="2091"/>
                  </a:lnTo>
                  <a:lnTo>
                    <a:pt x="1415" y="2095"/>
                  </a:lnTo>
                  <a:lnTo>
                    <a:pt x="1415" y="2099"/>
                  </a:lnTo>
                  <a:lnTo>
                    <a:pt x="1415" y="2106"/>
                  </a:lnTo>
                  <a:lnTo>
                    <a:pt x="1418" y="2109"/>
                  </a:lnTo>
                  <a:lnTo>
                    <a:pt x="1418" y="2113"/>
                  </a:lnTo>
                  <a:lnTo>
                    <a:pt x="1422" y="2120"/>
                  </a:lnTo>
                  <a:lnTo>
                    <a:pt x="1422" y="2124"/>
                  </a:lnTo>
                  <a:lnTo>
                    <a:pt x="1422" y="2127"/>
                  </a:lnTo>
                  <a:lnTo>
                    <a:pt x="1425" y="2131"/>
                  </a:lnTo>
                  <a:lnTo>
                    <a:pt x="1425" y="2138"/>
                  </a:lnTo>
                  <a:lnTo>
                    <a:pt x="1425" y="2142"/>
                  </a:lnTo>
                  <a:lnTo>
                    <a:pt x="1429" y="2145"/>
                  </a:lnTo>
                  <a:lnTo>
                    <a:pt x="1429" y="2149"/>
                  </a:lnTo>
                  <a:lnTo>
                    <a:pt x="1433" y="2153"/>
                  </a:lnTo>
                  <a:lnTo>
                    <a:pt x="1433" y="2156"/>
                  </a:lnTo>
                  <a:lnTo>
                    <a:pt x="1433" y="2160"/>
                  </a:lnTo>
                  <a:lnTo>
                    <a:pt x="1436" y="2163"/>
                  </a:lnTo>
                  <a:lnTo>
                    <a:pt x="1436" y="2167"/>
                  </a:lnTo>
                  <a:lnTo>
                    <a:pt x="1440" y="2171"/>
                  </a:lnTo>
                  <a:lnTo>
                    <a:pt x="1440" y="2174"/>
                  </a:lnTo>
                  <a:lnTo>
                    <a:pt x="1440" y="2178"/>
                  </a:lnTo>
                  <a:lnTo>
                    <a:pt x="1443" y="2181"/>
                  </a:lnTo>
                  <a:lnTo>
                    <a:pt x="1447" y="2185"/>
                  </a:lnTo>
                  <a:lnTo>
                    <a:pt x="1447" y="2189"/>
                  </a:lnTo>
                  <a:lnTo>
                    <a:pt x="1451" y="2192"/>
                  </a:lnTo>
                  <a:lnTo>
                    <a:pt x="1451" y="2196"/>
                  </a:lnTo>
                  <a:lnTo>
                    <a:pt x="1454" y="2199"/>
                  </a:lnTo>
                  <a:lnTo>
                    <a:pt x="1458" y="2203"/>
                  </a:lnTo>
                  <a:lnTo>
                    <a:pt x="1461" y="2207"/>
                  </a:lnTo>
                  <a:lnTo>
                    <a:pt x="1465" y="2210"/>
                  </a:lnTo>
                  <a:lnTo>
                    <a:pt x="1469" y="2207"/>
                  </a:lnTo>
                  <a:lnTo>
                    <a:pt x="1472" y="2207"/>
                  </a:lnTo>
                  <a:lnTo>
                    <a:pt x="1476" y="2203"/>
                  </a:lnTo>
                  <a:lnTo>
                    <a:pt x="1479" y="2199"/>
                  </a:lnTo>
                  <a:lnTo>
                    <a:pt x="1483" y="2196"/>
                  </a:lnTo>
                  <a:lnTo>
                    <a:pt x="1487" y="2192"/>
                  </a:lnTo>
                  <a:lnTo>
                    <a:pt x="1490" y="2189"/>
                  </a:lnTo>
                  <a:lnTo>
                    <a:pt x="1490" y="2185"/>
                  </a:lnTo>
                  <a:lnTo>
                    <a:pt x="1490" y="2181"/>
                  </a:lnTo>
                  <a:lnTo>
                    <a:pt x="1494" y="2178"/>
                  </a:lnTo>
                  <a:lnTo>
                    <a:pt x="1494" y="2174"/>
                  </a:lnTo>
                  <a:lnTo>
                    <a:pt x="1494" y="2171"/>
                  </a:lnTo>
                  <a:lnTo>
                    <a:pt x="1497" y="2167"/>
                  </a:lnTo>
                  <a:lnTo>
                    <a:pt x="1497" y="2163"/>
                  </a:lnTo>
                  <a:lnTo>
                    <a:pt x="1501" y="2160"/>
                  </a:lnTo>
                  <a:lnTo>
                    <a:pt x="1501" y="2156"/>
                  </a:lnTo>
                  <a:lnTo>
                    <a:pt x="1501" y="2153"/>
                  </a:lnTo>
                  <a:lnTo>
                    <a:pt x="1505" y="2145"/>
                  </a:lnTo>
                  <a:lnTo>
                    <a:pt x="1505" y="2142"/>
                  </a:lnTo>
                  <a:lnTo>
                    <a:pt x="1508" y="2138"/>
                  </a:lnTo>
                  <a:lnTo>
                    <a:pt x="1508" y="2131"/>
                  </a:lnTo>
                  <a:lnTo>
                    <a:pt x="1508" y="2127"/>
                  </a:lnTo>
                  <a:lnTo>
                    <a:pt x="1512" y="2124"/>
                  </a:lnTo>
                  <a:lnTo>
                    <a:pt x="1512" y="2117"/>
                  </a:lnTo>
                  <a:lnTo>
                    <a:pt x="1512" y="2113"/>
                  </a:lnTo>
                  <a:lnTo>
                    <a:pt x="1515" y="2106"/>
                  </a:lnTo>
                  <a:lnTo>
                    <a:pt x="1515" y="2099"/>
                  </a:lnTo>
                  <a:lnTo>
                    <a:pt x="1519" y="2095"/>
                  </a:lnTo>
                  <a:lnTo>
                    <a:pt x="1519" y="2088"/>
                  </a:lnTo>
                  <a:lnTo>
                    <a:pt x="1519" y="2081"/>
                  </a:lnTo>
                  <a:lnTo>
                    <a:pt x="1523" y="2077"/>
                  </a:lnTo>
                  <a:lnTo>
                    <a:pt x="1523" y="2070"/>
                  </a:lnTo>
                  <a:lnTo>
                    <a:pt x="1526" y="2063"/>
                  </a:lnTo>
                  <a:lnTo>
                    <a:pt x="1526" y="2055"/>
                  </a:lnTo>
                  <a:lnTo>
                    <a:pt x="1526" y="2052"/>
                  </a:lnTo>
                  <a:lnTo>
                    <a:pt x="1530" y="2045"/>
                  </a:lnTo>
                  <a:lnTo>
                    <a:pt x="1530" y="2037"/>
                  </a:lnTo>
                  <a:lnTo>
                    <a:pt x="1533" y="2030"/>
                  </a:lnTo>
                  <a:lnTo>
                    <a:pt x="1533" y="2023"/>
                  </a:lnTo>
                  <a:lnTo>
                    <a:pt x="1533" y="2016"/>
                  </a:lnTo>
                  <a:lnTo>
                    <a:pt x="1537" y="2009"/>
                  </a:lnTo>
                  <a:lnTo>
                    <a:pt x="1537" y="2005"/>
                  </a:lnTo>
                  <a:lnTo>
                    <a:pt x="1537" y="1998"/>
                  </a:lnTo>
                  <a:lnTo>
                    <a:pt x="1541" y="1991"/>
                  </a:lnTo>
                  <a:lnTo>
                    <a:pt x="1541" y="1983"/>
                  </a:lnTo>
                  <a:lnTo>
                    <a:pt x="1544" y="1976"/>
                  </a:lnTo>
                  <a:lnTo>
                    <a:pt x="1544" y="1969"/>
                  </a:lnTo>
                  <a:lnTo>
                    <a:pt x="1544" y="1962"/>
                  </a:lnTo>
                  <a:lnTo>
                    <a:pt x="1548" y="1955"/>
                  </a:lnTo>
                  <a:lnTo>
                    <a:pt x="1548" y="1947"/>
                  </a:lnTo>
                  <a:lnTo>
                    <a:pt x="1551" y="1940"/>
                  </a:lnTo>
                  <a:lnTo>
                    <a:pt x="1551" y="1937"/>
                  </a:lnTo>
                  <a:lnTo>
                    <a:pt x="1551" y="1929"/>
                  </a:lnTo>
                  <a:lnTo>
                    <a:pt x="1555" y="1922"/>
                  </a:lnTo>
                  <a:lnTo>
                    <a:pt x="1555" y="1915"/>
                  </a:lnTo>
                  <a:lnTo>
                    <a:pt x="1555" y="1908"/>
                  </a:lnTo>
                  <a:lnTo>
                    <a:pt x="1559" y="1901"/>
                  </a:lnTo>
                  <a:lnTo>
                    <a:pt x="1559" y="1893"/>
                  </a:lnTo>
                  <a:lnTo>
                    <a:pt x="1562" y="1890"/>
                  </a:lnTo>
                  <a:lnTo>
                    <a:pt x="1562" y="1883"/>
                  </a:lnTo>
                  <a:lnTo>
                    <a:pt x="1562" y="1875"/>
                  </a:lnTo>
                  <a:lnTo>
                    <a:pt x="1566" y="1872"/>
                  </a:lnTo>
                  <a:lnTo>
                    <a:pt x="1566" y="1865"/>
                  </a:lnTo>
                  <a:lnTo>
                    <a:pt x="1569" y="1857"/>
                  </a:lnTo>
                  <a:lnTo>
                    <a:pt x="1569" y="1854"/>
                  </a:lnTo>
                  <a:lnTo>
                    <a:pt x="1569" y="1847"/>
                  </a:lnTo>
                  <a:lnTo>
                    <a:pt x="1573" y="1843"/>
                  </a:lnTo>
                  <a:lnTo>
                    <a:pt x="1573" y="1836"/>
                  </a:lnTo>
                  <a:lnTo>
                    <a:pt x="1577" y="1832"/>
                  </a:lnTo>
                  <a:lnTo>
                    <a:pt x="1577" y="1825"/>
                  </a:lnTo>
                  <a:lnTo>
                    <a:pt x="1577" y="1821"/>
                  </a:lnTo>
                  <a:lnTo>
                    <a:pt x="1580" y="1818"/>
                  </a:lnTo>
                  <a:lnTo>
                    <a:pt x="1580" y="1811"/>
                  </a:lnTo>
                  <a:lnTo>
                    <a:pt x="1580" y="1807"/>
                  </a:lnTo>
                  <a:lnTo>
                    <a:pt x="1584" y="1803"/>
                  </a:lnTo>
                  <a:lnTo>
                    <a:pt x="1584" y="1800"/>
                  </a:lnTo>
                  <a:lnTo>
                    <a:pt x="1587" y="1796"/>
                  </a:lnTo>
                  <a:lnTo>
                    <a:pt x="1587" y="1793"/>
                  </a:lnTo>
                  <a:lnTo>
                    <a:pt x="1587" y="1789"/>
                  </a:lnTo>
                  <a:lnTo>
                    <a:pt x="1591" y="1785"/>
                  </a:lnTo>
                  <a:lnTo>
                    <a:pt x="1591" y="1782"/>
                  </a:lnTo>
                  <a:lnTo>
                    <a:pt x="1595" y="1778"/>
                  </a:lnTo>
                  <a:lnTo>
                    <a:pt x="1595" y="1775"/>
                  </a:lnTo>
                  <a:lnTo>
                    <a:pt x="1598" y="1771"/>
                  </a:lnTo>
                  <a:lnTo>
                    <a:pt x="1602" y="1767"/>
                  </a:lnTo>
                  <a:lnTo>
                    <a:pt x="1605" y="1764"/>
                  </a:lnTo>
                  <a:lnTo>
                    <a:pt x="1609" y="1764"/>
                  </a:lnTo>
                  <a:lnTo>
                    <a:pt x="1613" y="1767"/>
                  </a:lnTo>
                  <a:lnTo>
                    <a:pt x="1616" y="1767"/>
                  </a:lnTo>
                  <a:lnTo>
                    <a:pt x="1620" y="1771"/>
                  </a:lnTo>
                  <a:lnTo>
                    <a:pt x="1620" y="1775"/>
                  </a:lnTo>
                  <a:lnTo>
                    <a:pt x="1623" y="1778"/>
                  </a:lnTo>
                  <a:lnTo>
                    <a:pt x="1623" y="1782"/>
                  </a:lnTo>
                  <a:lnTo>
                    <a:pt x="1627" y="1785"/>
                  </a:lnTo>
                  <a:lnTo>
                    <a:pt x="1627" y="1789"/>
                  </a:lnTo>
                  <a:lnTo>
                    <a:pt x="1631" y="1793"/>
                  </a:lnTo>
                  <a:lnTo>
                    <a:pt x="1631" y="1796"/>
                  </a:lnTo>
                  <a:lnTo>
                    <a:pt x="1631" y="1803"/>
                  </a:lnTo>
                  <a:lnTo>
                    <a:pt x="1634" y="1807"/>
                  </a:lnTo>
                  <a:lnTo>
                    <a:pt x="1634" y="1811"/>
                  </a:lnTo>
                  <a:lnTo>
                    <a:pt x="1638" y="1818"/>
                  </a:lnTo>
                  <a:lnTo>
                    <a:pt x="1638" y="1821"/>
                  </a:lnTo>
                  <a:lnTo>
                    <a:pt x="1638" y="1829"/>
                  </a:lnTo>
                  <a:lnTo>
                    <a:pt x="1641" y="1832"/>
                  </a:lnTo>
                  <a:lnTo>
                    <a:pt x="1641" y="1839"/>
                  </a:lnTo>
                  <a:lnTo>
                    <a:pt x="1641" y="1847"/>
                  </a:lnTo>
                  <a:lnTo>
                    <a:pt x="1645" y="1850"/>
                  </a:lnTo>
                  <a:lnTo>
                    <a:pt x="1645" y="1857"/>
                  </a:lnTo>
                  <a:lnTo>
                    <a:pt x="1649" y="1865"/>
                  </a:lnTo>
                  <a:lnTo>
                    <a:pt x="1649" y="1872"/>
                  </a:lnTo>
                  <a:lnTo>
                    <a:pt x="1649" y="1879"/>
                  </a:lnTo>
                  <a:lnTo>
                    <a:pt x="1652" y="1886"/>
                  </a:lnTo>
                  <a:lnTo>
                    <a:pt x="1652" y="1897"/>
                  </a:lnTo>
                  <a:lnTo>
                    <a:pt x="1656" y="1904"/>
                  </a:lnTo>
                  <a:lnTo>
                    <a:pt x="1656" y="1911"/>
                  </a:lnTo>
                  <a:lnTo>
                    <a:pt x="1656" y="1922"/>
                  </a:lnTo>
                  <a:lnTo>
                    <a:pt x="1659" y="1929"/>
                  </a:lnTo>
                  <a:lnTo>
                    <a:pt x="1659" y="1937"/>
                  </a:lnTo>
                  <a:lnTo>
                    <a:pt x="1663" y="1947"/>
                  </a:lnTo>
                  <a:lnTo>
                    <a:pt x="1663" y="1955"/>
                  </a:lnTo>
                  <a:lnTo>
                    <a:pt x="1663" y="1965"/>
                  </a:lnTo>
                  <a:lnTo>
                    <a:pt x="1667" y="1976"/>
                  </a:lnTo>
                  <a:lnTo>
                    <a:pt x="1667" y="1983"/>
                  </a:lnTo>
                  <a:lnTo>
                    <a:pt x="1667" y="1994"/>
                  </a:lnTo>
                  <a:lnTo>
                    <a:pt x="1670" y="2005"/>
                  </a:lnTo>
                  <a:lnTo>
                    <a:pt x="1670" y="2012"/>
                  </a:lnTo>
                  <a:lnTo>
                    <a:pt x="1674" y="2023"/>
                  </a:lnTo>
                  <a:lnTo>
                    <a:pt x="1674" y="2034"/>
                  </a:lnTo>
                  <a:lnTo>
                    <a:pt x="1674" y="2045"/>
                  </a:lnTo>
                  <a:lnTo>
                    <a:pt x="1677" y="2055"/>
                  </a:lnTo>
                  <a:lnTo>
                    <a:pt x="1677" y="2066"/>
                  </a:lnTo>
                  <a:lnTo>
                    <a:pt x="1681" y="2077"/>
                  </a:lnTo>
                  <a:lnTo>
                    <a:pt x="1681" y="2088"/>
                  </a:lnTo>
                  <a:lnTo>
                    <a:pt x="1681" y="2095"/>
                  </a:lnTo>
                  <a:lnTo>
                    <a:pt x="1685" y="2106"/>
                  </a:lnTo>
                  <a:lnTo>
                    <a:pt x="1685" y="2117"/>
                  </a:lnTo>
                  <a:lnTo>
                    <a:pt x="1685" y="2127"/>
                  </a:lnTo>
                  <a:lnTo>
                    <a:pt x="1688" y="2138"/>
                  </a:lnTo>
                  <a:lnTo>
                    <a:pt x="1688" y="2149"/>
                  </a:lnTo>
                  <a:lnTo>
                    <a:pt x="1692" y="2160"/>
                  </a:lnTo>
                  <a:lnTo>
                    <a:pt x="1692" y="2171"/>
                  </a:lnTo>
                  <a:lnTo>
                    <a:pt x="1692" y="2181"/>
                  </a:lnTo>
                  <a:lnTo>
                    <a:pt x="1695" y="2192"/>
                  </a:lnTo>
                  <a:lnTo>
                    <a:pt x="1695" y="2203"/>
                  </a:lnTo>
                  <a:lnTo>
                    <a:pt x="1699" y="2214"/>
                  </a:lnTo>
                  <a:lnTo>
                    <a:pt x="1699" y="2225"/>
                  </a:lnTo>
                  <a:lnTo>
                    <a:pt x="1699" y="2235"/>
                  </a:lnTo>
                  <a:lnTo>
                    <a:pt x="1703" y="2243"/>
                  </a:lnTo>
                  <a:lnTo>
                    <a:pt x="1703" y="2253"/>
                  </a:lnTo>
                  <a:lnTo>
                    <a:pt x="1706" y="2264"/>
                  </a:lnTo>
                  <a:lnTo>
                    <a:pt x="1706" y="2275"/>
                  </a:lnTo>
                  <a:lnTo>
                    <a:pt x="1706" y="2286"/>
                  </a:lnTo>
                  <a:lnTo>
                    <a:pt x="1710" y="2293"/>
                  </a:lnTo>
                  <a:lnTo>
                    <a:pt x="1710" y="2304"/>
                  </a:lnTo>
                  <a:lnTo>
                    <a:pt x="1710" y="2311"/>
                  </a:lnTo>
                  <a:lnTo>
                    <a:pt x="1713" y="2322"/>
                  </a:lnTo>
                  <a:lnTo>
                    <a:pt x="1713" y="2329"/>
                  </a:lnTo>
                  <a:lnTo>
                    <a:pt x="1717" y="2340"/>
                  </a:lnTo>
                  <a:lnTo>
                    <a:pt x="1717" y="2347"/>
                  </a:lnTo>
                  <a:lnTo>
                    <a:pt x="1717" y="2354"/>
                  </a:lnTo>
                  <a:lnTo>
                    <a:pt x="1721" y="2365"/>
                  </a:lnTo>
                  <a:lnTo>
                    <a:pt x="1721" y="2372"/>
                  </a:lnTo>
                  <a:lnTo>
                    <a:pt x="1724" y="2379"/>
                  </a:lnTo>
                  <a:lnTo>
                    <a:pt x="1724" y="2387"/>
                  </a:lnTo>
                  <a:lnTo>
                    <a:pt x="1724" y="2394"/>
                  </a:lnTo>
                  <a:lnTo>
                    <a:pt x="1728" y="2401"/>
                  </a:lnTo>
                  <a:lnTo>
                    <a:pt x="1728" y="2408"/>
                  </a:lnTo>
                  <a:lnTo>
                    <a:pt x="1728" y="2412"/>
                  </a:lnTo>
                  <a:lnTo>
                    <a:pt x="1731" y="2419"/>
                  </a:lnTo>
                  <a:lnTo>
                    <a:pt x="1731" y="2423"/>
                  </a:lnTo>
                  <a:lnTo>
                    <a:pt x="1735" y="2430"/>
                  </a:lnTo>
                  <a:lnTo>
                    <a:pt x="1735" y="2433"/>
                  </a:lnTo>
                  <a:lnTo>
                    <a:pt x="1735" y="2437"/>
                  </a:lnTo>
                  <a:lnTo>
                    <a:pt x="1739" y="2444"/>
                  </a:lnTo>
                  <a:lnTo>
                    <a:pt x="1739" y="2448"/>
                  </a:lnTo>
                  <a:lnTo>
                    <a:pt x="1742" y="2451"/>
                  </a:lnTo>
                  <a:lnTo>
                    <a:pt x="1742" y="2455"/>
                  </a:lnTo>
                  <a:lnTo>
                    <a:pt x="1746" y="2459"/>
                  </a:lnTo>
                  <a:lnTo>
                    <a:pt x="1749" y="2462"/>
                  </a:lnTo>
                  <a:lnTo>
                    <a:pt x="1753" y="2462"/>
                  </a:lnTo>
                  <a:lnTo>
                    <a:pt x="1757" y="2459"/>
                  </a:lnTo>
                  <a:lnTo>
                    <a:pt x="1760" y="2455"/>
                  </a:lnTo>
                  <a:lnTo>
                    <a:pt x="1760" y="2451"/>
                  </a:lnTo>
                  <a:lnTo>
                    <a:pt x="1764" y="2448"/>
                  </a:lnTo>
                  <a:lnTo>
                    <a:pt x="1764" y="2444"/>
                  </a:lnTo>
                  <a:lnTo>
                    <a:pt x="1767" y="2441"/>
                  </a:lnTo>
                  <a:lnTo>
                    <a:pt x="1767" y="2437"/>
                  </a:lnTo>
                  <a:lnTo>
                    <a:pt x="1767" y="2430"/>
                  </a:lnTo>
                  <a:lnTo>
                    <a:pt x="1771" y="2426"/>
                  </a:lnTo>
                  <a:lnTo>
                    <a:pt x="1771" y="2419"/>
                  </a:lnTo>
                  <a:lnTo>
                    <a:pt x="1775" y="2412"/>
                  </a:lnTo>
                  <a:lnTo>
                    <a:pt x="1775" y="2405"/>
                  </a:lnTo>
                  <a:lnTo>
                    <a:pt x="1775" y="2397"/>
                  </a:lnTo>
                  <a:lnTo>
                    <a:pt x="1778" y="2387"/>
                  </a:lnTo>
                  <a:lnTo>
                    <a:pt x="1778" y="2379"/>
                  </a:lnTo>
                  <a:lnTo>
                    <a:pt x="1778" y="2369"/>
                  </a:lnTo>
                  <a:lnTo>
                    <a:pt x="1782" y="2361"/>
                  </a:lnTo>
                  <a:lnTo>
                    <a:pt x="1782" y="2351"/>
                  </a:lnTo>
                  <a:lnTo>
                    <a:pt x="1785" y="2340"/>
                  </a:lnTo>
                  <a:lnTo>
                    <a:pt x="1785" y="2329"/>
                  </a:lnTo>
                  <a:lnTo>
                    <a:pt x="1785" y="2315"/>
                  </a:lnTo>
                  <a:lnTo>
                    <a:pt x="1789" y="2304"/>
                  </a:lnTo>
                  <a:lnTo>
                    <a:pt x="1789" y="2293"/>
                  </a:lnTo>
                  <a:lnTo>
                    <a:pt x="1793" y="2279"/>
                  </a:lnTo>
                  <a:lnTo>
                    <a:pt x="1793" y="2264"/>
                  </a:lnTo>
                  <a:lnTo>
                    <a:pt x="1793" y="2250"/>
                  </a:lnTo>
                  <a:lnTo>
                    <a:pt x="1796" y="2235"/>
                  </a:lnTo>
                  <a:lnTo>
                    <a:pt x="1796" y="2221"/>
                  </a:lnTo>
                  <a:lnTo>
                    <a:pt x="1796" y="2203"/>
                  </a:lnTo>
                  <a:lnTo>
                    <a:pt x="1800" y="2189"/>
                  </a:lnTo>
                  <a:lnTo>
                    <a:pt x="1800" y="2171"/>
                  </a:lnTo>
                  <a:lnTo>
                    <a:pt x="1803" y="2156"/>
                  </a:lnTo>
                  <a:lnTo>
                    <a:pt x="1803" y="2138"/>
                  </a:lnTo>
                  <a:lnTo>
                    <a:pt x="1803" y="2120"/>
                  </a:lnTo>
                  <a:lnTo>
                    <a:pt x="1807" y="2102"/>
                  </a:lnTo>
                  <a:lnTo>
                    <a:pt x="1807" y="2084"/>
                  </a:lnTo>
                  <a:lnTo>
                    <a:pt x="1811" y="2063"/>
                  </a:lnTo>
                  <a:lnTo>
                    <a:pt x="1811" y="2045"/>
                  </a:lnTo>
                  <a:lnTo>
                    <a:pt x="1811" y="2023"/>
                  </a:lnTo>
                  <a:lnTo>
                    <a:pt x="1814" y="2005"/>
                  </a:lnTo>
                  <a:lnTo>
                    <a:pt x="1814" y="1983"/>
                  </a:lnTo>
                  <a:lnTo>
                    <a:pt x="1818" y="1962"/>
                  </a:lnTo>
                  <a:lnTo>
                    <a:pt x="1818" y="1940"/>
                  </a:lnTo>
                  <a:lnTo>
                    <a:pt x="1818" y="1919"/>
                  </a:lnTo>
                  <a:lnTo>
                    <a:pt x="1821" y="1897"/>
                  </a:lnTo>
                  <a:lnTo>
                    <a:pt x="1821" y="1872"/>
                  </a:lnTo>
                  <a:lnTo>
                    <a:pt x="1821" y="1850"/>
                  </a:lnTo>
                  <a:lnTo>
                    <a:pt x="1825" y="1825"/>
                  </a:lnTo>
                  <a:lnTo>
                    <a:pt x="1825" y="1803"/>
                  </a:lnTo>
                  <a:lnTo>
                    <a:pt x="1829" y="1778"/>
                  </a:lnTo>
                  <a:lnTo>
                    <a:pt x="1829" y="1753"/>
                  </a:lnTo>
                  <a:lnTo>
                    <a:pt x="1829" y="1731"/>
                  </a:lnTo>
                  <a:lnTo>
                    <a:pt x="1832" y="1706"/>
                  </a:lnTo>
                  <a:lnTo>
                    <a:pt x="1832" y="1681"/>
                  </a:lnTo>
                  <a:lnTo>
                    <a:pt x="1836" y="1656"/>
                  </a:lnTo>
                  <a:lnTo>
                    <a:pt x="1836" y="1631"/>
                  </a:lnTo>
                  <a:lnTo>
                    <a:pt x="1836" y="1602"/>
                  </a:lnTo>
                  <a:lnTo>
                    <a:pt x="1839" y="1577"/>
                  </a:lnTo>
                  <a:lnTo>
                    <a:pt x="1839" y="1551"/>
                  </a:lnTo>
                  <a:lnTo>
                    <a:pt x="1839" y="1523"/>
                  </a:lnTo>
                  <a:lnTo>
                    <a:pt x="1843" y="1497"/>
                  </a:lnTo>
                  <a:lnTo>
                    <a:pt x="1843" y="1472"/>
                  </a:lnTo>
                  <a:lnTo>
                    <a:pt x="1847" y="1443"/>
                  </a:lnTo>
                  <a:lnTo>
                    <a:pt x="1847" y="1418"/>
                  </a:lnTo>
                  <a:lnTo>
                    <a:pt x="1847" y="1389"/>
                  </a:lnTo>
                  <a:lnTo>
                    <a:pt x="1850" y="1361"/>
                  </a:lnTo>
                  <a:lnTo>
                    <a:pt x="1850" y="1335"/>
                  </a:lnTo>
                  <a:lnTo>
                    <a:pt x="1854" y="1307"/>
                  </a:lnTo>
                  <a:lnTo>
                    <a:pt x="1854" y="1281"/>
                  </a:lnTo>
                  <a:lnTo>
                    <a:pt x="1854" y="1253"/>
                  </a:lnTo>
                  <a:lnTo>
                    <a:pt x="1857" y="1224"/>
                  </a:lnTo>
                  <a:lnTo>
                    <a:pt x="1857" y="1195"/>
                  </a:lnTo>
                  <a:lnTo>
                    <a:pt x="1861" y="1170"/>
                  </a:lnTo>
                  <a:lnTo>
                    <a:pt x="1861" y="1141"/>
                  </a:lnTo>
                  <a:lnTo>
                    <a:pt x="1861" y="1112"/>
                  </a:lnTo>
                  <a:lnTo>
                    <a:pt x="1865" y="1087"/>
                  </a:lnTo>
                  <a:lnTo>
                    <a:pt x="1865" y="1058"/>
                  </a:lnTo>
                  <a:lnTo>
                    <a:pt x="1865" y="1029"/>
                  </a:lnTo>
                  <a:lnTo>
                    <a:pt x="1868" y="1004"/>
                  </a:lnTo>
                  <a:lnTo>
                    <a:pt x="1868" y="975"/>
                  </a:lnTo>
                  <a:lnTo>
                    <a:pt x="1872" y="950"/>
                  </a:lnTo>
                  <a:lnTo>
                    <a:pt x="1872" y="921"/>
                  </a:lnTo>
                  <a:lnTo>
                    <a:pt x="1872" y="896"/>
                  </a:lnTo>
                  <a:lnTo>
                    <a:pt x="1875" y="867"/>
                  </a:lnTo>
                  <a:lnTo>
                    <a:pt x="1875" y="842"/>
                  </a:lnTo>
                  <a:lnTo>
                    <a:pt x="1879" y="813"/>
                  </a:lnTo>
                  <a:lnTo>
                    <a:pt x="1879" y="788"/>
                  </a:lnTo>
                  <a:lnTo>
                    <a:pt x="1879" y="763"/>
                  </a:lnTo>
                  <a:lnTo>
                    <a:pt x="1883" y="738"/>
                  </a:lnTo>
                  <a:lnTo>
                    <a:pt x="1883" y="709"/>
                  </a:lnTo>
                  <a:lnTo>
                    <a:pt x="1883" y="684"/>
                  </a:lnTo>
                  <a:lnTo>
                    <a:pt x="1886" y="659"/>
                  </a:lnTo>
                  <a:lnTo>
                    <a:pt x="1886" y="637"/>
                  </a:lnTo>
                  <a:lnTo>
                    <a:pt x="1890" y="612"/>
                  </a:lnTo>
                  <a:lnTo>
                    <a:pt x="1890" y="587"/>
                  </a:lnTo>
                  <a:lnTo>
                    <a:pt x="1890" y="562"/>
                  </a:lnTo>
                  <a:lnTo>
                    <a:pt x="1893" y="540"/>
                  </a:lnTo>
                  <a:lnTo>
                    <a:pt x="1893" y="515"/>
                  </a:lnTo>
                  <a:lnTo>
                    <a:pt x="1897" y="493"/>
                  </a:lnTo>
                  <a:lnTo>
                    <a:pt x="1897" y="472"/>
                  </a:lnTo>
                  <a:lnTo>
                    <a:pt x="1897" y="450"/>
                  </a:lnTo>
                  <a:lnTo>
                    <a:pt x="1901" y="428"/>
                  </a:lnTo>
                  <a:lnTo>
                    <a:pt x="1901" y="407"/>
                  </a:lnTo>
                  <a:lnTo>
                    <a:pt x="1904" y="385"/>
                  </a:lnTo>
                  <a:lnTo>
                    <a:pt x="1904" y="364"/>
                  </a:lnTo>
                  <a:lnTo>
                    <a:pt x="1904" y="346"/>
                  </a:lnTo>
                  <a:lnTo>
                    <a:pt x="1908" y="324"/>
                  </a:lnTo>
                  <a:lnTo>
                    <a:pt x="1908" y="306"/>
                  </a:lnTo>
                  <a:lnTo>
                    <a:pt x="1908" y="288"/>
                  </a:lnTo>
                  <a:lnTo>
                    <a:pt x="1911" y="270"/>
                  </a:lnTo>
                  <a:lnTo>
                    <a:pt x="1911" y="252"/>
                  </a:lnTo>
                  <a:lnTo>
                    <a:pt x="1915" y="234"/>
                  </a:lnTo>
                  <a:lnTo>
                    <a:pt x="1915" y="220"/>
                  </a:lnTo>
                  <a:lnTo>
                    <a:pt x="1915" y="202"/>
                  </a:lnTo>
                  <a:lnTo>
                    <a:pt x="1919" y="187"/>
                  </a:lnTo>
                  <a:lnTo>
                    <a:pt x="1919" y="173"/>
                  </a:lnTo>
                  <a:lnTo>
                    <a:pt x="1922" y="158"/>
                  </a:lnTo>
                  <a:lnTo>
                    <a:pt x="1922" y="144"/>
                  </a:lnTo>
                  <a:lnTo>
                    <a:pt x="1922" y="133"/>
                  </a:lnTo>
                  <a:lnTo>
                    <a:pt x="1926" y="119"/>
                  </a:lnTo>
                  <a:lnTo>
                    <a:pt x="1926" y="108"/>
                  </a:lnTo>
                  <a:lnTo>
                    <a:pt x="1926" y="97"/>
                  </a:lnTo>
                  <a:lnTo>
                    <a:pt x="1929" y="86"/>
                  </a:lnTo>
                  <a:lnTo>
                    <a:pt x="1929" y="76"/>
                  </a:lnTo>
                  <a:lnTo>
                    <a:pt x="1933" y="65"/>
                  </a:lnTo>
                  <a:lnTo>
                    <a:pt x="1933" y="58"/>
                  </a:lnTo>
                  <a:lnTo>
                    <a:pt x="1933" y="50"/>
                  </a:lnTo>
                  <a:lnTo>
                    <a:pt x="1937" y="40"/>
                  </a:lnTo>
                  <a:lnTo>
                    <a:pt x="1937" y="36"/>
                  </a:lnTo>
                  <a:lnTo>
                    <a:pt x="1940" y="29"/>
                  </a:lnTo>
                  <a:lnTo>
                    <a:pt x="1940" y="22"/>
                  </a:lnTo>
                  <a:lnTo>
                    <a:pt x="1940" y="18"/>
                  </a:lnTo>
                  <a:lnTo>
                    <a:pt x="1944" y="14"/>
                  </a:lnTo>
                  <a:lnTo>
                    <a:pt x="1944" y="11"/>
                  </a:lnTo>
                  <a:lnTo>
                    <a:pt x="1947" y="7"/>
                  </a:lnTo>
                  <a:lnTo>
                    <a:pt x="1947" y="4"/>
                  </a:lnTo>
                  <a:lnTo>
                    <a:pt x="195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9" name="Freeform 107"/>
            <p:cNvSpPr>
              <a:spLocks/>
            </p:cNvSpPr>
            <p:nvPr/>
          </p:nvSpPr>
          <p:spPr bwMode="auto">
            <a:xfrm>
              <a:off x="2700" y="1048"/>
              <a:ext cx="2477" cy="2462"/>
            </a:xfrm>
            <a:custGeom>
              <a:avLst/>
              <a:gdLst/>
              <a:ahLst/>
              <a:cxnLst>
                <a:cxn ang="0">
                  <a:pos x="25" y="108"/>
                </a:cxn>
                <a:cxn ang="0">
                  <a:pos x="50" y="385"/>
                </a:cxn>
                <a:cxn ang="0">
                  <a:pos x="72" y="788"/>
                </a:cxn>
                <a:cxn ang="0">
                  <a:pos x="97" y="1253"/>
                </a:cxn>
                <a:cxn ang="0">
                  <a:pos x="119" y="1706"/>
                </a:cxn>
                <a:cxn ang="0">
                  <a:pos x="144" y="2084"/>
                </a:cxn>
                <a:cxn ang="0">
                  <a:pos x="169" y="2340"/>
                </a:cxn>
                <a:cxn ang="0">
                  <a:pos x="191" y="2455"/>
                </a:cxn>
                <a:cxn ang="0">
                  <a:pos x="227" y="2394"/>
                </a:cxn>
                <a:cxn ang="0">
                  <a:pos x="248" y="2243"/>
                </a:cxn>
                <a:cxn ang="0">
                  <a:pos x="274" y="2066"/>
                </a:cxn>
                <a:cxn ang="0">
                  <a:pos x="299" y="1904"/>
                </a:cxn>
                <a:cxn ang="0">
                  <a:pos x="320" y="1796"/>
                </a:cxn>
                <a:cxn ang="0">
                  <a:pos x="364" y="1789"/>
                </a:cxn>
                <a:cxn ang="0">
                  <a:pos x="385" y="1872"/>
                </a:cxn>
                <a:cxn ang="0">
                  <a:pos x="410" y="1983"/>
                </a:cxn>
                <a:cxn ang="0">
                  <a:pos x="432" y="2095"/>
                </a:cxn>
                <a:cxn ang="0">
                  <a:pos x="457" y="2174"/>
                </a:cxn>
                <a:cxn ang="0">
                  <a:pos x="504" y="2189"/>
                </a:cxn>
                <a:cxn ang="0">
                  <a:pos x="529" y="2124"/>
                </a:cxn>
                <a:cxn ang="0">
                  <a:pos x="554" y="2037"/>
                </a:cxn>
                <a:cxn ang="0">
                  <a:pos x="576" y="1958"/>
                </a:cxn>
                <a:cxn ang="0">
                  <a:pos x="605" y="1893"/>
                </a:cxn>
                <a:cxn ang="0">
                  <a:pos x="655" y="1915"/>
                </a:cxn>
                <a:cxn ang="0">
                  <a:pos x="680" y="1980"/>
                </a:cxn>
                <a:cxn ang="0">
                  <a:pos x="706" y="2048"/>
                </a:cxn>
                <a:cxn ang="0">
                  <a:pos x="731" y="2109"/>
                </a:cxn>
                <a:cxn ang="0">
                  <a:pos x="785" y="2127"/>
                </a:cxn>
                <a:cxn ang="0">
                  <a:pos x="817" y="2066"/>
                </a:cxn>
                <a:cxn ang="0">
                  <a:pos x="846" y="2005"/>
                </a:cxn>
                <a:cxn ang="0">
                  <a:pos x="878" y="1944"/>
                </a:cxn>
                <a:cxn ang="0">
                  <a:pos x="936" y="1947"/>
                </a:cxn>
                <a:cxn ang="0">
                  <a:pos x="968" y="2009"/>
                </a:cxn>
                <a:cxn ang="0">
                  <a:pos x="1001" y="2070"/>
                </a:cxn>
                <a:cxn ang="0">
                  <a:pos x="1055" y="2106"/>
                </a:cxn>
                <a:cxn ang="0">
                  <a:pos x="1102" y="2048"/>
                </a:cxn>
                <a:cxn ang="0">
                  <a:pos x="1138" y="1987"/>
                </a:cxn>
                <a:cxn ang="0">
                  <a:pos x="1192" y="1951"/>
                </a:cxn>
                <a:cxn ang="0">
                  <a:pos x="1242" y="2005"/>
                </a:cxn>
                <a:cxn ang="0">
                  <a:pos x="1285" y="2066"/>
                </a:cxn>
                <a:cxn ang="0">
                  <a:pos x="1343" y="2084"/>
                </a:cxn>
                <a:cxn ang="0">
                  <a:pos x="1393" y="2027"/>
                </a:cxn>
                <a:cxn ang="0">
                  <a:pos x="1444" y="1969"/>
                </a:cxn>
                <a:cxn ang="0">
                  <a:pos x="1505" y="1987"/>
                </a:cxn>
                <a:cxn ang="0">
                  <a:pos x="1552" y="2048"/>
                </a:cxn>
                <a:cxn ang="0">
                  <a:pos x="1613" y="2077"/>
                </a:cxn>
                <a:cxn ang="0">
                  <a:pos x="1670" y="2027"/>
                </a:cxn>
                <a:cxn ang="0">
                  <a:pos x="1728" y="1976"/>
                </a:cxn>
                <a:cxn ang="0">
                  <a:pos x="1789" y="2001"/>
                </a:cxn>
                <a:cxn ang="0">
                  <a:pos x="1850" y="2063"/>
                </a:cxn>
                <a:cxn ang="0">
                  <a:pos x="1912" y="2059"/>
                </a:cxn>
                <a:cxn ang="0">
                  <a:pos x="1973" y="2001"/>
                </a:cxn>
                <a:cxn ang="0">
                  <a:pos x="2034" y="1983"/>
                </a:cxn>
                <a:cxn ang="0">
                  <a:pos x="2095" y="2030"/>
                </a:cxn>
                <a:cxn ang="0">
                  <a:pos x="2156" y="2066"/>
                </a:cxn>
                <a:cxn ang="0">
                  <a:pos x="2218" y="2034"/>
                </a:cxn>
                <a:cxn ang="0">
                  <a:pos x="2279" y="1991"/>
                </a:cxn>
                <a:cxn ang="0">
                  <a:pos x="2340" y="2001"/>
                </a:cxn>
                <a:cxn ang="0">
                  <a:pos x="2401" y="2048"/>
                </a:cxn>
                <a:cxn ang="0">
                  <a:pos x="2462" y="2055"/>
                </a:cxn>
              </a:cxnLst>
              <a:rect l="0" t="0" r="r" b="b"/>
              <a:pathLst>
                <a:path w="2477" h="2462">
                  <a:moveTo>
                    <a:pt x="0" y="0"/>
                  </a:moveTo>
                  <a:lnTo>
                    <a:pt x="4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4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32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40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8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6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83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4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101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9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6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7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9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7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12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30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6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4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81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2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9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7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4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5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7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5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3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10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8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6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4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5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33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40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1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3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601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3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62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70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8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6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3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31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7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60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8" y="1962"/>
                  </a:lnTo>
                  <a:lnTo>
                    <a:pt x="868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7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4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5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7" y="2063"/>
                  </a:lnTo>
                  <a:lnTo>
                    <a:pt x="997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4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102" y="2052"/>
                  </a:lnTo>
                  <a:lnTo>
                    <a:pt x="1102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20" y="2019"/>
                  </a:lnTo>
                  <a:lnTo>
                    <a:pt x="1120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5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31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6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4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91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7" y="2073"/>
                  </a:lnTo>
                  <a:lnTo>
                    <a:pt x="1361" y="2070"/>
                  </a:lnTo>
                  <a:lnTo>
                    <a:pt x="1364" y="2066"/>
                  </a:lnTo>
                  <a:lnTo>
                    <a:pt x="1368" y="2063"/>
                  </a:lnTo>
                  <a:lnTo>
                    <a:pt x="1372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9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4" y="1969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2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76"/>
                  </a:lnTo>
                  <a:lnTo>
                    <a:pt x="1498" y="1980"/>
                  </a:lnTo>
                  <a:lnTo>
                    <a:pt x="1501" y="1983"/>
                  </a:lnTo>
                  <a:lnTo>
                    <a:pt x="1505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6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7" y="2027"/>
                  </a:lnTo>
                  <a:lnTo>
                    <a:pt x="1541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52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77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81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6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70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81" y="2016"/>
                  </a:lnTo>
                  <a:lnTo>
                    <a:pt x="1685" y="2012"/>
                  </a:lnTo>
                  <a:lnTo>
                    <a:pt x="1688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6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3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8"/>
                  </a:lnTo>
                  <a:lnTo>
                    <a:pt x="1984" y="1994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3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3"/>
                  </a:lnTo>
                  <a:lnTo>
                    <a:pt x="2045" y="1987"/>
                  </a:lnTo>
                  <a:lnTo>
                    <a:pt x="2048" y="1987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59" y="1998"/>
                  </a:lnTo>
                  <a:lnTo>
                    <a:pt x="2063" y="1998"/>
                  </a:lnTo>
                  <a:lnTo>
                    <a:pt x="2066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5" y="2030"/>
                  </a:lnTo>
                  <a:lnTo>
                    <a:pt x="2099" y="2030"/>
                  </a:lnTo>
                  <a:lnTo>
                    <a:pt x="2102" y="2034"/>
                  </a:lnTo>
                  <a:lnTo>
                    <a:pt x="2106" y="2037"/>
                  </a:lnTo>
                  <a:lnTo>
                    <a:pt x="2110" y="2041"/>
                  </a:lnTo>
                  <a:lnTo>
                    <a:pt x="2113" y="2045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2"/>
                  </a:lnTo>
                  <a:lnTo>
                    <a:pt x="2128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7" y="2066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5" y="2059"/>
                  </a:lnTo>
                  <a:lnTo>
                    <a:pt x="2189" y="2055"/>
                  </a:lnTo>
                  <a:lnTo>
                    <a:pt x="2192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3" y="2048"/>
                  </a:lnTo>
                  <a:lnTo>
                    <a:pt x="2207" y="2045"/>
                  </a:lnTo>
                  <a:lnTo>
                    <a:pt x="2210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7"/>
                  </a:lnTo>
                  <a:lnTo>
                    <a:pt x="2232" y="2023"/>
                  </a:lnTo>
                  <a:lnTo>
                    <a:pt x="2236" y="2019"/>
                  </a:lnTo>
                  <a:lnTo>
                    <a:pt x="2239" y="2016"/>
                  </a:lnTo>
                  <a:lnTo>
                    <a:pt x="2243" y="2012"/>
                  </a:lnTo>
                  <a:lnTo>
                    <a:pt x="2246" y="2009"/>
                  </a:lnTo>
                  <a:lnTo>
                    <a:pt x="2250" y="2005"/>
                  </a:lnTo>
                  <a:lnTo>
                    <a:pt x="2254" y="2005"/>
                  </a:lnTo>
                  <a:lnTo>
                    <a:pt x="2257" y="2001"/>
                  </a:lnTo>
                  <a:lnTo>
                    <a:pt x="2261" y="1998"/>
                  </a:lnTo>
                  <a:lnTo>
                    <a:pt x="2264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5" y="1991"/>
                  </a:lnTo>
                  <a:lnTo>
                    <a:pt x="2279" y="1991"/>
                  </a:lnTo>
                  <a:lnTo>
                    <a:pt x="2282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3" y="1983"/>
                  </a:lnTo>
                  <a:lnTo>
                    <a:pt x="2297" y="1983"/>
                  </a:lnTo>
                  <a:lnTo>
                    <a:pt x="2300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1" y="1987"/>
                  </a:lnTo>
                  <a:lnTo>
                    <a:pt x="2315" y="1987"/>
                  </a:lnTo>
                  <a:lnTo>
                    <a:pt x="2318" y="1991"/>
                  </a:lnTo>
                  <a:lnTo>
                    <a:pt x="2322" y="1991"/>
                  </a:lnTo>
                  <a:lnTo>
                    <a:pt x="2326" y="1991"/>
                  </a:lnTo>
                  <a:lnTo>
                    <a:pt x="2329" y="1994"/>
                  </a:lnTo>
                  <a:lnTo>
                    <a:pt x="2333" y="1994"/>
                  </a:lnTo>
                  <a:lnTo>
                    <a:pt x="2336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7" y="2005"/>
                  </a:lnTo>
                  <a:lnTo>
                    <a:pt x="2351" y="2009"/>
                  </a:lnTo>
                  <a:lnTo>
                    <a:pt x="2354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5" y="2019"/>
                  </a:lnTo>
                  <a:lnTo>
                    <a:pt x="2369" y="2023"/>
                  </a:lnTo>
                  <a:lnTo>
                    <a:pt x="2372" y="2027"/>
                  </a:lnTo>
                  <a:lnTo>
                    <a:pt x="2376" y="2030"/>
                  </a:lnTo>
                  <a:lnTo>
                    <a:pt x="2380" y="2034"/>
                  </a:lnTo>
                  <a:lnTo>
                    <a:pt x="2383" y="2034"/>
                  </a:lnTo>
                  <a:lnTo>
                    <a:pt x="2387" y="2037"/>
                  </a:lnTo>
                  <a:lnTo>
                    <a:pt x="2390" y="2041"/>
                  </a:lnTo>
                  <a:lnTo>
                    <a:pt x="2394" y="2045"/>
                  </a:lnTo>
                  <a:lnTo>
                    <a:pt x="2398" y="2048"/>
                  </a:lnTo>
                  <a:lnTo>
                    <a:pt x="2401" y="2048"/>
                  </a:lnTo>
                  <a:lnTo>
                    <a:pt x="2405" y="2052"/>
                  </a:lnTo>
                  <a:lnTo>
                    <a:pt x="2408" y="2052"/>
                  </a:lnTo>
                  <a:lnTo>
                    <a:pt x="2412" y="2055"/>
                  </a:lnTo>
                  <a:lnTo>
                    <a:pt x="2416" y="2055"/>
                  </a:lnTo>
                  <a:lnTo>
                    <a:pt x="2419" y="2059"/>
                  </a:lnTo>
                  <a:lnTo>
                    <a:pt x="2423" y="2059"/>
                  </a:lnTo>
                  <a:lnTo>
                    <a:pt x="2426" y="2059"/>
                  </a:lnTo>
                  <a:lnTo>
                    <a:pt x="2430" y="2059"/>
                  </a:lnTo>
                  <a:lnTo>
                    <a:pt x="2434" y="2059"/>
                  </a:lnTo>
                  <a:lnTo>
                    <a:pt x="2437" y="2059"/>
                  </a:lnTo>
                  <a:lnTo>
                    <a:pt x="2441" y="2059"/>
                  </a:lnTo>
                  <a:lnTo>
                    <a:pt x="2444" y="2059"/>
                  </a:lnTo>
                  <a:lnTo>
                    <a:pt x="2448" y="2059"/>
                  </a:lnTo>
                  <a:lnTo>
                    <a:pt x="2452" y="2059"/>
                  </a:lnTo>
                  <a:lnTo>
                    <a:pt x="2455" y="2059"/>
                  </a:lnTo>
                  <a:lnTo>
                    <a:pt x="2459" y="2055"/>
                  </a:lnTo>
                  <a:lnTo>
                    <a:pt x="2462" y="2055"/>
                  </a:lnTo>
                  <a:lnTo>
                    <a:pt x="2466" y="2052"/>
                  </a:lnTo>
                  <a:lnTo>
                    <a:pt x="2470" y="2052"/>
                  </a:lnTo>
                  <a:lnTo>
                    <a:pt x="2473" y="2048"/>
                  </a:lnTo>
                  <a:lnTo>
                    <a:pt x="2477" y="204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0" name="Freeform 108"/>
            <p:cNvSpPr>
              <a:spLocks/>
            </p:cNvSpPr>
            <p:nvPr/>
          </p:nvSpPr>
          <p:spPr bwMode="auto">
            <a:xfrm>
              <a:off x="5177" y="3071"/>
              <a:ext cx="32" cy="25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3" y="22"/>
                </a:cxn>
                <a:cxn ang="0">
                  <a:pos x="7" y="18"/>
                </a:cxn>
                <a:cxn ang="0">
                  <a:pos x="11" y="18"/>
                </a:cxn>
                <a:cxn ang="0">
                  <a:pos x="14" y="14"/>
                </a:cxn>
                <a:cxn ang="0">
                  <a:pos x="18" y="11"/>
                </a:cxn>
                <a:cxn ang="0">
                  <a:pos x="21" y="7"/>
                </a:cxn>
                <a:cxn ang="0">
                  <a:pos x="25" y="4"/>
                </a:cxn>
                <a:cxn ang="0">
                  <a:pos x="29" y="4"/>
                </a:cxn>
                <a:cxn ang="0">
                  <a:pos x="32" y="0"/>
                </a:cxn>
                <a:cxn ang="0">
                  <a:pos x="32" y="0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lnTo>
                    <a:pt x="3" y="22"/>
                  </a:lnTo>
                  <a:lnTo>
                    <a:pt x="7" y="18"/>
                  </a:lnTo>
                  <a:lnTo>
                    <a:pt x="11" y="18"/>
                  </a:lnTo>
                  <a:lnTo>
                    <a:pt x="14" y="14"/>
                  </a:lnTo>
                  <a:lnTo>
                    <a:pt x="18" y="11"/>
                  </a:lnTo>
                  <a:lnTo>
                    <a:pt x="21" y="7"/>
                  </a:lnTo>
                  <a:lnTo>
                    <a:pt x="25" y="4"/>
                  </a:lnTo>
                  <a:lnTo>
                    <a:pt x="29" y="4"/>
                  </a:lnTo>
                  <a:lnTo>
                    <a:pt x="32" y="0"/>
                  </a:lnTo>
                  <a:lnTo>
                    <a:pt x="32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1" name="Freeform 109"/>
            <p:cNvSpPr>
              <a:spLocks/>
            </p:cNvSpPr>
            <p:nvPr/>
          </p:nvSpPr>
          <p:spPr bwMode="auto">
            <a:xfrm>
              <a:off x="749" y="1048"/>
              <a:ext cx="2088" cy="2462"/>
            </a:xfrm>
            <a:custGeom>
              <a:avLst/>
              <a:gdLst/>
              <a:ahLst/>
              <a:cxnLst>
                <a:cxn ang="0">
                  <a:pos x="50" y="1983"/>
                </a:cxn>
                <a:cxn ang="0">
                  <a:pos x="104" y="1994"/>
                </a:cxn>
                <a:cxn ang="0">
                  <a:pos x="158" y="2045"/>
                </a:cxn>
                <a:cxn ang="0">
                  <a:pos x="212" y="2070"/>
                </a:cxn>
                <a:cxn ang="0">
                  <a:pos x="266" y="2037"/>
                </a:cxn>
                <a:cxn ang="0">
                  <a:pos x="317" y="1983"/>
                </a:cxn>
                <a:cxn ang="0">
                  <a:pos x="371" y="1980"/>
                </a:cxn>
                <a:cxn ang="0">
                  <a:pos x="421" y="2027"/>
                </a:cxn>
                <a:cxn ang="0">
                  <a:pos x="471" y="2077"/>
                </a:cxn>
                <a:cxn ang="0">
                  <a:pos x="525" y="2059"/>
                </a:cxn>
                <a:cxn ang="0">
                  <a:pos x="569" y="2009"/>
                </a:cxn>
                <a:cxn ang="0">
                  <a:pos x="619" y="1965"/>
                </a:cxn>
                <a:cxn ang="0">
                  <a:pos x="673" y="1991"/>
                </a:cxn>
                <a:cxn ang="0">
                  <a:pos x="713" y="2045"/>
                </a:cxn>
                <a:cxn ang="0">
                  <a:pos x="759" y="2091"/>
                </a:cxn>
                <a:cxn ang="0">
                  <a:pos x="813" y="2059"/>
                </a:cxn>
                <a:cxn ang="0">
                  <a:pos x="849" y="2005"/>
                </a:cxn>
                <a:cxn ang="0">
                  <a:pos x="893" y="1951"/>
                </a:cxn>
                <a:cxn ang="0">
                  <a:pos x="947" y="1976"/>
                </a:cxn>
                <a:cxn ang="0">
                  <a:pos x="979" y="2030"/>
                </a:cxn>
                <a:cxn ang="0">
                  <a:pos x="1011" y="2084"/>
                </a:cxn>
                <a:cxn ang="0">
                  <a:pos x="1065" y="2102"/>
                </a:cxn>
                <a:cxn ang="0">
                  <a:pos x="1105" y="2048"/>
                </a:cxn>
                <a:cxn ang="0">
                  <a:pos x="1130" y="1994"/>
                </a:cxn>
                <a:cxn ang="0">
                  <a:pos x="1163" y="1940"/>
                </a:cxn>
                <a:cxn ang="0">
                  <a:pos x="1217" y="1944"/>
                </a:cxn>
                <a:cxn ang="0">
                  <a:pos x="1242" y="1998"/>
                </a:cxn>
                <a:cxn ang="0">
                  <a:pos x="1267" y="2052"/>
                </a:cxn>
                <a:cxn ang="0">
                  <a:pos x="1292" y="2106"/>
                </a:cxn>
                <a:cxn ang="0">
                  <a:pos x="1339" y="2135"/>
                </a:cxn>
                <a:cxn ang="0">
                  <a:pos x="1371" y="2081"/>
                </a:cxn>
                <a:cxn ang="0">
                  <a:pos x="1393" y="2023"/>
                </a:cxn>
                <a:cxn ang="0">
                  <a:pos x="1415" y="1965"/>
                </a:cxn>
                <a:cxn ang="0">
                  <a:pos x="1440" y="1908"/>
                </a:cxn>
                <a:cxn ang="0">
                  <a:pos x="1487" y="1893"/>
                </a:cxn>
                <a:cxn ang="0">
                  <a:pos x="1512" y="1951"/>
                </a:cxn>
                <a:cxn ang="0">
                  <a:pos x="1533" y="2019"/>
                </a:cxn>
                <a:cxn ang="0">
                  <a:pos x="1551" y="2095"/>
                </a:cxn>
                <a:cxn ang="0">
                  <a:pos x="1573" y="2160"/>
                </a:cxn>
                <a:cxn ang="0">
                  <a:pos x="1609" y="2207"/>
                </a:cxn>
                <a:cxn ang="0">
                  <a:pos x="1641" y="2156"/>
                </a:cxn>
                <a:cxn ang="0">
                  <a:pos x="1663" y="2077"/>
                </a:cxn>
                <a:cxn ang="0">
                  <a:pos x="1681" y="1976"/>
                </a:cxn>
                <a:cxn ang="0">
                  <a:pos x="1703" y="1875"/>
                </a:cxn>
                <a:cxn ang="0">
                  <a:pos x="1724" y="1800"/>
                </a:cxn>
                <a:cxn ang="0">
                  <a:pos x="1764" y="1778"/>
                </a:cxn>
                <a:cxn ang="0">
                  <a:pos x="1785" y="1850"/>
                </a:cxn>
                <a:cxn ang="0">
                  <a:pos x="1803" y="1976"/>
                </a:cxn>
                <a:cxn ang="0">
                  <a:pos x="1825" y="2127"/>
                </a:cxn>
                <a:cxn ang="0">
                  <a:pos x="1847" y="2286"/>
                </a:cxn>
                <a:cxn ang="0">
                  <a:pos x="1868" y="2408"/>
                </a:cxn>
                <a:cxn ang="0">
                  <a:pos x="1901" y="2455"/>
                </a:cxn>
                <a:cxn ang="0">
                  <a:pos x="1922" y="2361"/>
                </a:cxn>
                <a:cxn ang="0">
                  <a:pos x="1940" y="2156"/>
                </a:cxn>
                <a:cxn ang="0">
                  <a:pos x="1962" y="1850"/>
                </a:cxn>
                <a:cxn ang="0">
                  <a:pos x="1983" y="1472"/>
                </a:cxn>
                <a:cxn ang="0">
                  <a:pos x="2005" y="1058"/>
                </a:cxn>
                <a:cxn ang="0">
                  <a:pos x="2027" y="659"/>
                </a:cxn>
                <a:cxn ang="0">
                  <a:pos x="2045" y="324"/>
                </a:cxn>
                <a:cxn ang="0">
                  <a:pos x="2066" y="97"/>
                </a:cxn>
                <a:cxn ang="0">
                  <a:pos x="2088" y="0"/>
                </a:cxn>
              </a:cxnLst>
              <a:rect l="0" t="0" r="r" b="b"/>
              <a:pathLst>
                <a:path w="2088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09"/>
                  </a:lnTo>
                  <a:lnTo>
                    <a:pt x="18" y="2005"/>
                  </a:lnTo>
                  <a:lnTo>
                    <a:pt x="21" y="2001"/>
                  </a:lnTo>
                  <a:lnTo>
                    <a:pt x="25" y="1998"/>
                  </a:lnTo>
                  <a:lnTo>
                    <a:pt x="29" y="1998"/>
                  </a:lnTo>
                  <a:lnTo>
                    <a:pt x="32" y="1994"/>
                  </a:lnTo>
                  <a:lnTo>
                    <a:pt x="36" y="1991"/>
                  </a:lnTo>
                  <a:lnTo>
                    <a:pt x="39" y="1991"/>
                  </a:lnTo>
                  <a:lnTo>
                    <a:pt x="43" y="1987"/>
                  </a:lnTo>
                  <a:lnTo>
                    <a:pt x="47" y="1987"/>
                  </a:lnTo>
                  <a:lnTo>
                    <a:pt x="50" y="1983"/>
                  </a:lnTo>
                  <a:lnTo>
                    <a:pt x="54" y="1983"/>
                  </a:lnTo>
                  <a:lnTo>
                    <a:pt x="57" y="1980"/>
                  </a:lnTo>
                  <a:lnTo>
                    <a:pt x="61" y="1980"/>
                  </a:lnTo>
                  <a:lnTo>
                    <a:pt x="65" y="1980"/>
                  </a:lnTo>
                  <a:lnTo>
                    <a:pt x="68" y="1980"/>
                  </a:lnTo>
                  <a:lnTo>
                    <a:pt x="72" y="1980"/>
                  </a:lnTo>
                  <a:lnTo>
                    <a:pt x="75" y="1980"/>
                  </a:lnTo>
                  <a:lnTo>
                    <a:pt x="79" y="1980"/>
                  </a:lnTo>
                  <a:lnTo>
                    <a:pt x="83" y="1980"/>
                  </a:lnTo>
                  <a:lnTo>
                    <a:pt x="86" y="1983"/>
                  </a:lnTo>
                  <a:lnTo>
                    <a:pt x="90" y="1983"/>
                  </a:lnTo>
                  <a:lnTo>
                    <a:pt x="93" y="1987"/>
                  </a:lnTo>
                  <a:lnTo>
                    <a:pt x="97" y="1987"/>
                  </a:lnTo>
                  <a:lnTo>
                    <a:pt x="101" y="1991"/>
                  </a:lnTo>
                  <a:lnTo>
                    <a:pt x="104" y="1994"/>
                  </a:lnTo>
                  <a:lnTo>
                    <a:pt x="108" y="1994"/>
                  </a:lnTo>
                  <a:lnTo>
                    <a:pt x="111" y="1998"/>
                  </a:lnTo>
                  <a:lnTo>
                    <a:pt x="115" y="2001"/>
                  </a:lnTo>
                  <a:lnTo>
                    <a:pt x="119" y="2005"/>
                  </a:lnTo>
                  <a:lnTo>
                    <a:pt x="122" y="2009"/>
                  </a:lnTo>
                  <a:lnTo>
                    <a:pt x="126" y="2012"/>
                  </a:lnTo>
                  <a:lnTo>
                    <a:pt x="129" y="2016"/>
                  </a:lnTo>
                  <a:lnTo>
                    <a:pt x="133" y="2019"/>
                  </a:lnTo>
                  <a:lnTo>
                    <a:pt x="137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7"/>
                  </a:lnTo>
                  <a:lnTo>
                    <a:pt x="155" y="2041"/>
                  </a:lnTo>
                  <a:lnTo>
                    <a:pt x="158" y="2045"/>
                  </a:lnTo>
                  <a:lnTo>
                    <a:pt x="162" y="2048"/>
                  </a:lnTo>
                  <a:lnTo>
                    <a:pt x="165" y="2052"/>
                  </a:lnTo>
                  <a:lnTo>
                    <a:pt x="169" y="2055"/>
                  </a:lnTo>
                  <a:lnTo>
                    <a:pt x="173" y="2055"/>
                  </a:lnTo>
                  <a:lnTo>
                    <a:pt x="176" y="2059"/>
                  </a:lnTo>
                  <a:lnTo>
                    <a:pt x="180" y="2063"/>
                  </a:lnTo>
                  <a:lnTo>
                    <a:pt x="183" y="2066"/>
                  </a:lnTo>
                  <a:lnTo>
                    <a:pt x="187" y="2066"/>
                  </a:lnTo>
                  <a:lnTo>
                    <a:pt x="191" y="2066"/>
                  </a:lnTo>
                  <a:lnTo>
                    <a:pt x="194" y="2070"/>
                  </a:lnTo>
                  <a:lnTo>
                    <a:pt x="198" y="2070"/>
                  </a:lnTo>
                  <a:lnTo>
                    <a:pt x="201" y="2070"/>
                  </a:lnTo>
                  <a:lnTo>
                    <a:pt x="205" y="2070"/>
                  </a:lnTo>
                  <a:lnTo>
                    <a:pt x="209" y="2073"/>
                  </a:lnTo>
                  <a:lnTo>
                    <a:pt x="212" y="2070"/>
                  </a:lnTo>
                  <a:lnTo>
                    <a:pt x="216" y="2070"/>
                  </a:lnTo>
                  <a:lnTo>
                    <a:pt x="219" y="2070"/>
                  </a:lnTo>
                  <a:lnTo>
                    <a:pt x="223" y="2070"/>
                  </a:lnTo>
                  <a:lnTo>
                    <a:pt x="227" y="2066"/>
                  </a:lnTo>
                  <a:lnTo>
                    <a:pt x="230" y="2066"/>
                  </a:lnTo>
                  <a:lnTo>
                    <a:pt x="234" y="2063"/>
                  </a:lnTo>
                  <a:lnTo>
                    <a:pt x="237" y="2063"/>
                  </a:lnTo>
                  <a:lnTo>
                    <a:pt x="241" y="2059"/>
                  </a:lnTo>
                  <a:lnTo>
                    <a:pt x="245" y="2055"/>
                  </a:lnTo>
                  <a:lnTo>
                    <a:pt x="248" y="2055"/>
                  </a:lnTo>
                  <a:lnTo>
                    <a:pt x="252" y="2052"/>
                  </a:lnTo>
                  <a:lnTo>
                    <a:pt x="255" y="2048"/>
                  </a:lnTo>
                  <a:lnTo>
                    <a:pt x="259" y="2045"/>
                  </a:lnTo>
                  <a:lnTo>
                    <a:pt x="263" y="2041"/>
                  </a:lnTo>
                  <a:lnTo>
                    <a:pt x="266" y="2037"/>
                  </a:lnTo>
                  <a:lnTo>
                    <a:pt x="270" y="2034"/>
                  </a:lnTo>
                  <a:lnTo>
                    <a:pt x="273" y="2030"/>
                  </a:lnTo>
                  <a:lnTo>
                    <a:pt x="277" y="2027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8" y="2016"/>
                  </a:lnTo>
                  <a:lnTo>
                    <a:pt x="291" y="2012"/>
                  </a:lnTo>
                  <a:lnTo>
                    <a:pt x="295" y="2009"/>
                  </a:lnTo>
                  <a:lnTo>
                    <a:pt x="295" y="2005"/>
                  </a:lnTo>
                  <a:lnTo>
                    <a:pt x="299" y="2001"/>
                  </a:lnTo>
                  <a:lnTo>
                    <a:pt x="302" y="1998"/>
                  </a:lnTo>
                  <a:lnTo>
                    <a:pt x="306" y="1994"/>
                  </a:lnTo>
                  <a:lnTo>
                    <a:pt x="309" y="1991"/>
                  </a:lnTo>
                  <a:lnTo>
                    <a:pt x="313" y="1987"/>
                  </a:lnTo>
                  <a:lnTo>
                    <a:pt x="317" y="1983"/>
                  </a:lnTo>
                  <a:lnTo>
                    <a:pt x="320" y="1983"/>
                  </a:lnTo>
                  <a:lnTo>
                    <a:pt x="324" y="1980"/>
                  </a:lnTo>
                  <a:lnTo>
                    <a:pt x="327" y="1976"/>
                  </a:lnTo>
                  <a:lnTo>
                    <a:pt x="331" y="1976"/>
                  </a:lnTo>
                  <a:lnTo>
                    <a:pt x="335" y="1976"/>
                  </a:lnTo>
                  <a:lnTo>
                    <a:pt x="338" y="1973"/>
                  </a:lnTo>
                  <a:lnTo>
                    <a:pt x="342" y="1973"/>
                  </a:lnTo>
                  <a:lnTo>
                    <a:pt x="345" y="1973"/>
                  </a:lnTo>
                  <a:lnTo>
                    <a:pt x="349" y="1973"/>
                  </a:lnTo>
                  <a:lnTo>
                    <a:pt x="353" y="1973"/>
                  </a:lnTo>
                  <a:lnTo>
                    <a:pt x="356" y="1973"/>
                  </a:lnTo>
                  <a:lnTo>
                    <a:pt x="360" y="1973"/>
                  </a:lnTo>
                  <a:lnTo>
                    <a:pt x="363" y="1976"/>
                  </a:lnTo>
                  <a:lnTo>
                    <a:pt x="367" y="1976"/>
                  </a:lnTo>
                  <a:lnTo>
                    <a:pt x="371" y="1980"/>
                  </a:lnTo>
                  <a:lnTo>
                    <a:pt x="374" y="1980"/>
                  </a:lnTo>
                  <a:lnTo>
                    <a:pt x="378" y="1983"/>
                  </a:lnTo>
                  <a:lnTo>
                    <a:pt x="381" y="1987"/>
                  </a:lnTo>
                  <a:lnTo>
                    <a:pt x="385" y="1991"/>
                  </a:lnTo>
                  <a:lnTo>
                    <a:pt x="389" y="1994"/>
                  </a:lnTo>
                  <a:lnTo>
                    <a:pt x="392" y="1994"/>
                  </a:lnTo>
                  <a:lnTo>
                    <a:pt x="396" y="1998"/>
                  </a:lnTo>
                  <a:lnTo>
                    <a:pt x="399" y="2001"/>
                  </a:lnTo>
                  <a:lnTo>
                    <a:pt x="403" y="2005"/>
                  </a:lnTo>
                  <a:lnTo>
                    <a:pt x="407" y="2009"/>
                  </a:lnTo>
                  <a:lnTo>
                    <a:pt x="410" y="2012"/>
                  </a:lnTo>
                  <a:lnTo>
                    <a:pt x="414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5" y="2030"/>
                  </a:lnTo>
                  <a:lnTo>
                    <a:pt x="425" y="2034"/>
                  </a:lnTo>
                  <a:lnTo>
                    <a:pt x="428" y="2037"/>
                  </a:lnTo>
                  <a:lnTo>
                    <a:pt x="432" y="2041"/>
                  </a:lnTo>
                  <a:lnTo>
                    <a:pt x="435" y="2045"/>
                  </a:lnTo>
                  <a:lnTo>
                    <a:pt x="439" y="2048"/>
                  </a:lnTo>
                  <a:lnTo>
                    <a:pt x="443" y="2052"/>
                  </a:lnTo>
                  <a:lnTo>
                    <a:pt x="446" y="2055"/>
                  </a:lnTo>
                  <a:lnTo>
                    <a:pt x="450" y="2059"/>
                  </a:lnTo>
                  <a:lnTo>
                    <a:pt x="453" y="2063"/>
                  </a:lnTo>
                  <a:lnTo>
                    <a:pt x="457" y="2066"/>
                  </a:lnTo>
                  <a:lnTo>
                    <a:pt x="461" y="2070"/>
                  </a:lnTo>
                  <a:lnTo>
                    <a:pt x="464" y="2073"/>
                  </a:lnTo>
                  <a:lnTo>
                    <a:pt x="468" y="2073"/>
                  </a:lnTo>
                  <a:lnTo>
                    <a:pt x="471" y="2077"/>
                  </a:lnTo>
                  <a:lnTo>
                    <a:pt x="475" y="2077"/>
                  </a:lnTo>
                  <a:lnTo>
                    <a:pt x="479" y="2077"/>
                  </a:lnTo>
                  <a:lnTo>
                    <a:pt x="482" y="2081"/>
                  </a:lnTo>
                  <a:lnTo>
                    <a:pt x="486" y="2081"/>
                  </a:lnTo>
                  <a:lnTo>
                    <a:pt x="489" y="2081"/>
                  </a:lnTo>
                  <a:lnTo>
                    <a:pt x="493" y="2081"/>
                  </a:lnTo>
                  <a:lnTo>
                    <a:pt x="497" y="2081"/>
                  </a:lnTo>
                  <a:lnTo>
                    <a:pt x="500" y="2077"/>
                  </a:lnTo>
                  <a:lnTo>
                    <a:pt x="504" y="2077"/>
                  </a:lnTo>
                  <a:lnTo>
                    <a:pt x="507" y="2073"/>
                  </a:lnTo>
                  <a:lnTo>
                    <a:pt x="511" y="2073"/>
                  </a:lnTo>
                  <a:lnTo>
                    <a:pt x="515" y="2070"/>
                  </a:lnTo>
                  <a:lnTo>
                    <a:pt x="518" y="2066"/>
                  </a:lnTo>
                  <a:lnTo>
                    <a:pt x="522" y="2063"/>
                  </a:lnTo>
                  <a:lnTo>
                    <a:pt x="525" y="2059"/>
                  </a:lnTo>
                  <a:lnTo>
                    <a:pt x="529" y="2059"/>
                  </a:lnTo>
                  <a:lnTo>
                    <a:pt x="533" y="2055"/>
                  </a:lnTo>
                  <a:lnTo>
                    <a:pt x="536" y="2052"/>
                  </a:lnTo>
                  <a:lnTo>
                    <a:pt x="540" y="2048"/>
                  </a:lnTo>
                  <a:lnTo>
                    <a:pt x="543" y="2045"/>
                  </a:lnTo>
                  <a:lnTo>
                    <a:pt x="543" y="2041"/>
                  </a:lnTo>
                  <a:lnTo>
                    <a:pt x="547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5" y="2016"/>
                  </a:lnTo>
                  <a:lnTo>
                    <a:pt x="569" y="2012"/>
                  </a:lnTo>
                  <a:lnTo>
                    <a:pt x="569" y="2009"/>
                  </a:lnTo>
                  <a:lnTo>
                    <a:pt x="572" y="2005"/>
                  </a:lnTo>
                  <a:lnTo>
                    <a:pt x="576" y="2001"/>
                  </a:lnTo>
                  <a:lnTo>
                    <a:pt x="579" y="1998"/>
                  </a:lnTo>
                  <a:lnTo>
                    <a:pt x="579" y="1994"/>
                  </a:lnTo>
                  <a:lnTo>
                    <a:pt x="583" y="1991"/>
                  </a:lnTo>
                  <a:lnTo>
                    <a:pt x="587" y="1987"/>
                  </a:lnTo>
                  <a:lnTo>
                    <a:pt x="590" y="1983"/>
                  </a:lnTo>
                  <a:lnTo>
                    <a:pt x="594" y="1980"/>
                  </a:lnTo>
                  <a:lnTo>
                    <a:pt x="597" y="1976"/>
                  </a:lnTo>
                  <a:lnTo>
                    <a:pt x="601" y="1973"/>
                  </a:lnTo>
                  <a:lnTo>
                    <a:pt x="605" y="1969"/>
                  </a:lnTo>
                  <a:lnTo>
                    <a:pt x="608" y="1969"/>
                  </a:lnTo>
                  <a:lnTo>
                    <a:pt x="612" y="1965"/>
                  </a:lnTo>
                  <a:lnTo>
                    <a:pt x="615" y="1965"/>
                  </a:lnTo>
                  <a:lnTo>
                    <a:pt x="619" y="1965"/>
                  </a:lnTo>
                  <a:lnTo>
                    <a:pt x="623" y="1962"/>
                  </a:lnTo>
                  <a:lnTo>
                    <a:pt x="626" y="1962"/>
                  </a:lnTo>
                  <a:lnTo>
                    <a:pt x="630" y="1962"/>
                  </a:lnTo>
                  <a:lnTo>
                    <a:pt x="633" y="1962"/>
                  </a:lnTo>
                  <a:lnTo>
                    <a:pt x="637" y="1965"/>
                  </a:lnTo>
                  <a:lnTo>
                    <a:pt x="641" y="1965"/>
                  </a:lnTo>
                  <a:lnTo>
                    <a:pt x="644" y="1965"/>
                  </a:lnTo>
                  <a:lnTo>
                    <a:pt x="648" y="1969"/>
                  </a:lnTo>
                  <a:lnTo>
                    <a:pt x="651" y="1973"/>
                  </a:lnTo>
                  <a:lnTo>
                    <a:pt x="655" y="1976"/>
                  </a:lnTo>
                  <a:lnTo>
                    <a:pt x="659" y="1976"/>
                  </a:lnTo>
                  <a:lnTo>
                    <a:pt x="662" y="1980"/>
                  </a:lnTo>
                  <a:lnTo>
                    <a:pt x="666" y="1983"/>
                  </a:lnTo>
                  <a:lnTo>
                    <a:pt x="669" y="1987"/>
                  </a:lnTo>
                  <a:lnTo>
                    <a:pt x="673" y="1991"/>
                  </a:lnTo>
                  <a:lnTo>
                    <a:pt x="677" y="1994"/>
                  </a:lnTo>
                  <a:lnTo>
                    <a:pt x="680" y="1998"/>
                  </a:lnTo>
                  <a:lnTo>
                    <a:pt x="680" y="2001"/>
                  </a:lnTo>
                  <a:lnTo>
                    <a:pt x="684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5" y="2034"/>
                  </a:lnTo>
                  <a:lnTo>
                    <a:pt x="705" y="2037"/>
                  </a:lnTo>
                  <a:lnTo>
                    <a:pt x="709" y="2041"/>
                  </a:lnTo>
                  <a:lnTo>
                    <a:pt x="713" y="2045"/>
                  </a:lnTo>
                  <a:lnTo>
                    <a:pt x="716" y="2048"/>
                  </a:lnTo>
                  <a:lnTo>
                    <a:pt x="716" y="2052"/>
                  </a:lnTo>
                  <a:lnTo>
                    <a:pt x="720" y="2055"/>
                  </a:lnTo>
                  <a:lnTo>
                    <a:pt x="723" y="2059"/>
                  </a:lnTo>
                  <a:lnTo>
                    <a:pt x="727" y="2063"/>
                  </a:lnTo>
                  <a:lnTo>
                    <a:pt x="727" y="2066"/>
                  </a:lnTo>
                  <a:lnTo>
                    <a:pt x="731" y="2070"/>
                  </a:lnTo>
                  <a:lnTo>
                    <a:pt x="734" y="2073"/>
                  </a:lnTo>
                  <a:lnTo>
                    <a:pt x="738" y="2077"/>
                  </a:lnTo>
                  <a:lnTo>
                    <a:pt x="741" y="2081"/>
                  </a:lnTo>
                  <a:lnTo>
                    <a:pt x="745" y="2084"/>
                  </a:lnTo>
                  <a:lnTo>
                    <a:pt x="749" y="2088"/>
                  </a:lnTo>
                  <a:lnTo>
                    <a:pt x="752" y="2088"/>
                  </a:lnTo>
                  <a:lnTo>
                    <a:pt x="756" y="2088"/>
                  </a:lnTo>
                  <a:lnTo>
                    <a:pt x="759" y="2091"/>
                  </a:lnTo>
                  <a:lnTo>
                    <a:pt x="763" y="2091"/>
                  </a:lnTo>
                  <a:lnTo>
                    <a:pt x="767" y="2091"/>
                  </a:lnTo>
                  <a:lnTo>
                    <a:pt x="770" y="2091"/>
                  </a:lnTo>
                  <a:lnTo>
                    <a:pt x="774" y="2091"/>
                  </a:lnTo>
                  <a:lnTo>
                    <a:pt x="777" y="2091"/>
                  </a:lnTo>
                  <a:lnTo>
                    <a:pt x="781" y="2088"/>
                  </a:lnTo>
                  <a:lnTo>
                    <a:pt x="785" y="2088"/>
                  </a:lnTo>
                  <a:lnTo>
                    <a:pt x="788" y="2084"/>
                  </a:lnTo>
                  <a:lnTo>
                    <a:pt x="792" y="2081"/>
                  </a:lnTo>
                  <a:lnTo>
                    <a:pt x="795" y="2077"/>
                  </a:lnTo>
                  <a:lnTo>
                    <a:pt x="799" y="2073"/>
                  </a:lnTo>
                  <a:lnTo>
                    <a:pt x="803" y="2070"/>
                  </a:lnTo>
                  <a:lnTo>
                    <a:pt x="806" y="2066"/>
                  </a:lnTo>
                  <a:lnTo>
                    <a:pt x="810" y="2063"/>
                  </a:lnTo>
                  <a:lnTo>
                    <a:pt x="813" y="2059"/>
                  </a:lnTo>
                  <a:lnTo>
                    <a:pt x="817" y="2055"/>
                  </a:lnTo>
                  <a:lnTo>
                    <a:pt x="817" y="2052"/>
                  </a:lnTo>
                  <a:lnTo>
                    <a:pt x="821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9" y="2023"/>
                  </a:lnTo>
                  <a:lnTo>
                    <a:pt x="839" y="2019"/>
                  </a:lnTo>
                  <a:lnTo>
                    <a:pt x="842" y="2016"/>
                  </a:lnTo>
                  <a:lnTo>
                    <a:pt x="846" y="2012"/>
                  </a:lnTo>
                  <a:lnTo>
                    <a:pt x="846" y="2009"/>
                  </a:lnTo>
                  <a:lnTo>
                    <a:pt x="849" y="2005"/>
                  </a:lnTo>
                  <a:lnTo>
                    <a:pt x="849" y="2001"/>
                  </a:lnTo>
                  <a:lnTo>
                    <a:pt x="853" y="1998"/>
                  </a:lnTo>
                  <a:lnTo>
                    <a:pt x="857" y="1994"/>
                  </a:lnTo>
                  <a:lnTo>
                    <a:pt x="860" y="1991"/>
                  </a:lnTo>
                  <a:lnTo>
                    <a:pt x="860" y="1987"/>
                  </a:lnTo>
                  <a:lnTo>
                    <a:pt x="864" y="1983"/>
                  </a:lnTo>
                  <a:lnTo>
                    <a:pt x="864" y="1980"/>
                  </a:lnTo>
                  <a:lnTo>
                    <a:pt x="867" y="1976"/>
                  </a:lnTo>
                  <a:lnTo>
                    <a:pt x="871" y="1973"/>
                  </a:lnTo>
                  <a:lnTo>
                    <a:pt x="875" y="1969"/>
                  </a:lnTo>
                  <a:lnTo>
                    <a:pt x="878" y="1965"/>
                  </a:lnTo>
                  <a:lnTo>
                    <a:pt x="882" y="1962"/>
                  </a:lnTo>
                  <a:lnTo>
                    <a:pt x="885" y="1958"/>
                  </a:lnTo>
                  <a:lnTo>
                    <a:pt x="889" y="1955"/>
                  </a:lnTo>
                  <a:lnTo>
                    <a:pt x="893" y="1951"/>
                  </a:lnTo>
                  <a:lnTo>
                    <a:pt x="896" y="1951"/>
                  </a:lnTo>
                  <a:lnTo>
                    <a:pt x="900" y="1947"/>
                  </a:lnTo>
                  <a:lnTo>
                    <a:pt x="903" y="1947"/>
                  </a:lnTo>
                  <a:lnTo>
                    <a:pt x="907" y="1947"/>
                  </a:lnTo>
                  <a:lnTo>
                    <a:pt x="911" y="1947"/>
                  </a:lnTo>
                  <a:lnTo>
                    <a:pt x="914" y="1951"/>
                  </a:lnTo>
                  <a:lnTo>
                    <a:pt x="918" y="1951"/>
                  </a:lnTo>
                  <a:lnTo>
                    <a:pt x="921" y="1951"/>
                  </a:lnTo>
                  <a:lnTo>
                    <a:pt x="925" y="1955"/>
                  </a:lnTo>
                  <a:lnTo>
                    <a:pt x="929" y="1958"/>
                  </a:lnTo>
                  <a:lnTo>
                    <a:pt x="932" y="1962"/>
                  </a:lnTo>
                  <a:lnTo>
                    <a:pt x="936" y="1965"/>
                  </a:lnTo>
                  <a:lnTo>
                    <a:pt x="939" y="1969"/>
                  </a:lnTo>
                  <a:lnTo>
                    <a:pt x="943" y="1973"/>
                  </a:lnTo>
                  <a:lnTo>
                    <a:pt x="947" y="1976"/>
                  </a:lnTo>
                  <a:lnTo>
                    <a:pt x="950" y="1980"/>
                  </a:lnTo>
                  <a:lnTo>
                    <a:pt x="950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6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7" y="2063"/>
                  </a:lnTo>
                  <a:lnTo>
                    <a:pt x="1001" y="2066"/>
                  </a:lnTo>
                  <a:lnTo>
                    <a:pt x="1001" y="2070"/>
                  </a:lnTo>
                  <a:lnTo>
                    <a:pt x="1004" y="2073"/>
                  </a:lnTo>
                  <a:lnTo>
                    <a:pt x="1008" y="2077"/>
                  </a:lnTo>
                  <a:lnTo>
                    <a:pt x="1008" y="2081"/>
                  </a:lnTo>
                  <a:lnTo>
                    <a:pt x="1011" y="2084"/>
                  </a:lnTo>
                  <a:lnTo>
                    <a:pt x="1015" y="2088"/>
                  </a:lnTo>
                  <a:lnTo>
                    <a:pt x="1019" y="2091"/>
                  </a:lnTo>
                  <a:lnTo>
                    <a:pt x="1022" y="2095"/>
                  </a:lnTo>
                  <a:lnTo>
                    <a:pt x="1026" y="2099"/>
                  </a:lnTo>
                  <a:lnTo>
                    <a:pt x="1029" y="2102"/>
                  </a:lnTo>
                  <a:lnTo>
                    <a:pt x="1033" y="2106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5" y="2109"/>
                  </a:lnTo>
                  <a:lnTo>
                    <a:pt x="1058" y="2106"/>
                  </a:lnTo>
                  <a:lnTo>
                    <a:pt x="1062" y="2106"/>
                  </a:lnTo>
                  <a:lnTo>
                    <a:pt x="1065" y="2102"/>
                  </a:lnTo>
                  <a:lnTo>
                    <a:pt x="1069" y="2099"/>
                  </a:lnTo>
                  <a:lnTo>
                    <a:pt x="1073" y="2095"/>
                  </a:lnTo>
                  <a:lnTo>
                    <a:pt x="1076" y="2091"/>
                  </a:lnTo>
                  <a:lnTo>
                    <a:pt x="1080" y="2088"/>
                  </a:lnTo>
                  <a:lnTo>
                    <a:pt x="1083" y="2084"/>
                  </a:lnTo>
                  <a:lnTo>
                    <a:pt x="1083" y="2081"/>
                  </a:lnTo>
                  <a:lnTo>
                    <a:pt x="1087" y="2077"/>
                  </a:lnTo>
                  <a:lnTo>
                    <a:pt x="1091" y="2073"/>
                  </a:lnTo>
                  <a:lnTo>
                    <a:pt x="1091" y="2070"/>
                  </a:lnTo>
                  <a:lnTo>
                    <a:pt x="1094" y="2066"/>
                  </a:lnTo>
                  <a:lnTo>
                    <a:pt x="1094" y="2063"/>
                  </a:lnTo>
                  <a:lnTo>
                    <a:pt x="1098" y="2059"/>
                  </a:lnTo>
                  <a:lnTo>
                    <a:pt x="1098" y="2055"/>
                  </a:lnTo>
                  <a:lnTo>
                    <a:pt x="1101" y="2052"/>
                  </a:lnTo>
                  <a:lnTo>
                    <a:pt x="1105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12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0" y="1991"/>
                  </a:lnTo>
                  <a:lnTo>
                    <a:pt x="1134" y="1987"/>
                  </a:lnTo>
                  <a:lnTo>
                    <a:pt x="1134" y="1983"/>
                  </a:lnTo>
                  <a:lnTo>
                    <a:pt x="1137" y="1980"/>
                  </a:lnTo>
                  <a:lnTo>
                    <a:pt x="1137" y="1976"/>
                  </a:lnTo>
                  <a:lnTo>
                    <a:pt x="1141" y="1973"/>
                  </a:lnTo>
                  <a:lnTo>
                    <a:pt x="1141" y="1969"/>
                  </a:lnTo>
                  <a:lnTo>
                    <a:pt x="1145" y="1965"/>
                  </a:lnTo>
                  <a:lnTo>
                    <a:pt x="1148" y="1962"/>
                  </a:lnTo>
                  <a:lnTo>
                    <a:pt x="1148" y="1958"/>
                  </a:lnTo>
                  <a:lnTo>
                    <a:pt x="1152" y="1955"/>
                  </a:lnTo>
                  <a:lnTo>
                    <a:pt x="1155" y="1951"/>
                  </a:lnTo>
                  <a:lnTo>
                    <a:pt x="1155" y="1947"/>
                  </a:lnTo>
                  <a:lnTo>
                    <a:pt x="1159" y="1944"/>
                  </a:lnTo>
                  <a:lnTo>
                    <a:pt x="1163" y="1940"/>
                  </a:lnTo>
                  <a:lnTo>
                    <a:pt x="1166" y="1937"/>
                  </a:lnTo>
                  <a:lnTo>
                    <a:pt x="1170" y="1933"/>
                  </a:lnTo>
                  <a:lnTo>
                    <a:pt x="1173" y="1929"/>
                  </a:lnTo>
                  <a:lnTo>
                    <a:pt x="1177" y="1926"/>
                  </a:lnTo>
                  <a:lnTo>
                    <a:pt x="1181" y="1926"/>
                  </a:lnTo>
                  <a:lnTo>
                    <a:pt x="1184" y="1926"/>
                  </a:lnTo>
                  <a:lnTo>
                    <a:pt x="1188" y="1926"/>
                  </a:lnTo>
                  <a:lnTo>
                    <a:pt x="1191" y="1926"/>
                  </a:lnTo>
                  <a:lnTo>
                    <a:pt x="1195" y="1926"/>
                  </a:lnTo>
                  <a:lnTo>
                    <a:pt x="1199" y="1929"/>
                  </a:lnTo>
                  <a:lnTo>
                    <a:pt x="1202" y="1929"/>
                  </a:lnTo>
                  <a:lnTo>
                    <a:pt x="1206" y="1933"/>
                  </a:lnTo>
                  <a:lnTo>
                    <a:pt x="1209" y="1937"/>
                  </a:lnTo>
                  <a:lnTo>
                    <a:pt x="1213" y="1940"/>
                  </a:lnTo>
                  <a:lnTo>
                    <a:pt x="1217" y="1944"/>
                  </a:lnTo>
                  <a:lnTo>
                    <a:pt x="1217" y="1947"/>
                  </a:lnTo>
                  <a:lnTo>
                    <a:pt x="1220" y="1951"/>
                  </a:lnTo>
                  <a:lnTo>
                    <a:pt x="1224" y="1955"/>
                  </a:lnTo>
                  <a:lnTo>
                    <a:pt x="1224" y="1958"/>
                  </a:lnTo>
                  <a:lnTo>
                    <a:pt x="1227" y="1962"/>
                  </a:lnTo>
                  <a:lnTo>
                    <a:pt x="1227" y="1965"/>
                  </a:lnTo>
                  <a:lnTo>
                    <a:pt x="1231" y="1969"/>
                  </a:lnTo>
                  <a:lnTo>
                    <a:pt x="1231" y="1973"/>
                  </a:lnTo>
                  <a:lnTo>
                    <a:pt x="1235" y="1976"/>
                  </a:lnTo>
                  <a:lnTo>
                    <a:pt x="1235" y="1980"/>
                  </a:lnTo>
                  <a:lnTo>
                    <a:pt x="1238" y="1983"/>
                  </a:lnTo>
                  <a:lnTo>
                    <a:pt x="1238" y="1987"/>
                  </a:lnTo>
                  <a:lnTo>
                    <a:pt x="1242" y="1991"/>
                  </a:lnTo>
                  <a:lnTo>
                    <a:pt x="1242" y="1994"/>
                  </a:lnTo>
                  <a:lnTo>
                    <a:pt x="1242" y="1998"/>
                  </a:lnTo>
                  <a:lnTo>
                    <a:pt x="1245" y="2001"/>
                  </a:lnTo>
                  <a:lnTo>
                    <a:pt x="1245" y="2005"/>
                  </a:lnTo>
                  <a:lnTo>
                    <a:pt x="1249" y="2009"/>
                  </a:lnTo>
                  <a:lnTo>
                    <a:pt x="1249" y="2012"/>
                  </a:lnTo>
                  <a:lnTo>
                    <a:pt x="1253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0" y="2041"/>
                  </a:lnTo>
                  <a:lnTo>
                    <a:pt x="1263" y="2045"/>
                  </a:lnTo>
                  <a:lnTo>
                    <a:pt x="1263" y="2048"/>
                  </a:lnTo>
                  <a:lnTo>
                    <a:pt x="1267" y="2052"/>
                  </a:lnTo>
                  <a:lnTo>
                    <a:pt x="1267" y="2055"/>
                  </a:lnTo>
                  <a:lnTo>
                    <a:pt x="1267" y="2059"/>
                  </a:lnTo>
                  <a:lnTo>
                    <a:pt x="1271" y="2063"/>
                  </a:lnTo>
                  <a:lnTo>
                    <a:pt x="1274" y="2066"/>
                  </a:lnTo>
                  <a:lnTo>
                    <a:pt x="1274" y="2070"/>
                  </a:lnTo>
                  <a:lnTo>
                    <a:pt x="1274" y="2073"/>
                  </a:lnTo>
                  <a:lnTo>
                    <a:pt x="1278" y="2077"/>
                  </a:lnTo>
                  <a:lnTo>
                    <a:pt x="1278" y="2081"/>
                  </a:lnTo>
                  <a:lnTo>
                    <a:pt x="1278" y="2084"/>
                  </a:lnTo>
                  <a:lnTo>
                    <a:pt x="1281" y="2088"/>
                  </a:lnTo>
                  <a:lnTo>
                    <a:pt x="1285" y="2091"/>
                  </a:lnTo>
                  <a:lnTo>
                    <a:pt x="1285" y="2095"/>
                  </a:lnTo>
                  <a:lnTo>
                    <a:pt x="1285" y="2099"/>
                  </a:lnTo>
                  <a:lnTo>
                    <a:pt x="1289" y="2102"/>
                  </a:lnTo>
                  <a:lnTo>
                    <a:pt x="1292" y="2106"/>
                  </a:lnTo>
                  <a:lnTo>
                    <a:pt x="1292" y="2109"/>
                  </a:lnTo>
                  <a:lnTo>
                    <a:pt x="1296" y="2113"/>
                  </a:lnTo>
                  <a:lnTo>
                    <a:pt x="1296" y="2117"/>
                  </a:lnTo>
                  <a:lnTo>
                    <a:pt x="1299" y="2120"/>
                  </a:lnTo>
                  <a:lnTo>
                    <a:pt x="1303" y="2124"/>
                  </a:lnTo>
                  <a:lnTo>
                    <a:pt x="1307" y="2127"/>
                  </a:lnTo>
                  <a:lnTo>
                    <a:pt x="1310" y="2131"/>
                  </a:lnTo>
                  <a:lnTo>
                    <a:pt x="1314" y="2135"/>
                  </a:lnTo>
                  <a:lnTo>
                    <a:pt x="1317" y="2138"/>
                  </a:lnTo>
                  <a:lnTo>
                    <a:pt x="1321" y="2142"/>
                  </a:lnTo>
                  <a:lnTo>
                    <a:pt x="1325" y="2142"/>
                  </a:lnTo>
                  <a:lnTo>
                    <a:pt x="1328" y="2142"/>
                  </a:lnTo>
                  <a:lnTo>
                    <a:pt x="1332" y="2142"/>
                  </a:lnTo>
                  <a:lnTo>
                    <a:pt x="1335" y="2138"/>
                  </a:lnTo>
                  <a:lnTo>
                    <a:pt x="1339" y="2135"/>
                  </a:lnTo>
                  <a:lnTo>
                    <a:pt x="1343" y="2131"/>
                  </a:lnTo>
                  <a:lnTo>
                    <a:pt x="1346" y="2127"/>
                  </a:lnTo>
                  <a:lnTo>
                    <a:pt x="1350" y="2124"/>
                  </a:lnTo>
                  <a:lnTo>
                    <a:pt x="1353" y="2120"/>
                  </a:lnTo>
                  <a:lnTo>
                    <a:pt x="1357" y="2117"/>
                  </a:lnTo>
                  <a:lnTo>
                    <a:pt x="1357" y="2113"/>
                  </a:lnTo>
                  <a:lnTo>
                    <a:pt x="1361" y="2109"/>
                  </a:lnTo>
                  <a:lnTo>
                    <a:pt x="1361" y="2106"/>
                  </a:lnTo>
                  <a:lnTo>
                    <a:pt x="1364" y="2102"/>
                  </a:lnTo>
                  <a:lnTo>
                    <a:pt x="1364" y="2099"/>
                  </a:lnTo>
                  <a:lnTo>
                    <a:pt x="1368" y="2095"/>
                  </a:lnTo>
                  <a:lnTo>
                    <a:pt x="1368" y="2091"/>
                  </a:lnTo>
                  <a:lnTo>
                    <a:pt x="1371" y="2088"/>
                  </a:lnTo>
                  <a:lnTo>
                    <a:pt x="1371" y="2084"/>
                  </a:lnTo>
                  <a:lnTo>
                    <a:pt x="1371" y="2081"/>
                  </a:lnTo>
                  <a:lnTo>
                    <a:pt x="1375" y="2077"/>
                  </a:lnTo>
                  <a:lnTo>
                    <a:pt x="1375" y="2073"/>
                  </a:lnTo>
                  <a:lnTo>
                    <a:pt x="1379" y="2070"/>
                  </a:lnTo>
                  <a:lnTo>
                    <a:pt x="1379" y="2066"/>
                  </a:lnTo>
                  <a:lnTo>
                    <a:pt x="1379" y="2063"/>
                  </a:lnTo>
                  <a:lnTo>
                    <a:pt x="1382" y="2059"/>
                  </a:lnTo>
                  <a:lnTo>
                    <a:pt x="1382" y="2055"/>
                  </a:lnTo>
                  <a:lnTo>
                    <a:pt x="1382" y="2052"/>
                  </a:lnTo>
                  <a:lnTo>
                    <a:pt x="1386" y="2048"/>
                  </a:lnTo>
                  <a:lnTo>
                    <a:pt x="1386" y="2045"/>
                  </a:lnTo>
                  <a:lnTo>
                    <a:pt x="1389" y="2041"/>
                  </a:lnTo>
                  <a:lnTo>
                    <a:pt x="1389" y="2037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397" y="2012"/>
                  </a:lnTo>
                  <a:lnTo>
                    <a:pt x="1400" y="2009"/>
                  </a:lnTo>
                  <a:lnTo>
                    <a:pt x="1400" y="2005"/>
                  </a:lnTo>
                  <a:lnTo>
                    <a:pt x="1404" y="1998"/>
                  </a:lnTo>
                  <a:lnTo>
                    <a:pt x="1404" y="1994"/>
                  </a:lnTo>
                  <a:lnTo>
                    <a:pt x="1404" y="1991"/>
                  </a:lnTo>
                  <a:lnTo>
                    <a:pt x="1407" y="1987"/>
                  </a:lnTo>
                  <a:lnTo>
                    <a:pt x="1407" y="1983"/>
                  </a:lnTo>
                  <a:lnTo>
                    <a:pt x="1407" y="1980"/>
                  </a:lnTo>
                  <a:lnTo>
                    <a:pt x="1411" y="1976"/>
                  </a:lnTo>
                  <a:lnTo>
                    <a:pt x="1411" y="1973"/>
                  </a:lnTo>
                  <a:lnTo>
                    <a:pt x="1415" y="1969"/>
                  </a:lnTo>
                  <a:lnTo>
                    <a:pt x="1415" y="1965"/>
                  </a:lnTo>
                  <a:lnTo>
                    <a:pt x="1415" y="1958"/>
                  </a:lnTo>
                  <a:lnTo>
                    <a:pt x="1418" y="1955"/>
                  </a:lnTo>
                  <a:lnTo>
                    <a:pt x="1418" y="1951"/>
                  </a:lnTo>
                  <a:lnTo>
                    <a:pt x="1422" y="1947"/>
                  </a:lnTo>
                  <a:lnTo>
                    <a:pt x="1422" y="1944"/>
                  </a:lnTo>
                  <a:lnTo>
                    <a:pt x="1422" y="1940"/>
                  </a:lnTo>
                  <a:lnTo>
                    <a:pt x="1425" y="1937"/>
                  </a:lnTo>
                  <a:lnTo>
                    <a:pt x="1425" y="1933"/>
                  </a:lnTo>
                  <a:lnTo>
                    <a:pt x="1429" y="1929"/>
                  </a:lnTo>
                  <a:lnTo>
                    <a:pt x="1429" y="1926"/>
                  </a:lnTo>
                  <a:lnTo>
                    <a:pt x="1433" y="1922"/>
                  </a:lnTo>
                  <a:lnTo>
                    <a:pt x="1433" y="1919"/>
                  </a:lnTo>
                  <a:lnTo>
                    <a:pt x="1433" y="1915"/>
                  </a:lnTo>
                  <a:lnTo>
                    <a:pt x="1436" y="1911"/>
                  </a:lnTo>
                  <a:lnTo>
                    <a:pt x="1440" y="1908"/>
                  </a:lnTo>
                  <a:lnTo>
                    <a:pt x="1440" y="1904"/>
                  </a:lnTo>
                  <a:lnTo>
                    <a:pt x="1443" y="1901"/>
                  </a:lnTo>
                  <a:lnTo>
                    <a:pt x="1447" y="1897"/>
                  </a:lnTo>
                  <a:lnTo>
                    <a:pt x="1447" y="1893"/>
                  </a:lnTo>
                  <a:lnTo>
                    <a:pt x="1451" y="1890"/>
                  </a:lnTo>
                  <a:lnTo>
                    <a:pt x="1454" y="1886"/>
                  </a:lnTo>
                  <a:lnTo>
                    <a:pt x="1458" y="1883"/>
                  </a:lnTo>
                  <a:lnTo>
                    <a:pt x="1461" y="1883"/>
                  </a:lnTo>
                  <a:lnTo>
                    <a:pt x="1465" y="1879"/>
                  </a:lnTo>
                  <a:lnTo>
                    <a:pt x="1469" y="1883"/>
                  </a:lnTo>
                  <a:lnTo>
                    <a:pt x="1472" y="1883"/>
                  </a:lnTo>
                  <a:lnTo>
                    <a:pt x="1476" y="1886"/>
                  </a:lnTo>
                  <a:lnTo>
                    <a:pt x="1479" y="1886"/>
                  </a:lnTo>
                  <a:lnTo>
                    <a:pt x="1483" y="1890"/>
                  </a:lnTo>
                  <a:lnTo>
                    <a:pt x="1487" y="1893"/>
                  </a:lnTo>
                  <a:lnTo>
                    <a:pt x="1490" y="1897"/>
                  </a:lnTo>
                  <a:lnTo>
                    <a:pt x="1490" y="1901"/>
                  </a:lnTo>
                  <a:lnTo>
                    <a:pt x="1494" y="1904"/>
                  </a:lnTo>
                  <a:lnTo>
                    <a:pt x="1494" y="1908"/>
                  </a:lnTo>
                  <a:lnTo>
                    <a:pt x="1494" y="1911"/>
                  </a:lnTo>
                  <a:lnTo>
                    <a:pt x="1497" y="1915"/>
                  </a:lnTo>
                  <a:lnTo>
                    <a:pt x="1501" y="1919"/>
                  </a:lnTo>
                  <a:lnTo>
                    <a:pt x="1501" y="1922"/>
                  </a:lnTo>
                  <a:lnTo>
                    <a:pt x="1501" y="1926"/>
                  </a:lnTo>
                  <a:lnTo>
                    <a:pt x="1505" y="1929"/>
                  </a:lnTo>
                  <a:lnTo>
                    <a:pt x="1505" y="1933"/>
                  </a:lnTo>
                  <a:lnTo>
                    <a:pt x="1508" y="1937"/>
                  </a:lnTo>
                  <a:lnTo>
                    <a:pt x="1508" y="1940"/>
                  </a:lnTo>
                  <a:lnTo>
                    <a:pt x="1508" y="1944"/>
                  </a:lnTo>
                  <a:lnTo>
                    <a:pt x="1512" y="1951"/>
                  </a:lnTo>
                  <a:lnTo>
                    <a:pt x="1512" y="1955"/>
                  </a:lnTo>
                  <a:lnTo>
                    <a:pt x="1512" y="1958"/>
                  </a:lnTo>
                  <a:lnTo>
                    <a:pt x="1515" y="1962"/>
                  </a:lnTo>
                  <a:lnTo>
                    <a:pt x="1515" y="1965"/>
                  </a:lnTo>
                  <a:lnTo>
                    <a:pt x="1519" y="1973"/>
                  </a:lnTo>
                  <a:lnTo>
                    <a:pt x="1519" y="1976"/>
                  </a:lnTo>
                  <a:lnTo>
                    <a:pt x="1519" y="1980"/>
                  </a:lnTo>
                  <a:lnTo>
                    <a:pt x="1523" y="1983"/>
                  </a:lnTo>
                  <a:lnTo>
                    <a:pt x="1523" y="1991"/>
                  </a:lnTo>
                  <a:lnTo>
                    <a:pt x="1526" y="1994"/>
                  </a:lnTo>
                  <a:lnTo>
                    <a:pt x="1526" y="1998"/>
                  </a:lnTo>
                  <a:lnTo>
                    <a:pt x="1526" y="2005"/>
                  </a:lnTo>
                  <a:lnTo>
                    <a:pt x="1530" y="2009"/>
                  </a:lnTo>
                  <a:lnTo>
                    <a:pt x="1530" y="2012"/>
                  </a:lnTo>
                  <a:lnTo>
                    <a:pt x="1533" y="2019"/>
                  </a:lnTo>
                  <a:lnTo>
                    <a:pt x="1533" y="2023"/>
                  </a:lnTo>
                  <a:lnTo>
                    <a:pt x="1533" y="2030"/>
                  </a:lnTo>
                  <a:lnTo>
                    <a:pt x="1537" y="2034"/>
                  </a:lnTo>
                  <a:lnTo>
                    <a:pt x="1537" y="2037"/>
                  </a:lnTo>
                  <a:lnTo>
                    <a:pt x="1537" y="2045"/>
                  </a:lnTo>
                  <a:lnTo>
                    <a:pt x="1541" y="2048"/>
                  </a:lnTo>
                  <a:lnTo>
                    <a:pt x="1541" y="2055"/>
                  </a:lnTo>
                  <a:lnTo>
                    <a:pt x="1544" y="2059"/>
                  </a:lnTo>
                  <a:lnTo>
                    <a:pt x="1544" y="2066"/>
                  </a:lnTo>
                  <a:lnTo>
                    <a:pt x="1544" y="2070"/>
                  </a:lnTo>
                  <a:lnTo>
                    <a:pt x="1548" y="2073"/>
                  </a:lnTo>
                  <a:lnTo>
                    <a:pt x="1548" y="2081"/>
                  </a:lnTo>
                  <a:lnTo>
                    <a:pt x="1551" y="2084"/>
                  </a:lnTo>
                  <a:lnTo>
                    <a:pt x="1551" y="2091"/>
                  </a:lnTo>
                  <a:lnTo>
                    <a:pt x="1551" y="2095"/>
                  </a:lnTo>
                  <a:lnTo>
                    <a:pt x="1555" y="2099"/>
                  </a:lnTo>
                  <a:lnTo>
                    <a:pt x="1555" y="2106"/>
                  </a:lnTo>
                  <a:lnTo>
                    <a:pt x="1555" y="2109"/>
                  </a:lnTo>
                  <a:lnTo>
                    <a:pt x="1559" y="2113"/>
                  </a:lnTo>
                  <a:lnTo>
                    <a:pt x="1559" y="2120"/>
                  </a:lnTo>
                  <a:lnTo>
                    <a:pt x="1562" y="2124"/>
                  </a:lnTo>
                  <a:lnTo>
                    <a:pt x="1562" y="2127"/>
                  </a:lnTo>
                  <a:lnTo>
                    <a:pt x="1562" y="2131"/>
                  </a:lnTo>
                  <a:lnTo>
                    <a:pt x="1566" y="2138"/>
                  </a:lnTo>
                  <a:lnTo>
                    <a:pt x="1566" y="2142"/>
                  </a:lnTo>
                  <a:lnTo>
                    <a:pt x="1569" y="2145"/>
                  </a:lnTo>
                  <a:lnTo>
                    <a:pt x="1569" y="2149"/>
                  </a:lnTo>
                  <a:lnTo>
                    <a:pt x="1569" y="2153"/>
                  </a:lnTo>
                  <a:lnTo>
                    <a:pt x="1573" y="2156"/>
                  </a:lnTo>
                  <a:lnTo>
                    <a:pt x="1573" y="2160"/>
                  </a:lnTo>
                  <a:lnTo>
                    <a:pt x="1577" y="2163"/>
                  </a:lnTo>
                  <a:lnTo>
                    <a:pt x="1577" y="2167"/>
                  </a:lnTo>
                  <a:lnTo>
                    <a:pt x="1577" y="2171"/>
                  </a:lnTo>
                  <a:lnTo>
                    <a:pt x="1580" y="2174"/>
                  </a:lnTo>
                  <a:lnTo>
                    <a:pt x="1580" y="2178"/>
                  </a:lnTo>
                  <a:lnTo>
                    <a:pt x="1580" y="2181"/>
                  </a:lnTo>
                  <a:lnTo>
                    <a:pt x="1584" y="2185"/>
                  </a:lnTo>
                  <a:lnTo>
                    <a:pt x="1587" y="2189"/>
                  </a:lnTo>
                  <a:lnTo>
                    <a:pt x="1587" y="2192"/>
                  </a:lnTo>
                  <a:lnTo>
                    <a:pt x="1591" y="2196"/>
                  </a:lnTo>
                  <a:lnTo>
                    <a:pt x="1595" y="2199"/>
                  </a:lnTo>
                  <a:lnTo>
                    <a:pt x="1598" y="2203"/>
                  </a:lnTo>
                  <a:lnTo>
                    <a:pt x="1602" y="2207"/>
                  </a:lnTo>
                  <a:lnTo>
                    <a:pt x="1605" y="2210"/>
                  </a:lnTo>
                  <a:lnTo>
                    <a:pt x="1609" y="2207"/>
                  </a:lnTo>
                  <a:lnTo>
                    <a:pt x="1613" y="2207"/>
                  </a:lnTo>
                  <a:lnTo>
                    <a:pt x="1616" y="2203"/>
                  </a:lnTo>
                  <a:lnTo>
                    <a:pt x="1620" y="2199"/>
                  </a:lnTo>
                  <a:lnTo>
                    <a:pt x="1623" y="2196"/>
                  </a:lnTo>
                  <a:lnTo>
                    <a:pt x="1623" y="2192"/>
                  </a:lnTo>
                  <a:lnTo>
                    <a:pt x="1627" y="2189"/>
                  </a:lnTo>
                  <a:lnTo>
                    <a:pt x="1631" y="2185"/>
                  </a:lnTo>
                  <a:lnTo>
                    <a:pt x="1631" y="2181"/>
                  </a:lnTo>
                  <a:lnTo>
                    <a:pt x="1631" y="2178"/>
                  </a:lnTo>
                  <a:lnTo>
                    <a:pt x="1634" y="2174"/>
                  </a:lnTo>
                  <a:lnTo>
                    <a:pt x="1634" y="2171"/>
                  </a:lnTo>
                  <a:lnTo>
                    <a:pt x="1638" y="2167"/>
                  </a:lnTo>
                  <a:lnTo>
                    <a:pt x="1638" y="2163"/>
                  </a:lnTo>
                  <a:lnTo>
                    <a:pt x="1638" y="2160"/>
                  </a:lnTo>
                  <a:lnTo>
                    <a:pt x="1641" y="2156"/>
                  </a:lnTo>
                  <a:lnTo>
                    <a:pt x="1641" y="2153"/>
                  </a:lnTo>
                  <a:lnTo>
                    <a:pt x="1641" y="2145"/>
                  </a:lnTo>
                  <a:lnTo>
                    <a:pt x="1645" y="2142"/>
                  </a:lnTo>
                  <a:lnTo>
                    <a:pt x="1645" y="2138"/>
                  </a:lnTo>
                  <a:lnTo>
                    <a:pt x="1649" y="2131"/>
                  </a:lnTo>
                  <a:lnTo>
                    <a:pt x="1649" y="2127"/>
                  </a:lnTo>
                  <a:lnTo>
                    <a:pt x="1649" y="2124"/>
                  </a:lnTo>
                  <a:lnTo>
                    <a:pt x="1652" y="2117"/>
                  </a:lnTo>
                  <a:lnTo>
                    <a:pt x="1652" y="2113"/>
                  </a:lnTo>
                  <a:lnTo>
                    <a:pt x="1656" y="2106"/>
                  </a:lnTo>
                  <a:lnTo>
                    <a:pt x="1656" y="2099"/>
                  </a:lnTo>
                  <a:lnTo>
                    <a:pt x="1656" y="2095"/>
                  </a:lnTo>
                  <a:lnTo>
                    <a:pt x="1659" y="2088"/>
                  </a:lnTo>
                  <a:lnTo>
                    <a:pt x="1659" y="2081"/>
                  </a:lnTo>
                  <a:lnTo>
                    <a:pt x="1663" y="2077"/>
                  </a:lnTo>
                  <a:lnTo>
                    <a:pt x="1663" y="2070"/>
                  </a:lnTo>
                  <a:lnTo>
                    <a:pt x="1663" y="2063"/>
                  </a:lnTo>
                  <a:lnTo>
                    <a:pt x="1667" y="2055"/>
                  </a:lnTo>
                  <a:lnTo>
                    <a:pt x="1667" y="2052"/>
                  </a:lnTo>
                  <a:lnTo>
                    <a:pt x="1667" y="2045"/>
                  </a:lnTo>
                  <a:lnTo>
                    <a:pt x="1670" y="2037"/>
                  </a:lnTo>
                  <a:lnTo>
                    <a:pt x="1670" y="2030"/>
                  </a:lnTo>
                  <a:lnTo>
                    <a:pt x="1674" y="2023"/>
                  </a:lnTo>
                  <a:lnTo>
                    <a:pt x="1674" y="2016"/>
                  </a:lnTo>
                  <a:lnTo>
                    <a:pt x="1674" y="2009"/>
                  </a:lnTo>
                  <a:lnTo>
                    <a:pt x="1677" y="2005"/>
                  </a:lnTo>
                  <a:lnTo>
                    <a:pt x="1677" y="1998"/>
                  </a:lnTo>
                  <a:lnTo>
                    <a:pt x="1681" y="1991"/>
                  </a:lnTo>
                  <a:lnTo>
                    <a:pt x="1681" y="1983"/>
                  </a:lnTo>
                  <a:lnTo>
                    <a:pt x="1681" y="1976"/>
                  </a:lnTo>
                  <a:lnTo>
                    <a:pt x="1685" y="1969"/>
                  </a:lnTo>
                  <a:lnTo>
                    <a:pt x="1685" y="1962"/>
                  </a:lnTo>
                  <a:lnTo>
                    <a:pt x="1685" y="1955"/>
                  </a:lnTo>
                  <a:lnTo>
                    <a:pt x="1688" y="1947"/>
                  </a:lnTo>
                  <a:lnTo>
                    <a:pt x="1688" y="1940"/>
                  </a:lnTo>
                  <a:lnTo>
                    <a:pt x="1692" y="1937"/>
                  </a:lnTo>
                  <a:lnTo>
                    <a:pt x="1692" y="1929"/>
                  </a:lnTo>
                  <a:lnTo>
                    <a:pt x="1692" y="1922"/>
                  </a:lnTo>
                  <a:lnTo>
                    <a:pt x="1695" y="1915"/>
                  </a:lnTo>
                  <a:lnTo>
                    <a:pt x="1695" y="1908"/>
                  </a:lnTo>
                  <a:lnTo>
                    <a:pt x="1699" y="1901"/>
                  </a:lnTo>
                  <a:lnTo>
                    <a:pt x="1699" y="1893"/>
                  </a:lnTo>
                  <a:lnTo>
                    <a:pt x="1699" y="1890"/>
                  </a:lnTo>
                  <a:lnTo>
                    <a:pt x="1703" y="1883"/>
                  </a:lnTo>
                  <a:lnTo>
                    <a:pt x="1703" y="1875"/>
                  </a:lnTo>
                  <a:lnTo>
                    <a:pt x="1706" y="1872"/>
                  </a:lnTo>
                  <a:lnTo>
                    <a:pt x="1706" y="1865"/>
                  </a:lnTo>
                  <a:lnTo>
                    <a:pt x="1706" y="1857"/>
                  </a:lnTo>
                  <a:lnTo>
                    <a:pt x="1710" y="1854"/>
                  </a:lnTo>
                  <a:lnTo>
                    <a:pt x="1710" y="1847"/>
                  </a:lnTo>
                  <a:lnTo>
                    <a:pt x="1710" y="1843"/>
                  </a:lnTo>
                  <a:lnTo>
                    <a:pt x="1713" y="1836"/>
                  </a:lnTo>
                  <a:lnTo>
                    <a:pt x="1713" y="1832"/>
                  </a:lnTo>
                  <a:lnTo>
                    <a:pt x="1717" y="1825"/>
                  </a:lnTo>
                  <a:lnTo>
                    <a:pt x="1717" y="1821"/>
                  </a:lnTo>
                  <a:lnTo>
                    <a:pt x="1717" y="1818"/>
                  </a:lnTo>
                  <a:lnTo>
                    <a:pt x="1721" y="1811"/>
                  </a:lnTo>
                  <a:lnTo>
                    <a:pt x="1721" y="1807"/>
                  </a:lnTo>
                  <a:lnTo>
                    <a:pt x="1724" y="1803"/>
                  </a:lnTo>
                  <a:lnTo>
                    <a:pt x="1724" y="1800"/>
                  </a:lnTo>
                  <a:lnTo>
                    <a:pt x="1724" y="1796"/>
                  </a:lnTo>
                  <a:lnTo>
                    <a:pt x="1728" y="1793"/>
                  </a:lnTo>
                  <a:lnTo>
                    <a:pt x="1728" y="1789"/>
                  </a:lnTo>
                  <a:lnTo>
                    <a:pt x="1728" y="1785"/>
                  </a:lnTo>
                  <a:lnTo>
                    <a:pt x="1731" y="1782"/>
                  </a:lnTo>
                  <a:lnTo>
                    <a:pt x="1735" y="1778"/>
                  </a:lnTo>
                  <a:lnTo>
                    <a:pt x="1735" y="1775"/>
                  </a:lnTo>
                  <a:lnTo>
                    <a:pt x="1739" y="1771"/>
                  </a:lnTo>
                  <a:lnTo>
                    <a:pt x="1742" y="1767"/>
                  </a:lnTo>
                  <a:lnTo>
                    <a:pt x="1746" y="1764"/>
                  </a:lnTo>
                  <a:lnTo>
                    <a:pt x="1749" y="1764"/>
                  </a:lnTo>
                  <a:lnTo>
                    <a:pt x="1753" y="1767"/>
                  </a:lnTo>
                  <a:lnTo>
                    <a:pt x="1757" y="1771"/>
                  </a:lnTo>
                  <a:lnTo>
                    <a:pt x="1760" y="1775"/>
                  </a:lnTo>
                  <a:lnTo>
                    <a:pt x="1764" y="1778"/>
                  </a:lnTo>
                  <a:lnTo>
                    <a:pt x="1764" y="1782"/>
                  </a:lnTo>
                  <a:lnTo>
                    <a:pt x="1767" y="1785"/>
                  </a:lnTo>
                  <a:lnTo>
                    <a:pt x="1767" y="1789"/>
                  </a:lnTo>
                  <a:lnTo>
                    <a:pt x="1767" y="1793"/>
                  </a:lnTo>
                  <a:lnTo>
                    <a:pt x="1771" y="1796"/>
                  </a:lnTo>
                  <a:lnTo>
                    <a:pt x="1771" y="1803"/>
                  </a:lnTo>
                  <a:lnTo>
                    <a:pt x="1775" y="1807"/>
                  </a:lnTo>
                  <a:lnTo>
                    <a:pt x="1775" y="1811"/>
                  </a:lnTo>
                  <a:lnTo>
                    <a:pt x="1775" y="1818"/>
                  </a:lnTo>
                  <a:lnTo>
                    <a:pt x="1778" y="1821"/>
                  </a:lnTo>
                  <a:lnTo>
                    <a:pt x="1778" y="1829"/>
                  </a:lnTo>
                  <a:lnTo>
                    <a:pt x="1778" y="1832"/>
                  </a:lnTo>
                  <a:lnTo>
                    <a:pt x="1782" y="1839"/>
                  </a:lnTo>
                  <a:lnTo>
                    <a:pt x="1782" y="1847"/>
                  </a:lnTo>
                  <a:lnTo>
                    <a:pt x="1785" y="1850"/>
                  </a:lnTo>
                  <a:lnTo>
                    <a:pt x="1785" y="1857"/>
                  </a:lnTo>
                  <a:lnTo>
                    <a:pt x="1785" y="1865"/>
                  </a:lnTo>
                  <a:lnTo>
                    <a:pt x="1789" y="1872"/>
                  </a:lnTo>
                  <a:lnTo>
                    <a:pt x="1789" y="1879"/>
                  </a:lnTo>
                  <a:lnTo>
                    <a:pt x="1793" y="1886"/>
                  </a:lnTo>
                  <a:lnTo>
                    <a:pt x="1793" y="1897"/>
                  </a:lnTo>
                  <a:lnTo>
                    <a:pt x="1793" y="1904"/>
                  </a:lnTo>
                  <a:lnTo>
                    <a:pt x="1796" y="1911"/>
                  </a:lnTo>
                  <a:lnTo>
                    <a:pt x="1796" y="1922"/>
                  </a:lnTo>
                  <a:lnTo>
                    <a:pt x="1796" y="1929"/>
                  </a:lnTo>
                  <a:lnTo>
                    <a:pt x="1800" y="1937"/>
                  </a:lnTo>
                  <a:lnTo>
                    <a:pt x="1800" y="1947"/>
                  </a:lnTo>
                  <a:lnTo>
                    <a:pt x="1803" y="1955"/>
                  </a:lnTo>
                  <a:lnTo>
                    <a:pt x="1803" y="1965"/>
                  </a:lnTo>
                  <a:lnTo>
                    <a:pt x="1803" y="1976"/>
                  </a:lnTo>
                  <a:lnTo>
                    <a:pt x="1807" y="1983"/>
                  </a:lnTo>
                  <a:lnTo>
                    <a:pt x="1807" y="1994"/>
                  </a:lnTo>
                  <a:lnTo>
                    <a:pt x="1811" y="2005"/>
                  </a:lnTo>
                  <a:lnTo>
                    <a:pt x="1811" y="2012"/>
                  </a:lnTo>
                  <a:lnTo>
                    <a:pt x="1811" y="2023"/>
                  </a:lnTo>
                  <a:lnTo>
                    <a:pt x="1814" y="2034"/>
                  </a:lnTo>
                  <a:lnTo>
                    <a:pt x="1814" y="2045"/>
                  </a:lnTo>
                  <a:lnTo>
                    <a:pt x="1818" y="2055"/>
                  </a:lnTo>
                  <a:lnTo>
                    <a:pt x="1818" y="2066"/>
                  </a:lnTo>
                  <a:lnTo>
                    <a:pt x="1818" y="2077"/>
                  </a:lnTo>
                  <a:lnTo>
                    <a:pt x="1821" y="2088"/>
                  </a:lnTo>
                  <a:lnTo>
                    <a:pt x="1821" y="2095"/>
                  </a:lnTo>
                  <a:lnTo>
                    <a:pt x="1821" y="2106"/>
                  </a:lnTo>
                  <a:lnTo>
                    <a:pt x="1825" y="2117"/>
                  </a:lnTo>
                  <a:lnTo>
                    <a:pt x="1825" y="2127"/>
                  </a:lnTo>
                  <a:lnTo>
                    <a:pt x="1829" y="2138"/>
                  </a:lnTo>
                  <a:lnTo>
                    <a:pt x="1829" y="2149"/>
                  </a:lnTo>
                  <a:lnTo>
                    <a:pt x="1829" y="2160"/>
                  </a:lnTo>
                  <a:lnTo>
                    <a:pt x="1832" y="2171"/>
                  </a:lnTo>
                  <a:lnTo>
                    <a:pt x="1832" y="2181"/>
                  </a:lnTo>
                  <a:lnTo>
                    <a:pt x="1836" y="2192"/>
                  </a:lnTo>
                  <a:lnTo>
                    <a:pt x="1836" y="2203"/>
                  </a:lnTo>
                  <a:lnTo>
                    <a:pt x="1836" y="2214"/>
                  </a:lnTo>
                  <a:lnTo>
                    <a:pt x="1839" y="2225"/>
                  </a:lnTo>
                  <a:lnTo>
                    <a:pt x="1839" y="2235"/>
                  </a:lnTo>
                  <a:lnTo>
                    <a:pt x="1839" y="2243"/>
                  </a:lnTo>
                  <a:lnTo>
                    <a:pt x="1843" y="2253"/>
                  </a:lnTo>
                  <a:lnTo>
                    <a:pt x="1843" y="2264"/>
                  </a:lnTo>
                  <a:lnTo>
                    <a:pt x="1847" y="2275"/>
                  </a:lnTo>
                  <a:lnTo>
                    <a:pt x="1847" y="2286"/>
                  </a:lnTo>
                  <a:lnTo>
                    <a:pt x="1847" y="2293"/>
                  </a:lnTo>
                  <a:lnTo>
                    <a:pt x="1850" y="2304"/>
                  </a:lnTo>
                  <a:lnTo>
                    <a:pt x="1850" y="2311"/>
                  </a:lnTo>
                  <a:lnTo>
                    <a:pt x="1854" y="2322"/>
                  </a:lnTo>
                  <a:lnTo>
                    <a:pt x="1854" y="2329"/>
                  </a:lnTo>
                  <a:lnTo>
                    <a:pt x="1854" y="2340"/>
                  </a:lnTo>
                  <a:lnTo>
                    <a:pt x="1857" y="2347"/>
                  </a:lnTo>
                  <a:lnTo>
                    <a:pt x="1857" y="2354"/>
                  </a:lnTo>
                  <a:lnTo>
                    <a:pt x="1861" y="2365"/>
                  </a:lnTo>
                  <a:lnTo>
                    <a:pt x="1861" y="2372"/>
                  </a:lnTo>
                  <a:lnTo>
                    <a:pt x="1861" y="2379"/>
                  </a:lnTo>
                  <a:lnTo>
                    <a:pt x="1865" y="2387"/>
                  </a:lnTo>
                  <a:lnTo>
                    <a:pt x="1865" y="2394"/>
                  </a:lnTo>
                  <a:lnTo>
                    <a:pt x="1865" y="2401"/>
                  </a:lnTo>
                  <a:lnTo>
                    <a:pt x="1868" y="2408"/>
                  </a:lnTo>
                  <a:lnTo>
                    <a:pt x="1868" y="2412"/>
                  </a:lnTo>
                  <a:lnTo>
                    <a:pt x="1872" y="2419"/>
                  </a:lnTo>
                  <a:lnTo>
                    <a:pt x="1872" y="2423"/>
                  </a:lnTo>
                  <a:lnTo>
                    <a:pt x="1872" y="2430"/>
                  </a:lnTo>
                  <a:lnTo>
                    <a:pt x="1875" y="2433"/>
                  </a:lnTo>
                  <a:lnTo>
                    <a:pt x="1875" y="2437"/>
                  </a:lnTo>
                  <a:lnTo>
                    <a:pt x="1879" y="2444"/>
                  </a:lnTo>
                  <a:lnTo>
                    <a:pt x="1879" y="2448"/>
                  </a:lnTo>
                  <a:lnTo>
                    <a:pt x="1883" y="2451"/>
                  </a:lnTo>
                  <a:lnTo>
                    <a:pt x="1883" y="2455"/>
                  </a:lnTo>
                  <a:lnTo>
                    <a:pt x="1886" y="2459"/>
                  </a:lnTo>
                  <a:lnTo>
                    <a:pt x="1890" y="2462"/>
                  </a:lnTo>
                  <a:lnTo>
                    <a:pt x="1893" y="2462"/>
                  </a:lnTo>
                  <a:lnTo>
                    <a:pt x="1897" y="2459"/>
                  </a:lnTo>
                  <a:lnTo>
                    <a:pt x="1901" y="2455"/>
                  </a:lnTo>
                  <a:lnTo>
                    <a:pt x="1901" y="2451"/>
                  </a:lnTo>
                  <a:lnTo>
                    <a:pt x="1904" y="2448"/>
                  </a:lnTo>
                  <a:lnTo>
                    <a:pt x="1904" y="2444"/>
                  </a:lnTo>
                  <a:lnTo>
                    <a:pt x="1904" y="2441"/>
                  </a:lnTo>
                  <a:lnTo>
                    <a:pt x="1908" y="2437"/>
                  </a:lnTo>
                  <a:lnTo>
                    <a:pt x="1908" y="2430"/>
                  </a:lnTo>
                  <a:lnTo>
                    <a:pt x="1908" y="2426"/>
                  </a:lnTo>
                  <a:lnTo>
                    <a:pt x="1911" y="2419"/>
                  </a:lnTo>
                  <a:lnTo>
                    <a:pt x="1911" y="2412"/>
                  </a:lnTo>
                  <a:lnTo>
                    <a:pt x="1915" y="2405"/>
                  </a:lnTo>
                  <a:lnTo>
                    <a:pt x="1915" y="2397"/>
                  </a:lnTo>
                  <a:lnTo>
                    <a:pt x="1915" y="2387"/>
                  </a:lnTo>
                  <a:lnTo>
                    <a:pt x="1919" y="2379"/>
                  </a:lnTo>
                  <a:lnTo>
                    <a:pt x="1919" y="2369"/>
                  </a:lnTo>
                  <a:lnTo>
                    <a:pt x="1922" y="2361"/>
                  </a:lnTo>
                  <a:lnTo>
                    <a:pt x="1922" y="2351"/>
                  </a:lnTo>
                  <a:lnTo>
                    <a:pt x="1922" y="2340"/>
                  </a:lnTo>
                  <a:lnTo>
                    <a:pt x="1926" y="2329"/>
                  </a:lnTo>
                  <a:lnTo>
                    <a:pt x="1926" y="2315"/>
                  </a:lnTo>
                  <a:lnTo>
                    <a:pt x="1926" y="2304"/>
                  </a:lnTo>
                  <a:lnTo>
                    <a:pt x="1929" y="2293"/>
                  </a:lnTo>
                  <a:lnTo>
                    <a:pt x="1929" y="2279"/>
                  </a:lnTo>
                  <a:lnTo>
                    <a:pt x="1933" y="2264"/>
                  </a:lnTo>
                  <a:lnTo>
                    <a:pt x="1933" y="2250"/>
                  </a:lnTo>
                  <a:lnTo>
                    <a:pt x="1933" y="2235"/>
                  </a:lnTo>
                  <a:lnTo>
                    <a:pt x="1937" y="2221"/>
                  </a:lnTo>
                  <a:lnTo>
                    <a:pt x="1937" y="2203"/>
                  </a:lnTo>
                  <a:lnTo>
                    <a:pt x="1940" y="2189"/>
                  </a:lnTo>
                  <a:lnTo>
                    <a:pt x="1940" y="2171"/>
                  </a:lnTo>
                  <a:lnTo>
                    <a:pt x="1940" y="2156"/>
                  </a:lnTo>
                  <a:lnTo>
                    <a:pt x="1944" y="2138"/>
                  </a:lnTo>
                  <a:lnTo>
                    <a:pt x="1944" y="2120"/>
                  </a:lnTo>
                  <a:lnTo>
                    <a:pt x="1947" y="2102"/>
                  </a:lnTo>
                  <a:lnTo>
                    <a:pt x="1947" y="2084"/>
                  </a:lnTo>
                  <a:lnTo>
                    <a:pt x="1947" y="2063"/>
                  </a:lnTo>
                  <a:lnTo>
                    <a:pt x="1951" y="2045"/>
                  </a:lnTo>
                  <a:lnTo>
                    <a:pt x="1951" y="2023"/>
                  </a:lnTo>
                  <a:lnTo>
                    <a:pt x="1951" y="2005"/>
                  </a:lnTo>
                  <a:lnTo>
                    <a:pt x="1955" y="1983"/>
                  </a:lnTo>
                  <a:lnTo>
                    <a:pt x="1955" y="1962"/>
                  </a:lnTo>
                  <a:lnTo>
                    <a:pt x="1958" y="1940"/>
                  </a:lnTo>
                  <a:lnTo>
                    <a:pt x="1958" y="1919"/>
                  </a:lnTo>
                  <a:lnTo>
                    <a:pt x="1958" y="1897"/>
                  </a:lnTo>
                  <a:lnTo>
                    <a:pt x="1962" y="1872"/>
                  </a:lnTo>
                  <a:lnTo>
                    <a:pt x="1962" y="1850"/>
                  </a:lnTo>
                  <a:lnTo>
                    <a:pt x="1965" y="1825"/>
                  </a:lnTo>
                  <a:lnTo>
                    <a:pt x="1965" y="1803"/>
                  </a:lnTo>
                  <a:lnTo>
                    <a:pt x="1965" y="1778"/>
                  </a:lnTo>
                  <a:lnTo>
                    <a:pt x="1969" y="1753"/>
                  </a:lnTo>
                  <a:lnTo>
                    <a:pt x="1969" y="1731"/>
                  </a:lnTo>
                  <a:lnTo>
                    <a:pt x="1969" y="1706"/>
                  </a:lnTo>
                  <a:lnTo>
                    <a:pt x="1973" y="1681"/>
                  </a:lnTo>
                  <a:lnTo>
                    <a:pt x="1973" y="1656"/>
                  </a:lnTo>
                  <a:lnTo>
                    <a:pt x="1976" y="1631"/>
                  </a:lnTo>
                  <a:lnTo>
                    <a:pt x="1976" y="1602"/>
                  </a:lnTo>
                  <a:lnTo>
                    <a:pt x="1976" y="1577"/>
                  </a:lnTo>
                  <a:lnTo>
                    <a:pt x="1980" y="1551"/>
                  </a:lnTo>
                  <a:lnTo>
                    <a:pt x="1980" y="1523"/>
                  </a:lnTo>
                  <a:lnTo>
                    <a:pt x="1983" y="1497"/>
                  </a:lnTo>
                  <a:lnTo>
                    <a:pt x="1983" y="1472"/>
                  </a:lnTo>
                  <a:lnTo>
                    <a:pt x="1983" y="1443"/>
                  </a:lnTo>
                  <a:lnTo>
                    <a:pt x="1987" y="1418"/>
                  </a:lnTo>
                  <a:lnTo>
                    <a:pt x="1987" y="1389"/>
                  </a:lnTo>
                  <a:lnTo>
                    <a:pt x="1991" y="1361"/>
                  </a:lnTo>
                  <a:lnTo>
                    <a:pt x="1991" y="1335"/>
                  </a:lnTo>
                  <a:lnTo>
                    <a:pt x="1991" y="1307"/>
                  </a:lnTo>
                  <a:lnTo>
                    <a:pt x="1994" y="1281"/>
                  </a:lnTo>
                  <a:lnTo>
                    <a:pt x="1994" y="1253"/>
                  </a:lnTo>
                  <a:lnTo>
                    <a:pt x="1994" y="1224"/>
                  </a:lnTo>
                  <a:lnTo>
                    <a:pt x="1998" y="1195"/>
                  </a:lnTo>
                  <a:lnTo>
                    <a:pt x="1998" y="1170"/>
                  </a:lnTo>
                  <a:lnTo>
                    <a:pt x="2001" y="1141"/>
                  </a:lnTo>
                  <a:lnTo>
                    <a:pt x="2001" y="1112"/>
                  </a:lnTo>
                  <a:lnTo>
                    <a:pt x="2001" y="1087"/>
                  </a:lnTo>
                  <a:lnTo>
                    <a:pt x="2005" y="1058"/>
                  </a:lnTo>
                  <a:lnTo>
                    <a:pt x="2005" y="1029"/>
                  </a:lnTo>
                  <a:lnTo>
                    <a:pt x="2009" y="1004"/>
                  </a:lnTo>
                  <a:lnTo>
                    <a:pt x="2009" y="975"/>
                  </a:lnTo>
                  <a:lnTo>
                    <a:pt x="2009" y="950"/>
                  </a:lnTo>
                  <a:lnTo>
                    <a:pt x="2012" y="921"/>
                  </a:lnTo>
                  <a:lnTo>
                    <a:pt x="2012" y="896"/>
                  </a:lnTo>
                  <a:lnTo>
                    <a:pt x="2012" y="867"/>
                  </a:lnTo>
                  <a:lnTo>
                    <a:pt x="2016" y="842"/>
                  </a:lnTo>
                  <a:lnTo>
                    <a:pt x="2016" y="813"/>
                  </a:lnTo>
                  <a:lnTo>
                    <a:pt x="2019" y="788"/>
                  </a:lnTo>
                  <a:lnTo>
                    <a:pt x="2019" y="763"/>
                  </a:lnTo>
                  <a:lnTo>
                    <a:pt x="2019" y="738"/>
                  </a:lnTo>
                  <a:lnTo>
                    <a:pt x="2023" y="709"/>
                  </a:lnTo>
                  <a:lnTo>
                    <a:pt x="2023" y="684"/>
                  </a:lnTo>
                  <a:lnTo>
                    <a:pt x="2027" y="659"/>
                  </a:lnTo>
                  <a:lnTo>
                    <a:pt x="2027" y="637"/>
                  </a:lnTo>
                  <a:lnTo>
                    <a:pt x="2027" y="612"/>
                  </a:lnTo>
                  <a:lnTo>
                    <a:pt x="2030" y="587"/>
                  </a:lnTo>
                  <a:lnTo>
                    <a:pt x="2030" y="562"/>
                  </a:lnTo>
                  <a:lnTo>
                    <a:pt x="2034" y="540"/>
                  </a:lnTo>
                  <a:lnTo>
                    <a:pt x="2034" y="515"/>
                  </a:lnTo>
                  <a:lnTo>
                    <a:pt x="2034" y="493"/>
                  </a:lnTo>
                  <a:lnTo>
                    <a:pt x="2037" y="472"/>
                  </a:lnTo>
                  <a:lnTo>
                    <a:pt x="2037" y="450"/>
                  </a:lnTo>
                  <a:lnTo>
                    <a:pt x="2037" y="428"/>
                  </a:lnTo>
                  <a:lnTo>
                    <a:pt x="2041" y="407"/>
                  </a:lnTo>
                  <a:lnTo>
                    <a:pt x="2041" y="385"/>
                  </a:lnTo>
                  <a:lnTo>
                    <a:pt x="2045" y="364"/>
                  </a:lnTo>
                  <a:lnTo>
                    <a:pt x="2045" y="346"/>
                  </a:lnTo>
                  <a:lnTo>
                    <a:pt x="2045" y="324"/>
                  </a:lnTo>
                  <a:lnTo>
                    <a:pt x="2048" y="306"/>
                  </a:lnTo>
                  <a:lnTo>
                    <a:pt x="2048" y="288"/>
                  </a:lnTo>
                  <a:lnTo>
                    <a:pt x="2052" y="270"/>
                  </a:lnTo>
                  <a:lnTo>
                    <a:pt x="2052" y="252"/>
                  </a:lnTo>
                  <a:lnTo>
                    <a:pt x="2052" y="234"/>
                  </a:lnTo>
                  <a:lnTo>
                    <a:pt x="2055" y="220"/>
                  </a:lnTo>
                  <a:lnTo>
                    <a:pt x="2055" y="202"/>
                  </a:lnTo>
                  <a:lnTo>
                    <a:pt x="2055" y="187"/>
                  </a:lnTo>
                  <a:lnTo>
                    <a:pt x="2059" y="173"/>
                  </a:lnTo>
                  <a:lnTo>
                    <a:pt x="2059" y="158"/>
                  </a:lnTo>
                  <a:lnTo>
                    <a:pt x="2063" y="144"/>
                  </a:lnTo>
                  <a:lnTo>
                    <a:pt x="2063" y="133"/>
                  </a:lnTo>
                  <a:lnTo>
                    <a:pt x="2063" y="119"/>
                  </a:lnTo>
                  <a:lnTo>
                    <a:pt x="2066" y="108"/>
                  </a:lnTo>
                  <a:lnTo>
                    <a:pt x="2066" y="97"/>
                  </a:lnTo>
                  <a:lnTo>
                    <a:pt x="2070" y="86"/>
                  </a:lnTo>
                  <a:lnTo>
                    <a:pt x="2070" y="76"/>
                  </a:lnTo>
                  <a:lnTo>
                    <a:pt x="2070" y="65"/>
                  </a:lnTo>
                  <a:lnTo>
                    <a:pt x="2073" y="58"/>
                  </a:lnTo>
                  <a:lnTo>
                    <a:pt x="2073" y="50"/>
                  </a:lnTo>
                  <a:lnTo>
                    <a:pt x="2077" y="40"/>
                  </a:lnTo>
                  <a:lnTo>
                    <a:pt x="2077" y="36"/>
                  </a:lnTo>
                  <a:lnTo>
                    <a:pt x="2077" y="29"/>
                  </a:lnTo>
                  <a:lnTo>
                    <a:pt x="2081" y="22"/>
                  </a:lnTo>
                  <a:lnTo>
                    <a:pt x="2081" y="18"/>
                  </a:lnTo>
                  <a:lnTo>
                    <a:pt x="2081" y="14"/>
                  </a:lnTo>
                  <a:lnTo>
                    <a:pt x="2084" y="11"/>
                  </a:lnTo>
                  <a:lnTo>
                    <a:pt x="2084" y="7"/>
                  </a:lnTo>
                  <a:lnTo>
                    <a:pt x="2088" y="4"/>
                  </a:lnTo>
                  <a:lnTo>
                    <a:pt x="2088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2" name="Freeform 110"/>
            <p:cNvSpPr>
              <a:spLocks/>
            </p:cNvSpPr>
            <p:nvPr/>
          </p:nvSpPr>
          <p:spPr bwMode="auto">
            <a:xfrm>
              <a:off x="2840" y="1048"/>
              <a:ext cx="2369" cy="2462"/>
            </a:xfrm>
            <a:custGeom>
              <a:avLst/>
              <a:gdLst/>
              <a:ahLst/>
              <a:cxnLst>
                <a:cxn ang="0">
                  <a:pos x="22" y="97"/>
                </a:cxn>
                <a:cxn ang="0">
                  <a:pos x="47" y="346"/>
                </a:cxn>
                <a:cxn ang="0">
                  <a:pos x="69" y="709"/>
                </a:cxn>
                <a:cxn ang="0">
                  <a:pos x="90" y="1141"/>
                </a:cxn>
                <a:cxn ang="0">
                  <a:pos x="112" y="1577"/>
                </a:cxn>
                <a:cxn ang="0">
                  <a:pos x="134" y="1962"/>
                </a:cxn>
                <a:cxn ang="0">
                  <a:pos x="159" y="2250"/>
                </a:cxn>
                <a:cxn ang="0">
                  <a:pos x="180" y="2419"/>
                </a:cxn>
                <a:cxn ang="0">
                  <a:pos x="213" y="2444"/>
                </a:cxn>
                <a:cxn ang="0">
                  <a:pos x="234" y="2340"/>
                </a:cxn>
                <a:cxn ang="0">
                  <a:pos x="256" y="2181"/>
                </a:cxn>
                <a:cxn ang="0">
                  <a:pos x="281" y="2012"/>
                </a:cxn>
                <a:cxn ang="0">
                  <a:pos x="303" y="1872"/>
                </a:cxn>
                <a:cxn ang="0">
                  <a:pos x="324" y="1785"/>
                </a:cxn>
                <a:cxn ang="0">
                  <a:pos x="364" y="1793"/>
                </a:cxn>
                <a:cxn ang="0">
                  <a:pos x="386" y="1872"/>
                </a:cxn>
                <a:cxn ang="0">
                  <a:pos x="407" y="1976"/>
                </a:cxn>
                <a:cxn ang="0">
                  <a:pos x="429" y="2081"/>
                </a:cxn>
                <a:cxn ang="0">
                  <a:pos x="454" y="2163"/>
                </a:cxn>
                <a:cxn ang="0">
                  <a:pos x="490" y="2207"/>
                </a:cxn>
                <a:cxn ang="0">
                  <a:pos x="522" y="2149"/>
                </a:cxn>
                <a:cxn ang="0">
                  <a:pos x="544" y="2073"/>
                </a:cxn>
                <a:cxn ang="0">
                  <a:pos x="566" y="1994"/>
                </a:cxn>
                <a:cxn ang="0">
                  <a:pos x="587" y="1926"/>
                </a:cxn>
                <a:cxn ang="0">
                  <a:pos x="630" y="1883"/>
                </a:cxn>
                <a:cxn ang="0">
                  <a:pos x="666" y="1937"/>
                </a:cxn>
                <a:cxn ang="0">
                  <a:pos x="688" y="1998"/>
                </a:cxn>
                <a:cxn ang="0">
                  <a:pos x="710" y="2063"/>
                </a:cxn>
                <a:cxn ang="0">
                  <a:pos x="738" y="2120"/>
                </a:cxn>
                <a:cxn ang="0">
                  <a:pos x="792" y="2120"/>
                </a:cxn>
                <a:cxn ang="0">
                  <a:pos x="821" y="2063"/>
                </a:cxn>
                <a:cxn ang="0">
                  <a:pos x="843" y="2005"/>
                </a:cxn>
                <a:cxn ang="0">
                  <a:pos x="875" y="1947"/>
                </a:cxn>
                <a:cxn ang="0">
                  <a:pos x="929" y="1940"/>
                </a:cxn>
                <a:cxn ang="0">
                  <a:pos x="962" y="1998"/>
                </a:cxn>
                <a:cxn ang="0">
                  <a:pos x="990" y="2055"/>
                </a:cxn>
                <a:cxn ang="0">
                  <a:pos x="1037" y="2109"/>
                </a:cxn>
                <a:cxn ang="0">
                  <a:pos x="1091" y="2070"/>
                </a:cxn>
                <a:cxn ang="0">
                  <a:pos x="1120" y="2012"/>
                </a:cxn>
                <a:cxn ang="0">
                  <a:pos x="1163" y="1955"/>
                </a:cxn>
                <a:cxn ang="0">
                  <a:pos x="1221" y="1973"/>
                </a:cxn>
                <a:cxn ang="0">
                  <a:pos x="1257" y="2030"/>
                </a:cxn>
                <a:cxn ang="0">
                  <a:pos x="1304" y="2088"/>
                </a:cxn>
                <a:cxn ang="0">
                  <a:pos x="1361" y="2066"/>
                </a:cxn>
                <a:cxn ang="0">
                  <a:pos x="1404" y="2009"/>
                </a:cxn>
                <a:cxn ang="0">
                  <a:pos x="1458" y="1962"/>
                </a:cxn>
                <a:cxn ang="0">
                  <a:pos x="1516" y="2001"/>
                </a:cxn>
                <a:cxn ang="0">
                  <a:pos x="1563" y="2059"/>
                </a:cxn>
                <a:cxn ang="0">
                  <a:pos x="1620" y="2073"/>
                </a:cxn>
                <a:cxn ang="0">
                  <a:pos x="1674" y="2023"/>
                </a:cxn>
                <a:cxn ang="0">
                  <a:pos x="1728" y="1973"/>
                </a:cxn>
                <a:cxn ang="0">
                  <a:pos x="1786" y="1998"/>
                </a:cxn>
                <a:cxn ang="0">
                  <a:pos x="1844" y="2055"/>
                </a:cxn>
                <a:cxn ang="0">
                  <a:pos x="1901" y="2066"/>
                </a:cxn>
                <a:cxn ang="0">
                  <a:pos x="1959" y="2016"/>
                </a:cxn>
                <a:cxn ang="0">
                  <a:pos x="2016" y="1980"/>
                </a:cxn>
                <a:cxn ang="0">
                  <a:pos x="2074" y="2009"/>
                </a:cxn>
                <a:cxn ang="0">
                  <a:pos x="2132" y="2059"/>
                </a:cxn>
                <a:cxn ang="0">
                  <a:pos x="2189" y="2055"/>
                </a:cxn>
                <a:cxn ang="0">
                  <a:pos x="2247" y="2009"/>
                </a:cxn>
                <a:cxn ang="0">
                  <a:pos x="2304" y="1987"/>
                </a:cxn>
                <a:cxn ang="0">
                  <a:pos x="2362" y="2019"/>
                </a:cxn>
              </a:cxnLst>
              <a:rect l="0" t="0" r="r" b="b"/>
              <a:pathLst>
                <a:path w="2369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6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4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1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2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9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7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5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4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32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7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8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5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3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1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30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8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6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3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1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86"/>
                  </a:lnTo>
                  <a:lnTo>
                    <a:pt x="641" y="1890"/>
                  </a:lnTo>
                  <a:lnTo>
                    <a:pt x="645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8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7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5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4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62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80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7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23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2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6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4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401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2" y="2001"/>
                  </a:lnTo>
                  <a:lnTo>
                    <a:pt x="1412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69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2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3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4" y="2037"/>
                  </a:lnTo>
                  <a:lnTo>
                    <a:pt x="1664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5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6" y="2037"/>
                  </a:lnTo>
                  <a:lnTo>
                    <a:pt x="1829" y="2041"/>
                  </a:lnTo>
                  <a:lnTo>
                    <a:pt x="1833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4" y="2055"/>
                  </a:lnTo>
                  <a:lnTo>
                    <a:pt x="1847" y="2059"/>
                  </a:lnTo>
                  <a:lnTo>
                    <a:pt x="1851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2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80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8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6" y="2055"/>
                  </a:lnTo>
                  <a:lnTo>
                    <a:pt x="1919" y="2055"/>
                  </a:lnTo>
                  <a:lnTo>
                    <a:pt x="1923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4" y="2041"/>
                  </a:lnTo>
                  <a:lnTo>
                    <a:pt x="1937" y="2037"/>
                  </a:lnTo>
                  <a:lnTo>
                    <a:pt x="1941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2" y="2023"/>
                  </a:lnTo>
                  <a:lnTo>
                    <a:pt x="1955" y="2019"/>
                  </a:lnTo>
                  <a:lnTo>
                    <a:pt x="1959" y="2016"/>
                  </a:lnTo>
                  <a:lnTo>
                    <a:pt x="1962" y="2012"/>
                  </a:lnTo>
                  <a:lnTo>
                    <a:pt x="1966" y="2009"/>
                  </a:lnTo>
                  <a:lnTo>
                    <a:pt x="1970" y="2005"/>
                  </a:lnTo>
                  <a:lnTo>
                    <a:pt x="1973" y="2001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4"/>
                  </a:lnTo>
                  <a:lnTo>
                    <a:pt x="1988" y="1991"/>
                  </a:lnTo>
                  <a:lnTo>
                    <a:pt x="1991" y="1987"/>
                  </a:lnTo>
                  <a:lnTo>
                    <a:pt x="1995" y="1987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6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4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2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1"/>
                  </a:lnTo>
                  <a:lnTo>
                    <a:pt x="2056" y="1994"/>
                  </a:lnTo>
                  <a:lnTo>
                    <a:pt x="2060" y="1998"/>
                  </a:lnTo>
                  <a:lnTo>
                    <a:pt x="2063" y="1998"/>
                  </a:lnTo>
                  <a:lnTo>
                    <a:pt x="2067" y="2001"/>
                  </a:lnTo>
                  <a:lnTo>
                    <a:pt x="2070" y="2005"/>
                  </a:lnTo>
                  <a:lnTo>
                    <a:pt x="2074" y="2009"/>
                  </a:lnTo>
                  <a:lnTo>
                    <a:pt x="2078" y="2012"/>
                  </a:lnTo>
                  <a:lnTo>
                    <a:pt x="2081" y="2016"/>
                  </a:lnTo>
                  <a:lnTo>
                    <a:pt x="2085" y="2019"/>
                  </a:lnTo>
                  <a:lnTo>
                    <a:pt x="2088" y="2023"/>
                  </a:lnTo>
                  <a:lnTo>
                    <a:pt x="2092" y="2027"/>
                  </a:lnTo>
                  <a:lnTo>
                    <a:pt x="2096" y="2030"/>
                  </a:lnTo>
                  <a:lnTo>
                    <a:pt x="2099" y="2034"/>
                  </a:lnTo>
                  <a:lnTo>
                    <a:pt x="2103" y="2037"/>
                  </a:lnTo>
                  <a:lnTo>
                    <a:pt x="2106" y="2041"/>
                  </a:lnTo>
                  <a:lnTo>
                    <a:pt x="2110" y="2045"/>
                  </a:lnTo>
                  <a:lnTo>
                    <a:pt x="2114" y="2045"/>
                  </a:lnTo>
                  <a:lnTo>
                    <a:pt x="2117" y="2048"/>
                  </a:lnTo>
                  <a:lnTo>
                    <a:pt x="2121" y="2052"/>
                  </a:lnTo>
                  <a:lnTo>
                    <a:pt x="2124" y="2055"/>
                  </a:lnTo>
                  <a:lnTo>
                    <a:pt x="2128" y="2055"/>
                  </a:lnTo>
                  <a:lnTo>
                    <a:pt x="2132" y="2059"/>
                  </a:lnTo>
                  <a:lnTo>
                    <a:pt x="2135" y="2059"/>
                  </a:lnTo>
                  <a:lnTo>
                    <a:pt x="2139" y="2063"/>
                  </a:lnTo>
                  <a:lnTo>
                    <a:pt x="2142" y="2063"/>
                  </a:lnTo>
                  <a:lnTo>
                    <a:pt x="2146" y="2063"/>
                  </a:lnTo>
                  <a:lnTo>
                    <a:pt x="2150" y="2066"/>
                  </a:lnTo>
                  <a:lnTo>
                    <a:pt x="2153" y="2066"/>
                  </a:lnTo>
                  <a:lnTo>
                    <a:pt x="2157" y="2066"/>
                  </a:lnTo>
                  <a:lnTo>
                    <a:pt x="2160" y="2066"/>
                  </a:lnTo>
                  <a:lnTo>
                    <a:pt x="2164" y="2066"/>
                  </a:lnTo>
                  <a:lnTo>
                    <a:pt x="2168" y="2066"/>
                  </a:lnTo>
                  <a:lnTo>
                    <a:pt x="2171" y="2063"/>
                  </a:lnTo>
                  <a:lnTo>
                    <a:pt x="2175" y="2063"/>
                  </a:lnTo>
                  <a:lnTo>
                    <a:pt x="2178" y="2063"/>
                  </a:lnTo>
                  <a:lnTo>
                    <a:pt x="2182" y="2059"/>
                  </a:lnTo>
                  <a:lnTo>
                    <a:pt x="2186" y="2059"/>
                  </a:lnTo>
                  <a:lnTo>
                    <a:pt x="2189" y="2055"/>
                  </a:lnTo>
                  <a:lnTo>
                    <a:pt x="2193" y="2055"/>
                  </a:lnTo>
                  <a:lnTo>
                    <a:pt x="2196" y="2052"/>
                  </a:lnTo>
                  <a:lnTo>
                    <a:pt x="2200" y="2048"/>
                  </a:lnTo>
                  <a:lnTo>
                    <a:pt x="2204" y="2045"/>
                  </a:lnTo>
                  <a:lnTo>
                    <a:pt x="2207" y="2041"/>
                  </a:lnTo>
                  <a:lnTo>
                    <a:pt x="2211" y="2041"/>
                  </a:lnTo>
                  <a:lnTo>
                    <a:pt x="2214" y="2037"/>
                  </a:lnTo>
                  <a:lnTo>
                    <a:pt x="2218" y="2034"/>
                  </a:lnTo>
                  <a:lnTo>
                    <a:pt x="2222" y="2030"/>
                  </a:lnTo>
                  <a:lnTo>
                    <a:pt x="2225" y="2027"/>
                  </a:lnTo>
                  <a:lnTo>
                    <a:pt x="2229" y="2023"/>
                  </a:lnTo>
                  <a:lnTo>
                    <a:pt x="2232" y="2019"/>
                  </a:lnTo>
                  <a:lnTo>
                    <a:pt x="2236" y="2019"/>
                  </a:lnTo>
                  <a:lnTo>
                    <a:pt x="2240" y="2016"/>
                  </a:lnTo>
                  <a:lnTo>
                    <a:pt x="2243" y="2012"/>
                  </a:lnTo>
                  <a:lnTo>
                    <a:pt x="2247" y="2009"/>
                  </a:lnTo>
                  <a:lnTo>
                    <a:pt x="2250" y="2005"/>
                  </a:lnTo>
                  <a:lnTo>
                    <a:pt x="2254" y="2001"/>
                  </a:lnTo>
                  <a:lnTo>
                    <a:pt x="2258" y="1998"/>
                  </a:lnTo>
                  <a:lnTo>
                    <a:pt x="2261" y="1998"/>
                  </a:lnTo>
                  <a:lnTo>
                    <a:pt x="2265" y="1994"/>
                  </a:lnTo>
                  <a:lnTo>
                    <a:pt x="2268" y="1994"/>
                  </a:lnTo>
                  <a:lnTo>
                    <a:pt x="2272" y="1991"/>
                  </a:lnTo>
                  <a:lnTo>
                    <a:pt x="2276" y="1991"/>
                  </a:lnTo>
                  <a:lnTo>
                    <a:pt x="2279" y="1987"/>
                  </a:lnTo>
                  <a:lnTo>
                    <a:pt x="2283" y="1987"/>
                  </a:lnTo>
                  <a:lnTo>
                    <a:pt x="2286" y="1987"/>
                  </a:lnTo>
                  <a:lnTo>
                    <a:pt x="2290" y="1987"/>
                  </a:lnTo>
                  <a:lnTo>
                    <a:pt x="2294" y="1983"/>
                  </a:lnTo>
                  <a:lnTo>
                    <a:pt x="2297" y="1983"/>
                  </a:lnTo>
                  <a:lnTo>
                    <a:pt x="2301" y="1983"/>
                  </a:lnTo>
                  <a:lnTo>
                    <a:pt x="2304" y="1987"/>
                  </a:lnTo>
                  <a:lnTo>
                    <a:pt x="2308" y="1987"/>
                  </a:lnTo>
                  <a:lnTo>
                    <a:pt x="2312" y="1987"/>
                  </a:lnTo>
                  <a:lnTo>
                    <a:pt x="2315" y="1987"/>
                  </a:lnTo>
                  <a:lnTo>
                    <a:pt x="2319" y="1991"/>
                  </a:lnTo>
                  <a:lnTo>
                    <a:pt x="2322" y="1991"/>
                  </a:lnTo>
                  <a:lnTo>
                    <a:pt x="2326" y="1994"/>
                  </a:lnTo>
                  <a:lnTo>
                    <a:pt x="2330" y="1994"/>
                  </a:lnTo>
                  <a:lnTo>
                    <a:pt x="2333" y="1998"/>
                  </a:lnTo>
                  <a:lnTo>
                    <a:pt x="2337" y="1998"/>
                  </a:lnTo>
                  <a:lnTo>
                    <a:pt x="2340" y="2001"/>
                  </a:lnTo>
                  <a:lnTo>
                    <a:pt x="2344" y="2005"/>
                  </a:lnTo>
                  <a:lnTo>
                    <a:pt x="2348" y="2005"/>
                  </a:lnTo>
                  <a:lnTo>
                    <a:pt x="2351" y="2009"/>
                  </a:lnTo>
                  <a:lnTo>
                    <a:pt x="2355" y="2012"/>
                  </a:lnTo>
                  <a:lnTo>
                    <a:pt x="2358" y="2016"/>
                  </a:lnTo>
                  <a:lnTo>
                    <a:pt x="2362" y="2019"/>
                  </a:lnTo>
                  <a:lnTo>
                    <a:pt x="2366" y="2023"/>
                  </a:lnTo>
                  <a:lnTo>
                    <a:pt x="2369" y="2027"/>
                  </a:lnTo>
                  <a:lnTo>
                    <a:pt x="2369" y="2027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3" name="Freeform 111"/>
            <p:cNvSpPr>
              <a:spLocks/>
            </p:cNvSpPr>
            <p:nvPr/>
          </p:nvSpPr>
          <p:spPr bwMode="auto">
            <a:xfrm>
              <a:off x="749" y="1048"/>
              <a:ext cx="2228" cy="2462"/>
            </a:xfrm>
            <a:custGeom>
              <a:avLst/>
              <a:gdLst/>
              <a:ahLst/>
              <a:cxnLst>
                <a:cxn ang="0">
                  <a:pos x="50" y="2063"/>
                </a:cxn>
                <a:cxn ang="0">
                  <a:pos x="104" y="2052"/>
                </a:cxn>
                <a:cxn ang="0">
                  <a:pos x="158" y="2005"/>
                </a:cxn>
                <a:cxn ang="0">
                  <a:pos x="212" y="1980"/>
                </a:cxn>
                <a:cxn ang="0">
                  <a:pos x="266" y="2012"/>
                </a:cxn>
                <a:cxn ang="0">
                  <a:pos x="320" y="2063"/>
                </a:cxn>
                <a:cxn ang="0">
                  <a:pos x="374" y="2063"/>
                </a:cxn>
                <a:cxn ang="0">
                  <a:pos x="425" y="2016"/>
                </a:cxn>
                <a:cxn ang="0">
                  <a:pos x="479" y="1973"/>
                </a:cxn>
                <a:cxn ang="0">
                  <a:pos x="533" y="1998"/>
                </a:cxn>
                <a:cxn ang="0">
                  <a:pos x="583" y="2052"/>
                </a:cxn>
                <a:cxn ang="0">
                  <a:pos x="637" y="2077"/>
                </a:cxn>
                <a:cxn ang="0">
                  <a:pos x="691" y="2034"/>
                </a:cxn>
                <a:cxn ang="0">
                  <a:pos x="734" y="1980"/>
                </a:cxn>
                <a:cxn ang="0">
                  <a:pos x="788" y="1969"/>
                </a:cxn>
                <a:cxn ang="0">
                  <a:pos x="835" y="2023"/>
                </a:cxn>
                <a:cxn ang="0">
                  <a:pos x="878" y="2077"/>
                </a:cxn>
                <a:cxn ang="0">
                  <a:pos x="932" y="2081"/>
                </a:cxn>
                <a:cxn ang="0">
                  <a:pos x="975" y="2027"/>
                </a:cxn>
                <a:cxn ang="0">
                  <a:pos x="1011" y="1973"/>
                </a:cxn>
                <a:cxn ang="0">
                  <a:pos x="1062" y="1955"/>
                </a:cxn>
                <a:cxn ang="0">
                  <a:pos x="1105" y="2005"/>
                </a:cxn>
                <a:cxn ang="0">
                  <a:pos x="1134" y="2059"/>
                </a:cxn>
                <a:cxn ang="0">
                  <a:pos x="1181" y="2109"/>
                </a:cxn>
                <a:cxn ang="0">
                  <a:pos x="1227" y="2073"/>
                </a:cxn>
                <a:cxn ang="0">
                  <a:pos x="1256" y="2019"/>
                </a:cxn>
                <a:cxn ang="0">
                  <a:pos x="1285" y="1965"/>
                </a:cxn>
                <a:cxn ang="0">
                  <a:pos x="1328" y="1926"/>
                </a:cxn>
                <a:cxn ang="0">
                  <a:pos x="1371" y="1973"/>
                </a:cxn>
                <a:cxn ang="0">
                  <a:pos x="1397" y="2027"/>
                </a:cxn>
                <a:cxn ang="0">
                  <a:pos x="1418" y="2081"/>
                </a:cxn>
                <a:cxn ang="0">
                  <a:pos x="1451" y="2135"/>
                </a:cxn>
                <a:cxn ang="0">
                  <a:pos x="1501" y="2109"/>
                </a:cxn>
                <a:cxn ang="0">
                  <a:pos x="1523" y="2055"/>
                </a:cxn>
                <a:cxn ang="0">
                  <a:pos x="1544" y="1994"/>
                </a:cxn>
                <a:cxn ang="0">
                  <a:pos x="1562" y="1937"/>
                </a:cxn>
                <a:cxn ang="0">
                  <a:pos x="1598" y="1883"/>
                </a:cxn>
                <a:cxn ang="0">
                  <a:pos x="1641" y="1922"/>
                </a:cxn>
                <a:cxn ang="0">
                  <a:pos x="1663" y="1983"/>
                </a:cxn>
                <a:cxn ang="0">
                  <a:pos x="1681" y="2059"/>
                </a:cxn>
                <a:cxn ang="0">
                  <a:pos x="1703" y="2131"/>
                </a:cxn>
                <a:cxn ang="0">
                  <a:pos x="1724" y="2189"/>
                </a:cxn>
                <a:cxn ang="0">
                  <a:pos x="1767" y="2185"/>
                </a:cxn>
                <a:cxn ang="0">
                  <a:pos x="1789" y="2124"/>
                </a:cxn>
                <a:cxn ang="0">
                  <a:pos x="1811" y="2030"/>
                </a:cxn>
                <a:cxn ang="0">
                  <a:pos x="1832" y="1929"/>
                </a:cxn>
                <a:cxn ang="0">
                  <a:pos x="1854" y="1836"/>
                </a:cxn>
                <a:cxn ang="0">
                  <a:pos x="1875" y="1775"/>
                </a:cxn>
                <a:cxn ang="0">
                  <a:pos x="1911" y="1807"/>
                </a:cxn>
                <a:cxn ang="0">
                  <a:pos x="1933" y="1904"/>
                </a:cxn>
                <a:cxn ang="0">
                  <a:pos x="1955" y="2045"/>
                </a:cxn>
                <a:cxn ang="0">
                  <a:pos x="1976" y="2203"/>
                </a:cxn>
                <a:cxn ang="0">
                  <a:pos x="1994" y="2347"/>
                </a:cxn>
                <a:cxn ang="0">
                  <a:pos x="2016" y="2444"/>
                </a:cxn>
                <a:cxn ang="0">
                  <a:pos x="2048" y="2426"/>
                </a:cxn>
                <a:cxn ang="0">
                  <a:pos x="2070" y="2279"/>
                </a:cxn>
                <a:cxn ang="0">
                  <a:pos x="2091" y="2023"/>
                </a:cxn>
                <a:cxn ang="0">
                  <a:pos x="2113" y="1681"/>
                </a:cxn>
                <a:cxn ang="0">
                  <a:pos x="2131" y="1281"/>
                </a:cxn>
                <a:cxn ang="0">
                  <a:pos x="2153" y="867"/>
                </a:cxn>
                <a:cxn ang="0">
                  <a:pos x="2174" y="493"/>
                </a:cxn>
                <a:cxn ang="0">
                  <a:pos x="2196" y="202"/>
                </a:cxn>
                <a:cxn ang="0">
                  <a:pos x="2217" y="36"/>
                </a:cxn>
              </a:cxnLst>
              <a:rect l="0" t="0" r="r" b="b"/>
              <a:pathLst>
                <a:path w="2228" h="2462">
                  <a:moveTo>
                    <a:pt x="0" y="2023"/>
                  </a:moveTo>
                  <a:lnTo>
                    <a:pt x="3" y="2027"/>
                  </a:lnTo>
                  <a:lnTo>
                    <a:pt x="7" y="2030"/>
                  </a:lnTo>
                  <a:lnTo>
                    <a:pt x="11" y="2034"/>
                  </a:lnTo>
                  <a:lnTo>
                    <a:pt x="14" y="2037"/>
                  </a:lnTo>
                  <a:lnTo>
                    <a:pt x="18" y="2041"/>
                  </a:lnTo>
                  <a:lnTo>
                    <a:pt x="21" y="2045"/>
                  </a:lnTo>
                  <a:lnTo>
                    <a:pt x="25" y="2048"/>
                  </a:lnTo>
                  <a:lnTo>
                    <a:pt x="29" y="2048"/>
                  </a:lnTo>
                  <a:lnTo>
                    <a:pt x="32" y="2052"/>
                  </a:lnTo>
                  <a:lnTo>
                    <a:pt x="36" y="2055"/>
                  </a:lnTo>
                  <a:lnTo>
                    <a:pt x="39" y="2055"/>
                  </a:lnTo>
                  <a:lnTo>
                    <a:pt x="43" y="2059"/>
                  </a:lnTo>
                  <a:lnTo>
                    <a:pt x="47" y="2059"/>
                  </a:lnTo>
                  <a:lnTo>
                    <a:pt x="50" y="2063"/>
                  </a:lnTo>
                  <a:lnTo>
                    <a:pt x="54" y="2063"/>
                  </a:lnTo>
                  <a:lnTo>
                    <a:pt x="57" y="2063"/>
                  </a:lnTo>
                  <a:lnTo>
                    <a:pt x="61" y="2066"/>
                  </a:lnTo>
                  <a:lnTo>
                    <a:pt x="65" y="2066"/>
                  </a:lnTo>
                  <a:lnTo>
                    <a:pt x="68" y="2066"/>
                  </a:lnTo>
                  <a:lnTo>
                    <a:pt x="72" y="2066"/>
                  </a:lnTo>
                  <a:lnTo>
                    <a:pt x="75" y="2066"/>
                  </a:lnTo>
                  <a:lnTo>
                    <a:pt x="79" y="2063"/>
                  </a:lnTo>
                  <a:lnTo>
                    <a:pt x="83" y="2063"/>
                  </a:lnTo>
                  <a:lnTo>
                    <a:pt x="86" y="2063"/>
                  </a:lnTo>
                  <a:lnTo>
                    <a:pt x="90" y="2063"/>
                  </a:lnTo>
                  <a:lnTo>
                    <a:pt x="93" y="2059"/>
                  </a:lnTo>
                  <a:lnTo>
                    <a:pt x="97" y="2055"/>
                  </a:lnTo>
                  <a:lnTo>
                    <a:pt x="101" y="2055"/>
                  </a:lnTo>
                  <a:lnTo>
                    <a:pt x="104" y="2052"/>
                  </a:lnTo>
                  <a:lnTo>
                    <a:pt x="108" y="2052"/>
                  </a:lnTo>
                  <a:lnTo>
                    <a:pt x="111" y="2048"/>
                  </a:lnTo>
                  <a:lnTo>
                    <a:pt x="115" y="2045"/>
                  </a:lnTo>
                  <a:lnTo>
                    <a:pt x="119" y="2041"/>
                  </a:lnTo>
                  <a:lnTo>
                    <a:pt x="122" y="2037"/>
                  </a:lnTo>
                  <a:lnTo>
                    <a:pt x="126" y="2037"/>
                  </a:lnTo>
                  <a:lnTo>
                    <a:pt x="129" y="2034"/>
                  </a:lnTo>
                  <a:lnTo>
                    <a:pt x="133" y="2030"/>
                  </a:lnTo>
                  <a:lnTo>
                    <a:pt x="137" y="2027"/>
                  </a:lnTo>
                  <a:lnTo>
                    <a:pt x="140" y="2023"/>
                  </a:lnTo>
                  <a:lnTo>
                    <a:pt x="144" y="2019"/>
                  </a:lnTo>
                  <a:lnTo>
                    <a:pt x="147" y="2016"/>
                  </a:lnTo>
                  <a:lnTo>
                    <a:pt x="151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62" y="2001"/>
                  </a:lnTo>
                  <a:lnTo>
                    <a:pt x="165" y="1998"/>
                  </a:lnTo>
                  <a:lnTo>
                    <a:pt x="169" y="1998"/>
                  </a:lnTo>
                  <a:lnTo>
                    <a:pt x="173" y="1994"/>
                  </a:lnTo>
                  <a:lnTo>
                    <a:pt x="176" y="1991"/>
                  </a:lnTo>
                  <a:lnTo>
                    <a:pt x="180" y="1987"/>
                  </a:lnTo>
                  <a:lnTo>
                    <a:pt x="183" y="1987"/>
                  </a:lnTo>
                  <a:lnTo>
                    <a:pt x="187" y="1983"/>
                  </a:lnTo>
                  <a:lnTo>
                    <a:pt x="191" y="1983"/>
                  </a:lnTo>
                  <a:lnTo>
                    <a:pt x="194" y="1983"/>
                  </a:lnTo>
                  <a:lnTo>
                    <a:pt x="198" y="1980"/>
                  </a:lnTo>
                  <a:lnTo>
                    <a:pt x="201" y="1980"/>
                  </a:lnTo>
                  <a:lnTo>
                    <a:pt x="205" y="1980"/>
                  </a:lnTo>
                  <a:lnTo>
                    <a:pt x="209" y="1980"/>
                  </a:lnTo>
                  <a:lnTo>
                    <a:pt x="212" y="1980"/>
                  </a:lnTo>
                  <a:lnTo>
                    <a:pt x="216" y="1980"/>
                  </a:lnTo>
                  <a:lnTo>
                    <a:pt x="219" y="1980"/>
                  </a:lnTo>
                  <a:lnTo>
                    <a:pt x="223" y="1983"/>
                  </a:lnTo>
                  <a:lnTo>
                    <a:pt x="227" y="1983"/>
                  </a:lnTo>
                  <a:lnTo>
                    <a:pt x="230" y="1983"/>
                  </a:lnTo>
                  <a:lnTo>
                    <a:pt x="234" y="1987"/>
                  </a:lnTo>
                  <a:lnTo>
                    <a:pt x="237" y="1987"/>
                  </a:lnTo>
                  <a:lnTo>
                    <a:pt x="241" y="1991"/>
                  </a:lnTo>
                  <a:lnTo>
                    <a:pt x="245" y="1994"/>
                  </a:lnTo>
                  <a:lnTo>
                    <a:pt x="248" y="1998"/>
                  </a:lnTo>
                  <a:lnTo>
                    <a:pt x="252" y="1998"/>
                  </a:lnTo>
                  <a:lnTo>
                    <a:pt x="255" y="2001"/>
                  </a:lnTo>
                  <a:lnTo>
                    <a:pt x="259" y="2005"/>
                  </a:lnTo>
                  <a:lnTo>
                    <a:pt x="263" y="2009"/>
                  </a:lnTo>
                  <a:lnTo>
                    <a:pt x="266" y="2012"/>
                  </a:lnTo>
                  <a:lnTo>
                    <a:pt x="270" y="2016"/>
                  </a:lnTo>
                  <a:lnTo>
                    <a:pt x="273" y="2019"/>
                  </a:lnTo>
                  <a:lnTo>
                    <a:pt x="277" y="2023"/>
                  </a:lnTo>
                  <a:lnTo>
                    <a:pt x="281" y="2027"/>
                  </a:lnTo>
                  <a:lnTo>
                    <a:pt x="284" y="2030"/>
                  </a:lnTo>
                  <a:lnTo>
                    <a:pt x="288" y="2034"/>
                  </a:lnTo>
                  <a:lnTo>
                    <a:pt x="291" y="2037"/>
                  </a:lnTo>
                  <a:lnTo>
                    <a:pt x="295" y="2041"/>
                  </a:lnTo>
                  <a:lnTo>
                    <a:pt x="299" y="2045"/>
                  </a:lnTo>
                  <a:lnTo>
                    <a:pt x="302" y="2048"/>
                  </a:lnTo>
                  <a:lnTo>
                    <a:pt x="306" y="2052"/>
                  </a:lnTo>
                  <a:lnTo>
                    <a:pt x="309" y="2055"/>
                  </a:lnTo>
                  <a:lnTo>
                    <a:pt x="313" y="2055"/>
                  </a:lnTo>
                  <a:lnTo>
                    <a:pt x="317" y="2059"/>
                  </a:lnTo>
                  <a:lnTo>
                    <a:pt x="320" y="2063"/>
                  </a:lnTo>
                  <a:lnTo>
                    <a:pt x="324" y="2066"/>
                  </a:lnTo>
                  <a:lnTo>
                    <a:pt x="327" y="2066"/>
                  </a:lnTo>
                  <a:lnTo>
                    <a:pt x="331" y="2066"/>
                  </a:lnTo>
                  <a:lnTo>
                    <a:pt x="335" y="2070"/>
                  </a:lnTo>
                  <a:lnTo>
                    <a:pt x="338" y="2070"/>
                  </a:lnTo>
                  <a:lnTo>
                    <a:pt x="342" y="2070"/>
                  </a:lnTo>
                  <a:lnTo>
                    <a:pt x="345" y="2070"/>
                  </a:lnTo>
                  <a:lnTo>
                    <a:pt x="349" y="2073"/>
                  </a:lnTo>
                  <a:lnTo>
                    <a:pt x="353" y="2070"/>
                  </a:lnTo>
                  <a:lnTo>
                    <a:pt x="356" y="2070"/>
                  </a:lnTo>
                  <a:lnTo>
                    <a:pt x="360" y="2070"/>
                  </a:lnTo>
                  <a:lnTo>
                    <a:pt x="363" y="2070"/>
                  </a:lnTo>
                  <a:lnTo>
                    <a:pt x="367" y="2066"/>
                  </a:lnTo>
                  <a:lnTo>
                    <a:pt x="371" y="2066"/>
                  </a:lnTo>
                  <a:lnTo>
                    <a:pt x="374" y="2063"/>
                  </a:lnTo>
                  <a:lnTo>
                    <a:pt x="378" y="2063"/>
                  </a:lnTo>
                  <a:lnTo>
                    <a:pt x="381" y="2059"/>
                  </a:lnTo>
                  <a:lnTo>
                    <a:pt x="385" y="2055"/>
                  </a:lnTo>
                  <a:lnTo>
                    <a:pt x="389" y="2052"/>
                  </a:lnTo>
                  <a:lnTo>
                    <a:pt x="392" y="2052"/>
                  </a:lnTo>
                  <a:lnTo>
                    <a:pt x="396" y="2048"/>
                  </a:lnTo>
                  <a:lnTo>
                    <a:pt x="399" y="2045"/>
                  </a:lnTo>
                  <a:lnTo>
                    <a:pt x="403" y="2041"/>
                  </a:lnTo>
                  <a:lnTo>
                    <a:pt x="407" y="2037"/>
                  </a:lnTo>
                  <a:lnTo>
                    <a:pt x="410" y="2034"/>
                  </a:lnTo>
                  <a:lnTo>
                    <a:pt x="414" y="2030"/>
                  </a:lnTo>
                  <a:lnTo>
                    <a:pt x="417" y="2027"/>
                  </a:lnTo>
                  <a:lnTo>
                    <a:pt x="421" y="2023"/>
                  </a:lnTo>
                  <a:lnTo>
                    <a:pt x="425" y="2019"/>
                  </a:lnTo>
                  <a:lnTo>
                    <a:pt x="425" y="2016"/>
                  </a:lnTo>
                  <a:lnTo>
                    <a:pt x="428" y="2012"/>
                  </a:lnTo>
                  <a:lnTo>
                    <a:pt x="432" y="2009"/>
                  </a:lnTo>
                  <a:lnTo>
                    <a:pt x="435" y="2005"/>
                  </a:lnTo>
                  <a:lnTo>
                    <a:pt x="439" y="2001"/>
                  </a:lnTo>
                  <a:lnTo>
                    <a:pt x="443" y="1998"/>
                  </a:lnTo>
                  <a:lnTo>
                    <a:pt x="446" y="1994"/>
                  </a:lnTo>
                  <a:lnTo>
                    <a:pt x="450" y="1991"/>
                  </a:lnTo>
                  <a:lnTo>
                    <a:pt x="453" y="1987"/>
                  </a:lnTo>
                  <a:lnTo>
                    <a:pt x="457" y="1983"/>
                  </a:lnTo>
                  <a:lnTo>
                    <a:pt x="461" y="1983"/>
                  </a:lnTo>
                  <a:lnTo>
                    <a:pt x="464" y="1980"/>
                  </a:lnTo>
                  <a:lnTo>
                    <a:pt x="468" y="1976"/>
                  </a:lnTo>
                  <a:lnTo>
                    <a:pt x="471" y="1976"/>
                  </a:lnTo>
                  <a:lnTo>
                    <a:pt x="475" y="1973"/>
                  </a:lnTo>
                  <a:lnTo>
                    <a:pt x="479" y="1973"/>
                  </a:lnTo>
                  <a:lnTo>
                    <a:pt x="482" y="1973"/>
                  </a:lnTo>
                  <a:lnTo>
                    <a:pt x="486" y="1973"/>
                  </a:lnTo>
                  <a:lnTo>
                    <a:pt x="489" y="1973"/>
                  </a:lnTo>
                  <a:lnTo>
                    <a:pt x="493" y="1973"/>
                  </a:lnTo>
                  <a:lnTo>
                    <a:pt x="497" y="1973"/>
                  </a:lnTo>
                  <a:lnTo>
                    <a:pt x="500" y="1976"/>
                  </a:lnTo>
                  <a:lnTo>
                    <a:pt x="504" y="1976"/>
                  </a:lnTo>
                  <a:lnTo>
                    <a:pt x="507" y="1976"/>
                  </a:lnTo>
                  <a:lnTo>
                    <a:pt x="511" y="1980"/>
                  </a:lnTo>
                  <a:lnTo>
                    <a:pt x="515" y="1980"/>
                  </a:lnTo>
                  <a:lnTo>
                    <a:pt x="518" y="1983"/>
                  </a:lnTo>
                  <a:lnTo>
                    <a:pt x="522" y="1987"/>
                  </a:lnTo>
                  <a:lnTo>
                    <a:pt x="525" y="1991"/>
                  </a:lnTo>
                  <a:lnTo>
                    <a:pt x="529" y="1994"/>
                  </a:lnTo>
                  <a:lnTo>
                    <a:pt x="533" y="1998"/>
                  </a:lnTo>
                  <a:lnTo>
                    <a:pt x="536" y="2001"/>
                  </a:lnTo>
                  <a:lnTo>
                    <a:pt x="540" y="2005"/>
                  </a:lnTo>
                  <a:lnTo>
                    <a:pt x="543" y="2009"/>
                  </a:lnTo>
                  <a:lnTo>
                    <a:pt x="547" y="2012"/>
                  </a:lnTo>
                  <a:lnTo>
                    <a:pt x="551" y="2016"/>
                  </a:lnTo>
                  <a:lnTo>
                    <a:pt x="554" y="2019"/>
                  </a:lnTo>
                  <a:lnTo>
                    <a:pt x="558" y="2023"/>
                  </a:lnTo>
                  <a:lnTo>
                    <a:pt x="561" y="2027"/>
                  </a:lnTo>
                  <a:lnTo>
                    <a:pt x="561" y="2030"/>
                  </a:lnTo>
                  <a:lnTo>
                    <a:pt x="565" y="2034"/>
                  </a:lnTo>
                  <a:lnTo>
                    <a:pt x="569" y="2037"/>
                  </a:lnTo>
                  <a:lnTo>
                    <a:pt x="572" y="2041"/>
                  </a:lnTo>
                  <a:lnTo>
                    <a:pt x="576" y="2045"/>
                  </a:lnTo>
                  <a:lnTo>
                    <a:pt x="579" y="2048"/>
                  </a:lnTo>
                  <a:lnTo>
                    <a:pt x="583" y="2052"/>
                  </a:lnTo>
                  <a:lnTo>
                    <a:pt x="587" y="2055"/>
                  </a:lnTo>
                  <a:lnTo>
                    <a:pt x="590" y="2059"/>
                  </a:lnTo>
                  <a:lnTo>
                    <a:pt x="594" y="2063"/>
                  </a:lnTo>
                  <a:lnTo>
                    <a:pt x="597" y="2066"/>
                  </a:lnTo>
                  <a:lnTo>
                    <a:pt x="601" y="2070"/>
                  </a:lnTo>
                  <a:lnTo>
                    <a:pt x="605" y="2073"/>
                  </a:lnTo>
                  <a:lnTo>
                    <a:pt x="608" y="2073"/>
                  </a:lnTo>
                  <a:lnTo>
                    <a:pt x="612" y="2077"/>
                  </a:lnTo>
                  <a:lnTo>
                    <a:pt x="615" y="2077"/>
                  </a:lnTo>
                  <a:lnTo>
                    <a:pt x="619" y="2081"/>
                  </a:lnTo>
                  <a:lnTo>
                    <a:pt x="623" y="2081"/>
                  </a:lnTo>
                  <a:lnTo>
                    <a:pt x="626" y="2081"/>
                  </a:lnTo>
                  <a:lnTo>
                    <a:pt x="630" y="2081"/>
                  </a:lnTo>
                  <a:lnTo>
                    <a:pt x="633" y="2081"/>
                  </a:lnTo>
                  <a:lnTo>
                    <a:pt x="637" y="2077"/>
                  </a:lnTo>
                  <a:lnTo>
                    <a:pt x="641" y="2077"/>
                  </a:lnTo>
                  <a:lnTo>
                    <a:pt x="644" y="2077"/>
                  </a:lnTo>
                  <a:lnTo>
                    <a:pt x="648" y="2073"/>
                  </a:lnTo>
                  <a:lnTo>
                    <a:pt x="651" y="2073"/>
                  </a:lnTo>
                  <a:lnTo>
                    <a:pt x="655" y="2070"/>
                  </a:lnTo>
                  <a:lnTo>
                    <a:pt x="659" y="2066"/>
                  </a:lnTo>
                  <a:lnTo>
                    <a:pt x="662" y="2063"/>
                  </a:lnTo>
                  <a:lnTo>
                    <a:pt x="666" y="2059"/>
                  </a:lnTo>
                  <a:lnTo>
                    <a:pt x="669" y="2055"/>
                  </a:lnTo>
                  <a:lnTo>
                    <a:pt x="673" y="2052"/>
                  </a:lnTo>
                  <a:lnTo>
                    <a:pt x="677" y="2048"/>
                  </a:lnTo>
                  <a:lnTo>
                    <a:pt x="680" y="2045"/>
                  </a:lnTo>
                  <a:lnTo>
                    <a:pt x="684" y="2041"/>
                  </a:lnTo>
                  <a:lnTo>
                    <a:pt x="687" y="2037"/>
                  </a:lnTo>
                  <a:lnTo>
                    <a:pt x="691" y="2034"/>
                  </a:lnTo>
                  <a:lnTo>
                    <a:pt x="691" y="2030"/>
                  </a:lnTo>
                  <a:lnTo>
                    <a:pt x="695" y="2027"/>
                  </a:lnTo>
                  <a:lnTo>
                    <a:pt x="698" y="2023"/>
                  </a:lnTo>
                  <a:lnTo>
                    <a:pt x="702" y="2019"/>
                  </a:lnTo>
                  <a:lnTo>
                    <a:pt x="705" y="2016"/>
                  </a:lnTo>
                  <a:lnTo>
                    <a:pt x="705" y="2012"/>
                  </a:lnTo>
                  <a:lnTo>
                    <a:pt x="709" y="2009"/>
                  </a:lnTo>
                  <a:lnTo>
                    <a:pt x="713" y="2005"/>
                  </a:lnTo>
                  <a:lnTo>
                    <a:pt x="716" y="2001"/>
                  </a:lnTo>
                  <a:lnTo>
                    <a:pt x="716" y="1998"/>
                  </a:lnTo>
                  <a:lnTo>
                    <a:pt x="720" y="1994"/>
                  </a:lnTo>
                  <a:lnTo>
                    <a:pt x="723" y="1991"/>
                  </a:lnTo>
                  <a:lnTo>
                    <a:pt x="727" y="1987"/>
                  </a:lnTo>
                  <a:lnTo>
                    <a:pt x="731" y="1983"/>
                  </a:lnTo>
                  <a:lnTo>
                    <a:pt x="734" y="1980"/>
                  </a:lnTo>
                  <a:lnTo>
                    <a:pt x="738" y="1976"/>
                  </a:lnTo>
                  <a:lnTo>
                    <a:pt x="741" y="1973"/>
                  </a:lnTo>
                  <a:lnTo>
                    <a:pt x="745" y="1969"/>
                  </a:lnTo>
                  <a:lnTo>
                    <a:pt x="749" y="1969"/>
                  </a:lnTo>
                  <a:lnTo>
                    <a:pt x="752" y="1965"/>
                  </a:lnTo>
                  <a:lnTo>
                    <a:pt x="756" y="1965"/>
                  </a:lnTo>
                  <a:lnTo>
                    <a:pt x="759" y="1962"/>
                  </a:lnTo>
                  <a:lnTo>
                    <a:pt x="763" y="1962"/>
                  </a:lnTo>
                  <a:lnTo>
                    <a:pt x="767" y="1962"/>
                  </a:lnTo>
                  <a:lnTo>
                    <a:pt x="770" y="1962"/>
                  </a:lnTo>
                  <a:lnTo>
                    <a:pt x="774" y="1962"/>
                  </a:lnTo>
                  <a:lnTo>
                    <a:pt x="777" y="1965"/>
                  </a:lnTo>
                  <a:lnTo>
                    <a:pt x="781" y="1965"/>
                  </a:lnTo>
                  <a:lnTo>
                    <a:pt x="785" y="1969"/>
                  </a:lnTo>
                  <a:lnTo>
                    <a:pt x="788" y="1969"/>
                  </a:lnTo>
                  <a:lnTo>
                    <a:pt x="792" y="1973"/>
                  </a:lnTo>
                  <a:lnTo>
                    <a:pt x="795" y="1976"/>
                  </a:lnTo>
                  <a:lnTo>
                    <a:pt x="799" y="1980"/>
                  </a:lnTo>
                  <a:lnTo>
                    <a:pt x="803" y="1983"/>
                  </a:lnTo>
                  <a:lnTo>
                    <a:pt x="806" y="1987"/>
                  </a:lnTo>
                  <a:lnTo>
                    <a:pt x="810" y="1991"/>
                  </a:lnTo>
                  <a:lnTo>
                    <a:pt x="813" y="1994"/>
                  </a:lnTo>
                  <a:lnTo>
                    <a:pt x="817" y="1998"/>
                  </a:lnTo>
                  <a:lnTo>
                    <a:pt x="821" y="2001"/>
                  </a:lnTo>
                  <a:lnTo>
                    <a:pt x="824" y="2005"/>
                  </a:lnTo>
                  <a:lnTo>
                    <a:pt x="828" y="2009"/>
                  </a:lnTo>
                  <a:lnTo>
                    <a:pt x="828" y="2012"/>
                  </a:lnTo>
                  <a:lnTo>
                    <a:pt x="831" y="2016"/>
                  </a:lnTo>
                  <a:lnTo>
                    <a:pt x="835" y="2019"/>
                  </a:lnTo>
                  <a:lnTo>
                    <a:pt x="835" y="2023"/>
                  </a:lnTo>
                  <a:lnTo>
                    <a:pt x="839" y="2027"/>
                  </a:lnTo>
                  <a:lnTo>
                    <a:pt x="839" y="2030"/>
                  </a:lnTo>
                  <a:lnTo>
                    <a:pt x="842" y="2034"/>
                  </a:lnTo>
                  <a:lnTo>
                    <a:pt x="846" y="2037"/>
                  </a:lnTo>
                  <a:lnTo>
                    <a:pt x="849" y="2041"/>
                  </a:lnTo>
                  <a:lnTo>
                    <a:pt x="853" y="2045"/>
                  </a:lnTo>
                  <a:lnTo>
                    <a:pt x="853" y="2048"/>
                  </a:lnTo>
                  <a:lnTo>
                    <a:pt x="857" y="2052"/>
                  </a:lnTo>
                  <a:lnTo>
                    <a:pt x="860" y="2055"/>
                  </a:lnTo>
                  <a:lnTo>
                    <a:pt x="864" y="2059"/>
                  </a:lnTo>
                  <a:lnTo>
                    <a:pt x="864" y="2063"/>
                  </a:lnTo>
                  <a:lnTo>
                    <a:pt x="867" y="2066"/>
                  </a:lnTo>
                  <a:lnTo>
                    <a:pt x="871" y="2070"/>
                  </a:lnTo>
                  <a:lnTo>
                    <a:pt x="875" y="2073"/>
                  </a:lnTo>
                  <a:lnTo>
                    <a:pt x="878" y="2077"/>
                  </a:lnTo>
                  <a:lnTo>
                    <a:pt x="882" y="2081"/>
                  </a:lnTo>
                  <a:lnTo>
                    <a:pt x="885" y="2084"/>
                  </a:lnTo>
                  <a:lnTo>
                    <a:pt x="889" y="2088"/>
                  </a:lnTo>
                  <a:lnTo>
                    <a:pt x="893" y="2088"/>
                  </a:lnTo>
                  <a:lnTo>
                    <a:pt x="896" y="2091"/>
                  </a:lnTo>
                  <a:lnTo>
                    <a:pt x="900" y="2091"/>
                  </a:lnTo>
                  <a:lnTo>
                    <a:pt x="903" y="2091"/>
                  </a:lnTo>
                  <a:lnTo>
                    <a:pt x="907" y="2091"/>
                  </a:lnTo>
                  <a:lnTo>
                    <a:pt x="911" y="2091"/>
                  </a:lnTo>
                  <a:lnTo>
                    <a:pt x="914" y="2091"/>
                  </a:lnTo>
                  <a:lnTo>
                    <a:pt x="918" y="2091"/>
                  </a:lnTo>
                  <a:lnTo>
                    <a:pt x="921" y="2088"/>
                  </a:lnTo>
                  <a:lnTo>
                    <a:pt x="925" y="2084"/>
                  </a:lnTo>
                  <a:lnTo>
                    <a:pt x="929" y="2084"/>
                  </a:lnTo>
                  <a:lnTo>
                    <a:pt x="932" y="2081"/>
                  </a:lnTo>
                  <a:lnTo>
                    <a:pt x="936" y="2077"/>
                  </a:lnTo>
                  <a:lnTo>
                    <a:pt x="939" y="2073"/>
                  </a:lnTo>
                  <a:lnTo>
                    <a:pt x="943" y="2070"/>
                  </a:lnTo>
                  <a:lnTo>
                    <a:pt x="947" y="2066"/>
                  </a:lnTo>
                  <a:lnTo>
                    <a:pt x="950" y="2063"/>
                  </a:lnTo>
                  <a:lnTo>
                    <a:pt x="954" y="2059"/>
                  </a:lnTo>
                  <a:lnTo>
                    <a:pt x="957" y="2055"/>
                  </a:lnTo>
                  <a:lnTo>
                    <a:pt x="957" y="2052"/>
                  </a:lnTo>
                  <a:lnTo>
                    <a:pt x="961" y="2048"/>
                  </a:lnTo>
                  <a:lnTo>
                    <a:pt x="965" y="2045"/>
                  </a:lnTo>
                  <a:lnTo>
                    <a:pt x="965" y="2041"/>
                  </a:lnTo>
                  <a:lnTo>
                    <a:pt x="968" y="2037"/>
                  </a:lnTo>
                  <a:lnTo>
                    <a:pt x="968" y="2034"/>
                  </a:lnTo>
                  <a:lnTo>
                    <a:pt x="972" y="2030"/>
                  </a:lnTo>
                  <a:lnTo>
                    <a:pt x="975" y="2027"/>
                  </a:lnTo>
                  <a:lnTo>
                    <a:pt x="975" y="2023"/>
                  </a:lnTo>
                  <a:lnTo>
                    <a:pt x="979" y="2019"/>
                  </a:lnTo>
                  <a:lnTo>
                    <a:pt x="983" y="2016"/>
                  </a:lnTo>
                  <a:lnTo>
                    <a:pt x="983" y="2012"/>
                  </a:lnTo>
                  <a:lnTo>
                    <a:pt x="986" y="2009"/>
                  </a:lnTo>
                  <a:lnTo>
                    <a:pt x="990" y="2005"/>
                  </a:lnTo>
                  <a:lnTo>
                    <a:pt x="990" y="2001"/>
                  </a:lnTo>
                  <a:lnTo>
                    <a:pt x="993" y="1998"/>
                  </a:lnTo>
                  <a:lnTo>
                    <a:pt x="993" y="1994"/>
                  </a:lnTo>
                  <a:lnTo>
                    <a:pt x="997" y="1991"/>
                  </a:lnTo>
                  <a:lnTo>
                    <a:pt x="1001" y="1987"/>
                  </a:lnTo>
                  <a:lnTo>
                    <a:pt x="1001" y="1983"/>
                  </a:lnTo>
                  <a:lnTo>
                    <a:pt x="1004" y="1980"/>
                  </a:lnTo>
                  <a:lnTo>
                    <a:pt x="1008" y="1976"/>
                  </a:lnTo>
                  <a:lnTo>
                    <a:pt x="1011" y="1973"/>
                  </a:lnTo>
                  <a:lnTo>
                    <a:pt x="1011" y="1969"/>
                  </a:lnTo>
                  <a:lnTo>
                    <a:pt x="1015" y="1965"/>
                  </a:lnTo>
                  <a:lnTo>
                    <a:pt x="1019" y="1962"/>
                  </a:lnTo>
                  <a:lnTo>
                    <a:pt x="1022" y="1958"/>
                  </a:lnTo>
                  <a:lnTo>
                    <a:pt x="1026" y="1955"/>
                  </a:lnTo>
                  <a:lnTo>
                    <a:pt x="1029" y="1955"/>
                  </a:lnTo>
                  <a:lnTo>
                    <a:pt x="1033" y="1951"/>
                  </a:lnTo>
                  <a:lnTo>
                    <a:pt x="1037" y="1951"/>
                  </a:lnTo>
                  <a:lnTo>
                    <a:pt x="1040" y="1947"/>
                  </a:lnTo>
                  <a:lnTo>
                    <a:pt x="1044" y="1947"/>
                  </a:lnTo>
                  <a:lnTo>
                    <a:pt x="1047" y="1947"/>
                  </a:lnTo>
                  <a:lnTo>
                    <a:pt x="1051" y="1947"/>
                  </a:lnTo>
                  <a:lnTo>
                    <a:pt x="1055" y="1951"/>
                  </a:lnTo>
                  <a:lnTo>
                    <a:pt x="1058" y="1951"/>
                  </a:lnTo>
                  <a:lnTo>
                    <a:pt x="1062" y="1955"/>
                  </a:lnTo>
                  <a:lnTo>
                    <a:pt x="1065" y="1955"/>
                  </a:lnTo>
                  <a:lnTo>
                    <a:pt x="1069" y="1958"/>
                  </a:lnTo>
                  <a:lnTo>
                    <a:pt x="1073" y="1962"/>
                  </a:lnTo>
                  <a:lnTo>
                    <a:pt x="1076" y="1965"/>
                  </a:lnTo>
                  <a:lnTo>
                    <a:pt x="1080" y="1969"/>
                  </a:lnTo>
                  <a:lnTo>
                    <a:pt x="1083" y="1973"/>
                  </a:lnTo>
                  <a:lnTo>
                    <a:pt x="1087" y="1976"/>
                  </a:lnTo>
                  <a:lnTo>
                    <a:pt x="1087" y="1980"/>
                  </a:lnTo>
                  <a:lnTo>
                    <a:pt x="1091" y="1983"/>
                  </a:lnTo>
                  <a:lnTo>
                    <a:pt x="1094" y="1987"/>
                  </a:lnTo>
                  <a:lnTo>
                    <a:pt x="1094" y="1991"/>
                  </a:lnTo>
                  <a:lnTo>
                    <a:pt x="1098" y="1994"/>
                  </a:lnTo>
                  <a:lnTo>
                    <a:pt x="1101" y="1998"/>
                  </a:lnTo>
                  <a:lnTo>
                    <a:pt x="1101" y="2001"/>
                  </a:lnTo>
                  <a:lnTo>
                    <a:pt x="1105" y="2005"/>
                  </a:lnTo>
                  <a:lnTo>
                    <a:pt x="1105" y="2009"/>
                  </a:lnTo>
                  <a:lnTo>
                    <a:pt x="1109" y="2012"/>
                  </a:lnTo>
                  <a:lnTo>
                    <a:pt x="1112" y="2016"/>
                  </a:lnTo>
                  <a:lnTo>
                    <a:pt x="1112" y="2019"/>
                  </a:lnTo>
                  <a:lnTo>
                    <a:pt x="1116" y="2023"/>
                  </a:lnTo>
                  <a:lnTo>
                    <a:pt x="1116" y="2027"/>
                  </a:lnTo>
                  <a:lnTo>
                    <a:pt x="1119" y="2030"/>
                  </a:lnTo>
                  <a:lnTo>
                    <a:pt x="1119" y="2034"/>
                  </a:lnTo>
                  <a:lnTo>
                    <a:pt x="1123" y="2037"/>
                  </a:lnTo>
                  <a:lnTo>
                    <a:pt x="1123" y="2041"/>
                  </a:lnTo>
                  <a:lnTo>
                    <a:pt x="1127" y="2045"/>
                  </a:lnTo>
                  <a:lnTo>
                    <a:pt x="1130" y="2048"/>
                  </a:lnTo>
                  <a:lnTo>
                    <a:pt x="1130" y="2052"/>
                  </a:lnTo>
                  <a:lnTo>
                    <a:pt x="1134" y="2055"/>
                  </a:lnTo>
                  <a:lnTo>
                    <a:pt x="1134" y="2059"/>
                  </a:lnTo>
                  <a:lnTo>
                    <a:pt x="1137" y="2063"/>
                  </a:lnTo>
                  <a:lnTo>
                    <a:pt x="1137" y="2066"/>
                  </a:lnTo>
                  <a:lnTo>
                    <a:pt x="1141" y="2070"/>
                  </a:lnTo>
                  <a:lnTo>
                    <a:pt x="1145" y="2073"/>
                  </a:lnTo>
                  <a:lnTo>
                    <a:pt x="1148" y="2077"/>
                  </a:lnTo>
                  <a:lnTo>
                    <a:pt x="1148" y="2081"/>
                  </a:lnTo>
                  <a:lnTo>
                    <a:pt x="1152" y="2084"/>
                  </a:lnTo>
                  <a:lnTo>
                    <a:pt x="1155" y="2088"/>
                  </a:lnTo>
                  <a:lnTo>
                    <a:pt x="1159" y="2091"/>
                  </a:lnTo>
                  <a:lnTo>
                    <a:pt x="1163" y="2095"/>
                  </a:lnTo>
                  <a:lnTo>
                    <a:pt x="1166" y="2099"/>
                  </a:lnTo>
                  <a:lnTo>
                    <a:pt x="1170" y="2102"/>
                  </a:lnTo>
                  <a:lnTo>
                    <a:pt x="1173" y="2106"/>
                  </a:lnTo>
                  <a:lnTo>
                    <a:pt x="1177" y="2109"/>
                  </a:lnTo>
                  <a:lnTo>
                    <a:pt x="1181" y="2109"/>
                  </a:lnTo>
                  <a:lnTo>
                    <a:pt x="1184" y="2109"/>
                  </a:lnTo>
                  <a:lnTo>
                    <a:pt x="1188" y="2109"/>
                  </a:lnTo>
                  <a:lnTo>
                    <a:pt x="1191" y="2109"/>
                  </a:lnTo>
                  <a:lnTo>
                    <a:pt x="1195" y="2109"/>
                  </a:lnTo>
                  <a:lnTo>
                    <a:pt x="1199" y="2106"/>
                  </a:lnTo>
                  <a:lnTo>
                    <a:pt x="1202" y="2106"/>
                  </a:lnTo>
                  <a:lnTo>
                    <a:pt x="1206" y="2102"/>
                  </a:lnTo>
                  <a:lnTo>
                    <a:pt x="1209" y="2099"/>
                  </a:lnTo>
                  <a:lnTo>
                    <a:pt x="1213" y="2095"/>
                  </a:lnTo>
                  <a:lnTo>
                    <a:pt x="1217" y="2091"/>
                  </a:lnTo>
                  <a:lnTo>
                    <a:pt x="1220" y="2088"/>
                  </a:lnTo>
                  <a:lnTo>
                    <a:pt x="1224" y="2084"/>
                  </a:lnTo>
                  <a:lnTo>
                    <a:pt x="1224" y="2081"/>
                  </a:lnTo>
                  <a:lnTo>
                    <a:pt x="1227" y="2077"/>
                  </a:lnTo>
                  <a:lnTo>
                    <a:pt x="1227" y="2073"/>
                  </a:lnTo>
                  <a:lnTo>
                    <a:pt x="1231" y="2070"/>
                  </a:lnTo>
                  <a:lnTo>
                    <a:pt x="1235" y="2066"/>
                  </a:lnTo>
                  <a:lnTo>
                    <a:pt x="1235" y="2063"/>
                  </a:lnTo>
                  <a:lnTo>
                    <a:pt x="1235" y="2059"/>
                  </a:lnTo>
                  <a:lnTo>
                    <a:pt x="1238" y="2055"/>
                  </a:lnTo>
                  <a:lnTo>
                    <a:pt x="1242" y="2052"/>
                  </a:lnTo>
                  <a:lnTo>
                    <a:pt x="1242" y="2048"/>
                  </a:lnTo>
                  <a:lnTo>
                    <a:pt x="1245" y="2045"/>
                  </a:lnTo>
                  <a:lnTo>
                    <a:pt x="1245" y="2041"/>
                  </a:lnTo>
                  <a:lnTo>
                    <a:pt x="1249" y="2037"/>
                  </a:lnTo>
                  <a:lnTo>
                    <a:pt x="1249" y="2034"/>
                  </a:lnTo>
                  <a:lnTo>
                    <a:pt x="1253" y="2030"/>
                  </a:lnTo>
                  <a:lnTo>
                    <a:pt x="1253" y="2027"/>
                  </a:lnTo>
                  <a:lnTo>
                    <a:pt x="1253" y="2023"/>
                  </a:lnTo>
                  <a:lnTo>
                    <a:pt x="1256" y="2019"/>
                  </a:lnTo>
                  <a:lnTo>
                    <a:pt x="1260" y="2016"/>
                  </a:lnTo>
                  <a:lnTo>
                    <a:pt x="1260" y="2012"/>
                  </a:lnTo>
                  <a:lnTo>
                    <a:pt x="1260" y="2009"/>
                  </a:lnTo>
                  <a:lnTo>
                    <a:pt x="1263" y="2005"/>
                  </a:lnTo>
                  <a:lnTo>
                    <a:pt x="1267" y="2001"/>
                  </a:lnTo>
                  <a:lnTo>
                    <a:pt x="1267" y="1998"/>
                  </a:lnTo>
                  <a:lnTo>
                    <a:pt x="1267" y="1994"/>
                  </a:lnTo>
                  <a:lnTo>
                    <a:pt x="1271" y="1991"/>
                  </a:lnTo>
                  <a:lnTo>
                    <a:pt x="1274" y="1987"/>
                  </a:lnTo>
                  <a:lnTo>
                    <a:pt x="1274" y="1983"/>
                  </a:lnTo>
                  <a:lnTo>
                    <a:pt x="1278" y="1980"/>
                  </a:lnTo>
                  <a:lnTo>
                    <a:pt x="1278" y="1976"/>
                  </a:lnTo>
                  <a:lnTo>
                    <a:pt x="1278" y="1973"/>
                  </a:lnTo>
                  <a:lnTo>
                    <a:pt x="1281" y="1969"/>
                  </a:lnTo>
                  <a:lnTo>
                    <a:pt x="1285" y="1965"/>
                  </a:lnTo>
                  <a:lnTo>
                    <a:pt x="1285" y="1962"/>
                  </a:lnTo>
                  <a:lnTo>
                    <a:pt x="1289" y="1958"/>
                  </a:lnTo>
                  <a:lnTo>
                    <a:pt x="1292" y="1955"/>
                  </a:lnTo>
                  <a:lnTo>
                    <a:pt x="1292" y="1951"/>
                  </a:lnTo>
                  <a:lnTo>
                    <a:pt x="1296" y="1947"/>
                  </a:lnTo>
                  <a:lnTo>
                    <a:pt x="1299" y="1944"/>
                  </a:lnTo>
                  <a:lnTo>
                    <a:pt x="1303" y="1940"/>
                  </a:lnTo>
                  <a:lnTo>
                    <a:pt x="1303" y="1937"/>
                  </a:lnTo>
                  <a:lnTo>
                    <a:pt x="1307" y="1933"/>
                  </a:lnTo>
                  <a:lnTo>
                    <a:pt x="1310" y="1929"/>
                  </a:lnTo>
                  <a:lnTo>
                    <a:pt x="1314" y="1929"/>
                  </a:lnTo>
                  <a:lnTo>
                    <a:pt x="1317" y="1926"/>
                  </a:lnTo>
                  <a:lnTo>
                    <a:pt x="1321" y="1926"/>
                  </a:lnTo>
                  <a:lnTo>
                    <a:pt x="1325" y="1926"/>
                  </a:lnTo>
                  <a:lnTo>
                    <a:pt x="1328" y="1926"/>
                  </a:lnTo>
                  <a:lnTo>
                    <a:pt x="1332" y="1926"/>
                  </a:lnTo>
                  <a:lnTo>
                    <a:pt x="1335" y="1926"/>
                  </a:lnTo>
                  <a:lnTo>
                    <a:pt x="1339" y="1929"/>
                  </a:lnTo>
                  <a:lnTo>
                    <a:pt x="1343" y="1933"/>
                  </a:lnTo>
                  <a:lnTo>
                    <a:pt x="1346" y="1937"/>
                  </a:lnTo>
                  <a:lnTo>
                    <a:pt x="1350" y="1940"/>
                  </a:lnTo>
                  <a:lnTo>
                    <a:pt x="1353" y="1944"/>
                  </a:lnTo>
                  <a:lnTo>
                    <a:pt x="1357" y="1947"/>
                  </a:lnTo>
                  <a:lnTo>
                    <a:pt x="1361" y="1951"/>
                  </a:lnTo>
                  <a:lnTo>
                    <a:pt x="1361" y="1955"/>
                  </a:lnTo>
                  <a:lnTo>
                    <a:pt x="1364" y="1958"/>
                  </a:lnTo>
                  <a:lnTo>
                    <a:pt x="1364" y="1962"/>
                  </a:lnTo>
                  <a:lnTo>
                    <a:pt x="1368" y="1965"/>
                  </a:lnTo>
                  <a:lnTo>
                    <a:pt x="1371" y="1969"/>
                  </a:lnTo>
                  <a:lnTo>
                    <a:pt x="1371" y="1973"/>
                  </a:lnTo>
                  <a:lnTo>
                    <a:pt x="1371" y="1976"/>
                  </a:lnTo>
                  <a:lnTo>
                    <a:pt x="1375" y="1980"/>
                  </a:lnTo>
                  <a:lnTo>
                    <a:pt x="1379" y="1983"/>
                  </a:lnTo>
                  <a:lnTo>
                    <a:pt x="1379" y="1987"/>
                  </a:lnTo>
                  <a:lnTo>
                    <a:pt x="1379" y="1991"/>
                  </a:lnTo>
                  <a:lnTo>
                    <a:pt x="1382" y="1994"/>
                  </a:lnTo>
                  <a:lnTo>
                    <a:pt x="1382" y="1998"/>
                  </a:lnTo>
                  <a:lnTo>
                    <a:pt x="1382" y="2001"/>
                  </a:lnTo>
                  <a:lnTo>
                    <a:pt x="1386" y="2005"/>
                  </a:lnTo>
                  <a:lnTo>
                    <a:pt x="1386" y="2009"/>
                  </a:lnTo>
                  <a:lnTo>
                    <a:pt x="1389" y="2012"/>
                  </a:lnTo>
                  <a:lnTo>
                    <a:pt x="1389" y="2016"/>
                  </a:lnTo>
                  <a:lnTo>
                    <a:pt x="1393" y="2019"/>
                  </a:lnTo>
                  <a:lnTo>
                    <a:pt x="1393" y="2023"/>
                  </a:lnTo>
                  <a:lnTo>
                    <a:pt x="1397" y="2027"/>
                  </a:lnTo>
                  <a:lnTo>
                    <a:pt x="1397" y="2030"/>
                  </a:lnTo>
                  <a:lnTo>
                    <a:pt x="1397" y="2034"/>
                  </a:lnTo>
                  <a:lnTo>
                    <a:pt x="1400" y="2037"/>
                  </a:lnTo>
                  <a:lnTo>
                    <a:pt x="1400" y="2041"/>
                  </a:lnTo>
                  <a:lnTo>
                    <a:pt x="1404" y="2045"/>
                  </a:lnTo>
                  <a:lnTo>
                    <a:pt x="1404" y="2048"/>
                  </a:lnTo>
                  <a:lnTo>
                    <a:pt x="1404" y="2052"/>
                  </a:lnTo>
                  <a:lnTo>
                    <a:pt x="1407" y="2055"/>
                  </a:lnTo>
                  <a:lnTo>
                    <a:pt x="1407" y="2059"/>
                  </a:lnTo>
                  <a:lnTo>
                    <a:pt x="1411" y="2063"/>
                  </a:lnTo>
                  <a:lnTo>
                    <a:pt x="1411" y="2066"/>
                  </a:lnTo>
                  <a:lnTo>
                    <a:pt x="1415" y="2070"/>
                  </a:lnTo>
                  <a:lnTo>
                    <a:pt x="1415" y="2073"/>
                  </a:lnTo>
                  <a:lnTo>
                    <a:pt x="1415" y="2077"/>
                  </a:lnTo>
                  <a:lnTo>
                    <a:pt x="1418" y="2081"/>
                  </a:lnTo>
                  <a:lnTo>
                    <a:pt x="1418" y="2084"/>
                  </a:lnTo>
                  <a:lnTo>
                    <a:pt x="1422" y="2088"/>
                  </a:lnTo>
                  <a:lnTo>
                    <a:pt x="1422" y="2091"/>
                  </a:lnTo>
                  <a:lnTo>
                    <a:pt x="1425" y="2095"/>
                  </a:lnTo>
                  <a:lnTo>
                    <a:pt x="1425" y="2099"/>
                  </a:lnTo>
                  <a:lnTo>
                    <a:pt x="1429" y="2102"/>
                  </a:lnTo>
                  <a:lnTo>
                    <a:pt x="1429" y="2106"/>
                  </a:lnTo>
                  <a:lnTo>
                    <a:pt x="1433" y="2109"/>
                  </a:lnTo>
                  <a:lnTo>
                    <a:pt x="1433" y="2113"/>
                  </a:lnTo>
                  <a:lnTo>
                    <a:pt x="1436" y="2117"/>
                  </a:lnTo>
                  <a:lnTo>
                    <a:pt x="1440" y="2120"/>
                  </a:lnTo>
                  <a:lnTo>
                    <a:pt x="1443" y="2124"/>
                  </a:lnTo>
                  <a:lnTo>
                    <a:pt x="1447" y="2127"/>
                  </a:lnTo>
                  <a:lnTo>
                    <a:pt x="1447" y="2131"/>
                  </a:lnTo>
                  <a:lnTo>
                    <a:pt x="1451" y="2135"/>
                  </a:lnTo>
                  <a:lnTo>
                    <a:pt x="1454" y="2138"/>
                  </a:lnTo>
                  <a:lnTo>
                    <a:pt x="1458" y="2138"/>
                  </a:lnTo>
                  <a:lnTo>
                    <a:pt x="1461" y="2142"/>
                  </a:lnTo>
                  <a:lnTo>
                    <a:pt x="1465" y="2142"/>
                  </a:lnTo>
                  <a:lnTo>
                    <a:pt x="1469" y="2142"/>
                  </a:lnTo>
                  <a:lnTo>
                    <a:pt x="1472" y="2138"/>
                  </a:lnTo>
                  <a:lnTo>
                    <a:pt x="1476" y="2138"/>
                  </a:lnTo>
                  <a:lnTo>
                    <a:pt x="1479" y="2135"/>
                  </a:lnTo>
                  <a:lnTo>
                    <a:pt x="1483" y="2131"/>
                  </a:lnTo>
                  <a:lnTo>
                    <a:pt x="1487" y="2127"/>
                  </a:lnTo>
                  <a:lnTo>
                    <a:pt x="1490" y="2124"/>
                  </a:lnTo>
                  <a:lnTo>
                    <a:pt x="1494" y="2120"/>
                  </a:lnTo>
                  <a:lnTo>
                    <a:pt x="1494" y="2117"/>
                  </a:lnTo>
                  <a:lnTo>
                    <a:pt x="1497" y="2113"/>
                  </a:lnTo>
                  <a:lnTo>
                    <a:pt x="1501" y="2109"/>
                  </a:lnTo>
                  <a:lnTo>
                    <a:pt x="1501" y="2106"/>
                  </a:lnTo>
                  <a:lnTo>
                    <a:pt x="1501" y="2102"/>
                  </a:lnTo>
                  <a:lnTo>
                    <a:pt x="1505" y="2099"/>
                  </a:lnTo>
                  <a:lnTo>
                    <a:pt x="1508" y="2095"/>
                  </a:lnTo>
                  <a:lnTo>
                    <a:pt x="1508" y="2091"/>
                  </a:lnTo>
                  <a:lnTo>
                    <a:pt x="1508" y="2088"/>
                  </a:lnTo>
                  <a:lnTo>
                    <a:pt x="1512" y="2084"/>
                  </a:lnTo>
                  <a:lnTo>
                    <a:pt x="1512" y="2081"/>
                  </a:lnTo>
                  <a:lnTo>
                    <a:pt x="1512" y="2077"/>
                  </a:lnTo>
                  <a:lnTo>
                    <a:pt x="1515" y="2073"/>
                  </a:lnTo>
                  <a:lnTo>
                    <a:pt x="1515" y="2070"/>
                  </a:lnTo>
                  <a:lnTo>
                    <a:pt x="1519" y="2066"/>
                  </a:lnTo>
                  <a:lnTo>
                    <a:pt x="1519" y="2063"/>
                  </a:lnTo>
                  <a:lnTo>
                    <a:pt x="1519" y="2059"/>
                  </a:lnTo>
                  <a:lnTo>
                    <a:pt x="1523" y="2055"/>
                  </a:lnTo>
                  <a:lnTo>
                    <a:pt x="1523" y="2052"/>
                  </a:lnTo>
                  <a:lnTo>
                    <a:pt x="1526" y="2048"/>
                  </a:lnTo>
                  <a:lnTo>
                    <a:pt x="1526" y="2045"/>
                  </a:lnTo>
                  <a:lnTo>
                    <a:pt x="1526" y="2041"/>
                  </a:lnTo>
                  <a:lnTo>
                    <a:pt x="1530" y="2037"/>
                  </a:lnTo>
                  <a:lnTo>
                    <a:pt x="1530" y="2030"/>
                  </a:lnTo>
                  <a:lnTo>
                    <a:pt x="1533" y="2027"/>
                  </a:lnTo>
                  <a:lnTo>
                    <a:pt x="1533" y="2023"/>
                  </a:lnTo>
                  <a:lnTo>
                    <a:pt x="1533" y="2019"/>
                  </a:lnTo>
                  <a:lnTo>
                    <a:pt x="1537" y="2016"/>
                  </a:lnTo>
                  <a:lnTo>
                    <a:pt x="1537" y="2012"/>
                  </a:lnTo>
                  <a:lnTo>
                    <a:pt x="1537" y="2009"/>
                  </a:lnTo>
                  <a:lnTo>
                    <a:pt x="1541" y="2005"/>
                  </a:lnTo>
                  <a:lnTo>
                    <a:pt x="1541" y="1998"/>
                  </a:lnTo>
                  <a:lnTo>
                    <a:pt x="1544" y="1994"/>
                  </a:lnTo>
                  <a:lnTo>
                    <a:pt x="1544" y="1991"/>
                  </a:lnTo>
                  <a:lnTo>
                    <a:pt x="1544" y="1987"/>
                  </a:lnTo>
                  <a:lnTo>
                    <a:pt x="1548" y="1983"/>
                  </a:lnTo>
                  <a:lnTo>
                    <a:pt x="1548" y="1980"/>
                  </a:lnTo>
                  <a:lnTo>
                    <a:pt x="1551" y="1976"/>
                  </a:lnTo>
                  <a:lnTo>
                    <a:pt x="1551" y="1973"/>
                  </a:lnTo>
                  <a:lnTo>
                    <a:pt x="1551" y="1969"/>
                  </a:lnTo>
                  <a:lnTo>
                    <a:pt x="1555" y="1965"/>
                  </a:lnTo>
                  <a:lnTo>
                    <a:pt x="1555" y="1958"/>
                  </a:lnTo>
                  <a:lnTo>
                    <a:pt x="1555" y="1955"/>
                  </a:lnTo>
                  <a:lnTo>
                    <a:pt x="1559" y="1951"/>
                  </a:lnTo>
                  <a:lnTo>
                    <a:pt x="1559" y="1947"/>
                  </a:lnTo>
                  <a:lnTo>
                    <a:pt x="1562" y="1944"/>
                  </a:lnTo>
                  <a:lnTo>
                    <a:pt x="1562" y="1940"/>
                  </a:lnTo>
                  <a:lnTo>
                    <a:pt x="1562" y="1937"/>
                  </a:lnTo>
                  <a:lnTo>
                    <a:pt x="1566" y="1933"/>
                  </a:lnTo>
                  <a:lnTo>
                    <a:pt x="1569" y="1929"/>
                  </a:lnTo>
                  <a:lnTo>
                    <a:pt x="1569" y="1926"/>
                  </a:lnTo>
                  <a:lnTo>
                    <a:pt x="1569" y="1922"/>
                  </a:lnTo>
                  <a:lnTo>
                    <a:pt x="1573" y="1919"/>
                  </a:lnTo>
                  <a:lnTo>
                    <a:pt x="1573" y="1915"/>
                  </a:lnTo>
                  <a:lnTo>
                    <a:pt x="1577" y="1911"/>
                  </a:lnTo>
                  <a:lnTo>
                    <a:pt x="1577" y="1908"/>
                  </a:lnTo>
                  <a:lnTo>
                    <a:pt x="1580" y="1904"/>
                  </a:lnTo>
                  <a:lnTo>
                    <a:pt x="1580" y="1901"/>
                  </a:lnTo>
                  <a:lnTo>
                    <a:pt x="1584" y="1897"/>
                  </a:lnTo>
                  <a:lnTo>
                    <a:pt x="1587" y="1893"/>
                  </a:lnTo>
                  <a:lnTo>
                    <a:pt x="1591" y="1890"/>
                  </a:lnTo>
                  <a:lnTo>
                    <a:pt x="1595" y="1886"/>
                  </a:lnTo>
                  <a:lnTo>
                    <a:pt x="1598" y="1883"/>
                  </a:lnTo>
                  <a:lnTo>
                    <a:pt x="1602" y="1883"/>
                  </a:lnTo>
                  <a:lnTo>
                    <a:pt x="1605" y="1879"/>
                  </a:lnTo>
                  <a:lnTo>
                    <a:pt x="1609" y="1883"/>
                  </a:lnTo>
                  <a:lnTo>
                    <a:pt x="1613" y="1883"/>
                  </a:lnTo>
                  <a:lnTo>
                    <a:pt x="1616" y="1886"/>
                  </a:lnTo>
                  <a:lnTo>
                    <a:pt x="1620" y="1890"/>
                  </a:lnTo>
                  <a:lnTo>
                    <a:pt x="1623" y="1893"/>
                  </a:lnTo>
                  <a:lnTo>
                    <a:pt x="1627" y="1897"/>
                  </a:lnTo>
                  <a:lnTo>
                    <a:pt x="1631" y="1901"/>
                  </a:lnTo>
                  <a:lnTo>
                    <a:pt x="1631" y="1904"/>
                  </a:lnTo>
                  <a:lnTo>
                    <a:pt x="1634" y="1908"/>
                  </a:lnTo>
                  <a:lnTo>
                    <a:pt x="1634" y="1911"/>
                  </a:lnTo>
                  <a:lnTo>
                    <a:pt x="1638" y="1915"/>
                  </a:lnTo>
                  <a:lnTo>
                    <a:pt x="1638" y="1919"/>
                  </a:lnTo>
                  <a:lnTo>
                    <a:pt x="1641" y="1922"/>
                  </a:lnTo>
                  <a:lnTo>
                    <a:pt x="1641" y="1926"/>
                  </a:lnTo>
                  <a:lnTo>
                    <a:pt x="1641" y="1929"/>
                  </a:lnTo>
                  <a:lnTo>
                    <a:pt x="1645" y="1933"/>
                  </a:lnTo>
                  <a:lnTo>
                    <a:pt x="1645" y="1937"/>
                  </a:lnTo>
                  <a:lnTo>
                    <a:pt x="1649" y="1940"/>
                  </a:lnTo>
                  <a:lnTo>
                    <a:pt x="1649" y="1944"/>
                  </a:lnTo>
                  <a:lnTo>
                    <a:pt x="1649" y="1951"/>
                  </a:lnTo>
                  <a:lnTo>
                    <a:pt x="1652" y="1955"/>
                  </a:lnTo>
                  <a:lnTo>
                    <a:pt x="1652" y="1958"/>
                  </a:lnTo>
                  <a:lnTo>
                    <a:pt x="1656" y="1962"/>
                  </a:lnTo>
                  <a:lnTo>
                    <a:pt x="1656" y="1965"/>
                  </a:lnTo>
                  <a:lnTo>
                    <a:pt x="1656" y="1973"/>
                  </a:lnTo>
                  <a:lnTo>
                    <a:pt x="1659" y="1976"/>
                  </a:lnTo>
                  <a:lnTo>
                    <a:pt x="1659" y="1980"/>
                  </a:lnTo>
                  <a:lnTo>
                    <a:pt x="1663" y="1983"/>
                  </a:lnTo>
                  <a:lnTo>
                    <a:pt x="1663" y="1991"/>
                  </a:lnTo>
                  <a:lnTo>
                    <a:pt x="1663" y="1994"/>
                  </a:lnTo>
                  <a:lnTo>
                    <a:pt x="1667" y="1998"/>
                  </a:lnTo>
                  <a:lnTo>
                    <a:pt x="1667" y="2005"/>
                  </a:lnTo>
                  <a:lnTo>
                    <a:pt x="1667" y="2009"/>
                  </a:lnTo>
                  <a:lnTo>
                    <a:pt x="1670" y="2012"/>
                  </a:lnTo>
                  <a:lnTo>
                    <a:pt x="1670" y="2019"/>
                  </a:lnTo>
                  <a:lnTo>
                    <a:pt x="1674" y="2023"/>
                  </a:lnTo>
                  <a:lnTo>
                    <a:pt x="1674" y="2030"/>
                  </a:lnTo>
                  <a:lnTo>
                    <a:pt x="1674" y="2034"/>
                  </a:lnTo>
                  <a:lnTo>
                    <a:pt x="1677" y="2037"/>
                  </a:lnTo>
                  <a:lnTo>
                    <a:pt x="1677" y="2045"/>
                  </a:lnTo>
                  <a:lnTo>
                    <a:pt x="1681" y="2048"/>
                  </a:lnTo>
                  <a:lnTo>
                    <a:pt x="1681" y="2055"/>
                  </a:lnTo>
                  <a:lnTo>
                    <a:pt x="1681" y="2059"/>
                  </a:lnTo>
                  <a:lnTo>
                    <a:pt x="1685" y="2066"/>
                  </a:lnTo>
                  <a:lnTo>
                    <a:pt x="1685" y="2070"/>
                  </a:lnTo>
                  <a:lnTo>
                    <a:pt x="1685" y="2073"/>
                  </a:lnTo>
                  <a:lnTo>
                    <a:pt x="1688" y="2081"/>
                  </a:lnTo>
                  <a:lnTo>
                    <a:pt x="1688" y="2084"/>
                  </a:lnTo>
                  <a:lnTo>
                    <a:pt x="1692" y="2091"/>
                  </a:lnTo>
                  <a:lnTo>
                    <a:pt x="1692" y="2095"/>
                  </a:lnTo>
                  <a:lnTo>
                    <a:pt x="1692" y="2099"/>
                  </a:lnTo>
                  <a:lnTo>
                    <a:pt x="1695" y="2106"/>
                  </a:lnTo>
                  <a:lnTo>
                    <a:pt x="1695" y="2109"/>
                  </a:lnTo>
                  <a:lnTo>
                    <a:pt x="1699" y="2113"/>
                  </a:lnTo>
                  <a:lnTo>
                    <a:pt x="1699" y="2120"/>
                  </a:lnTo>
                  <a:lnTo>
                    <a:pt x="1699" y="2124"/>
                  </a:lnTo>
                  <a:lnTo>
                    <a:pt x="1703" y="2127"/>
                  </a:lnTo>
                  <a:lnTo>
                    <a:pt x="1703" y="2131"/>
                  </a:lnTo>
                  <a:lnTo>
                    <a:pt x="1706" y="2138"/>
                  </a:lnTo>
                  <a:lnTo>
                    <a:pt x="1706" y="2142"/>
                  </a:lnTo>
                  <a:lnTo>
                    <a:pt x="1706" y="2145"/>
                  </a:lnTo>
                  <a:lnTo>
                    <a:pt x="1710" y="2149"/>
                  </a:lnTo>
                  <a:lnTo>
                    <a:pt x="1710" y="2153"/>
                  </a:lnTo>
                  <a:lnTo>
                    <a:pt x="1710" y="2156"/>
                  </a:lnTo>
                  <a:lnTo>
                    <a:pt x="1713" y="2160"/>
                  </a:lnTo>
                  <a:lnTo>
                    <a:pt x="1713" y="2163"/>
                  </a:lnTo>
                  <a:lnTo>
                    <a:pt x="1717" y="2167"/>
                  </a:lnTo>
                  <a:lnTo>
                    <a:pt x="1717" y="2171"/>
                  </a:lnTo>
                  <a:lnTo>
                    <a:pt x="1717" y="2174"/>
                  </a:lnTo>
                  <a:lnTo>
                    <a:pt x="1721" y="2178"/>
                  </a:lnTo>
                  <a:lnTo>
                    <a:pt x="1721" y="2181"/>
                  </a:lnTo>
                  <a:lnTo>
                    <a:pt x="1724" y="2185"/>
                  </a:lnTo>
                  <a:lnTo>
                    <a:pt x="1724" y="2189"/>
                  </a:lnTo>
                  <a:lnTo>
                    <a:pt x="1728" y="2192"/>
                  </a:lnTo>
                  <a:lnTo>
                    <a:pt x="1728" y="2196"/>
                  </a:lnTo>
                  <a:lnTo>
                    <a:pt x="1731" y="2199"/>
                  </a:lnTo>
                  <a:lnTo>
                    <a:pt x="1735" y="2203"/>
                  </a:lnTo>
                  <a:lnTo>
                    <a:pt x="1739" y="2207"/>
                  </a:lnTo>
                  <a:lnTo>
                    <a:pt x="1742" y="2207"/>
                  </a:lnTo>
                  <a:lnTo>
                    <a:pt x="1746" y="2210"/>
                  </a:lnTo>
                  <a:lnTo>
                    <a:pt x="1749" y="2207"/>
                  </a:lnTo>
                  <a:lnTo>
                    <a:pt x="1753" y="2207"/>
                  </a:lnTo>
                  <a:lnTo>
                    <a:pt x="1757" y="2203"/>
                  </a:lnTo>
                  <a:lnTo>
                    <a:pt x="1760" y="2199"/>
                  </a:lnTo>
                  <a:lnTo>
                    <a:pt x="1764" y="2196"/>
                  </a:lnTo>
                  <a:lnTo>
                    <a:pt x="1764" y="2192"/>
                  </a:lnTo>
                  <a:lnTo>
                    <a:pt x="1767" y="2189"/>
                  </a:lnTo>
                  <a:lnTo>
                    <a:pt x="1767" y="2185"/>
                  </a:lnTo>
                  <a:lnTo>
                    <a:pt x="1771" y="2181"/>
                  </a:lnTo>
                  <a:lnTo>
                    <a:pt x="1771" y="2178"/>
                  </a:lnTo>
                  <a:lnTo>
                    <a:pt x="1775" y="2174"/>
                  </a:lnTo>
                  <a:lnTo>
                    <a:pt x="1775" y="2171"/>
                  </a:lnTo>
                  <a:lnTo>
                    <a:pt x="1775" y="2167"/>
                  </a:lnTo>
                  <a:lnTo>
                    <a:pt x="1778" y="2163"/>
                  </a:lnTo>
                  <a:lnTo>
                    <a:pt x="1778" y="2160"/>
                  </a:lnTo>
                  <a:lnTo>
                    <a:pt x="1778" y="2156"/>
                  </a:lnTo>
                  <a:lnTo>
                    <a:pt x="1782" y="2153"/>
                  </a:lnTo>
                  <a:lnTo>
                    <a:pt x="1782" y="2145"/>
                  </a:lnTo>
                  <a:lnTo>
                    <a:pt x="1785" y="2142"/>
                  </a:lnTo>
                  <a:lnTo>
                    <a:pt x="1785" y="2138"/>
                  </a:lnTo>
                  <a:lnTo>
                    <a:pt x="1785" y="2131"/>
                  </a:lnTo>
                  <a:lnTo>
                    <a:pt x="1789" y="2127"/>
                  </a:lnTo>
                  <a:lnTo>
                    <a:pt x="1789" y="2124"/>
                  </a:lnTo>
                  <a:lnTo>
                    <a:pt x="1793" y="2117"/>
                  </a:lnTo>
                  <a:lnTo>
                    <a:pt x="1793" y="2113"/>
                  </a:lnTo>
                  <a:lnTo>
                    <a:pt x="1793" y="2106"/>
                  </a:lnTo>
                  <a:lnTo>
                    <a:pt x="1796" y="2099"/>
                  </a:lnTo>
                  <a:lnTo>
                    <a:pt x="1796" y="2095"/>
                  </a:lnTo>
                  <a:lnTo>
                    <a:pt x="1796" y="2088"/>
                  </a:lnTo>
                  <a:lnTo>
                    <a:pt x="1800" y="2081"/>
                  </a:lnTo>
                  <a:lnTo>
                    <a:pt x="1800" y="2077"/>
                  </a:lnTo>
                  <a:lnTo>
                    <a:pt x="1803" y="2070"/>
                  </a:lnTo>
                  <a:lnTo>
                    <a:pt x="1803" y="2063"/>
                  </a:lnTo>
                  <a:lnTo>
                    <a:pt x="1803" y="2055"/>
                  </a:lnTo>
                  <a:lnTo>
                    <a:pt x="1807" y="2052"/>
                  </a:lnTo>
                  <a:lnTo>
                    <a:pt x="1807" y="2045"/>
                  </a:lnTo>
                  <a:lnTo>
                    <a:pt x="1811" y="2037"/>
                  </a:lnTo>
                  <a:lnTo>
                    <a:pt x="1811" y="2030"/>
                  </a:lnTo>
                  <a:lnTo>
                    <a:pt x="1811" y="2023"/>
                  </a:lnTo>
                  <a:lnTo>
                    <a:pt x="1814" y="2016"/>
                  </a:lnTo>
                  <a:lnTo>
                    <a:pt x="1814" y="2009"/>
                  </a:lnTo>
                  <a:lnTo>
                    <a:pt x="1818" y="2005"/>
                  </a:lnTo>
                  <a:lnTo>
                    <a:pt x="1818" y="1998"/>
                  </a:lnTo>
                  <a:lnTo>
                    <a:pt x="1818" y="1991"/>
                  </a:lnTo>
                  <a:lnTo>
                    <a:pt x="1821" y="1983"/>
                  </a:lnTo>
                  <a:lnTo>
                    <a:pt x="1821" y="1976"/>
                  </a:lnTo>
                  <a:lnTo>
                    <a:pt x="1821" y="1969"/>
                  </a:lnTo>
                  <a:lnTo>
                    <a:pt x="1825" y="1962"/>
                  </a:lnTo>
                  <a:lnTo>
                    <a:pt x="1825" y="1955"/>
                  </a:lnTo>
                  <a:lnTo>
                    <a:pt x="1829" y="1947"/>
                  </a:lnTo>
                  <a:lnTo>
                    <a:pt x="1829" y="1940"/>
                  </a:lnTo>
                  <a:lnTo>
                    <a:pt x="1829" y="1937"/>
                  </a:lnTo>
                  <a:lnTo>
                    <a:pt x="1832" y="1929"/>
                  </a:lnTo>
                  <a:lnTo>
                    <a:pt x="1832" y="1922"/>
                  </a:lnTo>
                  <a:lnTo>
                    <a:pt x="1836" y="1915"/>
                  </a:lnTo>
                  <a:lnTo>
                    <a:pt x="1836" y="1908"/>
                  </a:lnTo>
                  <a:lnTo>
                    <a:pt x="1836" y="1901"/>
                  </a:lnTo>
                  <a:lnTo>
                    <a:pt x="1839" y="1893"/>
                  </a:lnTo>
                  <a:lnTo>
                    <a:pt x="1839" y="1890"/>
                  </a:lnTo>
                  <a:lnTo>
                    <a:pt x="1839" y="1883"/>
                  </a:lnTo>
                  <a:lnTo>
                    <a:pt x="1843" y="1875"/>
                  </a:lnTo>
                  <a:lnTo>
                    <a:pt x="1843" y="1872"/>
                  </a:lnTo>
                  <a:lnTo>
                    <a:pt x="1847" y="1865"/>
                  </a:lnTo>
                  <a:lnTo>
                    <a:pt x="1847" y="1857"/>
                  </a:lnTo>
                  <a:lnTo>
                    <a:pt x="1847" y="1854"/>
                  </a:lnTo>
                  <a:lnTo>
                    <a:pt x="1850" y="1847"/>
                  </a:lnTo>
                  <a:lnTo>
                    <a:pt x="1850" y="1843"/>
                  </a:lnTo>
                  <a:lnTo>
                    <a:pt x="1854" y="1836"/>
                  </a:lnTo>
                  <a:lnTo>
                    <a:pt x="1854" y="1832"/>
                  </a:lnTo>
                  <a:lnTo>
                    <a:pt x="1854" y="1825"/>
                  </a:lnTo>
                  <a:lnTo>
                    <a:pt x="1857" y="1821"/>
                  </a:lnTo>
                  <a:lnTo>
                    <a:pt x="1857" y="1818"/>
                  </a:lnTo>
                  <a:lnTo>
                    <a:pt x="1861" y="1811"/>
                  </a:lnTo>
                  <a:lnTo>
                    <a:pt x="1861" y="1807"/>
                  </a:lnTo>
                  <a:lnTo>
                    <a:pt x="1861" y="1803"/>
                  </a:lnTo>
                  <a:lnTo>
                    <a:pt x="1865" y="1800"/>
                  </a:lnTo>
                  <a:lnTo>
                    <a:pt x="1865" y="1796"/>
                  </a:lnTo>
                  <a:lnTo>
                    <a:pt x="1865" y="1793"/>
                  </a:lnTo>
                  <a:lnTo>
                    <a:pt x="1868" y="1789"/>
                  </a:lnTo>
                  <a:lnTo>
                    <a:pt x="1868" y="1785"/>
                  </a:lnTo>
                  <a:lnTo>
                    <a:pt x="1872" y="1782"/>
                  </a:lnTo>
                  <a:lnTo>
                    <a:pt x="1872" y="1778"/>
                  </a:lnTo>
                  <a:lnTo>
                    <a:pt x="1875" y="1775"/>
                  </a:lnTo>
                  <a:lnTo>
                    <a:pt x="1879" y="1771"/>
                  </a:lnTo>
                  <a:lnTo>
                    <a:pt x="1883" y="1767"/>
                  </a:lnTo>
                  <a:lnTo>
                    <a:pt x="1886" y="1764"/>
                  </a:lnTo>
                  <a:lnTo>
                    <a:pt x="1890" y="1764"/>
                  </a:lnTo>
                  <a:lnTo>
                    <a:pt x="1893" y="1767"/>
                  </a:lnTo>
                  <a:lnTo>
                    <a:pt x="1897" y="1771"/>
                  </a:lnTo>
                  <a:lnTo>
                    <a:pt x="1901" y="1775"/>
                  </a:lnTo>
                  <a:lnTo>
                    <a:pt x="1904" y="1778"/>
                  </a:lnTo>
                  <a:lnTo>
                    <a:pt x="1904" y="1782"/>
                  </a:lnTo>
                  <a:lnTo>
                    <a:pt x="1904" y="1785"/>
                  </a:lnTo>
                  <a:lnTo>
                    <a:pt x="1908" y="1789"/>
                  </a:lnTo>
                  <a:lnTo>
                    <a:pt x="1908" y="1793"/>
                  </a:lnTo>
                  <a:lnTo>
                    <a:pt x="1908" y="1796"/>
                  </a:lnTo>
                  <a:lnTo>
                    <a:pt x="1911" y="1803"/>
                  </a:lnTo>
                  <a:lnTo>
                    <a:pt x="1911" y="1807"/>
                  </a:lnTo>
                  <a:lnTo>
                    <a:pt x="1915" y="1811"/>
                  </a:lnTo>
                  <a:lnTo>
                    <a:pt x="1915" y="1818"/>
                  </a:lnTo>
                  <a:lnTo>
                    <a:pt x="1915" y="1821"/>
                  </a:lnTo>
                  <a:lnTo>
                    <a:pt x="1919" y="1829"/>
                  </a:lnTo>
                  <a:lnTo>
                    <a:pt x="1919" y="1832"/>
                  </a:lnTo>
                  <a:lnTo>
                    <a:pt x="1922" y="1839"/>
                  </a:lnTo>
                  <a:lnTo>
                    <a:pt x="1922" y="1847"/>
                  </a:lnTo>
                  <a:lnTo>
                    <a:pt x="1922" y="1850"/>
                  </a:lnTo>
                  <a:lnTo>
                    <a:pt x="1926" y="1857"/>
                  </a:lnTo>
                  <a:lnTo>
                    <a:pt x="1926" y="1865"/>
                  </a:lnTo>
                  <a:lnTo>
                    <a:pt x="1926" y="1872"/>
                  </a:lnTo>
                  <a:lnTo>
                    <a:pt x="1929" y="1879"/>
                  </a:lnTo>
                  <a:lnTo>
                    <a:pt x="1929" y="1886"/>
                  </a:lnTo>
                  <a:lnTo>
                    <a:pt x="1933" y="1897"/>
                  </a:lnTo>
                  <a:lnTo>
                    <a:pt x="1933" y="1904"/>
                  </a:lnTo>
                  <a:lnTo>
                    <a:pt x="1933" y="1911"/>
                  </a:lnTo>
                  <a:lnTo>
                    <a:pt x="1937" y="1922"/>
                  </a:lnTo>
                  <a:lnTo>
                    <a:pt x="1937" y="1929"/>
                  </a:lnTo>
                  <a:lnTo>
                    <a:pt x="1940" y="1937"/>
                  </a:lnTo>
                  <a:lnTo>
                    <a:pt x="1940" y="1947"/>
                  </a:lnTo>
                  <a:lnTo>
                    <a:pt x="1940" y="1955"/>
                  </a:lnTo>
                  <a:lnTo>
                    <a:pt x="1944" y="1965"/>
                  </a:lnTo>
                  <a:lnTo>
                    <a:pt x="1944" y="1976"/>
                  </a:lnTo>
                  <a:lnTo>
                    <a:pt x="1947" y="1983"/>
                  </a:lnTo>
                  <a:lnTo>
                    <a:pt x="1947" y="1994"/>
                  </a:lnTo>
                  <a:lnTo>
                    <a:pt x="1947" y="2005"/>
                  </a:lnTo>
                  <a:lnTo>
                    <a:pt x="1951" y="2012"/>
                  </a:lnTo>
                  <a:lnTo>
                    <a:pt x="1951" y="2023"/>
                  </a:lnTo>
                  <a:lnTo>
                    <a:pt x="1951" y="2034"/>
                  </a:lnTo>
                  <a:lnTo>
                    <a:pt x="1955" y="2045"/>
                  </a:lnTo>
                  <a:lnTo>
                    <a:pt x="1955" y="2055"/>
                  </a:lnTo>
                  <a:lnTo>
                    <a:pt x="1958" y="2066"/>
                  </a:lnTo>
                  <a:lnTo>
                    <a:pt x="1958" y="2077"/>
                  </a:lnTo>
                  <a:lnTo>
                    <a:pt x="1958" y="2088"/>
                  </a:lnTo>
                  <a:lnTo>
                    <a:pt x="1962" y="2095"/>
                  </a:lnTo>
                  <a:lnTo>
                    <a:pt x="1962" y="2106"/>
                  </a:lnTo>
                  <a:lnTo>
                    <a:pt x="1965" y="2117"/>
                  </a:lnTo>
                  <a:lnTo>
                    <a:pt x="1965" y="2127"/>
                  </a:lnTo>
                  <a:lnTo>
                    <a:pt x="1965" y="2138"/>
                  </a:lnTo>
                  <a:lnTo>
                    <a:pt x="1969" y="2149"/>
                  </a:lnTo>
                  <a:lnTo>
                    <a:pt x="1969" y="2160"/>
                  </a:lnTo>
                  <a:lnTo>
                    <a:pt x="1969" y="2171"/>
                  </a:lnTo>
                  <a:lnTo>
                    <a:pt x="1973" y="2181"/>
                  </a:lnTo>
                  <a:lnTo>
                    <a:pt x="1973" y="2192"/>
                  </a:lnTo>
                  <a:lnTo>
                    <a:pt x="1976" y="2203"/>
                  </a:lnTo>
                  <a:lnTo>
                    <a:pt x="1976" y="2214"/>
                  </a:lnTo>
                  <a:lnTo>
                    <a:pt x="1976" y="2225"/>
                  </a:lnTo>
                  <a:lnTo>
                    <a:pt x="1980" y="2235"/>
                  </a:lnTo>
                  <a:lnTo>
                    <a:pt x="1980" y="2243"/>
                  </a:lnTo>
                  <a:lnTo>
                    <a:pt x="1983" y="2253"/>
                  </a:lnTo>
                  <a:lnTo>
                    <a:pt x="1983" y="2264"/>
                  </a:lnTo>
                  <a:lnTo>
                    <a:pt x="1983" y="2275"/>
                  </a:lnTo>
                  <a:lnTo>
                    <a:pt x="1987" y="2286"/>
                  </a:lnTo>
                  <a:lnTo>
                    <a:pt x="1987" y="2293"/>
                  </a:lnTo>
                  <a:lnTo>
                    <a:pt x="1991" y="2304"/>
                  </a:lnTo>
                  <a:lnTo>
                    <a:pt x="1991" y="2311"/>
                  </a:lnTo>
                  <a:lnTo>
                    <a:pt x="1991" y="2322"/>
                  </a:lnTo>
                  <a:lnTo>
                    <a:pt x="1994" y="2329"/>
                  </a:lnTo>
                  <a:lnTo>
                    <a:pt x="1994" y="2340"/>
                  </a:lnTo>
                  <a:lnTo>
                    <a:pt x="1994" y="2347"/>
                  </a:lnTo>
                  <a:lnTo>
                    <a:pt x="1998" y="2354"/>
                  </a:lnTo>
                  <a:lnTo>
                    <a:pt x="1998" y="2365"/>
                  </a:lnTo>
                  <a:lnTo>
                    <a:pt x="2001" y="2372"/>
                  </a:lnTo>
                  <a:lnTo>
                    <a:pt x="2001" y="2379"/>
                  </a:lnTo>
                  <a:lnTo>
                    <a:pt x="2001" y="2387"/>
                  </a:lnTo>
                  <a:lnTo>
                    <a:pt x="2005" y="2394"/>
                  </a:lnTo>
                  <a:lnTo>
                    <a:pt x="2005" y="2401"/>
                  </a:lnTo>
                  <a:lnTo>
                    <a:pt x="2009" y="2408"/>
                  </a:lnTo>
                  <a:lnTo>
                    <a:pt x="2009" y="2412"/>
                  </a:lnTo>
                  <a:lnTo>
                    <a:pt x="2009" y="2419"/>
                  </a:lnTo>
                  <a:lnTo>
                    <a:pt x="2012" y="2423"/>
                  </a:lnTo>
                  <a:lnTo>
                    <a:pt x="2012" y="2430"/>
                  </a:lnTo>
                  <a:lnTo>
                    <a:pt x="2012" y="2433"/>
                  </a:lnTo>
                  <a:lnTo>
                    <a:pt x="2016" y="2437"/>
                  </a:lnTo>
                  <a:lnTo>
                    <a:pt x="2016" y="2444"/>
                  </a:lnTo>
                  <a:lnTo>
                    <a:pt x="2019" y="2448"/>
                  </a:lnTo>
                  <a:lnTo>
                    <a:pt x="2019" y="2451"/>
                  </a:lnTo>
                  <a:lnTo>
                    <a:pt x="2023" y="2455"/>
                  </a:lnTo>
                  <a:lnTo>
                    <a:pt x="2027" y="2459"/>
                  </a:lnTo>
                  <a:lnTo>
                    <a:pt x="2030" y="2462"/>
                  </a:lnTo>
                  <a:lnTo>
                    <a:pt x="2034" y="2462"/>
                  </a:lnTo>
                  <a:lnTo>
                    <a:pt x="2037" y="2459"/>
                  </a:lnTo>
                  <a:lnTo>
                    <a:pt x="2037" y="2455"/>
                  </a:lnTo>
                  <a:lnTo>
                    <a:pt x="2041" y="2451"/>
                  </a:lnTo>
                  <a:lnTo>
                    <a:pt x="2041" y="2448"/>
                  </a:lnTo>
                  <a:lnTo>
                    <a:pt x="2045" y="2444"/>
                  </a:lnTo>
                  <a:lnTo>
                    <a:pt x="2045" y="2441"/>
                  </a:lnTo>
                  <a:lnTo>
                    <a:pt x="2045" y="2437"/>
                  </a:lnTo>
                  <a:lnTo>
                    <a:pt x="2048" y="2430"/>
                  </a:lnTo>
                  <a:lnTo>
                    <a:pt x="2048" y="2426"/>
                  </a:lnTo>
                  <a:lnTo>
                    <a:pt x="2052" y="2419"/>
                  </a:lnTo>
                  <a:lnTo>
                    <a:pt x="2052" y="2412"/>
                  </a:lnTo>
                  <a:lnTo>
                    <a:pt x="2052" y="2405"/>
                  </a:lnTo>
                  <a:lnTo>
                    <a:pt x="2055" y="2397"/>
                  </a:lnTo>
                  <a:lnTo>
                    <a:pt x="2055" y="2387"/>
                  </a:lnTo>
                  <a:lnTo>
                    <a:pt x="2055" y="2379"/>
                  </a:lnTo>
                  <a:lnTo>
                    <a:pt x="2059" y="2369"/>
                  </a:lnTo>
                  <a:lnTo>
                    <a:pt x="2059" y="2361"/>
                  </a:lnTo>
                  <a:lnTo>
                    <a:pt x="2063" y="2351"/>
                  </a:lnTo>
                  <a:lnTo>
                    <a:pt x="2063" y="2340"/>
                  </a:lnTo>
                  <a:lnTo>
                    <a:pt x="2063" y="2329"/>
                  </a:lnTo>
                  <a:lnTo>
                    <a:pt x="2066" y="2315"/>
                  </a:lnTo>
                  <a:lnTo>
                    <a:pt x="2066" y="2304"/>
                  </a:lnTo>
                  <a:lnTo>
                    <a:pt x="2070" y="2293"/>
                  </a:lnTo>
                  <a:lnTo>
                    <a:pt x="2070" y="2279"/>
                  </a:lnTo>
                  <a:lnTo>
                    <a:pt x="2070" y="2264"/>
                  </a:lnTo>
                  <a:lnTo>
                    <a:pt x="2073" y="2250"/>
                  </a:lnTo>
                  <a:lnTo>
                    <a:pt x="2073" y="2235"/>
                  </a:lnTo>
                  <a:lnTo>
                    <a:pt x="2077" y="2221"/>
                  </a:lnTo>
                  <a:lnTo>
                    <a:pt x="2077" y="2203"/>
                  </a:lnTo>
                  <a:lnTo>
                    <a:pt x="2077" y="2189"/>
                  </a:lnTo>
                  <a:lnTo>
                    <a:pt x="2081" y="2171"/>
                  </a:lnTo>
                  <a:lnTo>
                    <a:pt x="2081" y="2156"/>
                  </a:lnTo>
                  <a:lnTo>
                    <a:pt x="2081" y="2138"/>
                  </a:lnTo>
                  <a:lnTo>
                    <a:pt x="2084" y="2120"/>
                  </a:lnTo>
                  <a:lnTo>
                    <a:pt x="2084" y="2102"/>
                  </a:lnTo>
                  <a:lnTo>
                    <a:pt x="2088" y="2084"/>
                  </a:lnTo>
                  <a:lnTo>
                    <a:pt x="2088" y="2063"/>
                  </a:lnTo>
                  <a:lnTo>
                    <a:pt x="2088" y="2045"/>
                  </a:lnTo>
                  <a:lnTo>
                    <a:pt x="2091" y="2023"/>
                  </a:lnTo>
                  <a:lnTo>
                    <a:pt x="2091" y="2005"/>
                  </a:lnTo>
                  <a:lnTo>
                    <a:pt x="2095" y="1983"/>
                  </a:lnTo>
                  <a:lnTo>
                    <a:pt x="2095" y="1962"/>
                  </a:lnTo>
                  <a:lnTo>
                    <a:pt x="2095" y="1940"/>
                  </a:lnTo>
                  <a:lnTo>
                    <a:pt x="2099" y="1919"/>
                  </a:lnTo>
                  <a:lnTo>
                    <a:pt x="2099" y="1897"/>
                  </a:lnTo>
                  <a:lnTo>
                    <a:pt x="2099" y="1872"/>
                  </a:lnTo>
                  <a:lnTo>
                    <a:pt x="2102" y="1850"/>
                  </a:lnTo>
                  <a:lnTo>
                    <a:pt x="2102" y="1825"/>
                  </a:lnTo>
                  <a:lnTo>
                    <a:pt x="2106" y="1803"/>
                  </a:lnTo>
                  <a:lnTo>
                    <a:pt x="2106" y="1778"/>
                  </a:lnTo>
                  <a:lnTo>
                    <a:pt x="2106" y="1753"/>
                  </a:lnTo>
                  <a:lnTo>
                    <a:pt x="2109" y="1731"/>
                  </a:lnTo>
                  <a:lnTo>
                    <a:pt x="2109" y="1706"/>
                  </a:lnTo>
                  <a:lnTo>
                    <a:pt x="2113" y="1681"/>
                  </a:lnTo>
                  <a:lnTo>
                    <a:pt x="2113" y="1656"/>
                  </a:lnTo>
                  <a:lnTo>
                    <a:pt x="2113" y="1631"/>
                  </a:lnTo>
                  <a:lnTo>
                    <a:pt x="2117" y="1602"/>
                  </a:lnTo>
                  <a:lnTo>
                    <a:pt x="2117" y="1577"/>
                  </a:lnTo>
                  <a:lnTo>
                    <a:pt x="2120" y="1551"/>
                  </a:lnTo>
                  <a:lnTo>
                    <a:pt x="2120" y="1523"/>
                  </a:lnTo>
                  <a:lnTo>
                    <a:pt x="2120" y="1497"/>
                  </a:lnTo>
                  <a:lnTo>
                    <a:pt x="2124" y="1472"/>
                  </a:lnTo>
                  <a:lnTo>
                    <a:pt x="2124" y="1443"/>
                  </a:lnTo>
                  <a:lnTo>
                    <a:pt x="2124" y="1418"/>
                  </a:lnTo>
                  <a:lnTo>
                    <a:pt x="2127" y="1389"/>
                  </a:lnTo>
                  <a:lnTo>
                    <a:pt x="2127" y="1361"/>
                  </a:lnTo>
                  <a:lnTo>
                    <a:pt x="2131" y="1335"/>
                  </a:lnTo>
                  <a:lnTo>
                    <a:pt x="2131" y="1307"/>
                  </a:lnTo>
                  <a:lnTo>
                    <a:pt x="2131" y="1281"/>
                  </a:lnTo>
                  <a:lnTo>
                    <a:pt x="2135" y="1253"/>
                  </a:lnTo>
                  <a:lnTo>
                    <a:pt x="2135" y="1224"/>
                  </a:lnTo>
                  <a:lnTo>
                    <a:pt x="2138" y="1195"/>
                  </a:lnTo>
                  <a:lnTo>
                    <a:pt x="2138" y="1170"/>
                  </a:lnTo>
                  <a:lnTo>
                    <a:pt x="2138" y="1141"/>
                  </a:lnTo>
                  <a:lnTo>
                    <a:pt x="2142" y="1112"/>
                  </a:lnTo>
                  <a:lnTo>
                    <a:pt x="2142" y="1087"/>
                  </a:lnTo>
                  <a:lnTo>
                    <a:pt x="2142" y="1058"/>
                  </a:lnTo>
                  <a:lnTo>
                    <a:pt x="2145" y="1029"/>
                  </a:lnTo>
                  <a:lnTo>
                    <a:pt x="2145" y="1004"/>
                  </a:lnTo>
                  <a:lnTo>
                    <a:pt x="2149" y="975"/>
                  </a:lnTo>
                  <a:lnTo>
                    <a:pt x="2149" y="950"/>
                  </a:lnTo>
                  <a:lnTo>
                    <a:pt x="2149" y="921"/>
                  </a:lnTo>
                  <a:lnTo>
                    <a:pt x="2153" y="896"/>
                  </a:lnTo>
                  <a:lnTo>
                    <a:pt x="2153" y="867"/>
                  </a:lnTo>
                  <a:lnTo>
                    <a:pt x="2156" y="842"/>
                  </a:lnTo>
                  <a:lnTo>
                    <a:pt x="2156" y="813"/>
                  </a:lnTo>
                  <a:lnTo>
                    <a:pt x="2156" y="788"/>
                  </a:lnTo>
                  <a:lnTo>
                    <a:pt x="2160" y="763"/>
                  </a:lnTo>
                  <a:lnTo>
                    <a:pt x="2160" y="738"/>
                  </a:lnTo>
                  <a:lnTo>
                    <a:pt x="2163" y="709"/>
                  </a:lnTo>
                  <a:lnTo>
                    <a:pt x="2163" y="684"/>
                  </a:lnTo>
                  <a:lnTo>
                    <a:pt x="2163" y="659"/>
                  </a:lnTo>
                  <a:lnTo>
                    <a:pt x="2167" y="637"/>
                  </a:lnTo>
                  <a:lnTo>
                    <a:pt x="2167" y="612"/>
                  </a:lnTo>
                  <a:lnTo>
                    <a:pt x="2167" y="587"/>
                  </a:lnTo>
                  <a:lnTo>
                    <a:pt x="2171" y="562"/>
                  </a:lnTo>
                  <a:lnTo>
                    <a:pt x="2171" y="540"/>
                  </a:lnTo>
                  <a:lnTo>
                    <a:pt x="2174" y="515"/>
                  </a:lnTo>
                  <a:lnTo>
                    <a:pt x="2174" y="493"/>
                  </a:lnTo>
                  <a:lnTo>
                    <a:pt x="2174" y="472"/>
                  </a:lnTo>
                  <a:lnTo>
                    <a:pt x="2178" y="450"/>
                  </a:lnTo>
                  <a:lnTo>
                    <a:pt x="2178" y="428"/>
                  </a:lnTo>
                  <a:lnTo>
                    <a:pt x="2181" y="407"/>
                  </a:lnTo>
                  <a:lnTo>
                    <a:pt x="2181" y="385"/>
                  </a:lnTo>
                  <a:lnTo>
                    <a:pt x="2181" y="364"/>
                  </a:lnTo>
                  <a:lnTo>
                    <a:pt x="2185" y="346"/>
                  </a:lnTo>
                  <a:lnTo>
                    <a:pt x="2185" y="324"/>
                  </a:lnTo>
                  <a:lnTo>
                    <a:pt x="2185" y="306"/>
                  </a:lnTo>
                  <a:lnTo>
                    <a:pt x="2189" y="288"/>
                  </a:lnTo>
                  <a:lnTo>
                    <a:pt x="2189" y="270"/>
                  </a:lnTo>
                  <a:lnTo>
                    <a:pt x="2192" y="252"/>
                  </a:lnTo>
                  <a:lnTo>
                    <a:pt x="2192" y="234"/>
                  </a:lnTo>
                  <a:lnTo>
                    <a:pt x="2192" y="220"/>
                  </a:lnTo>
                  <a:lnTo>
                    <a:pt x="2196" y="202"/>
                  </a:lnTo>
                  <a:lnTo>
                    <a:pt x="2196" y="187"/>
                  </a:lnTo>
                  <a:lnTo>
                    <a:pt x="2199" y="173"/>
                  </a:lnTo>
                  <a:lnTo>
                    <a:pt x="2199" y="158"/>
                  </a:lnTo>
                  <a:lnTo>
                    <a:pt x="2199" y="144"/>
                  </a:lnTo>
                  <a:lnTo>
                    <a:pt x="2203" y="133"/>
                  </a:lnTo>
                  <a:lnTo>
                    <a:pt x="2203" y="119"/>
                  </a:lnTo>
                  <a:lnTo>
                    <a:pt x="2207" y="108"/>
                  </a:lnTo>
                  <a:lnTo>
                    <a:pt x="2207" y="97"/>
                  </a:lnTo>
                  <a:lnTo>
                    <a:pt x="2207" y="86"/>
                  </a:lnTo>
                  <a:lnTo>
                    <a:pt x="2210" y="76"/>
                  </a:lnTo>
                  <a:lnTo>
                    <a:pt x="2210" y="65"/>
                  </a:lnTo>
                  <a:lnTo>
                    <a:pt x="2210" y="58"/>
                  </a:lnTo>
                  <a:lnTo>
                    <a:pt x="2214" y="50"/>
                  </a:lnTo>
                  <a:lnTo>
                    <a:pt x="2214" y="40"/>
                  </a:lnTo>
                  <a:lnTo>
                    <a:pt x="2217" y="36"/>
                  </a:lnTo>
                  <a:lnTo>
                    <a:pt x="2217" y="29"/>
                  </a:lnTo>
                  <a:lnTo>
                    <a:pt x="2217" y="22"/>
                  </a:lnTo>
                  <a:lnTo>
                    <a:pt x="2221" y="18"/>
                  </a:lnTo>
                  <a:lnTo>
                    <a:pt x="2221" y="14"/>
                  </a:lnTo>
                  <a:lnTo>
                    <a:pt x="2225" y="11"/>
                  </a:lnTo>
                  <a:lnTo>
                    <a:pt x="2225" y="7"/>
                  </a:lnTo>
                  <a:lnTo>
                    <a:pt x="2228" y="4"/>
                  </a:lnTo>
                  <a:lnTo>
                    <a:pt x="2228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4" name="Freeform 112"/>
            <p:cNvSpPr>
              <a:spLocks/>
            </p:cNvSpPr>
            <p:nvPr/>
          </p:nvSpPr>
          <p:spPr bwMode="auto">
            <a:xfrm>
              <a:off x="2981" y="1048"/>
              <a:ext cx="2228" cy="2462"/>
            </a:xfrm>
            <a:custGeom>
              <a:avLst/>
              <a:gdLst/>
              <a:ahLst/>
              <a:cxnLst>
                <a:cxn ang="0">
                  <a:pos x="21" y="86"/>
                </a:cxn>
                <a:cxn ang="0">
                  <a:pos x="43" y="306"/>
                </a:cxn>
                <a:cxn ang="0">
                  <a:pos x="61" y="637"/>
                </a:cxn>
                <a:cxn ang="0">
                  <a:pos x="83" y="1029"/>
                </a:cxn>
                <a:cxn ang="0">
                  <a:pos x="104" y="1443"/>
                </a:cxn>
                <a:cxn ang="0">
                  <a:pos x="126" y="1825"/>
                </a:cxn>
                <a:cxn ang="0">
                  <a:pos x="147" y="2138"/>
                </a:cxn>
                <a:cxn ang="0">
                  <a:pos x="165" y="2351"/>
                </a:cxn>
                <a:cxn ang="0">
                  <a:pos x="187" y="2451"/>
                </a:cxn>
                <a:cxn ang="0">
                  <a:pos x="219" y="2412"/>
                </a:cxn>
                <a:cxn ang="0">
                  <a:pos x="241" y="2293"/>
                </a:cxn>
                <a:cxn ang="0">
                  <a:pos x="263" y="2138"/>
                </a:cxn>
                <a:cxn ang="0">
                  <a:pos x="281" y="1983"/>
                </a:cxn>
                <a:cxn ang="0">
                  <a:pos x="302" y="1857"/>
                </a:cxn>
                <a:cxn ang="0">
                  <a:pos x="324" y="1782"/>
                </a:cxn>
                <a:cxn ang="0">
                  <a:pos x="363" y="1796"/>
                </a:cxn>
                <a:cxn ang="0">
                  <a:pos x="385" y="1872"/>
                </a:cxn>
                <a:cxn ang="0">
                  <a:pos x="407" y="1969"/>
                </a:cxn>
                <a:cxn ang="0">
                  <a:pos x="425" y="2070"/>
                </a:cxn>
                <a:cxn ang="0">
                  <a:pos x="446" y="2153"/>
                </a:cxn>
                <a:cxn ang="0">
                  <a:pos x="475" y="2207"/>
                </a:cxn>
                <a:cxn ang="0">
                  <a:pos x="511" y="2167"/>
                </a:cxn>
                <a:cxn ang="0">
                  <a:pos x="533" y="2106"/>
                </a:cxn>
                <a:cxn ang="0">
                  <a:pos x="554" y="2030"/>
                </a:cxn>
                <a:cxn ang="0">
                  <a:pos x="576" y="1958"/>
                </a:cxn>
                <a:cxn ang="0">
                  <a:pos x="597" y="1901"/>
                </a:cxn>
                <a:cxn ang="0">
                  <a:pos x="648" y="1904"/>
                </a:cxn>
                <a:cxn ang="0">
                  <a:pos x="673" y="1958"/>
                </a:cxn>
                <a:cxn ang="0">
                  <a:pos x="695" y="2019"/>
                </a:cxn>
                <a:cxn ang="0">
                  <a:pos x="716" y="2077"/>
                </a:cxn>
                <a:cxn ang="0">
                  <a:pos x="745" y="2131"/>
                </a:cxn>
                <a:cxn ang="0">
                  <a:pos x="795" y="2113"/>
                </a:cxn>
                <a:cxn ang="0">
                  <a:pos x="821" y="2059"/>
                </a:cxn>
                <a:cxn ang="0">
                  <a:pos x="842" y="2005"/>
                </a:cxn>
                <a:cxn ang="0">
                  <a:pos x="867" y="1951"/>
                </a:cxn>
                <a:cxn ang="0">
                  <a:pos x="921" y="1933"/>
                </a:cxn>
                <a:cxn ang="0">
                  <a:pos x="954" y="1987"/>
                </a:cxn>
                <a:cxn ang="0">
                  <a:pos x="983" y="2041"/>
                </a:cxn>
                <a:cxn ang="0">
                  <a:pos x="1015" y="2095"/>
                </a:cxn>
                <a:cxn ang="0">
                  <a:pos x="1069" y="2091"/>
                </a:cxn>
                <a:cxn ang="0">
                  <a:pos x="1105" y="2037"/>
                </a:cxn>
                <a:cxn ang="0">
                  <a:pos x="1137" y="1983"/>
                </a:cxn>
                <a:cxn ang="0">
                  <a:pos x="1188" y="1947"/>
                </a:cxn>
                <a:cxn ang="0">
                  <a:pos x="1235" y="1994"/>
                </a:cxn>
                <a:cxn ang="0">
                  <a:pos x="1271" y="2048"/>
                </a:cxn>
                <a:cxn ang="0">
                  <a:pos x="1317" y="2091"/>
                </a:cxn>
                <a:cxn ang="0">
                  <a:pos x="1368" y="2055"/>
                </a:cxn>
                <a:cxn ang="0">
                  <a:pos x="1407" y="2001"/>
                </a:cxn>
                <a:cxn ang="0">
                  <a:pos x="1461" y="1962"/>
                </a:cxn>
                <a:cxn ang="0">
                  <a:pos x="1515" y="2001"/>
                </a:cxn>
                <a:cxn ang="0">
                  <a:pos x="1559" y="2055"/>
                </a:cxn>
                <a:cxn ang="0">
                  <a:pos x="1613" y="2077"/>
                </a:cxn>
                <a:cxn ang="0">
                  <a:pos x="1667" y="2030"/>
                </a:cxn>
                <a:cxn ang="0">
                  <a:pos x="1717" y="1980"/>
                </a:cxn>
                <a:cxn ang="0">
                  <a:pos x="1771" y="1987"/>
                </a:cxn>
                <a:cxn ang="0">
                  <a:pos x="1825" y="2037"/>
                </a:cxn>
                <a:cxn ang="0">
                  <a:pos x="1875" y="2070"/>
                </a:cxn>
                <a:cxn ang="0">
                  <a:pos x="1929" y="2045"/>
                </a:cxn>
                <a:cxn ang="0">
                  <a:pos x="1983" y="1991"/>
                </a:cxn>
                <a:cxn ang="0">
                  <a:pos x="2037" y="1983"/>
                </a:cxn>
                <a:cxn ang="0">
                  <a:pos x="2091" y="2027"/>
                </a:cxn>
                <a:cxn ang="0">
                  <a:pos x="2145" y="2063"/>
                </a:cxn>
                <a:cxn ang="0">
                  <a:pos x="2199" y="2048"/>
                </a:cxn>
              </a:cxnLst>
              <a:rect l="0" t="0" r="r" b="b"/>
              <a:pathLst>
                <a:path w="2228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5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3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23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41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9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7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5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3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1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49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80"/>
                  </a:lnTo>
                  <a:lnTo>
                    <a:pt x="1764" y="1980"/>
                  </a:lnTo>
                  <a:lnTo>
                    <a:pt x="1767" y="1983"/>
                  </a:lnTo>
                  <a:lnTo>
                    <a:pt x="1771" y="1987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5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3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1" y="2034"/>
                  </a:lnTo>
                  <a:lnTo>
                    <a:pt x="1825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2" y="2048"/>
                  </a:lnTo>
                  <a:lnTo>
                    <a:pt x="1836" y="2052"/>
                  </a:lnTo>
                  <a:lnTo>
                    <a:pt x="1839" y="2055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6"/>
                  </a:lnTo>
                  <a:lnTo>
                    <a:pt x="1857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5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3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3"/>
                  </a:lnTo>
                  <a:lnTo>
                    <a:pt x="1908" y="2063"/>
                  </a:lnTo>
                  <a:lnTo>
                    <a:pt x="1911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29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7" y="2027"/>
                  </a:lnTo>
                  <a:lnTo>
                    <a:pt x="1951" y="2023"/>
                  </a:lnTo>
                  <a:lnTo>
                    <a:pt x="1955" y="2019"/>
                  </a:lnTo>
                  <a:lnTo>
                    <a:pt x="1958" y="2016"/>
                  </a:lnTo>
                  <a:lnTo>
                    <a:pt x="1962" y="2012"/>
                  </a:lnTo>
                  <a:lnTo>
                    <a:pt x="1965" y="2009"/>
                  </a:lnTo>
                  <a:lnTo>
                    <a:pt x="1969" y="2005"/>
                  </a:lnTo>
                  <a:lnTo>
                    <a:pt x="1973" y="2001"/>
                  </a:lnTo>
                  <a:lnTo>
                    <a:pt x="1976" y="1998"/>
                  </a:lnTo>
                  <a:lnTo>
                    <a:pt x="1980" y="1994"/>
                  </a:lnTo>
                  <a:lnTo>
                    <a:pt x="1983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4" y="1987"/>
                  </a:lnTo>
                  <a:lnTo>
                    <a:pt x="1998" y="1983"/>
                  </a:lnTo>
                  <a:lnTo>
                    <a:pt x="2001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2" y="1980"/>
                  </a:lnTo>
                  <a:lnTo>
                    <a:pt x="2016" y="1980"/>
                  </a:lnTo>
                  <a:lnTo>
                    <a:pt x="2019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0" y="1980"/>
                  </a:lnTo>
                  <a:lnTo>
                    <a:pt x="2034" y="1983"/>
                  </a:lnTo>
                  <a:lnTo>
                    <a:pt x="2037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8" y="1991"/>
                  </a:lnTo>
                  <a:lnTo>
                    <a:pt x="2052" y="1991"/>
                  </a:lnTo>
                  <a:lnTo>
                    <a:pt x="2055" y="1994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6" y="2005"/>
                  </a:lnTo>
                  <a:lnTo>
                    <a:pt x="2070" y="2005"/>
                  </a:lnTo>
                  <a:lnTo>
                    <a:pt x="2073" y="2009"/>
                  </a:lnTo>
                  <a:lnTo>
                    <a:pt x="2077" y="2012"/>
                  </a:lnTo>
                  <a:lnTo>
                    <a:pt x="2081" y="2016"/>
                  </a:lnTo>
                  <a:lnTo>
                    <a:pt x="2084" y="2019"/>
                  </a:lnTo>
                  <a:lnTo>
                    <a:pt x="2088" y="2023"/>
                  </a:lnTo>
                  <a:lnTo>
                    <a:pt x="2091" y="2027"/>
                  </a:lnTo>
                  <a:lnTo>
                    <a:pt x="2095" y="2030"/>
                  </a:lnTo>
                  <a:lnTo>
                    <a:pt x="2099" y="2034"/>
                  </a:lnTo>
                  <a:lnTo>
                    <a:pt x="2102" y="2037"/>
                  </a:lnTo>
                  <a:lnTo>
                    <a:pt x="2106" y="2041"/>
                  </a:lnTo>
                  <a:lnTo>
                    <a:pt x="2109" y="2045"/>
                  </a:lnTo>
                  <a:lnTo>
                    <a:pt x="2113" y="2048"/>
                  </a:lnTo>
                  <a:lnTo>
                    <a:pt x="2117" y="2048"/>
                  </a:lnTo>
                  <a:lnTo>
                    <a:pt x="2120" y="2052"/>
                  </a:lnTo>
                  <a:lnTo>
                    <a:pt x="2124" y="2055"/>
                  </a:lnTo>
                  <a:lnTo>
                    <a:pt x="2127" y="2055"/>
                  </a:lnTo>
                  <a:lnTo>
                    <a:pt x="2131" y="2059"/>
                  </a:lnTo>
                  <a:lnTo>
                    <a:pt x="2135" y="2059"/>
                  </a:lnTo>
                  <a:lnTo>
                    <a:pt x="2138" y="2063"/>
                  </a:lnTo>
                  <a:lnTo>
                    <a:pt x="2142" y="2063"/>
                  </a:lnTo>
                  <a:lnTo>
                    <a:pt x="2145" y="2063"/>
                  </a:lnTo>
                  <a:lnTo>
                    <a:pt x="2149" y="2066"/>
                  </a:lnTo>
                  <a:lnTo>
                    <a:pt x="2153" y="2066"/>
                  </a:lnTo>
                  <a:lnTo>
                    <a:pt x="2156" y="2066"/>
                  </a:lnTo>
                  <a:lnTo>
                    <a:pt x="2160" y="2066"/>
                  </a:lnTo>
                  <a:lnTo>
                    <a:pt x="2163" y="2066"/>
                  </a:lnTo>
                  <a:lnTo>
                    <a:pt x="2167" y="2063"/>
                  </a:lnTo>
                  <a:lnTo>
                    <a:pt x="2171" y="2063"/>
                  </a:lnTo>
                  <a:lnTo>
                    <a:pt x="2174" y="2063"/>
                  </a:lnTo>
                  <a:lnTo>
                    <a:pt x="2178" y="2059"/>
                  </a:lnTo>
                  <a:lnTo>
                    <a:pt x="2181" y="2059"/>
                  </a:lnTo>
                  <a:lnTo>
                    <a:pt x="2185" y="2055"/>
                  </a:lnTo>
                  <a:lnTo>
                    <a:pt x="2189" y="2055"/>
                  </a:lnTo>
                  <a:lnTo>
                    <a:pt x="2192" y="2052"/>
                  </a:lnTo>
                  <a:lnTo>
                    <a:pt x="2196" y="2048"/>
                  </a:lnTo>
                  <a:lnTo>
                    <a:pt x="2199" y="2048"/>
                  </a:lnTo>
                  <a:lnTo>
                    <a:pt x="2203" y="2045"/>
                  </a:lnTo>
                  <a:lnTo>
                    <a:pt x="2207" y="2041"/>
                  </a:lnTo>
                  <a:lnTo>
                    <a:pt x="2210" y="2037"/>
                  </a:lnTo>
                  <a:lnTo>
                    <a:pt x="2214" y="2037"/>
                  </a:lnTo>
                  <a:lnTo>
                    <a:pt x="2217" y="2034"/>
                  </a:lnTo>
                  <a:lnTo>
                    <a:pt x="2221" y="2030"/>
                  </a:lnTo>
                  <a:lnTo>
                    <a:pt x="2225" y="2027"/>
                  </a:lnTo>
                  <a:lnTo>
                    <a:pt x="2228" y="2023"/>
                  </a:lnTo>
                  <a:lnTo>
                    <a:pt x="2228" y="202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5" name="Freeform 113"/>
            <p:cNvSpPr>
              <a:spLocks/>
            </p:cNvSpPr>
            <p:nvPr/>
          </p:nvSpPr>
          <p:spPr bwMode="auto">
            <a:xfrm>
              <a:off x="749" y="1048"/>
              <a:ext cx="2369" cy="2462"/>
            </a:xfrm>
            <a:custGeom>
              <a:avLst/>
              <a:gdLst/>
              <a:ahLst/>
              <a:cxnLst>
                <a:cxn ang="0">
                  <a:pos x="54" y="1987"/>
                </a:cxn>
                <a:cxn ang="0">
                  <a:pos x="111" y="2001"/>
                </a:cxn>
                <a:cxn ang="0">
                  <a:pos x="169" y="2048"/>
                </a:cxn>
                <a:cxn ang="0">
                  <a:pos x="227" y="2063"/>
                </a:cxn>
                <a:cxn ang="0">
                  <a:pos x="284" y="2019"/>
                </a:cxn>
                <a:cxn ang="0">
                  <a:pos x="342" y="1980"/>
                </a:cxn>
                <a:cxn ang="0">
                  <a:pos x="399" y="2005"/>
                </a:cxn>
                <a:cxn ang="0">
                  <a:pos x="457" y="2063"/>
                </a:cxn>
                <a:cxn ang="0">
                  <a:pos x="515" y="2063"/>
                </a:cxn>
                <a:cxn ang="0">
                  <a:pos x="572" y="2009"/>
                </a:cxn>
                <a:cxn ang="0">
                  <a:pos x="630" y="1973"/>
                </a:cxn>
                <a:cxn ang="0">
                  <a:pos x="687" y="2012"/>
                </a:cxn>
                <a:cxn ang="0">
                  <a:pos x="738" y="2070"/>
                </a:cxn>
                <a:cxn ang="0">
                  <a:pos x="795" y="2066"/>
                </a:cxn>
                <a:cxn ang="0">
                  <a:pos x="846" y="2012"/>
                </a:cxn>
                <a:cxn ang="0">
                  <a:pos x="900" y="1962"/>
                </a:cxn>
                <a:cxn ang="0">
                  <a:pos x="957" y="1998"/>
                </a:cxn>
                <a:cxn ang="0">
                  <a:pos x="997" y="2055"/>
                </a:cxn>
                <a:cxn ang="0">
                  <a:pos x="1055" y="2091"/>
                </a:cxn>
                <a:cxn ang="0">
                  <a:pos x="1105" y="2041"/>
                </a:cxn>
                <a:cxn ang="0">
                  <a:pos x="1141" y="1983"/>
                </a:cxn>
                <a:cxn ang="0">
                  <a:pos x="1195" y="1951"/>
                </a:cxn>
                <a:cxn ang="0">
                  <a:pos x="1242" y="2001"/>
                </a:cxn>
                <a:cxn ang="0">
                  <a:pos x="1274" y="2059"/>
                </a:cxn>
                <a:cxn ang="0">
                  <a:pos x="1321" y="2109"/>
                </a:cxn>
                <a:cxn ang="0">
                  <a:pos x="1371" y="2066"/>
                </a:cxn>
                <a:cxn ang="0">
                  <a:pos x="1400" y="2009"/>
                </a:cxn>
                <a:cxn ang="0">
                  <a:pos x="1433" y="1951"/>
                </a:cxn>
                <a:cxn ang="0">
                  <a:pos x="1487" y="1937"/>
                </a:cxn>
                <a:cxn ang="0">
                  <a:pos x="1519" y="1994"/>
                </a:cxn>
                <a:cxn ang="0">
                  <a:pos x="1544" y="2052"/>
                </a:cxn>
                <a:cxn ang="0">
                  <a:pos x="1573" y="2109"/>
                </a:cxn>
                <a:cxn ang="0">
                  <a:pos x="1623" y="2131"/>
                </a:cxn>
                <a:cxn ang="0">
                  <a:pos x="1656" y="2073"/>
                </a:cxn>
                <a:cxn ang="0">
                  <a:pos x="1677" y="2012"/>
                </a:cxn>
                <a:cxn ang="0">
                  <a:pos x="1699" y="1947"/>
                </a:cxn>
                <a:cxn ang="0">
                  <a:pos x="1728" y="1890"/>
                </a:cxn>
                <a:cxn ang="0">
                  <a:pos x="1778" y="1915"/>
                </a:cxn>
                <a:cxn ang="0">
                  <a:pos x="1800" y="1980"/>
                </a:cxn>
                <a:cxn ang="0">
                  <a:pos x="1821" y="2059"/>
                </a:cxn>
                <a:cxn ang="0">
                  <a:pos x="1843" y="2138"/>
                </a:cxn>
                <a:cxn ang="0">
                  <a:pos x="1868" y="2196"/>
                </a:cxn>
                <a:cxn ang="0">
                  <a:pos x="1911" y="2174"/>
                </a:cxn>
                <a:cxn ang="0">
                  <a:pos x="1933" y="2099"/>
                </a:cxn>
                <a:cxn ang="0">
                  <a:pos x="1958" y="1998"/>
                </a:cxn>
                <a:cxn ang="0">
                  <a:pos x="1980" y="1890"/>
                </a:cxn>
                <a:cxn ang="0">
                  <a:pos x="2001" y="1803"/>
                </a:cxn>
                <a:cxn ang="0">
                  <a:pos x="2037" y="1775"/>
                </a:cxn>
                <a:cxn ang="0">
                  <a:pos x="2063" y="1850"/>
                </a:cxn>
                <a:cxn ang="0">
                  <a:pos x="2084" y="1983"/>
                </a:cxn>
                <a:cxn ang="0">
                  <a:pos x="2106" y="2149"/>
                </a:cxn>
                <a:cxn ang="0">
                  <a:pos x="2131" y="2311"/>
                </a:cxn>
                <a:cxn ang="0">
                  <a:pos x="2153" y="2430"/>
                </a:cxn>
                <a:cxn ang="0">
                  <a:pos x="2185" y="2437"/>
                </a:cxn>
                <a:cxn ang="0">
                  <a:pos x="2207" y="2293"/>
                </a:cxn>
                <a:cxn ang="0">
                  <a:pos x="2232" y="2023"/>
                </a:cxn>
                <a:cxn ang="0">
                  <a:pos x="2253" y="1656"/>
                </a:cxn>
                <a:cxn ang="0">
                  <a:pos x="2275" y="1224"/>
                </a:cxn>
                <a:cxn ang="0">
                  <a:pos x="2297" y="788"/>
                </a:cxn>
                <a:cxn ang="0">
                  <a:pos x="2318" y="407"/>
                </a:cxn>
                <a:cxn ang="0">
                  <a:pos x="2340" y="133"/>
                </a:cxn>
                <a:cxn ang="0">
                  <a:pos x="2365" y="7"/>
                </a:cxn>
              </a:cxnLst>
              <a:rect l="0" t="0" r="r" b="b"/>
              <a:pathLst>
                <a:path w="2369" h="2462">
                  <a:moveTo>
                    <a:pt x="0" y="2023"/>
                  </a:moveTo>
                  <a:lnTo>
                    <a:pt x="3" y="2019"/>
                  </a:lnTo>
                  <a:lnTo>
                    <a:pt x="7" y="2016"/>
                  </a:lnTo>
                  <a:lnTo>
                    <a:pt x="11" y="2012"/>
                  </a:lnTo>
                  <a:lnTo>
                    <a:pt x="14" y="2012"/>
                  </a:lnTo>
                  <a:lnTo>
                    <a:pt x="18" y="2009"/>
                  </a:lnTo>
                  <a:lnTo>
                    <a:pt x="21" y="2005"/>
                  </a:lnTo>
                  <a:lnTo>
                    <a:pt x="25" y="2001"/>
                  </a:lnTo>
                  <a:lnTo>
                    <a:pt x="29" y="2001"/>
                  </a:lnTo>
                  <a:lnTo>
                    <a:pt x="32" y="1998"/>
                  </a:lnTo>
                  <a:lnTo>
                    <a:pt x="36" y="1994"/>
                  </a:lnTo>
                  <a:lnTo>
                    <a:pt x="39" y="1994"/>
                  </a:lnTo>
                  <a:lnTo>
                    <a:pt x="43" y="1991"/>
                  </a:lnTo>
                  <a:lnTo>
                    <a:pt x="47" y="1991"/>
                  </a:lnTo>
                  <a:lnTo>
                    <a:pt x="50" y="1987"/>
                  </a:lnTo>
                  <a:lnTo>
                    <a:pt x="54" y="1987"/>
                  </a:lnTo>
                  <a:lnTo>
                    <a:pt x="57" y="1987"/>
                  </a:lnTo>
                  <a:lnTo>
                    <a:pt x="61" y="1987"/>
                  </a:lnTo>
                  <a:lnTo>
                    <a:pt x="65" y="1983"/>
                  </a:lnTo>
                  <a:lnTo>
                    <a:pt x="68" y="1983"/>
                  </a:lnTo>
                  <a:lnTo>
                    <a:pt x="72" y="1983"/>
                  </a:lnTo>
                  <a:lnTo>
                    <a:pt x="75" y="1987"/>
                  </a:lnTo>
                  <a:lnTo>
                    <a:pt x="79" y="1987"/>
                  </a:lnTo>
                  <a:lnTo>
                    <a:pt x="83" y="1987"/>
                  </a:lnTo>
                  <a:lnTo>
                    <a:pt x="86" y="1987"/>
                  </a:lnTo>
                  <a:lnTo>
                    <a:pt x="90" y="1991"/>
                  </a:lnTo>
                  <a:lnTo>
                    <a:pt x="93" y="1991"/>
                  </a:lnTo>
                  <a:lnTo>
                    <a:pt x="97" y="1994"/>
                  </a:lnTo>
                  <a:lnTo>
                    <a:pt x="101" y="1994"/>
                  </a:lnTo>
                  <a:lnTo>
                    <a:pt x="104" y="1998"/>
                  </a:lnTo>
                  <a:lnTo>
                    <a:pt x="108" y="1998"/>
                  </a:lnTo>
                  <a:lnTo>
                    <a:pt x="111" y="2001"/>
                  </a:lnTo>
                  <a:lnTo>
                    <a:pt x="115" y="2005"/>
                  </a:lnTo>
                  <a:lnTo>
                    <a:pt x="119" y="2009"/>
                  </a:lnTo>
                  <a:lnTo>
                    <a:pt x="122" y="2009"/>
                  </a:lnTo>
                  <a:lnTo>
                    <a:pt x="126" y="2012"/>
                  </a:lnTo>
                  <a:lnTo>
                    <a:pt x="129" y="2016"/>
                  </a:lnTo>
                  <a:lnTo>
                    <a:pt x="133" y="2019"/>
                  </a:lnTo>
                  <a:lnTo>
                    <a:pt x="137" y="2023"/>
                  </a:lnTo>
                  <a:lnTo>
                    <a:pt x="140" y="2027"/>
                  </a:lnTo>
                  <a:lnTo>
                    <a:pt x="144" y="2030"/>
                  </a:lnTo>
                  <a:lnTo>
                    <a:pt x="147" y="2034"/>
                  </a:lnTo>
                  <a:lnTo>
                    <a:pt x="151" y="2034"/>
                  </a:lnTo>
                  <a:lnTo>
                    <a:pt x="155" y="2037"/>
                  </a:lnTo>
                  <a:lnTo>
                    <a:pt x="158" y="2041"/>
                  </a:lnTo>
                  <a:lnTo>
                    <a:pt x="162" y="2045"/>
                  </a:lnTo>
                  <a:lnTo>
                    <a:pt x="165" y="2048"/>
                  </a:lnTo>
                  <a:lnTo>
                    <a:pt x="169" y="2048"/>
                  </a:lnTo>
                  <a:lnTo>
                    <a:pt x="173" y="2052"/>
                  </a:lnTo>
                  <a:lnTo>
                    <a:pt x="176" y="2055"/>
                  </a:lnTo>
                  <a:lnTo>
                    <a:pt x="180" y="2055"/>
                  </a:lnTo>
                  <a:lnTo>
                    <a:pt x="183" y="2059"/>
                  </a:lnTo>
                  <a:lnTo>
                    <a:pt x="187" y="2059"/>
                  </a:lnTo>
                  <a:lnTo>
                    <a:pt x="191" y="2063"/>
                  </a:lnTo>
                  <a:lnTo>
                    <a:pt x="194" y="2063"/>
                  </a:lnTo>
                  <a:lnTo>
                    <a:pt x="198" y="2063"/>
                  </a:lnTo>
                  <a:lnTo>
                    <a:pt x="201" y="2066"/>
                  </a:lnTo>
                  <a:lnTo>
                    <a:pt x="205" y="2066"/>
                  </a:lnTo>
                  <a:lnTo>
                    <a:pt x="209" y="2066"/>
                  </a:lnTo>
                  <a:lnTo>
                    <a:pt x="212" y="2066"/>
                  </a:lnTo>
                  <a:lnTo>
                    <a:pt x="216" y="2066"/>
                  </a:lnTo>
                  <a:lnTo>
                    <a:pt x="219" y="2063"/>
                  </a:lnTo>
                  <a:lnTo>
                    <a:pt x="223" y="2063"/>
                  </a:lnTo>
                  <a:lnTo>
                    <a:pt x="227" y="2063"/>
                  </a:lnTo>
                  <a:lnTo>
                    <a:pt x="230" y="2059"/>
                  </a:lnTo>
                  <a:lnTo>
                    <a:pt x="234" y="2059"/>
                  </a:lnTo>
                  <a:lnTo>
                    <a:pt x="237" y="2055"/>
                  </a:lnTo>
                  <a:lnTo>
                    <a:pt x="241" y="2055"/>
                  </a:lnTo>
                  <a:lnTo>
                    <a:pt x="245" y="2052"/>
                  </a:lnTo>
                  <a:lnTo>
                    <a:pt x="248" y="2048"/>
                  </a:lnTo>
                  <a:lnTo>
                    <a:pt x="252" y="2048"/>
                  </a:lnTo>
                  <a:lnTo>
                    <a:pt x="255" y="2045"/>
                  </a:lnTo>
                  <a:lnTo>
                    <a:pt x="259" y="2041"/>
                  </a:lnTo>
                  <a:lnTo>
                    <a:pt x="263" y="2037"/>
                  </a:lnTo>
                  <a:lnTo>
                    <a:pt x="266" y="2034"/>
                  </a:lnTo>
                  <a:lnTo>
                    <a:pt x="270" y="2030"/>
                  </a:lnTo>
                  <a:lnTo>
                    <a:pt x="273" y="2027"/>
                  </a:lnTo>
                  <a:lnTo>
                    <a:pt x="277" y="2023"/>
                  </a:lnTo>
                  <a:lnTo>
                    <a:pt x="281" y="2023"/>
                  </a:lnTo>
                  <a:lnTo>
                    <a:pt x="284" y="2019"/>
                  </a:lnTo>
                  <a:lnTo>
                    <a:pt x="288" y="2016"/>
                  </a:lnTo>
                  <a:lnTo>
                    <a:pt x="291" y="2012"/>
                  </a:lnTo>
                  <a:lnTo>
                    <a:pt x="295" y="2009"/>
                  </a:lnTo>
                  <a:lnTo>
                    <a:pt x="299" y="2005"/>
                  </a:lnTo>
                  <a:lnTo>
                    <a:pt x="302" y="2001"/>
                  </a:lnTo>
                  <a:lnTo>
                    <a:pt x="306" y="1998"/>
                  </a:lnTo>
                  <a:lnTo>
                    <a:pt x="309" y="1994"/>
                  </a:lnTo>
                  <a:lnTo>
                    <a:pt x="313" y="1994"/>
                  </a:lnTo>
                  <a:lnTo>
                    <a:pt x="317" y="1991"/>
                  </a:lnTo>
                  <a:lnTo>
                    <a:pt x="320" y="1987"/>
                  </a:lnTo>
                  <a:lnTo>
                    <a:pt x="324" y="1987"/>
                  </a:lnTo>
                  <a:lnTo>
                    <a:pt x="327" y="1983"/>
                  </a:lnTo>
                  <a:lnTo>
                    <a:pt x="331" y="1983"/>
                  </a:lnTo>
                  <a:lnTo>
                    <a:pt x="335" y="1980"/>
                  </a:lnTo>
                  <a:lnTo>
                    <a:pt x="338" y="1980"/>
                  </a:lnTo>
                  <a:lnTo>
                    <a:pt x="342" y="1980"/>
                  </a:lnTo>
                  <a:lnTo>
                    <a:pt x="345" y="1980"/>
                  </a:lnTo>
                  <a:lnTo>
                    <a:pt x="349" y="1980"/>
                  </a:lnTo>
                  <a:lnTo>
                    <a:pt x="353" y="1980"/>
                  </a:lnTo>
                  <a:lnTo>
                    <a:pt x="356" y="1980"/>
                  </a:lnTo>
                  <a:lnTo>
                    <a:pt x="360" y="1980"/>
                  </a:lnTo>
                  <a:lnTo>
                    <a:pt x="363" y="1983"/>
                  </a:lnTo>
                  <a:lnTo>
                    <a:pt x="367" y="1983"/>
                  </a:lnTo>
                  <a:lnTo>
                    <a:pt x="371" y="1987"/>
                  </a:lnTo>
                  <a:lnTo>
                    <a:pt x="374" y="1987"/>
                  </a:lnTo>
                  <a:lnTo>
                    <a:pt x="378" y="1991"/>
                  </a:lnTo>
                  <a:lnTo>
                    <a:pt x="381" y="1991"/>
                  </a:lnTo>
                  <a:lnTo>
                    <a:pt x="385" y="1994"/>
                  </a:lnTo>
                  <a:lnTo>
                    <a:pt x="389" y="1998"/>
                  </a:lnTo>
                  <a:lnTo>
                    <a:pt x="392" y="1998"/>
                  </a:lnTo>
                  <a:lnTo>
                    <a:pt x="396" y="2001"/>
                  </a:lnTo>
                  <a:lnTo>
                    <a:pt x="399" y="2005"/>
                  </a:lnTo>
                  <a:lnTo>
                    <a:pt x="403" y="2009"/>
                  </a:lnTo>
                  <a:lnTo>
                    <a:pt x="407" y="2012"/>
                  </a:lnTo>
                  <a:lnTo>
                    <a:pt x="410" y="2016"/>
                  </a:lnTo>
                  <a:lnTo>
                    <a:pt x="414" y="2019"/>
                  </a:lnTo>
                  <a:lnTo>
                    <a:pt x="417" y="2023"/>
                  </a:lnTo>
                  <a:lnTo>
                    <a:pt x="421" y="2027"/>
                  </a:lnTo>
                  <a:lnTo>
                    <a:pt x="425" y="2030"/>
                  </a:lnTo>
                  <a:lnTo>
                    <a:pt x="428" y="2034"/>
                  </a:lnTo>
                  <a:lnTo>
                    <a:pt x="432" y="2037"/>
                  </a:lnTo>
                  <a:lnTo>
                    <a:pt x="435" y="2041"/>
                  </a:lnTo>
                  <a:lnTo>
                    <a:pt x="439" y="2045"/>
                  </a:lnTo>
                  <a:lnTo>
                    <a:pt x="443" y="2048"/>
                  </a:lnTo>
                  <a:lnTo>
                    <a:pt x="446" y="2052"/>
                  </a:lnTo>
                  <a:lnTo>
                    <a:pt x="450" y="2055"/>
                  </a:lnTo>
                  <a:lnTo>
                    <a:pt x="453" y="2059"/>
                  </a:lnTo>
                  <a:lnTo>
                    <a:pt x="457" y="2063"/>
                  </a:lnTo>
                  <a:lnTo>
                    <a:pt x="461" y="2063"/>
                  </a:lnTo>
                  <a:lnTo>
                    <a:pt x="464" y="2066"/>
                  </a:lnTo>
                  <a:lnTo>
                    <a:pt x="468" y="2066"/>
                  </a:lnTo>
                  <a:lnTo>
                    <a:pt x="471" y="2070"/>
                  </a:lnTo>
                  <a:lnTo>
                    <a:pt x="475" y="2070"/>
                  </a:lnTo>
                  <a:lnTo>
                    <a:pt x="479" y="2070"/>
                  </a:lnTo>
                  <a:lnTo>
                    <a:pt x="482" y="2070"/>
                  </a:lnTo>
                  <a:lnTo>
                    <a:pt x="486" y="2070"/>
                  </a:lnTo>
                  <a:lnTo>
                    <a:pt x="489" y="2073"/>
                  </a:lnTo>
                  <a:lnTo>
                    <a:pt x="493" y="2070"/>
                  </a:lnTo>
                  <a:lnTo>
                    <a:pt x="497" y="2070"/>
                  </a:lnTo>
                  <a:lnTo>
                    <a:pt x="500" y="2070"/>
                  </a:lnTo>
                  <a:lnTo>
                    <a:pt x="504" y="2070"/>
                  </a:lnTo>
                  <a:lnTo>
                    <a:pt x="507" y="2066"/>
                  </a:lnTo>
                  <a:lnTo>
                    <a:pt x="511" y="2066"/>
                  </a:lnTo>
                  <a:lnTo>
                    <a:pt x="515" y="2063"/>
                  </a:lnTo>
                  <a:lnTo>
                    <a:pt x="518" y="2059"/>
                  </a:lnTo>
                  <a:lnTo>
                    <a:pt x="522" y="2059"/>
                  </a:lnTo>
                  <a:lnTo>
                    <a:pt x="525" y="2055"/>
                  </a:lnTo>
                  <a:lnTo>
                    <a:pt x="529" y="2052"/>
                  </a:lnTo>
                  <a:lnTo>
                    <a:pt x="533" y="2048"/>
                  </a:lnTo>
                  <a:lnTo>
                    <a:pt x="536" y="2045"/>
                  </a:lnTo>
                  <a:lnTo>
                    <a:pt x="540" y="2041"/>
                  </a:lnTo>
                  <a:lnTo>
                    <a:pt x="543" y="2037"/>
                  </a:lnTo>
                  <a:lnTo>
                    <a:pt x="547" y="2034"/>
                  </a:lnTo>
                  <a:lnTo>
                    <a:pt x="551" y="2030"/>
                  </a:lnTo>
                  <a:lnTo>
                    <a:pt x="554" y="2027"/>
                  </a:lnTo>
                  <a:lnTo>
                    <a:pt x="558" y="2023"/>
                  </a:lnTo>
                  <a:lnTo>
                    <a:pt x="561" y="2019"/>
                  </a:lnTo>
                  <a:lnTo>
                    <a:pt x="565" y="2016"/>
                  </a:lnTo>
                  <a:lnTo>
                    <a:pt x="569" y="2012"/>
                  </a:lnTo>
                  <a:lnTo>
                    <a:pt x="572" y="2009"/>
                  </a:lnTo>
                  <a:lnTo>
                    <a:pt x="576" y="2005"/>
                  </a:lnTo>
                  <a:lnTo>
                    <a:pt x="579" y="2001"/>
                  </a:lnTo>
                  <a:lnTo>
                    <a:pt x="583" y="1998"/>
                  </a:lnTo>
                  <a:lnTo>
                    <a:pt x="587" y="1994"/>
                  </a:lnTo>
                  <a:lnTo>
                    <a:pt x="590" y="1991"/>
                  </a:lnTo>
                  <a:lnTo>
                    <a:pt x="594" y="1987"/>
                  </a:lnTo>
                  <a:lnTo>
                    <a:pt x="597" y="1983"/>
                  </a:lnTo>
                  <a:lnTo>
                    <a:pt x="601" y="1980"/>
                  </a:lnTo>
                  <a:lnTo>
                    <a:pt x="605" y="1980"/>
                  </a:lnTo>
                  <a:lnTo>
                    <a:pt x="608" y="1976"/>
                  </a:lnTo>
                  <a:lnTo>
                    <a:pt x="612" y="1976"/>
                  </a:lnTo>
                  <a:lnTo>
                    <a:pt x="615" y="1973"/>
                  </a:lnTo>
                  <a:lnTo>
                    <a:pt x="619" y="1973"/>
                  </a:lnTo>
                  <a:lnTo>
                    <a:pt x="623" y="1973"/>
                  </a:lnTo>
                  <a:lnTo>
                    <a:pt x="626" y="1973"/>
                  </a:lnTo>
                  <a:lnTo>
                    <a:pt x="630" y="1973"/>
                  </a:lnTo>
                  <a:lnTo>
                    <a:pt x="633" y="1973"/>
                  </a:lnTo>
                  <a:lnTo>
                    <a:pt x="637" y="1973"/>
                  </a:lnTo>
                  <a:lnTo>
                    <a:pt x="641" y="1976"/>
                  </a:lnTo>
                  <a:lnTo>
                    <a:pt x="644" y="1976"/>
                  </a:lnTo>
                  <a:lnTo>
                    <a:pt x="648" y="1980"/>
                  </a:lnTo>
                  <a:lnTo>
                    <a:pt x="651" y="1980"/>
                  </a:lnTo>
                  <a:lnTo>
                    <a:pt x="655" y="1983"/>
                  </a:lnTo>
                  <a:lnTo>
                    <a:pt x="659" y="1983"/>
                  </a:lnTo>
                  <a:lnTo>
                    <a:pt x="662" y="1987"/>
                  </a:lnTo>
                  <a:lnTo>
                    <a:pt x="666" y="1991"/>
                  </a:lnTo>
                  <a:lnTo>
                    <a:pt x="669" y="1994"/>
                  </a:lnTo>
                  <a:lnTo>
                    <a:pt x="673" y="1998"/>
                  </a:lnTo>
                  <a:lnTo>
                    <a:pt x="677" y="2001"/>
                  </a:lnTo>
                  <a:lnTo>
                    <a:pt x="680" y="2005"/>
                  </a:lnTo>
                  <a:lnTo>
                    <a:pt x="684" y="2009"/>
                  </a:lnTo>
                  <a:lnTo>
                    <a:pt x="687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702" y="2030"/>
                  </a:lnTo>
                  <a:lnTo>
                    <a:pt x="705" y="2034"/>
                  </a:lnTo>
                  <a:lnTo>
                    <a:pt x="709" y="2037"/>
                  </a:lnTo>
                  <a:lnTo>
                    <a:pt x="713" y="2041"/>
                  </a:lnTo>
                  <a:lnTo>
                    <a:pt x="716" y="2045"/>
                  </a:lnTo>
                  <a:lnTo>
                    <a:pt x="716" y="2048"/>
                  </a:lnTo>
                  <a:lnTo>
                    <a:pt x="720" y="2052"/>
                  </a:lnTo>
                  <a:lnTo>
                    <a:pt x="723" y="2055"/>
                  </a:lnTo>
                  <a:lnTo>
                    <a:pt x="727" y="2059"/>
                  </a:lnTo>
                  <a:lnTo>
                    <a:pt x="731" y="2063"/>
                  </a:lnTo>
                  <a:lnTo>
                    <a:pt x="734" y="2066"/>
                  </a:lnTo>
                  <a:lnTo>
                    <a:pt x="738" y="2070"/>
                  </a:lnTo>
                  <a:lnTo>
                    <a:pt x="741" y="2070"/>
                  </a:lnTo>
                  <a:lnTo>
                    <a:pt x="745" y="2073"/>
                  </a:lnTo>
                  <a:lnTo>
                    <a:pt x="749" y="2077"/>
                  </a:lnTo>
                  <a:lnTo>
                    <a:pt x="752" y="2077"/>
                  </a:lnTo>
                  <a:lnTo>
                    <a:pt x="756" y="2077"/>
                  </a:lnTo>
                  <a:lnTo>
                    <a:pt x="759" y="2081"/>
                  </a:lnTo>
                  <a:lnTo>
                    <a:pt x="763" y="2081"/>
                  </a:lnTo>
                  <a:lnTo>
                    <a:pt x="767" y="2081"/>
                  </a:lnTo>
                  <a:lnTo>
                    <a:pt x="770" y="2081"/>
                  </a:lnTo>
                  <a:lnTo>
                    <a:pt x="774" y="2081"/>
                  </a:lnTo>
                  <a:lnTo>
                    <a:pt x="777" y="2077"/>
                  </a:lnTo>
                  <a:lnTo>
                    <a:pt x="781" y="2077"/>
                  </a:lnTo>
                  <a:lnTo>
                    <a:pt x="785" y="2073"/>
                  </a:lnTo>
                  <a:lnTo>
                    <a:pt x="788" y="2073"/>
                  </a:lnTo>
                  <a:lnTo>
                    <a:pt x="792" y="2070"/>
                  </a:lnTo>
                  <a:lnTo>
                    <a:pt x="795" y="2066"/>
                  </a:lnTo>
                  <a:lnTo>
                    <a:pt x="799" y="2066"/>
                  </a:lnTo>
                  <a:lnTo>
                    <a:pt x="803" y="2063"/>
                  </a:lnTo>
                  <a:lnTo>
                    <a:pt x="806" y="2059"/>
                  </a:lnTo>
                  <a:lnTo>
                    <a:pt x="810" y="2055"/>
                  </a:lnTo>
                  <a:lnTo>
                    <a:pt x="813" y="2052"/>
                  </a:lnTo>
                  <a:lnTo>
                    <a:pt x="817" y="2048"/>
                  </a:lnTo>
                  <a:lnTo>
                    <a:pt x="821" y="2045"/>
                  </a:lnTo>
                  <a:lnTo>
                    <a:pt x="824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5" y="2027"/>
                  </a:lnTo>
                  <a:lnTo>
                    <a:pt x="839" y="2023"/>
                  </a:lnTo>
                  <a:lnTo>
                    <a:pt x="839" y="2019"/>
                  </a:lnTo>
                  <a:lnTo>
                    <a:pt x="842" y="2016"/>
                  </a:lnTo>
                  <a:lnTo>
                    <a:pt x="846" y="2012"/>
                  </a:lnTo>
                  <a:lnTo>
                    <a:pt x="849" y="2009"/>
                  </a:lnTo>
                  <a:lnTo>
                    <a:pt x="853" y="2005"/>
                  </a:lnTo>
                  <a:lnTo>
                    <a:pt x="853" y="2001"/>
                  </a:lnTo>
                  <a:lnTo>
                    <a:pt x="857" y="1998"/>
                  </a:lnTo>
                  <a:lnTo>
                    <a:pt x="860" y="1994"/>
                  </a:lnTo>
                  <a:lnTo>
                    <a:pt x="864" y="1991"/>
                  </a:lnTo>
                  <a:lnTo>
                    <a:pt x="867" y="1987"/>
                  </a:lnTo>
                  <a:lnTo>
                    <a:pt x="871" y="1983"/>
                  </a:lnTo>
                  <a:lnTo>
                    <a:pt x="875" y="1980"/>
                  </a:lnTo>
                  <a:lnTo>
                    <a:pt x="878" y="1976"/>
                  </a:lnTo>
                  <a:lnTo>
                    <a:pt x="882" y="1973"/>
                  </a:lnTo>
                  <a:lnTo>
                    <a:pt x="885" y="1969"/>
                  </a:lnTo>
                  <a:lnTo>
                    <a:pt x="889" y="1965"/>
                  </a:lnTo>
                  <a:lnTo>
                    <a:pt x="893" y="1965"/>
                  </a:lnTo>
                  <a:lnTo>
                    <a:pt x="896" y="1965"/>
                  </a:lnTo>
                  <a:lnTo>
                    <a:pt x="900" y="1962"/>
                  </a:lnTo>
                  <a:lnTo>
                    <a:pt x="903" y="1962"/>
                  </a:lnTo>
                  <a:lnTo>
                    <a:pt x="907" y="1962"/>
                  </a:lnTo>
                  <a:lnTo>
                    <a:pt x="911" y="1962"/>
                  </a:lnTo>
                  <a:lnTo>
                    <a:pt x="914" y="1965"/>
                  </a:lnTo>
                  <a:lnTo>
                    <a:pt x="918" y="1965"/>
                  </a:lnTo>
                  <a:lnTo>
                    <a:pt x="921" y="1965"/>
                  </a:lnTo>
                  <a:lnTo>
                    <a:pt x="925" y="1969"/>
                  </a:lnTo>
                  <a:lnTo>
                    <a:pt x="929" y="1969"/>
                  </a:lnTo>
                  <a:lnTo>
                    <a:pt x="932" y="1973"/>
                  </a:lnTo>
                  <a:lnTo>
                    <a:pt x="936" y="1976"/>
                  </a:lnTo>
                  <a:lnTo>
                    <a:pt x="939" y="1980"/>
                  </a:lnTo>
                  <a:lnTo>
                    <a:pt x="943" y="1983"/>
                  </a:lnTo>
                  <a:lnTo>
                    <a:pt x="947" y="1987"/>
                  </a:lnTo>
                  <a:lnTo>
                    <a:pt x="950" y="1991"/>
                  </a:lnTo>
                  <a:lnTo>
                    <a:pt x="954" y="1994"/>
                  </a:lnTo>
                  <a:lnTo>
                    <a:pt x="957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5" y="2023"/>
                  </a:lnTo>
                  <a:lnTo>
                    <a:pt x="979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6" y="2037"/>
                  </a:lnTo>
                  <a:lnTo>
                    <a:pt x="990" y="2041"/>
                  </a:lnTo>
                  <a:lnTo>
                    <a:pt x="990" y="2045"/>
                  </a:lnTo>
                  <a:lnTo>
                    <a:pt x="993" y="2048"/>
                  </a:lnTo>
                  <a:lnTo>
                    <a:pt x="997" y="2052"/>
                  </a:lnTo>
                  <a:lnTo>
                    <a:pt x="997" y="2055"/>
                  </a:lnTo>
                  <a:lnTo>
                    <a:pt x="1001" y="2059"/>
                  </a:lnTo>
                  <a:lnTo>
                    <a:pt x="1004" y="2063"/>
                  </a:lnTo>
                  <a:lnTo>
                    <a:pt x="1008" y="2066"/>
                  </a:lnTo>
                  <a:lnTo>
                    <a:pt x="1011" y="2070"/>
                  </a:lnTo>
                  <a:lnTo>
                    <a:pt x="1015" y="2073"/>
                  </a:lnTo>
                  <a:lnTo>
                    <a:pt x="1019" y="2077"/>
                  </a:lnTo>
                  <a:lnTo>
                    <a:pt x="1022" y="2081"/>
                  </a:lnTo>
                  <a:lnTo>
                    <a:pt x="1026" y="2084"/>
                  </a:lnTo>
                  <a:lnTo>
                    <a:pt x="1029" y="2088"/>
                  </a:lnTo>
                  <a:lnTo>
                    <a:pt x="1033" y="2088"/>
                  </a:lnTo>
                  <a:lnTo>
                    <a:pt x="1037" y="2091"/>
                  </a:lnTo>
                  <a:lnTo>
                    <a:pt x="1040" y="2091"/>
                  </a:lnTo>
                  <a:lnTo>
                    <a:pt x="1044" y="2091"/>
                  </a:lnTo>
                  <a:lnTo>
                    <a:pt x="1047" y="2091"/>
                  </a:lnTo>
                  <a:lnTo>
                    <a:pt x="1051" y="2091"/>
                  </a:lnTo>
                  <a:lnTo>
                    <a:pt x="1055" y="2091"/>
                  </a:lnTo>
                  <a:lnTo>
                    <a:pt x="1058" y="2088"/>
                  </a:lnTo>
                  <a:lnTo>
                    <a:pt x="1062" y="2088"/>
                  </a:lnTo>
                  <a:lnTo>
                    <a:pt x="1065" y="2084"/>
                  </a:lnTo>
                  <a:lnTo>
                    <a:pt x="1069" y="2081"/>
                  </a:lnTo>
                  <a:lnTo>
                    <a:pt x="1073" y="2081"/>
                  </a:lnTo>
                  <a:lnTo>
                    <a:pt x="1076" y="2077"/>
                  </a:lnTo>
                  <a:lnTo>
                    <a:pt x="1080" y="2073"/>
                  </a:lnTo>
                  <a:lnTo>
                    <a:pt x="1083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1" y="2045"/>
                  </a:lnTo>
                  <a:lnTo>
                    <a:pt x="1105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30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7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5" y="1980"/>
                  </a:lnTo>
                  <a:lnTo>
                    <a:pt x="1148" y="1976"/>
                  </a:lnTo>
                  <a:lnTo>
                    <a:pt x="1148" y="1973"/>
                  </a:lnTo>
                  <a:lnTo>
                    <a:pt x="1152" y="1969"/>
                  </a:lnTo>
                  <a:lnTo>
                    <a:pt x="1155" y="1965"/>
                  </a:lnTo>
                  <a:lnTo>
                    <a:pt x="1159" y="1962"/>
                  </a:lnTo>
                  <a:lnTo>
                    <a:pt x="1163" y="1958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51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47"/>
                  </a:lnTo>
                  <a:lnTo>
                    <a:pt x="1195" y="1951"/>
                  </a:lnTo>
                  <a:lnTo>
                    <a:pt x="1199" y="1951"/>
                  </a:lnTo>
                  <a:lnTo>
                    <a:pt x="1202" y="1955"/>
                  </a:lnTo>
                  <a:lnTo>
                    <a:pt x="1206" y="1955"/>
                  </a:lnTo>
                  <a:lnTo>
                    <a:pt x="1209" y="1958"/>
                  </a:lnTo>
                  <a:lnTo>
                    <a:pt x="1213" y="1962"/>
                  </a:lnTo>
                  <a:lnTo>
                    <a:pt x="1217" y="1965"/>
                  </a:lnTo>
                  <a:lnTo>
                    <a:pt x="1220" y="1969"/>
                  </a:lnTo>
                  <a:lnTo>
                    <a:pt x="1224" y="1973"/>
                  </a:lnTo>
                  <a:lnTo>
                    <a:pt x="1227" y="1976"/>
                  </a:lnTo>
                  <a:lnTo>
                    <a:pt x="1227" y="1980"/>
                  </a:lnTo>
                  <a:lnTo>
                    <a:pt x="1231" y="1983"/>
                  </a:lnTo>
                  <a:lnTo>
                    <a:pt x="1235" y="1987"/>
                  </a:lnTo>
                  <a:lnTo>
                    <a:pt x="1235" y="1991"/>
                  </a:lnTo>
                  <a:lnTo>
                    <a:pt x="1238" y="1994"/>
                  </a:lnTo>
                  <a:lnTo>
                    <a:pt x="1242" y="1998"/>
                  </a:lnTo>
                  <a:lnTo>
                    <a:pt x="1242" y="2001"/>
                  </a:lnTo>
                  <a:lnTo>
                    <a:pt x="1245" y="2005"/>
                  </a:lnTo>
                  <a:lnTo>
                    <a:pt x="1245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78" y="2066"/>
                  </a:lnTo>
                  <a:lnTo>
                    <a:pt x="1281" y="2070"/>
                  </a:lnTo>
                  <a:lnTo>
                    <a:pt x="1285" y="2073"/>
                  </a:lnTo>
                  <a:lnTo>
                    <a:pt x="1285" y="2077"/>
                  </a:lnTo>
                  <a:lnTo>
                    <a:pt x="1289" y="2081"/>
                  </a:lnTo>
                  <a:lnTo>
                    <a:pt x="1292" y="2084"/>
                  </a:lnTo>
                  <a:lnTo>
                    <a:pt x="1292" y="2088"/>
                  </a:lnTo>
                  <a:lnTo>
                    <a:pt x="1296" y="2091"/>
                  </a:lnTo>
                  <a:lnTo>
                    <a:pt x="1299" y="2095"/>
                  </a:lnTo>
                  <a:lnTo>
                    <a:pt x="1303" y="2099"/>
                  </a:lnTo>
                  <a:lnTo>
                    <a:pt x="1307" y="2102"/>
                  </a:lnTo>
                  <a:lnTo>
                    <a:pt x="1310" y="2106"/>
                  </a:lnTo>
                  <a:lnTo>
                    <a:pt x="1314" y="2106"/>
                  </a:lnTo>
                  <a:lnTo>
                    <a:pt x="1317" y="2109"/>
                  </a:lnTo>
                  <a:lnTo>
                    <a:pt x="1321" y="2109"/>
                  </a:lnTo>
                  <a:lnTo>
                    <a:pt x="1325" y="2109"/>
                  </a:lnTo>
                  <a:lnTo>
                    <a:pt x="1328" y="2109"/>
                  </a:lnTo>
                  <a:lnTo>
                    <a:pt x="1332" y="2109"/>
                  </a:lnTo>
                  <a:lnTo>
                    <a:pt x="1335" y="2106"/>
                  </a:lnTo>
                  <a:lnTo>
                    <a:pt x="1339" y="2106"/>
                  </a:lnTo>
                  <a:lnTo>
                    <a:pt x="1343" y="2102"/>
                  </a:lnTo>
                  <a:lnTo>
                    <a:pt x="1346" y="2099"/>
                  </a:lnTo>
                  <a:lnTo>
                    <a:pt x="1350" y="2095"/>
                  </a:lnTo>
                  <a:lnTo>
                    <a:pt x="1353" y="2091"/>
                  </a:lnTo>
                  <a:lnTo>
                    <a:pt x="1357" y="2088"/>
                  </a:lnTo>
                  <a:lnTo>
                    <a:pt x="1361" y="2084"/>
                  </a:lnTo>
                  <a:lnTo>
                    <a:pt x="1364" y="2081"/>
                  </a:lnTo>
                  <a:lnTo>
                    <a:pt x="1364" y="2077"/>
                  </a:lnTo>
                  <a:lnTo>
                    <a:pt x="1368" y="2073"/>
                  </a:lnTo>
                  <a:lnTo>
                    <a:pt x="1371" y="2070"/>
                  </a:lnTo>
                  <a:lnTo>
                    <a:pt x="1371" y="2066"/>
                  </a:lnTo>
                  <a:lnTo>
                    <a:pt x="1375" y="2063"/>
                  </a:lnTo>
                  <a:lnTo>
                    <a:pt x="1375" y="2059"/>
                  </a:lnTo>
                  <a:lnTo>
                    <a:pt x="1379" y="2055"/>
                  </a:lnTo>
                  <a:lnTo>
                    <a:pt x="1379" y="2052"/>
                  </a:lnTo>
                  <a:lnTo>
                    <a:pt x="1382" y="2048"/>
                  </a:lnTo>
                  <a:lnTo>
                    <a:pt x="1382" y="2045"/>
                  </a:lnTo>
                  <a:lnTo>
                    <a:pt x="1386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0" y="2009"/>
                  </a:lnTo>
                  <a:lnTo>
                    <a:pt x="1404" y="2005"/>
                  </a:lnTo>
                  <a:lnTo>
                    <a:pt x="1404" y="2001"/>
                  </a:lnTo>
                  <a:lnTo>
                    <a:pt x="1407" y="1998"/>
                  </a:lnTo>
                  <a:lnTo>
                    <a:pt x="1407" y="1994"/>
                  </a:lnTo>
                  <a:lnTo>
                    <a:pt x="1411" y="1991"/>
                  </a:lnTo>
                  <a:lnTo>
                    <a:pt x="1411" y="1987"/>
                  </a:lnTo>
                  <a:lnTo>
                    <a:pt x="1415" y="1983"/>
                  </a:lnTo>
                  <a:lnTo>
                    <a:pt x="1415" y="1980"/>
                  </a:lnTo>
                  <a:lnTo>
                    <a:pt x="1418" y="1976"/>
                  </a:lnTo>
                  <a:lnTo>
                    <a:pt x="1418" y="1973"/>
                  </a:lnTo>
                  <a:lnTo>
                    <a:pt x="1422" y="1969"/>
                  </a:lnTo>
                  <a:lnTo>
                    <a:pt x="1422" y="1965"/>
                  </a:lnTo>
                  <a:lnTo>
                    <a:pt x="1425" y="1962"/>
                  </a:lnTo>
                  <a:lnTo>
                    <a:pt x="1429" y="1958"/>
                  </a:lnTo>
                  <a:lnTo>
                    <a:pt x="1429" y="1955"/>
                  </a:lnTo>
                  <a:lnTo>
                    <a:pt x="1433" y="1951"/>
                  </a:lnTo>
                  <a:lnTo>
                    <a:pt x="1436" y="1947"/>
                  </a:lnTo>
                  <a:lnTo>
                    <a:pt x="1440" y="1944"/>
                  </a:lnTo>
                  <a:lnTo>
                    <a:pt x="1440" y="1940"/>
                  </a:lnTo>
                  <a:lnTo>
                    <a:pt x="1443" y="1937"/>
                  </a:lnTo>
                  <a:lnTo>
                    <a:pt x="1447" y="1933"/>
                  </a:lnTo>
                  <a:lnTo>
                    <a:pt x="1451" y="1929"/>
                  </a:lnTo>
                  <a:lnTo>
                    <a:pt x="1454" y="1926"/>
                  </a:lnTo>
                  <a:lnTo>
                    <a:pt x="1458" y="1926"/>
                  </a:lnTo>
                  <a:lnTo>
                    <a:pt x="1461" y="1926"/>
                  </a:lnTo>
                  <a:lnTo>
                    <a:pt x="1465" y="1926"/>
                  </a:lnTo>
                  <a:lnTo>
                    <a:pt x="1469" y="1926"/>
                  </a:lnTo>
                  <a:lnTo>
                    <a:pt x="1472" y="1926"/>
                  </a:lnTo>
                  <a:lnTo>
                    <a:pt x="1476" y="1929"/>
                  </a:lnTo>
                  <a:lnTo>
                    <a:pt x="1479" y="1929"/>
                  </a:lnTo>
                  <a:lnTo>
                    <a:pt x="1483" y="1933"/>
                  </a:lnTo>
                  <a:lnTo>
                    <a:pt x="1487" y="1937"/>
                  </a:lnTo>
                  <a:lnTo>
                    <a:pt x="1490" y="1940"/>
                  </a:lnTo>
                  <a:lnTo>
                    <a:pt x="1494" y="1944"/>
                  </a:lnTo>
                  <a:lnTo>
                    <a:pt x="1497" y="1947"/>
                  </a:lnTo>
                  <a:lnTo>
                    <a:pt x="1497" y="1951"/>
                  </a:lnTo>
                  <a:lnTo>
                    <a:pt x="1501" y="1955"/>
                  </a:lnTo>
                  <a:lnTo>
                    <a:pt x="1501" y="1958"/>
                  </a:lnTo>
                  <a:lnTo>
                    <a:pt x="1505" y="1962"/>
                  </a:lnTo>
                  <a:lnTo>
                    <a:pt x="1508" y="1965"/>
                  </a:lnTo>
                  <a:lnTo>
                    <a:pt x="1508" y="1969"/>
                  </a:lnTo>
                  <a:lnTo>
                    <a:pt x="1512" y="1973"/>
                  </a:lnTo>
                  <a:lnTo>
                    <a:pt x="1512" y="1976"/>
                  </a:lnTo>
                  <a:lnTo>
                    <a:pt x="1512" y="1980"/>
                  </a:lnTo>
                  <a:lnTo>
                    <a:pt x="1515" y="1983"/>
                  </a:lnTo>
                  <a:lnTo>
                    <a:pt x="1519" y="1987"/>
                  </a:lnTo>
                  <a:lnTo>
                    <a:pt x="1519" y="1991"/>
                  </a:lnTo>
                  <a:lnTo>
                    <a:pt x="1519" y="1994"/>
                  </a:lnTo>
                  <a:lnTo>
                    <a:pt x="1523" y="1998"/>
                  </a:lnTo>
                  <a:lnTo>
                    <a:pt x="1523" y="2001"/>
                  </a:lnTo>
                  <a:lnTo>
                    <a:pt x="1526" y="2005"/>
                  </a:lnTo>
                  <a:lnTo>
                    <a:pt x="1526" y="2009"/>
                  </a:lnTo>
                  <a:lnTo>
                    <a:pt x="1530" y="2012"/>
                  </a:lnTo>
                  <a:lnTo>
                    <a:pt x="1530" y="2016"/>
                  </a:lnTo>
                  <a:lnTo>
                    <a:pt x="1533" y="2019"/>
                  </a:lnTo>
                  <a:lnTo>
                    <a:pt x="1533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37" y="2037"/>
                  </a:lnTo>
                  <a:lnTo>
                    <a:pt x="1541" y="2041"/>
                  </a:lnTo>
                  <a:lnTo>
                    <a:pt x="1541" y="2045"/>
                  </a:lnTo>
                  <a:lnTo>
                    <a:pt x="1544" y="2048"/>
                  </a:lnTo>
                  <a:lnTo>
                    <a:pt x="1544" y="2052"/>
                  </a:lnTo>
                  <a:lnTo>
                    <a:pt x="1544" y="2055"/>
                  </a:lnTo>
                  <a:lnTo>
                    <a:pt x="1548" y="2059"/>
                  </a:lnTo>
                  <a:lnTo>
                    <a:pt x="1551" y="2063"/>
                  </a:lnTo>
                  <a:lnTo>
                    <a:pt x="1551" y="2066"/>
                  </a:lnTo>
                  <a:lnTo>
                    <a:pt x="1551" y="2070"/>
                  </a:lnTo>
                  <a:lnTo>
                    <a:pt x="1555" y="2073"/>
                  </a:lnTo>
                  <a:lnTo>
                    <a:pt x="1555" y="2077"/>
                  </a:lnTo>
                  <a:lnTo>
                    <a:pt x="1555" y="2081"/>
                  </a:lnTo>
                  <a:lnTo>
                    <a:pt x="1559" y="2084"/>
                  </a:lnTo>
                  <a:lnTo>
                    <a:pt x="1562" y="2088"/>
                  </a:lnTo>
                  <a:lnTo>
                    <a:pt x="1562" y="2091"/>
                  </a:lnTo>
                  <a:lnTo>
                    <a:pt x="1562" y="2095"/>
                  </a:lnTo>
                  <a:lnTo>
                    <a:pt x="1566" y="2099"/>
                  </a:lnTo>
                  <a:lnTo>
                    <a:pt x="1569" y="2102"/>
                  </a:lnTo>
                  <a:lnTo>
                    <a:pt x="1569" y="2106"/>
                  </a:lnTo>
                  <a:lnTo>
                    <a:pt x="1573" y="2109"/>
                  </a:lnTo>
                  <a:lnTo>
                    <a:pt x="1573" y="2113"/>
                  </a:lnTo>
                  <a:lnTo>
                    <a:pt x="1577" y="2117"/>
                  </a:lnTo>
                  <a:lnTo>
                    <a:pt x="1580" y="2120"/>
                  </a:lnTo>
                  <a:lnTo>
                    <a:pt x="1580" y="2124"/>
                  </a:lnTo>
                  <a:lnTo>
                    <a:pt x="1584" y="2127"/>
                  </a:lnTo>
                  <a:lnTo>
                    <a:pt x="1587" y="2131"/>
                  </a:lnTo>
                  <a:lnTo>
                    <a:pt x="1591" y="2135"/>
                  </a:lnTo>
                  <a:lnTo>
                    <a:pt x="1595" y="2138"/>
                  </a:lnTo>
                  <a:lnTo>
                    <a:pt x="1598" y="2142"/>
                  </a:lnTo>
                  <a:lnTo>
                    <a:pt x="1602" y="2142"/>
                  </a:lnTo>
                  <a:lnTo>
                    <a:pt x="1605" y="2142"/>
                  </a:lnTo>
                  <a:lnTo>
                    <a:pt x="1609" y="2142"/>
                  </a:lnTo>
                  <a:lnTo>
                    <a:pt x="1613" y="2138"/>
                  </a:lnTo>
                  <a:lnTo>
                    <a:pt x="1616" y="2138"/>
                  </a:lnTo>
                  <a:lnTo>
                    <a:pt x="1620" y="2135"/>
                  </a:lnTo>
                  <a:lnTo>
                    <a:pt x="1623" y="2131"/>
                  </a:lnTo>
                  <a:lnTo>
                    <a:pt x="1627" y="2127"/>
                  </a:lnTo>
                  <a:lnTo>
                    <a:pt x="1631" y="2124"/>
                  </a:lnTo>
                  <a:lnTo>
                    <a:pt x="1631" y="2120"/>
                  </a:lnTo>
                  <a:lnTo>
                    <a:pt x="1634" y="2117"/>
                  </a:lnTo>
                  <a:lnTo>
                    <a:pt x="1638" y="2113"/>
                  </a:lnTo>
                  <a:lnTo>
                    <a:pt x="1638" y="2109"/>
                  </a:lnTo>
                  <a:lnTo>
                    <a:pt x="1641" y="2106"/>
                  </a:lnTo>
                  <a:lnTo>
                    <a:pt x="1641" y="2102"/>
                  </a:lnTo>
                  <a:lnTo>
                    <a:pt x="1641" y="2099"/>
                  </a:lnTo>
                  <a:lnTo>
                    <a:pt x="1645" y="2095"/>
                  </a:lnTo>
                  <a:lnTo>
                    <a:pt x="1649" y="2091"/>
                  </a:lnTo>
                  <a:lnTo>
                    <a:pt x="1649" y="2088"/>
                  </a:lnTo>
                  <a:lnTo>
                    <a:pt x="1649" y="2084"/>
                  </a:lnTo>
                  <a:lnTo>
                    <a:pt x="1652" y="2081"/>
                  </a:lnTo>
                  <a:lnTo>
                    <a:pt x="1652" y="2077"/>
                  </a:lnTo>
                  <a:lnTo>
                    <a:pt x="1656" y="2073"/>
                  </a:lnTo>
                  <a:lnTo>
                    <a:pt x="1656" y="2070"/>
                  </a:lnTo>
                  <a:lnTo>
                    <a:pt x="1656" y="2066"/>
                  </a:lnTo>
                  <a:lnTo>
                    <a:pt x="1659" y="2063"/>
                  </a:lnTo>
                  <a:lnTo>
                    <a:pt x="1659" y="2059"/>
                  </a:lnTo>
                  <a:lnTo>
                    <a:pt x="1663" y="2055"/>
                  </a:lnTo>
                  <a:lnTo>
                    <a:pt x="1663" y="2052"/>
                  </a:lnTo>
                  <a:lnTo>
                    <a:pt x="1663" y="2048"/>
                  </a:lnTo>
                  <a:lnTo>
                    <a:pt x="1667" y="2045"/>
                  </a:lnTo>
                  <a:lnTo>
                    <a:pt x="1667" y="2041"/>
                  </a:lnTo>
                  <a:lnTo>
                    <a:pt x="1667" y="2037"/>
                  </a:lnTo>
                  <a:lnTo>
                    <a:pt x="1670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4" y="2016"/>
                  </a:lnTo>
                  <a:lnTo>
                    <a:pt x="1677" y="2012"/>
                  </a:lnTo>
                  <a:lnTo>
                    <a:pt x="1677" y="2009"/>
                  </a:lnTo>
                  <a:lnTo>
                    <a:pt x="1681" y="2005"/>
                  </a:lnTo>
                  <a:lnTo>
                    <a:pt x="1681" y="1998"/>
                  </a:lnTo>
                  <a:lnTo>
                    <a:pt x="1681" y="1994"/>
                  </a:lnTo>
                  <a:lnTo>
                    <a:pt x="1685" y="1991"/>
                  </a:lnTo>
                  <a:lnTo>
                    <a:pt x="1685" y="1987"/>
                  </a:lnTo>
                  <a:lnTo>
                    <a:pt x="1685" y="1983"/>
                  </a:lnTo>
                  <a:lnTo>
                    <a:pt x="1688" y="1980"/>
                  </a:lnTo>
                  <a:lnTo>
                    <a:pt x="1688" y="1976"/>
                  </a:lnTo>
                  <a:lnTo>
                    <a:pt x="1692" y="1973"/>
                  </a:lnTo>
                  <a:lnTo>
                    <a:pt x="1692" y="1969"/>
                  </a:lnTo>
                  <a:lnTo>
                    <a:pt x="1692" y="1965"/>
                  </a:lnTo>
                  <a:lnTo>
                    <a:pt x="1695" y="1958"/>
                  </a:lnTo>
                  <a:lnTo>
                    <a:pt x="1695" y="1955"/>
                  </a:lnTo>
                  <a:lnTo>
                    <a:pt x="1699" y="1951"/>
                  </a:lnTo>
                  <a:lnTo>
                    <a:pt x="1699" y="1947"/>
                  </a:lnTo>
                  <a:lnTo>
                    <a:pt x="1699" y="1944"/>
                  </a:lnTo>
                  <a:lnTo>
                    <a:pt x="1703" y="1940"/>
                  </a:lnTo>
                  <a:lnTo>
                    <a:pt x="1703" y="1937"/>
                  </a:lnTo>
                  <a:lnTo>
                    <a:pt x="1706" y="1933"/>
                  </a:lnTo>
                  <a:lnTo>
                    <a:pt x="1706" y="1929"/>
                  </a:lnTo>
                  <a:lnTo>
                    <a:pt x="1710" y="1926"/>
                  </a:lnTo>
                  <a:lnTo>
                    <a:pt x="1710" y="1922"/>
                  </a:lnTo>
                  <a:lnTo>
                    <a:pt x="1710" y="1919"/>
                  </a:lnTo>
                  <a:lnTo>
                    <a:pt x="1713" y="1915"/>
                  </a:lnTo>
                  <a:lnTo>
                    <a:pt x="1717" y="1911"/>
                  </a:lnTo>
                  <a:lnTo>
                    <a:pt x="1717" y="1908"/>
                  </a:lnTo>
                  <a:lnTo>
                    <a:pt x="1721" y="1904"/>
                  </a:lnTo>
                  <a:lnTo>
                    <a:pt x="1721" y="1901"/>
                  </a:lnTo>
                  <a:lnTo>
                    <a:pt x="1724" y="1897"/>
                  </a:lnTo>
                  <a:lnTo>
                    <a:pt x="1728" y="1893"/>
                  </a:lnTo>
                  <a:lnTo>
                    <a:pt x="1728" y="1890"/>
                  </a:lnTo>
                  <a:lnTo>
                    <a:pt x="1731" y="1886"/>
                  </a:lnTo>
                  <a:lnTo>
                    <a:pt x="1735" y="1883"/>
                  </a:lnTo>
                  <a:lnTo>
                    <a:pt x="1739" y="1883"/>
                  </a:lnTo>
                  <a:lnTo>
                    <a:pt x="1742" y="1879"/>
                  </a:lnTo>
                  <a:lnTo>
                    <a:pt x="1746" y="1879"/>
                  </a:lnTo>
                  <a:lnTo>
                    <a:pt x="1749" y="1883"/>
                  </a:lnTo>
                  <a:lnTo>
                    <a:pt x="1753" y="1883"/>
                  </a:lnTo>
                  <a:lnTo>
                    <a:pt x="1757" y="1886"/>
                  </a:lnTo>
                  <a:lnTo>
                    <a:pt x="1760" y="1890"/>
                  </a:lnTo>
                  <a:lnTo>
                    <a:pt x="1764" y="1893"/>
                  </a:lnTo>
                  <a:lnTo>
                    <a:pt x="1767" y="1897"/>
                  </a:lnTo>
                  <a:lnTo>
                    <a:pt x="1767" y="1901"/>
                  </a:lnTo>
                  <a:lnTo>
                    <a:pt x="1771" y="1904"/>
                  </a:lnTo>
                  <a:lnTo>
                    <a:pt x="1775" y="1908"/>
                  </a:lnTo>
                  <a:lnTo>
                    <a:pt x="1775" y="1911"/>
                  </a:lnTo>
                  <a:lnTo>
                    <a:pt x="1778" y="1915"/>
                  </a:lnTo>
                  <a:lnTo>
                    <a:pt x="1778" y="1919"/>
                  </a:lnTo>
                  <a:lnTo>
                    <a:pt x="1778" y="1922"/>
                  </a:lnTo>
                  <a:lnTo>
                    <a:pt x="1782" y="1926"/>
                  </a:lnTo>
                  <a:lnTo>
                    <a:pt x="1782" y="1929"/>
                  </a:lnTo>
                  <a:lnTo>
                    <a:pt x="1785" y="1933"/>
                  </a:lnTo>
                  <a:lnTo>
                    <a:pt x="1785" y="1937"/>
                  </a:lnTo>
                  <a:lnTo>
                    <a:pt x="1785" y="1940"/>
                  </a:lnTo>
                  <a:lnTo>
                    <a:pt x="1789" y="1944"/>
                  </a:lnTo>
                  <a:lnTo>
                    <a:pt x="1789" y="1951"/>
                  </a:lnTo>
                  <a:lnTo>
                    <a:pt x="1793" y="1955"/>
                  </a:lnTo>
                  <a:lnTo>
                    <a:pt x="1793" y="1958"/>
                  </a:lnTo>
                  <a:lnTo>
                    <a:pt x="1793" y="1962"/>
                  </a:lnTo>
                  <a:lnTo>
                    <a:pt x="1796" y="1965"/>
                  </a:lnTo>
                  <a:lnTo>
                    <a:pt x="1796" y="1973"/>
                  </a:lnTo>
                  <a:lnTo>
                    <a:pt x="1796" y="1976"/>
                  </a:lnTo>
                  <a:lnTo>
                    <a:pt x="1800" y="1980"/>
                  </a:lnTo>
                  <a:lnTo>
                    <a:pt x="1800" y="1983"/>
                  </a:lnTo>
                  <a:lnTo>
                    <a:pt x="1803" y="1991"/>
                  </a:lnTo>
                  <a:lnTo>
                    <a:pt x="1803" y="1994"/>
                  </a:lnTo>
                  <a:lnTo>
                    <a:pt x="1803" y="1998"/>
                  </a:lnTo>
                  <a:lnTo>
                    <a:pt x="1807" y="2005"/>
                  </a:lnTo>
                  <a:lnTo>
                    <a:pt x="1807" y="2009"/>
                  </a:lnTo>
                  <a:lnTo>
                    <a:pt x="1811" y="2012"/>
                  </a:lnTo>
                  <a:lnTo>
                    <a:pt x="1811" y="2019"/>
                  </a:lnTo>
                  <a:lnTo>
                    <a:pt x="1811" y="2023"/>
                  </a:lnTo>
                  <a:lnTo>
                    <a:pt x="1814" y="2030"/>
                  </a:lnTo>
                  <a:lnTo>
                    <a:pt x="1814" y="2034"/>
                  </a:lnTo>
                  <a:lnTo>
                    <a:pt x="1818" y="2037"/>
                  </a:lnTo>
                  <a:lnTo>
                    <a:pt x="1818" y="2045"/>
                  </a:lnTo>
                  <a:lnTo>
                    <a:pt x="1818" y="2048"/>
                  </a:lnTo>
                  <a:lnTo>
                    <a:pt x="1821" y="2055"/>
                  </a:lnTo>
                  <a:lnTo>
                    <a:pt x="1821" y="2059"/>
                  </a:lnTo>
                  <a:lnTo>
                    <a:pt x="1821" y="2066"/>
                  </a:lnTo>
                  <a:lnTo>
                    <a:pt x="1825" y="2070"/>
                  </a:lnTo>
                  <a:lnTo>
                    <a:pt x="1825" y="2073"/>
                  </a:lnTo>
                  <a:lnTo>
                    <a:pt x="1829" y="2081"/>
                  </a:lnTo>
                  <a:lnTo>
                    <a:pt x="1829" y="2084"/>
                  </a:lnTo>
                  <a:lnTo>
                    <a:pt x="1829" y="2091"/>
                  </a:lnTo>
                  <a:lnTo>
                    <a:pt x="1832" y="2095"/>
                  </a:lnTo>
                  <a:lnTo>
                    <a:pt x="1832" y="2099"/>
                  </a:lnTo>
                  <a:lnTo>
                    <a:pt x="1836" y="2106"/>
                  </a:lnTo>
                  <a:lnTo>
                    <a:pt x="1836" y="2109"/>
                  </a:lnTo>
                  <a:lnTo>
                    <a:pt x="1836" y="2113"/>
                  </a:lnTo>
                  <a:lnTo>
                    <a:pt x="1839" y="2120"/>
                  </a:lnTo>
                  <a:lnTo>
                    <a:pt x="1839" y="2124"/>
                  </a:lnTo>
                  <a:lnTo>
                    <a:pt x="1839" y="2127"/>
                  </a:lnTo>
                  <a:lnTo>
                    <a:pt x="1843" y="2131"/>
                  </a:lnTo>
                  <a:lnTo>
                    <a:pt x="1843" y="2138"/>
                  </a:lnTo>
                  <a:lnTo>
                    <a:pt x="1847" y="2142"/>
                  </a:lnTo>
                  <a:lnTo>
                    <a:pt x="1847" y="2145"/>
                  </a:lnTo>
                  <a:lnTo>
                    <a:pt x="1847" y="2149"/>
                  </a:lnTo>
                  <a:lnTo>
                    <a:pt x="1850" y="2153"/>
                  </a:lnTo>
                  <a:lnTo>
                    <a:pt x="1850" y="2156"/>
                  </a:lnTo>
                  <a:lnTo>
                    <a:pt x="1854" y="2160"/>
                  </a:lnTo>
                  <a:lnTo>
                    <a:pt x="1854" y="2163"/>
                  </a:lnTo>
                  <a:lnTo>
                    <a:pt x="1854" y="2167"/>
                  </a:lnTo>
                  <a:lnTo>
                    <a:pt x="1857" y="2171"/>
                  </a:lnTo>
                  <a:lnTo>
                    <a:pt x="1857" y="2174"/>
                  </a:lnTo>
                  <a:lnTo>
                    <a:pt x="1861" y="2178"/>
                  </a:lnTo>
                  <a:lnTo>
                    <a:pt x="1861" y="2181"/>
                  </a:lnTo>
                  <a:lnTo>
                    <a:pt x="1865" y="2185"/>
                  </a:lnTo>
                  <a:lnTo>
                    <a:pt x="1865" y="2189"/>
                  </a:lnTo>
                  <a:lnTo>
                    <a:pt x="1868" y="2192"/>
                  </a:lnTo>
                  <a:lnTo>
                    <a:pt x="1868" y="2196"/>
                  </a:lnTo>
                  <a:lnTo>
                    <a:pt x="1872" y="2199"/>
                  </a:lnTo>
                  <a:lnTo>
                    <a:pt x="1875" y="2203"/>
                  </a:lnTo>
                  <a:lnTo>
                    <a:pt x="1879" y="2207"/>
                  </a:lnTo>
                  <a:lnTo>
                    <a:pt x="1883" y="2210"/>
                  </a:lnTo>
                  <a:lnTo>
                    <a:pt x="1886" y="2210"/>
                  </a:lnTo>
                  <a:lnTo>
                    <a:pt x="1890" y="2207"/>
                  </a:lnTo>
                  <a:lnTo>
                    <a:pt x="1893" y="2207"/>
                  </a:lnTo>
                  <a:lnTo>
                    <a:pt x="1897" y="2203"/>
                  </a:lnTo>
                  <a:lnTo>
                    <a:pt x="1901" y="2199"/>
                  </a:lnTo>
                  <a:lnTo>
                    <a:pt x="1904" y="2196"/>
                  </a:lnTo>
                  <a:lnTo>
                    <a:pt x="1904" y="2192"/>
                  </a:lnTo>
                  <a:lnTo>
                    <a:pt x="1908" y="2189"/>
                  </a:lnTo>
                  <a:lnTo>
                    <a:pt x="1908" y="2185"/>
                  </a:lnTo>
                  <a:lnTo>
                    <a:pt x="1908" y="2181"/>
                  </a:lnTo>
                  <a:lnTo>
                    <a:pt x="1911" y="2178"/>
                  </a:lnTo>
                  <a:lnTo>
                    <a:pt x="1911" y="2174"/>
                  </a:lnTo>
                  <a:lnTo>
                    <a:pt x="1915" y="2171"/>
                  </a:lnTo>
                  <a:lnTo>
                    <a:pt x="1915" y="2167"/>
                  </a:lnTo>
                  <a:lnTo>
                    <a:pt x="1915" y="2163"/>
                  </a:lnTo>
                  <a:lnTo>
                    <a:pt x="1919" y="2160"/>
                  </a:lnTo>
                  <a:lnTo>
                    <a:pt x="1919" y="2156"/>
                  </a:lnTo>
                  <a:lnTo>
                    <a:pt x="1922" y="2153"/>
                  </a:lnTo>
                  <a:lnTo>
                    <a:pt x="1922" y="2145"/>
                  </a:lnTo>
                  <a:lnTo>
                    <a:pt x="1922" y="2142"/>
                  </a:lnTo>
                  <a:lnTo>
                    <a:pt x="1926" y="2138"/>
                  </a:lnTo>
                  <a:lnTo>
                    <a:pt x="1926" y="2131"/>
                  </a:lnTo>
                  <a:lnTo>
                    <a:pt x="1926" y="2127"/>
                  </a:lnTo>
                  <a:lnTo>
                    <a:pt x="1929" y="2124"/>
                  </a:lnTo>
                  <a:lnTo>
                    <a:pt x="1929" y="2117"/>
                  </a:lnTo>
                  <a:lnTo>
                    <a:pt x="1933" y="2113"/>
                  </a:lnTo>
                  <a:lnTo>
                    <a:pt x="1933" y="2106"/>
                  </a:lnTo>
                  <a:lnTo>
                    <a:pt x="1933" y="2099"/>
                  </a:lnTo>
                  <a:lnTo>
                    <a:pt x="1937" y="2095"/>
                  </a:lnTo>
                  <a:lnTo>
                    <a:pt x="1937" y="2088"/>
                  </a:lnTo>
                  <a:lnTo>
                    <a:pt x="1940" y="2081"/>
                  </a:lnTo>
                  <a:lnTo>
                    <a:pt x="1940" y="2077"/>
                  </a:lnTo>
                  <a:lnTo>
                    <a:pt x="1940" y="2070"/>
                  </a:lnTo>
                  <a:lnTo>
                    <a:pt x="1944" y="2063"/>
                  </a:lnTo>
                  <a:lnTo>
                    <a:pt x="1944" y="2055"/>
                  </a:lnTo>
                  <a:lnTo>
                    <a:pt x="1947" y="2052"/>
                  </a:lnTo>
                  <a:lnTo>
                    <a:pt x="1947" y="2045"/>
                  </a:lnTo>
                  <a:lnTo>
                    <a:pt x="1947" y="2037"/>
                  </a:lnTo>
                  <a:lnTo>
                    <a:pt x="1951" y="2030"/>
                  </a:lnTo>
                  <a:lnTo>
                    <a:pt x="1951" y="2023"/>
                  </a:lnTo>
                  <a:lnTo>
                    <a:pt x="1951" y="2016"/>
                  </a:lnTo>
                  <a:lnTo>
                    <a:pt x="1955" y="2009"/>
                  </a:lnTo>
                  <a:lnTo>
                    <a:pt x="1955" y="2005"/>
                  </a:lnTo>
                  <a:lnTo>
                    <a:pt x="1958" y="1998"/>
                  </a:lnTo>
                  <a:lnTo>
                    <a:pt x="1958" y="1991"/>
                  </a:lnTo>
                  <a:lnTo>
                    <a:pt x="1958" y="1983"/>
                  </a:lnTo>
                  <a:lnTo>
                    <a:pt x="1962" y="1976"/>
                  </a:lnTo>
                  <a:lnTo>
                    <a:pt x="1962" y="1969"/>
                  </a:lnTo>
                  <a:lnTo>
                    <a:pt x="1965" y="1962"/>
                  </a:lnTo>
                  <a:lnTo>
                    <a:pt x="1965" y="1955"/>
                  </a:lnTo>
                  <a:lnTo>
                    <a:pt x="1965" y="1947"/>
                  </a:lnTo>
                  <a:lnTo>
                    <a:pt x="1969" y="1940"/>
                  </a:lnTo>
                  <a:lnTo>
                    <a:pt x="1969" y="1937"/>
                  </a:lnTo>
                  <a:lnTo>
                    <a:pt x="1969" y="1929"/>
                  </a:lnTo>
                  <a:lnTo>
                    <a:pt x="1973" y="1922"/>
                  </a:lnTo>
                  <a:lnTo>
                    <a:pt x="1973" y="1915"/>
                  </a:lnTo>
                  <a:lnTo>
                    <a:pt x="1976" y="1908"/>
                  </a:lnTo>
                  <a:lnTo>
                    <a:pt x="1976" y="1901"/>
                  </a:lnTo>
                  <a:lnTo>
                    <a:pt x="1976" y="1893"/>
                  </a:lnTo>
                  <a:lnTo>
                    <a:pt x="1980" y="1890"/>
                  </a:lnTo>
                  <a:lnTo>
                    <a:pt x="1980" y="1883"/>
                  </a:lnTo>
                  <a:lnTo>
                    <a:pt x="1983" y="1875"/>
                  </a:lnTo>
                  <a:lnTo>
                    <a:pt x="1983" y="1872"/>
                  </a:lnTo>
                  <a:lnTo>
                    <a:pt x="1983" y="1865"/>
                  </a:lnTo>
                  <a:lnTo>
                    <a:pt x="1987" y="1857"/>
                  </a:lnTo>
                  <a:lnTo>
                    <a:pt x="1987" y="1854"/>
                  </a:lnTo>
                  <a:lnTo>
                    <a:pt x="1991" y="1847"/>
                  </a:lnTo>
                  <a:lnTo>
                    <a:pt x="1991" y="1843"/>
                  </a:lnTo>
                  <a:lnTo>
                    <a:pt x="1991" y="1836"/>
                  </a:lnTo>
                  <a:lnTo>
                    <a:pt x="1994" y="1832"/>
                  </a:lnTo>
                  <a:lnTo>
                    <a:pt x="1994" y="1825"/>
                  </a:lnTo>
                  <a:lnTo>
                    <a:pt x="1994" y="1821"/>
                  </a:lnTo>
                  <a:lnTo>
                    <a:pt x="1998" y="1818"/>
                  </a:lnTo>
                  <a:lnTo>
                    <a:pt x="1998" y="1811"/>
                  </a:lnTo>
                  <a:lnTo>
                    <a:pt x="2001" y="1807"/>
                  </a:lnTo>
                  <a:lnTo>
                    <a:pt x="2001" y="1803"/>
                  </a:lnTo>
                  <a:lnTo>
                    <a:pt x="2001" y="1800"/>
                  </a:lnTo>
                  <a:lnTo>
                    <a:pt x="2005" y="1796"/>
                  </a:lnTo>
                  <a:lnTo>
                    <a:pt x="2005" y="1793"/>
                  </a:lnTo>
                  <a:lnTo>
                    <a:pt x="2009" y="1789"/>
                  </a:lnTo>
                  <a:lnTo>
                    <a:pt x="2009" y="1785"/>
                  </a:lnTo>
                  <a:lnTo>
                    <a:pt x="2009" y="1782"/>
                  </a:lnTo>
                  <a:lnTo>
                    <a:pt x="2012" y="1778"/>
                  </a:lnTo>
                  <a:lnTo>
                    <a:pt x="2012" y="1775"/>
                  </a:lnTo>
                  <a:lnTo>
                    <a:pt x="2016" y="1771"/>
                  </a:lnTo>
                  <a:lnTo>
                    <a:pt x="2019" y="1767"/>
                  </a:lnTo>
                  <a:lnTo>
                    <a:pt x="2023" y="1764"/>
                  </a:lnTo>
                  <a:lnTo>
                    <a:pt x="2027" y="1764"/>
                  </a:lnTo>
                  <a:lnTo>
                    <a:pt x="2030" y="1764"/>
                  </a:lnTo>
                  <a:lnTo>
                    <a:pt x="2034" y="1767"/>
                  </a:lnTo>
                  <a:lnTo>
                    <a:pt x="2037" y="1771"/>
                  </a:lnTo>
                  <a:lnTo>
                    <a:pt x="2037" y="1775"/>
                  </a:lnTo>
                  <a:lnTo>
                    <a:pt x="2041" y="1778"/>
                  </a:lnTo>
                  <a:lnTo>
                    <a:pt x="2045" y="1782"/>
                  </a:lnTo>
                  <a:lnTo>
                    <a:pt x="2045" y="1785"/>
                  </a:lnTo>
                  <a:lnTo>
                    <a:pt x="2045" y="1789"/>
                  </a:lnTo>
                  <a:lnTo>
                    <a:pt x="2048" y="1793"/>
                  </a:lnTo>
                  <a:lnTo>
                    <a:pt x="2048" y="1796"/>
                  </a:lnTo>
                  <a:lnTo>
                    <a:pt x="2052" y="1803"/>
                  </a:lnTo>
                  <a:lnTo>
                    <a:pt x="2052" y="1807"/>
                  </a:lnTo>
                  <a:lnTo>
                    <a:pt x="2052" y="1811"/>
                  </a:lnTo>
                  <a:lnTo>
                    <a:pt x="2055" y="1818"/>
                  </a:lnTo>
                  <a:lnTo>
                    <a:pt x="2055" y="1821"/>
                  </a:lnTo>
                  <a:lnTo>
                    <a:pt x="2055" y="1829"/>
                  </a:lnTo>
                  <a:lnTo>
                    <a:pt x="2059" y="1832"/>
                  </a:lnTo>
                  <a:lnTo>
                    <a:pt x="2059" y="1839"/>
                  </a:lnTo>
                  <a:lnTo>
                    <a:pt x="2063" y="1847"/>
                  </a:lnTo>
                  <a:lnTo>
                    <a:pt x="2063" y="1850"/>
                  </a:lnTo>
                  <a:lnTo>
                    <a:pt x="2063" y="1857"/>
                  </a:lnTo>
                  <a:lnTo>
                    <a:pt x="2066" y="1865"/>
                  </a:lnTo>
                  <a:lnTo>
                    <a:pt x="2066" y="1872"/>
                  </a:lnTo>
                  <a:lnTo>
                    <a:pt x="2070" y="1879"/>
                  </a:lnTo>
                  <a:lnTo>
                    <a:pt x="2070" y="1886"/>
                  </a:lnTo>
                  <a:lnTo>
                    <a:pt x="2070" y="1897"/>
                  </a:lnTo>
                  <a:lnTo>
                    <a:pt x="2073" y="1904"/>
                  </a:lnTo>
                  <a:lnTo>
                    <a:pt x="2073" y="1911"/>
                  </a:lnTo>
                  <a:lnTo>
                    <a:pt x="2077" y="1922"/>
                  </a:lnTo>
                  <a:lnTo>
                    <a:pt x="2077" y="1929"/>
                  </a:lnTo>
                  <a:lnTo>
                    <a:pt x="2077" y="1937"/>
                  </a:lnTo>
                  <a:lnTo>
                    <a:pt x="2081" y="1947"/>
                  </a:lnTo>
                  <a:lnTo>
                    <a:pt x="2081" y="1955"/>
                  </a:lnTo>
                  <a:lnTo>
                    <a:pt x="2081" y="1965"/>
                  </a:lnTo>
                  <a:lnTo>
                    <a:pt x="2084" y="1976"/>
                  </a:lnTo>
                  <a:lnTo>
                    <a:pt x="2084" y="1983"/>
                  </a:lnTo>
                  <a:lnTo>
                    <a:pt x="2088" y="1994"/>
                  </a:lnTo>
                  <a:lnTo>
                    <a:pt x="2088" y="2005"/>
                  </a:lnTo>
                  <a:lnTo>
                    <a:pt x="2088" y="2012"/>
                  </a:lnTo>
                  <a:lnTo>
                    <a:pt x="2091" y="2023"/>
                  </a:lnTo>
                  <a:lnTo>
                    <a:pt x="2091" y="2034"/>
                  </a:lnTo>
                  <a:lnTo>
                    <a:pt x="2095" y="2045"/>
                  </a:lnTo>
                  <a:lnTo>
                    <a:pt x="2095" y="2055"/>
                  </a:lnTo>
                  <a:lnTo>
                    <a:pt x="2095" y="2066"/>
                  </a:lnTo>
                  <a:lnTo>
                    <a:pt x="2099" y="2077"/>
                  </a:lnTo>
                  <a:lnTo>
                    <a:pt x="2099" y="2088"/>
                  </a:lnTo>
                  <a:lnTo>
                    <a:pt x="2099" y="2095"/>
                  </a:lnTo>
                  <a:lnTo>
                    <a:pt x="2102" y="2106"/>
                  </a:lnTo>
                  <a:lnTo>
                    <a:pt x="2102" y="2117"/>
                  </a:lnTo>
                  <a:lnTo>
                    <a:pt x="2106" y="2127"/>
                  </a:lnTo>
                  <a:lnTo>
                    <a:pt x="2106" y="2138"/>
                  </a:lnTo>
                  <a:lnTo>
                    <a:pt x="2106" y="2149"/>
                  </a:lnTo>
                  <a:lnTo>
                    <a:pt x="2109" y="2160"/>
                  </a:lnTo>
                  <a:lnTo>
                    <a:pt x="2109" y="2171"/>
                  </a:lnTo>
                  <a:lnTo>
                    <a:pt x="2113" y="2181"/>
                  </a:lnTo>
                  <a:lnTo>
                    <a:pt x="2113" y="2192"/>
                  </a:lnTo>
                  <a:lnTo>
                    <a:pt x="2113" y="2203"/>
                  </a:lnTo>
                  <a:lnTo>
                    <a:pt x="2117" y="2214"/>
                  </a:lnTo>
                  <a:lnTo>
                    <a:pt x="2117" y="2225"/>
                  </a:lnTo>
                  <a:lnTo>
                    <a:pt x="2120" y="2235"/>
                  </a:lnTo>
                  <a:lnTo>
                    <a:pt x="2120" y="2243"/>
                  </a:lnTo>
                  <a:lnTo>
                    <a:pt x="2120" y="2253"/>
                  </a:lnTo>
                  <a:lnTo>
                    <a:pt x="2124" y="2264"/>
                  </a:lnTo>
                  <a:lnTo>
                    <a:pt x="2124" y="2275"/>
                  </a:lnTo>
                  <a:lnTo>
                    <a:pt x="2124" y="2286"/>
                  </a:lnTo>
                  <a:lnTo>
                    <a:pt x="2127" y="2293"/>
                  </a:lnTo>
                  <a:lnTo>
                    <a:pt x="2127" y="2304"/>
                  </a:lnTo>
                  <a:lnTo>
                    <a:pt x="2131" y="2311"/>
                  </a:lnTo>
                  <a:lnTo>
                    <a:pt x="2131" y="2322"/>
                  </a:lnTo>
                  <a:lnTo>
                    <a:pt x="2131" y="2329"/>
                  </a:lnTo>
                  <a:lnTo>
                    <a:pt x="2135" y="2340"/>
                  </a:lnTo>
                  <a:lnTo>
                    <a:pt x="2135" y="2347"/>
                  </a:lnTo>
                  <a:lnTo>
                    <a:pt x="2138" y="2354"/>
                  </a:lnTo>
                  <a:lnTo>
                    <a:pt x="2138" y="2365"/>
                  </a:lnTo>
                  <a:lnTo>
                    <a:pt x="2138" y="2372"/>
                  </a:lnTo>
                  <a:lnTo>
                    <a:pt x="2142" y="2379"/>
                  </a:lnTo>
                  <a:lnTo>
                    <a:pt x="2142" y="2387"/>
                  </a:lnTo>
                  <a:lnTo>
                    <a:pt x="2142" y="2394"/>
                  </a:lnTo>
                  <a:lnTo>
                    <a:pt x="2145" y="2401"/>
                  </a:lnTo>
                  <a:lnTo>
                    <a:pt x="2145" y="2408"/>
                  </a:lnTo>
                  <a:lnTo>
                    <a:pt x="2149" y="2412"/>
                  </a:lnTo>
                  <a:lnTo>
                    <a:pt x="2149" y="2419"/>
                  </a:lnTo>
                  <a:lnTo>
                    <a:pt x="2149" y="2423"/>
                  </a:lnTo>
                  <a:lnTo>
                    <a:pt x="2153" y="2430"/>
                  </a:lnTo>
                  <a:lnTo>
                    <a:pt x="2153" y="2433"/>
                  </a:lnTo>
                  <a:lnTo>
                    <a:pt x="2156" y="2437"/>
                  </a:lnTo>
                  <a:lnTo>
                    <a:pt x="2156" y="2444"/>
                  </a:lnTo>
                  <a:lnTo>
                    <a:pt x="2156" y="2448"/>
                  </a:lnTo>
                  <a:lnTo>
                    <a:pt x="2160" y="2451"/>
                  </a:lnTo>
                  <a:lnTo>
                    <a:pt x="2163" y="2455"/>
                  </a:lnTo>
                  <a:lnTo>
                    <a:pt x="2163" y="2459"/>
                  </a:lnTo>
                  <a:lnTo>
                    <a:pt x="2167" y="2462"/>
                  </a:lnTo>
                  <a:lnTo>
                    <a:pt x="2171" y="2462"/>
                  </a:lnTo>
                  <a:lnTo>
                    <a:pt x="2174" y="2459"/>
                  </a:lnTo>
                  <a:lnTo>
                    <a:pt x="2178" y="2455"/>
                  </a:lnTo>
                  <a:lnTo>
                    <a:pt x="2181" y="2451"/>
                  </a:lnTo>
                  <a:lnTo>
                    <a:pt x="2181" y="2448"/>
                  </a:lnTo>
                  <a:lnTo>
                    <a:pt x="2181" y="2444"/>
                  </a:lnTo>
                  <a:lnTo>
                    <a:pt x="2185" y="2441"/>
                  </a:lnTo>
                  <a:lnTo>
                    <a:pt x="2185" y="2437"/>
                  </a:lnTo>
                  <a:lnTo>
                    <a:pt x="2185" y="2430"/>
                  </a:lnTo>
                  <a:lnTo>
                    <a:pt x="2189" y="2426"/>
                  </a:lnTo>
                  <a:lnTo>
                    <a:pt x="2189" y="2419"/>
                  </a:lnTo>
                  <a:lnTo>
                    <a:pt x="2192" y="2412"/>
                  </a:lnTo>
                  <a:lnTo>
                    <a:pt x="2192" y="2405"/>
                  </a:lnTo>
                  <a:lnTo>
                    <a:pt x="2192" y="2397"/>
                  </a:lnTo>
                  <a:lnTo>
                    <a:pt x="2196" y="2387"/>
                  </a:lnTo>
                  <a:lnTo>
                    <a:pt x="2196" y="2379"/>
                  </a:lnTo>
                  <a:lnTo>
                    <a:pt x="2199" y="2369"/>
                  </a:lnTo>
                  <a:lnTo>
                    <a:pt x="2199" y="2361"/>
                  </a:lnTo>
                  <a:lnTo>
                    <a:pt x="2199" y="2351"/>
                  </a:lnTo>
                  <a:lnTo>
                    <a:pt x="2203" y="2340"/>
                  </a:lnTo>
                  <a:lnTo>
                    <a:pt x="2203" y="2329"/>
                  </a:lnTo>
                  <a:lnTo>
                    <a:pt x="2207" y="2315"/>
                  </a:lnTo>
                  <a:lnTo>
                    <a:pt x="2207" y="2304"/>
                  </a:lnTo>
                  <a:lnTo>
                    <a:pt x="2207" y="2293"/>
                  </a:lnTo>
                  <a:lnTo>
                    <a:pt x="2210" y="2279"/>
                  </a:lnTo>
                  <a:lnTo>
                    <a:pt x="2210" y="2264"/>
                  </a:lnTo>
                  <a:lnTo>
                    <a:pt x="2210" y="2250"/>
                  </a:lnTo>
                  <a:lnTo>
                    <a:pt x="2214" y="2235"/>
                  </a:lnTo>
                  <a:lnTo>
                    <a:pt x="2214" y="2221"/>
                  </a:lnTo>
                  <a:lnTo>
                    <a:pt x="2217" y="2203"/>
                  </a:lnTo>
                  <a:lnTo>
                    <a:pt x="2217" y="2189"/>
                  </a:lnTo>
                  <a:lnTo>
                    <a:pt x="2217" y="2171"/>
                  </a:lnTo>
                  <a:lnTo>
                    <a:pt x="2221" y="2156"/>
                  </a:lnTo>
                  <a:lnTo>
                    <a:pt x="2221" y="2138"/>
                  </a:lnTo>
                  <a:lnTo>
                    <a:pt x="2225" y="2120"/>
                  </a:lnTo>
                  <a:lnTo>
                    <a:pt x="2225" y="2102"/>
                  </a:lnTo>
                  <a:lnTo>
                    <a:pt x="2225" y="2084"/>
                  </a:lnTo>
                  <a:lnTo>
                    <a:pt x="2228" y="2063"/>
                  </a:lnTo>
                  <a:lnTo>
                    <a:pt x="2228" y="2045"/>
                  </a:lnTo>
                  <a:lnTo>
                    <a:pt x="2232" y="2023"/>
                  </a:lnTo>
                  <a:lnTo>
                    <a:pt x="2232" y="2005"/>
                  </a:lnTo>
                  <a:lnTo>
                    <a:pt x="2232" y="1983"/>
                  </a:lnTo>
                  <a:lnTo>
                    <a:pt x="2235" y="1962"/>
                  </a:lnTo>
                  <a:lnTo>
                    <a:pt x="2235" y="1940"/>
                  </a:lnTo>
                  <a:lnTo>
                    <a:pt x="2235" y="1919"/>
                  </a:lnTo>
                  <a:lnTo>
                    <a:pt x="2239" y="1897"/>
                  </a:lnTo>
                  <a:lnTo>
                    <a:pt x="2239" y="1872"/>
                  </a:lnTo>
                  <a:lnTo>
                    <a:pt x="2243" y="1850"/>
                  </a:lnTo>
                  <a:lnTo>
                    <a:pt x="2243" y="1825"/>
                  </a:lnTo>
                  <a:lnTo>
                    <a:pt x="2243" y="1803"/>
                  </a:lnTo>
                  <a:lnTo>
                    <a:pt x="2246" y="1778"/>
                  </a:lnTo>
                  <a:lnTo>
                    <a:pt x="2246" y="1753"/>
                  </a:lnTo>
                  <a:lnTo>
                    <a:pt x="2250" y="1731"/>
                  </a:lnTo>
                  <a:lnTo>
                    <a:pt x="2250" y="1706"/>
                  </a:lnTo>
                  <a:lnTo>
                    <a:pt x="2250" y="1681"/>
                  </a:lnTo>
                  <a:lnTo>
                    <a:pt x="2253" y="1656"/>
                  </a:lnTo>
                  <a:lnTo>
                    <a:pt x="2253" y="1631"/>
                  </a:lnTo>
                  <a:lnTo>
                    <a:pt x="2253" y="1602"/>
                  </a:lnTo>
                  <a:lnTo>
                    <a:pt x="2257" y="1577"/>
                  </a:lnTo>
                  <a:lnTo>
                    <a:pt x="2257" y="1551"/>
                  </a:lnTo>
                  <a:lnTo>
                    <a:pt x="2261" y="1523"/>
                  </a:lnTo>
                  <a:lnTo>
                    <a:pt x="2261" y="1497"/>
                  </a:lnTo>
                  <a:lnTo>
                    <a:pt x="2261" y="1472"/>
                  </a:lnTo>
                  <a:lnTo>
                    <a:pt x="2264" y="1443"/>
                  </a:lnTo>
                  <a:lnTo>
                    <a:pt x="2264" y="1418"/>
                  </a:lnTo>
                  <a:lnTo>
                    <a:pt x="2268" y="1389"/>
                  </a:lnTo>
                  <a:lnTo>
                    <a:pt x="2268" y="1361"/>
                  </a:lnTo>
                  <a:lnTo>
                    <a:pt x="2268" y="1335"/>
                  </a:lnTo>
                  <a:lnTo>
                    <a:pt x="2271" y="1307"/>
                  </a:lnTo>
                  <a:lnTo>
                    <a:pt x="2271" y="1281"/>
                  </a:lnTo>
                  <a:lnTo>
                    <a:pt x="2275" y="1253"/>
                  </a:lnTo>
                  <a:lnTo>
                    <a:pt x="2275" y="1224"/>
                  </a:lnTo>
                  <a:lnTo>
                    <a:pt x="2275" y="1195"/>
                  </a:lnTo>
                  <a:lnTo>
                    <a:pt x="2279" y="1170"/>
                  </a:lnTo>
                  <a:lnTo>
                    <a:pt x="2279" y="1141"/>
                  </a:lnTo>
                  <a:lnTo>
                    <a:pt x="2279" y="1112"/>
                  </a:lnTo>
                  <a:lnTo>
                    <a:pt x="2282" y="1087"/>
                  </a:lnTo>
                  <a:lnTo>
                    <a:pt x="2282" y="1058"/>
                  </a:lnTo>
                  <a:lnTo>
                    <a:pt x="2286" y="1029"/>
                  </a:lnTo>
                  <a:lnTo>
                    <a:pt x="2286" y="1004"/>
                  </a:lnTo>
                  <a:lnTo>
                    <a:pt x="2286" y="975"/>
                  </a:lnTo>
                  <a:lnTo>
                    <a:pt x="2289" y="950"/>
                  </a:lnTo>
                  <a:lnTo>
                    <a:pt x="2289" y="921"/>
                  </a:lnTo>
                  <a:lnTo>
                    <a:pt x="2293" y="896"/>
                  </a:lnTo>
                  <a:lnTo>
                    <a:pt x="2293" y="867"/>
                  </a:lnTo>
                  <a:lnTo>
                    <a:pt x="2293" y="842"/>
                  </a:lnTo>
                  <a:lnTo>
                    <a:pt x="2297" y="813"/>
                  </a:lnTo>
                  <a:lnTo>
                    <a:pt x="2297" y="788"/>
                  </a:lnTo>
                  <a:lnTo>
                    <a:pt x="2297" y="763"/>
                  </a:lnTo>
                  <a:lnTo>
                    <a:pt x="2300" y="738"/>
                  </a:lnTo>
                  <a:lnTo>
                    <a:pt x="2300" y="709"/>
                  </a:lnTo>
                  <a:lnTo>
                    <a:pt x="2304" y="684"/>
                  </a:lnTo>
                  <a:lnTo>
                    <a:pt x="2304" y="659"/>
                  </a:lnTo>
                  <a:lnTo>
                    <a:pt x="2304" y="637"/>
                  </a:lnTo>
                  <a:lnTo>
                    <a:pt x="2307" y="612"/>
                  </a:lnTo>
                  <a:lnTo>
                    <a:pt x="2307" y="587"/>
                  </a:lnTo>
                  <a:lnTo>
                    <a:pt x="2311" y="562"/>
                  </a:lnTo>
                  <a:lnTo>
                    <a:pt x="2311" y="540"/>
                  </a:lnTo>
                  <a:lnTo>
                    <a:pt x="2311" y="515"/>
                  </a:lnTo>
                  <a:lnTo>
                    <a:pt x="2315" y="493"/>
                  </a:lnTo>
                  <a:lnTo>
                    <a:pt x="2315" y="472"/>
                  </a:lnTo>
                  <a:lnTo>
                    <a:pt x="2318" y="450"/>
                  </a:lnTo>
                  <a:lnTo>
                    <a:pt x="2318" y="428"/>
                  </a:lnTo>
                  <a:lnTo>
                    <a:pt x="2318" y="407"/>
                  </a:lnTo>
                  <a:lnTo>
                    <a:pt x="2322" y="385"/>
                  </a:lnTo>
                  <a:lnTo>
                    <a:pt x="2322" y="364"/>
                  </a:lnTo>
                  <a:lnTo>
                    <a:pt x="2322" y="346"/>
                  </a:lnTo>
                  <a:lnTo>
                    <a:pt x="2325" y="324"/>
                  </a:lnTo>
                  <a:lnTo>
                    <a:pt x="2325" y="306"/>
                  </a:lnTo>
                  <a:lnTo>
                    <a:pt x="2329" y="288"/>
                  </a:lnTo>
                  <a:lnTo>
                    <a:pt x="2329" y="270"/>
                  </a:lnTo>
                  <a:lnTo>
                    <a:pt x="2329" y="252"/>
                  </a:lnTo>
                  <a:lnTo>
                    <a:pt x="2333" y="234"/>
                  </a:lnTo>
                  <a:lnTo>
                    <a:pt x="2333" y="220"/>
                  </a:lnTo>
                  <a:lnTo>
                    <a:pt x="2336" y="202"/>
                  </a:lnTo>
                  <a:lnTo>
                    <a:pt x="2336" y="187"/>
                  </a:lnTo>
                  <a:lnTo>
                    <a:pt x="2336" y="173"/>
                  </a:lnTo>
                  <a:lnTo>
                    <a:pt x="2340" y="158"/>
                  </a:lnTo>
                  <a:lnTo>
                    <a:pt x="2340" y="144"/>
                  </a:lnTo>
                  <a:lnTo>
                    <a:pt x="2340" y="133"/>
                  </a:lnTo>
                  <a:lnTo>
                    <a:pt x="2343" y="119"/>
                  </a:lnTo>
                  <a:lnTo>
                    <a:pt x="2343" y="108"/>
                  </a:lnTo>
                  <a:lnTo>
                    <a:pt x="2347" y="97"/>
                  </a:lnTo>
                  <a:lnTo>
                    <a:pt x="2347" y="86"/>
                  </a:lnTo>
                  <a:lnTo>
                    <a:pt x="2347" y="76"/>
                  </a:lnTo>
                  <a:lnTo>
                    <a:pt x="2351" y="65"/>
                  </a:lnTo>
                  <a:lnTo>
                    <a:pt x="2351" y="58"/>
                  </a:lnTo>
                  <a:lnTo>
                    <a:pt x="2354" y="50"/>
                  </a:lnTo>
                  <a:lnTo>
                    <a:pt x="2354" y="40"/>
                  </a:lnTo>
                  <a:lnTo>
                    <a:pt x="2354" y="36"/>
                  </a:lnTo>
                  <a:lnTo>
                    <a:pt x="2358" y="29"/>
                  </a:lnTo>
                  <a:lnTo>
                    <a:pt x="2358" y="22"/>
                  </a:lnTo>
                  <a:lnTo>
                    <a:pt x="2361" y="18"/>
                  </a:lnTo>
                  <a:lnTo>
                    <a:pt x="2361" y="14"/>
                  </a:lnTo>
                  <a:lnTo>
                    <a:pt x="2361" y="11"/>
                  </a:lnTo>
                  <a:lnTo>
                    <a:pt x="2365" y="7"/>
                  </a:lnTo>
                  <a:lnTo>
                    <a:pt x="2365" y="4"/>
                  </a:lnTo>
                  <a:lnTo>
                    <a:pt x="2369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6" name="Freeform 114"/>
            <p:cNvSpPr>
              <a:spLocks/>
            </p:cNvSpPr>
            <p:nvPr/>
          </p:nvSpPr>
          <p:spPr bwMode="auto">
            <a:xfrm>
              <a:off x="3121" y="1048"/>
              <a:ext cx="2088" cy="2462"/>
            </a:xfrm>
            <a:custGeom>
              <a:avLst/>
              <a:gdLst/>
              <a:ahLst/>
              <a:cxnLst>
                <a:cxn ang="0">
                  <a:pos x="18" y="86"/>
                </a:cxn>
                <a:cxn ang="0">
                  <a:pos x="40" y="306"/>
                </a:cxn>
                <a:cxn ang="0">
                  <a:pos x="61" y="637"/>
                </a:cxn>
                <a:cxn ang="0">
                  <a:pos x="83" y="1029"/>
                </a:cxn>
                <a:cxn ang="0">
                  <a:pos x="105" y="1443"/>
                </a:cxn>
                <a:cxn ang="0">
                  <a:pos x="123" y="1825"/>
                </a:cxn>
                <a:cxn ang="0">
                  <a:pos x="144" y="2138"/>
                </a:cxn>
                <a:cxn ang="0">
                  <a:pos x="166" y="2351"/>
                </a:cxn>
                <a:cxn ang="0">
                  <a:pos x="187" y="2451"/>
                </a:cxn>
                <a:cxn ang="0">
                  <a:pos x="220" y="2412"/>
                </a:cxn>
                <a:cxn ang="0">
                  <a:pos x="241" y="2293"/>
                </a:cxn>
                <a:cxn ang="0">
                  <a:pos x="259" y="2138"/>
                </a:cxn>
                <a:cxn ang="0">
                  <a:pos x="281" y="1983"/>
                </a:cxn>
                <a:cxn ang="0">
                  <a:pos x="303" y="1857"/>
                </a:cxn>
                <a:cxn ang="0">
                  <a:pos x="324" y="1782"/>
                </a:cxn>
                <a:cxn ang="0">
                  <a:pos x="364" y="1796"/>
                </a:cxn>
                <a:cxn ang="0">
                  <a:pos x="382" y="1872"/>
                </a:cxn>
                <a:cxn ang="0">
                  <a:pos x="403" y="1969"/>
                </a:cxn>
                <a:cxn ang="0">
                  <a:pos x="425" y="2070"/>
                </a:cxn>
                <a:cxn ang="0">
                  <a:pos x="447" y="2153"/>
                </a:cxn>
                <a:cxn ang="0">
                  <a:pos x="475" y="2207"/>
                </a:cxn>
                <a:cxn ang="0">
                  <a:pos x="511" y="2163"/>
                </a:cxn>
                <a:cxn ang="0">
                  <a:pos x="533" y="2099"/>
                </a:cxn>
                <a:cxn ang="0">
                  <a:pos x="555" y="2023"/>
                </a:cxn>
                <a:cxn ang="0">
                  <a:pos x="576" y="1955"/>
                </a:cxn>
                <a:cxn ang="0">
                  <a:pos x="601" y="1897"/>
                </a:cxn>
                <a:cxn ang="0">
                  <a:pos x="648" y="1904"/>
                </a:cxn>
                <a:cxn ang="0">
                  <a:pos x="673" y="1958"/>
                </a:cxn>
                <a:cxn ang="0">
                  <a:pos x="691" y="2019"/>
                </a:cxn>
                <a:cxn ang="0">
                  <a:pos x="713" y="2077"/>
                </a:cxn>
                <a:cxn ang="0">
                  <a:pos x="745" y="2131"/>
                </a:cxn>
                <a:cxn ang="0">
                  <a:pos x="796" y="2109"/>
                </a:cxn>
                <a:cxn ang="0">
                  <a:pos x="821" y="2055"/>
                </a:cxn>
                <a:cxn ang="0">
                  <a:pos x="843" y="2001"/>
                </a:cxn>
                <a:cxn ang="0">
                  <a:pos x="871" y="1947"/>
                </a:cxn>
                <a:cxn ang="0">
                  <a:pos x="922" y="1937"/>
                </a:cxn>
                <a:cxn ang="0">
                  <a:pos x="958" y="1991"/>
                </a:cxn>
                <a:cxn ang="0">
                  <a:pos x="983" y="2045"/>
                </a:cxn>
                <a:cxn ang="0">
                  <a:pos x="1019" y="2099"/>
                </a:cxn>
                <a:cxn ang="0">
                  <a:pos x="1073" y="2088"/>
                </a:cxn>
                <a:cxn ang="0">
                  <a:pos x="1105" y="2034"/>
                </a:cxn>
                <a:cxn ang="0">
                  <a:pos x="1138" y="1980"/>
                </a:cxn>
                <a:cxn ang="0">
                  <a:pos x="1192" y="1951"/>
                </a:cxn>
                <a:cxn ang="0">
                  <a:pos x="1239" y="2001"/>
                </a:cxn>
                <a:cxn ang="0">
                  <a:pos x="1271" y="2055"/>
                </a:cxn>
                <a:cxn ang="0">
                  <a:pos x="1325" y="2091"/>
                </a:cxn>
                <a:cxn ang="0">
                  <a:pos x="1375" y="2048"/>
                </a:cxn>
                <a:cxn ang="0">
                  <a:pos x="1415" y="1994"/>
                </a:cxn>
                <a:cxn ang="0">
                  <a:pos x="1465" y="1962"/>
                </a:cxn>
                <a:cxn ang="0">
                  <a:pos x="1516" y="2005"/>
                </a:cxn>
                <a:cxn ang="0">
                  <a:pos x="1559" y="2059"/>
                </a:cxn>
                <a:cxn ang="0">
                  <a:pos x="1613" y="2077"/>
                </a:cxn>
                <a:cxn ang="0">
                  <a:pos x="1667" y="2030"/>
                </a:cxn>
                <a:cxn ang="0">
                  <a:pos x="1714" y="1980"/>
                </a:cxn>
                <a:cxn ang="0">
                  <a:pos x="1768" y="1983"/>
                </a:cxn>
                <a:cxn ang="0">
                  <a:pos x="1818" y="2034"/>
                </a:cxn>
                <a:cxn ang="0">
                  <a:pos x="1872" y="2070"/>
                </a:cxn>
                <a:cxn ang="0">
                  <a:pos x="1926" y="2045"/>
                </a:cxn>
                <a:cxn ang="0">
                  <a:pos x="1980" y="1994"/>
                </a:cxn>
                <a:cxn ang="0">
                  <a:pos x="2034" y="1983"/>
                </a:cxn>
                <a:cxn ang="0">
                  <a:pos x="2088" y="2027"/>
                </a:cxn>
              </a:cxnLst>
              <a:rect l="0" t="0" r="r" b="b"/>
              <a:pathLst>
                <a:path w="2088" h="2462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87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5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3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1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48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6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4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67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5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3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0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1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4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2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5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3" y="2207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1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08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19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6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37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4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5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2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0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9" y="1886"/>
                  </a:lnTo>
                  <a:lnTo>
                    <a:pt x="612" y="1883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2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1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4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699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6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17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4" y="2102"/>
                  </a:lnTo>
                  <a:lnTo>
                    <a:pt x="727" y="2106"/>
                  </a:lnTo>
                  <a:lnTo>
                    <a:pt x="727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1" y="2138"/>
                  </a:lnTo>
                  <a:lnTo>
                    <a:pt x="774" y="2135"/>
                  </a:lnTo>
                  <a:lnTo>
                    <a:pt x="778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6" y="2109"/>
                  </a:lnTo>
                  <a:lnTo>
                    <a:pt x="796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4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5" y="2048"/>
                  </a:lnTo>
                  <a:lnTo>
                    <a:pt x="825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3" y="2005"/>
                  </a:lnTo>
                  <a:lnTo>
                    <a:pt x="843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68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2" y="1933"/>
                  </a:lnTo>
                  <a:lnTo>
                    <a:pt x="886" y="1929"/>
                  </a:lnTo>
                  <a:lnTo>
                    <a:pt x="889" y="1926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1" y="1976"/>
                  </a:lnTo>
                  <a:lnTo>
                    <a:pt x="951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8" y="1991"/>
                  </a:lnTo>
                  <a:lnTo>
                    <a:pt x="958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4" y="2063"/>
                  </a:lnTo>
                  <a:lnTo>
                    <a:pt x="994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2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7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4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5" y="2055"/>
                  </a:lnTo>
                  <a:lnTo>
                    <a:pt x="1098" y="2052"/>
                  </a:lnTo>
                  <a:lnTo>
                    <a:pt x="1098" y="2048"/>
                  </a:lnTo>
                  <a:lnTo>
                    <a:pt x="1102" y="2045"/>
                  </a:lnTo>
                  <a:lnTo>
                    <a:pt x="1102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3" y="2027"/>
                  </a:lnTo>
                  <a:lnTo>
                    <a:pt x="1113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0" y="2009"/>
                  </a:lnTo>
                  <a:lnTo>
                    <a:pt x="1123" y="2005"/>
                  </a:lnTo>
                  <a:lnTo>
                    <a:pt x="1123" y="2001"/>
                  </a:lnTo>
                  <a:lnTo>
                    <a:pt x="1127" y="1998"/>
                  </a:lnTo>
                  <a:lnTo>
                    <a:pt x="1131" y="1994"/>
                  </a:lnTo>
                  <a:lnTo>
                    <a:pt x="1131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38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51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62"/>
                  </a:lnTo>
                  <a:lnTo>
                    <a:pt x="1210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5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3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1" y="2055"/>
                  </a:lnTo>
                  <a:lnTo>
                    <a:pt x="1275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2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3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90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8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5" y="1991"/>
                  </a:lnTo>
                  <a:lnTo>
                    <a:pt x="1419" y="1987"/>
                  </a:lnTo>
                  <a:lnTo>
                    <a:pt x="1422" y="1983"/>
                  </a:lnTo>
                  <a:lnTo>
                    <a:pt x="1426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7" y="1969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2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9"/>
                  </a:lnTo>
                  <a:lnTo>
                    <a:pt x="1480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2" y="2001"/>
                  </a:lnTo>
                  <a:lnTo>
                    <a:pt x="1516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27" y="2019"/>
                  </a:lnTo>
                  <a:lnTo>
                    <a:pt x="1530" y="2023"/>
                  </a:lnTo>
                  <a:lnTo>
                    <a:pt x="1534" y="2027"/>
                  </a:lnTo>
                  <a:lnTo>
                    <a:pt x="1537" y="2030"/>
                  </a:lnTo>
                  <a:lnTo>
                    <a:pt x="1537" y="2034"/>
                  </a:lnTo>
                  <a:lnTo>
                    <a:pt x="1541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5" y="2055"/>
                  </a:lnTo>
                  <a:lnTo>
                    <a:pt x="1559" y="2059"/>
                  </a:lnTo>
                  <a:lnTo>
                    <a:pt x="1563" y="2063"/>
                  </a:lnTo>
                  <a:lnTo>
                    <a:pt x="1566" y="2066"/>
                  </a:lnTo>
                  <a:lnTo>
                    <a:pt x="1570" y="2070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1" y="2077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3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67" y="2027"/>
                  </a:lnTo>
                  <a:lnTo>
                    <a:pt x="1671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5" y="2005"/>
                  </a:lnTo>
                  <a:lnTo>
                    <a:pt x="1689" y="2001"/>
                  </a:lnTo>
                  <a:lnTo>
                    <a:pt x="1692" y="1998"/>
                  </a:lnTo>
                  <a:lnTo>
                    <a:pt x="1696" y="1994"/>
                  </a:lnTo>
                  <a:lnTo>
                    <a:pt x="1699" y="1991"/>
                  </a:lnTo>
                  <a:lnTo>
                    <a:pt x="1703" y="1987"/>
                  </a:lnTo>
                  <a:lnTo>
                    <a:pt x="1707" y="1983"/>
                  </a:lnTo>
                  <a:lnTo>
                    <a:pt x="1710" y="1980"/>
                  </a:lnTo>
                  <a:lnTo>
                    <a:pt x="1714" y="1980"/>
                  </a:lnTo>
                  <a:lnTo>
                    <a:pt x="1717" y="1976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7"/>
                  </a:lnTo>
                  <a:lnTo>
                    <a:pt x="1775" y="1991"/>
                  </a:lnTo>
                  <a:lnTo>
                    <a:pt x="1779" y="1994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1" y="2027"/>
                  </a:lnTo>
                  <a:lnTo>
                    <a:pt x="1815" y="2030"/>
                  </a:lnTo>
                  <a:lnTo>
                    <a:pt x="1818" y="2034"/>
                  </a:lnTo>
                  <a:lnTo>
                    <a:pt x="1822" y="2037"/>
                  </a:lnTo>
                  <a:lnTo>
                    <a:pt x="1825" y="2041"/>
                  </a:lnTo>
                  <a:lnTo>
                    <a:pt x="1829" y="2045"/>
                  </a:lnTo>
                  <a:lnTo>
                    <a:pt x="1833" y="2048"/>
                  </a:lnTo>
                  <a:lnTo>
                    <a:pt x="1836" y="2052"/>
                  </a:lnTo>
                  <a:lnTo>
                    <a:pt x="1840" y="2055"/>
                  </a:lnTo>
                  <a:lnTo>
                    <a:pt x="1843" y="2059"/>
                  </a:lnTo>
                  <a:lnTo>
                    <a:pt x="1847" y="2063"/>
                  </a:lnTo>
                  <a:lnTo>
                    <a:pt x="1851" y="2063"/>
                  </a:lnTo>
                  <a:lnTo>
                    <a:pt x="1854" y="2066"/>
                  </a:lnTo>
                  <a:lnTo>
                    <a:pt x="1858" y="2066"/>
                  </a:lnTo>
                  <a:lnTo>
                    <a:pt x="1861" y="2070"/>
                  </a:lnTo>
                  <a:lnTo>
                    <a:pt x="1865" y="2070"/>
                  </a:lnTo>
                  <a:lnTo>
                    <a:pt x="1869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7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5" y="2063"/>
                  </a:lnTo>
                  <a:lnTo>
                    <a:pt x="1908" y="2059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2"/>
                  </a:lnTo>
                  <a:lnTo>
                    <a:pt x="1923" y="2048"/>
                  </a:lnTo>
                  <a:lnTo>
                    <a:pt x="1926" y="2045"/>
                  </a:lnTo>
                  <a:lnTo>
                    <a:pt x="1930" y="2041"/>
                  </a:lnTo>
                  <a:lnTo>
                    <a:pt x="1933" y="2037"/>
                  </a:lnTo>
                  <a:lnTo>
                    <a:pt x="1937" y="2034"/>
                  </a:lnTo>
                  <a:lnTo>
                    <a:pt x="1941" y="2030"/>
                  </a:lnTo>
                  <a:lnTo>
                    <a:pt x="1944" y="2027"/>
                  </a:lnTo>
                  <a:lnTo>
                    <a:pt x="1948" y="2023"/>
                  </a:lnTo>
                  <a:lnTo>
                    <a:pt x="1951" y="2019"/>
                  </a:lnTo>
                  <a:lnTo>
                    <a:pt x="1955" y="2016"/>
                  </a:lnTo>
                  <a:lnTo>
                    <a:pt x="1959" y="2012"/>
                  </a:lnTo>
                  <a:lnTo>
                    <a:pt x="1962" y="2009"/>
                  </a:lnTo>
                  <a:lnTo>
                    <a:pt x="1966" y="2005"/>
                  </a:lnTo>
                  <a:lnTo>
                    <a:pt x="1969" y="2001"/>
                  </a:lnTo>
                  <a:lnTo>
                    <a:pt x="1973" y="1998"/>
                  </a:lnTo>
                  <a:lnTo>
                    <a:pt x="1977" y="1998"/>
                  </a:lnTo>
                  <a:lnTo>
                    <a:pt x="1980" y="1994"/>
                  </a:lnTo>
                  <a:lnTo>
                    <a:pt x="1984" y="1991"/>
                  </a:lnTo>
                  <a:lnTo>
                    <a:pt x="1987" y="1991"/>
                  </a:lnTo>
                  <a:lnTo>
                    <a:pt x="1991" y="1987"/>
                  </a:lnTo>
                  <a:lnTo>
                    <a:pt x="1995" y="1983"/>
                  </a:lnTo>
                  <a:lnTo>
                    <a:pt x="1998" y="1983"/>
                  </a:lnTo>
                  <a:lnTo>
                    <a:pt x="2002" y="1983"/>
                  </a:lnTo>
                  <a:lnTo>
                    <a:pt x="2005" y="1980"/>
                  </a:lnTo>
                  <a:lnTo>
                    <a:pt x="2009" y="1980"/>
                  </a:lnTo>
                  <a:lnTo>
                    <a:pt x="2013" y="1980"/>
                  </a:lnTo>
                  <a:lnTo>
                    <a:pt x="2016" y="1980"/>
                  </a:lnTo>
                  <a:lnTo>
                    <a:pt x="2020" y="1980"/>
                  </a:lnTo>
                  <a:lnTo>
                    <a:pt x="2023" y="1980"/>
                  </a:lnTo>
                  <a:lnTo>
                    <a:pt x="2027" y="1980"/>
                  </a:lnTo>
                  <a:lnTo>
                    <a:pt x="2031" y="1980"/>
                  </a:lnTo>
                  <a:lnTo>
                    <a:pt x="2034" y="1983"/>
                  </a:lnTo>
                  <a:lnTo>
                    <a:pt x="2038" y="1983"/>
                  </a:lnTo>
                  <a:lnTo>
                    <a:pt x="2041" y="1987"/>
                  </a:lnTo>
                  <a:lnTo>
                    <a:pt x="2045" y="1987"/>
                  </a:lnTo>
                  <a:lnTo>
                    <a:pt x="2049" y="1991"/>
                  </a:lnTo>
                  <a:lnTo>
                    <a:pt x="2052" y="1994"/>
                  </a:lnTo>
                  <a:lnTo>
                    <a:pt x="2056" y="1998"/>
                  </a:lnTo>
                  <a:lnTo>
                    <a:pt x="2059" y="1998"/>
                  </a:lnTo>
                  <a:lnTo>
                    <a:pt x="2063" y="2001"/>
                  </a:lnTo>
                  <a:lnTo>
                    <a:pt x="2067" y="2005"/>
                  </a:lnTo>
                  <a:lnTo>
                    <a:pt x="2070" y="2009"/>
                  </a:lnTo>
                  <a:lnTo>
                    <a:pt x="2074" y="2012"/>
                  </a:lnTo>
                  <a:lnTo>
                    <a:pt x="2077" y="2016"/>
                  </a:lnTo>
                  <a:lnTo>
                    <a:pt x="2081" y="2019"/>
                  </a:lnTo>
                  <a:lnTo>
                    <a:pt x="2085" y="2023"/>
                  </a:lnTo>
                  <a:lnTo>
                    <a:pt x="2088" y="2027"/>
                  </a:lnTo>
                  <a:lnTo>
                    <a:pt x="2088" y="2027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7" name="Freeform 115"/>
            <p:cNvSpPr>
              <a:spLocks/>
            </p:cNvSpPr>
            <p:nvPr/>
          </p:nvSpPr>
          <p:spPr bwMode="auto">
            <a:xfrm>
              <a:off x="749" y="1088"/>
              <a:ext cx="2495" cy="2422"/>
            </a:xfrm>
            <a:custGeom>
              <a:avLst/>
              <a:gdLst/>
              <a:ahLst/>
              <a:cxnLst>
                <a:cxn ang="0">
                  <a:pos x="57" y="2019"/>
                </a:cxn>
                <a:cxn ang="0">
                  <a:pos x="119" y="2001"/>
                </a:cxn>
                <a:cxn ang="0">
                  <a:pos x="180" y="1954"/>
                </a:cxn>
                <a:cxn ang="0">
                  <a:pos x="241" y="1954"/>
                </a:cxn>
                <a:cxn ang="0">
                  <a:pos x="302" y="2005"/>
                </a:cxn>
                <a:cxn ang="0">
                  <a:pos x="363" y="2023"/>
                </a:cxn>
                <a:cxn ang="0">
                  <a:pos x="425" y="1976"/>
                </a:cxn>
                <a:cxn ang="0">
                  <a:pos x="486" y="1940"/>
                </a:cxn>
                <a:cxn ang="0">
                  <a:pos x="547" y="1972"/>
                </a:cxn>
                <a:cxn ang="0">
                  <a:pos x="608" y="2026"/>
                </a:cxn>
                <a:cxn ang="0">
                  <a:pos x="669" y="2012"/>
                </a:cxn>
                <a:cxn ang="0">
                  <a:pos x="731" y="1951"/>
                </a:cxn>
                <a:cxn ang="0">
                  <a:pos x="792" y="1940"/>
                </a:cxn>
                <a:cxn ang="0">
                  <a:pos x="849" y="1997"/>
                </a:cxn>
                <a:cxn ang="0">
                  <a:pos x="907" y="2041"/>
                </a:cxn>
                <a:cxn ang="0">
                  <a:pos x="965" y="1997"/>
                </a:cxn>
                <a:cxn ang="0">
                  <a:pos x="1015" y="1936"/>
                </a:cxn>
                <a:cxn ang="0">
                  <a:pos x="1076" y="1936"/>
                </a:cxn>
                <a:cxn ang="0">
                  <a:pos x="1123" y="1997"/>
                </a:cxn>
                <a:cxn ang="0">
                  <a:pos x="1177" y="2051"/>
                </a:cxn>
                <a:cxn ang="0">
                  <a:pos x="1235" y="2015"/>
                </a:cxn>
                <a:cxn ang="0">
                  <a:pos x="1274" y="1954"/>
                </a:cxn>
                <a:cxn ang="0">
                  <a:pos x="1328" y="1907"/>
                </a:cxn>
                <a:cxn ang="0">
                  <a:pos x="1379" y="1958"/>
                </a:cxn>
                <a:cxn ang="0">
                  <a:pos x="1415" y="2019"/>
                </a:cxn>
                <a:cxn ang="0">
                  <a:pos x="1465" y="2069"/>
                </a:cxn>
                <a:cxn ang="0">
                  <a:pos x="1515" y="2019"/>
                </a:cxn>
                <a:cxn ang="0">
                  <a:pos x="1544" y="1958"/>
                </a:cxn>
                <a:cxn ang="0">
                  <a:pos x="1584" y="1897"/>
                </a:cxn>
                <a:cxn ang="0">
                  <a:pos x="1641" y="1915"/>
                </a:cxn>
                <a:cxn ang="0">
                  <a:pos x="1670" y="1976"/>
                </a:cxn>
                <a:cxn ang="0">
                  <a:pos x="1695" y="2037"/>
                </a:cxn>
                <a:cxn ang="0">
                  <a:pos x="1735" y="2098"/>
                </a:cxn>
                <a:cxn ang="0">
                  <a:pos x="1782" y="2059"/>
                </a:cxn>
                <a:cxn ang="0">
                  <a:pos x="1807" y="1997"/>
                </a:cxn>
                <a:cxn ang="0">
                  <a:pos x="1832" y="1929"/>
                </a:cxn>
                <a:cxn ang="0">
                  <a:pos x="1861" y="1864"/>
                </a:cxn>
                <a:cxn ang="0">
                  <a:pos x="1911" y="1864"/>
                </a:cxn>
                <a:cxn ang="0">
                  <a:pos x="1937" y="1933"/>
                </a:cxn>
                <a:cxn ang="0">
                  <a:pos x="1958" y="2015"/>
                </a:cxn>
                <a:cxn ang="0">
                  <a:pos x="1983" y="2098"/>
                </a:cxn>
                <a:cxn ang="0">
                  <a:pos x="2012" y="2159"/>
                </a:cxn>
                <a:cxn ang="0">
                  <a:pos x="2055" y="2123"/>
                </a:cxn>
                <a:cxn ang="0">
                  <a:pos x="2081" y="2037"/>
                </a:cxn>
                <a:cxn ang="0">
                  <a:pos x="2102" y="1922"/>
                </a:cxn>
                <a:cxn ang="0">
                  <a:pos x="2127" y="1814"/>
                </a:cxn>
                <a:cxn ang="0">
                  <a:pos x="2153" y="1738"/>
                </a:cxn>
                <a:cxn ang="0">
                  <a:pos x="2192" y="1771"/>
                </a:cxn>
                <a:cxn ang="0">
                  <a:pos x="2217" y="1889"/>
                </a:cxn>
                <a:cxn ang="0">
                  <a:pos x="2239" y="2055"/>
                </a:cxn>
                <a:cxn ang="0">
                  <a:pos x="2264" y="2235"/>
                </a:cxn>
                <a:cxn ang="0">
                  <a:pos x="2286" y="2372"/>
                </a:cxn>
                <a:cxn ang="0">
                  <a:pos x="2322" y="2404"/>
                </a:cxn>
                <a:cxn ang="0">
                  <a:pos x="2347" y="2264"/>
                </a:cxn>
                <a:cxn ang="0">
                  <a:pos x="2369" y="1983"/>
                </a:cxn>
                <a:cxn ang="0">
                  <a:pos x="2394" y="1591"/>
                </a:cxn>
                <a:cxn ang="0">
                  <a:pos x="2415" y="1130"/>
                </a:cxn>
                <a:cxn ang="0">
                  <a:pos x="2441" y="669"/>
                </a:cxn>
                <a:cxn ang="0">
                  <a:pos x="2466" y="284"/>
                </a:cxn>
                <a:cxn ang="0">
                  <a:pos x="2487" y="36"/>
                </a:cxn>
              </a:cxnLst>
              <a:rect l="0" t="0" r="r" b="b"/>
              <a:pathLst>
                <a:path w="2495" h="2422">
                  <a:moveTo>
                    <a:pt x="0" y="1983"/>
                  </a:moveTo>
                  <a:lnTo>
                    <a:pt x="3" y="1987"/>
                  </a:lnTo>
                  <a:lnTo>
                    <a:pt x="7" y="1990"/>
                  </a:lnTo>
                  <a:lnTo>
                    <a:pt x="11" y="1994"/>
                  </a:lnTo>
                  <a:lnTo>
                    <a:pt x="14" y="1997"/>
                  </a:lnTo>
                  <a:lnTo>
                    <a:pt x="18" y="2001"/>
                  </a:lnTo>
                  <a:lnTo>
                    <a:pt x="21" y="2001"/>
                  </a:lnTo>
                  <a:lnTo>
                    <a:pt x="25" y="2005"/>
                  </a:lnTo>
                  <a:lnTo>
                    <a:pt x="29" y="2005"/>
                  </a:lnTo>
                  <a:lnTo>
                    <a:pt x="32" y="2008"/>
                  </a:lnTo>
                  <a:lnTo>
                    <a:pt x="36" y="2012"/>
                  </a:lnTo>
                  <a:lnTo>
                    <a:pt x="39" y="2012"/>
                  </a:lnTo>
                  <a:lnTo>
                    <a:pt x="43" y="2015"/>
                  </a:lnTo>
                  <a:lnTo>
                    <a:pt x="47" y="2015"/>
                  </a:lnTo>
                  <a:lnTo>
                    <a:pt x="50" y="2019"/>
                  </a:lnTo>
                  <a:lnTo>
                    <a:pt x="54" y="2019"/>
                  </a:lnTo>
                  <a:lnTo>
                    <a:pt x="57" y="2019"/>
                  </a:lnTo>
                  <a:lnTo>
                    <a:pt x="61" y="2019"/>
                  </a:lnTo>
                  <a:lnTo>
                    <a:pt x="65" y="2019"/>
                  </a:lnTo>
                  <a:lnTo>
                    <a:pt x="68" y="2019"/>
                  </a:lnTo>
                  <a:lnTo>
                    <a:pt x="72" y="2019"/>
                  </a:lnTo>
                  <a:lnTo>
                    <a:pt x="75" y="2019"/>
                  </a:lnTo>
                  <a:lnTo>
                    <a:pt x="79" y="2019"/>
                  </a:lnTo>
                  <a:lnTo>
                    <a:pt x="83" y="2019"/>
                  </a:lnTo>
                  <a:lnTo>
                    <a:pt x="86" y="2019"/>
                  </a:lnTo>
                  <a:lnTo>
                    <a:pt x="90" y="2015"/>
                  </a:lnTo>
                  <a:lnTo>
                    <a:pt x="93" y="2015"/>
                  </a:lnTo>
                  <a:lnTo>
                    <a:pt x="97" y="2012"/>
                  </a:lnTo>
                  <a:lnTo>
                    <a:pt x="101" y="2012"/>
                  </a:lnTo>
                  <a:lnTo>
                    <a:pt x="104" y="2008"/>
                  </a:lnTo>
                  <a:lnTo>
                    <a:pt x="108" y="2008"/>
                  </a:lnTo>
                  <a:lnTo>
                    <a:pt x="111" y="2005"/>
                  </a:lnTo>
                  <a:lnTo>
                    <a:pt x="115" y="2005"/>
                  </a:lnTo>
                  <a:lnTo>
                    <a:pt x="119" y="2001"/>
                  </a:lnTo>
                  <a:lnTo>
                    <a:pt x="122" y="1997"/>
                  </a:lnTo>
                  <a:lnTo>
                    <a:pt x="126" y="1994"/>
                  </a:lnTo>
                  <a:lnTo>
                    <a:pt x="129" y="1990"/>
                  </a:lnTo>
                  <a:lnTo>
                    <a:pt x="133" y="1990"/>
                  </a:lnTo>
                  <a:lnTo>
                    <a:pt x="137" y="1987"/>
                  </a:lnTo>
                  <a:lnTo>
                    <a:pt x="140" y="1983"/>
                  </a:lnTo>
                  <a:lnTo>
                    <a:pt x="144" y="1979"/>
                  </a:lnTo>
                  <a:lnTo>
                    <a:pt x="147" y="1976"/>
                  </a:lnTo>
                  <a:lnTo>
                    <a:pt x="151" y="1972"/>
                  </a:lnTo>
                  <a:lnTo>
                    <a:pt x="155" y="1969"/>
                  </a:lnTo>
                  <a:lnTo>
                    <a:pt x="158" y="1969"/>
                  </a:lnTo>
                  <a:lnTo>
                    <a:pt x="162" y="1965"/>
                  </a:lnTo>
                  <a:lnTo>
                    <a:pt x="165" y="1961"/>
                  </a:lnTo>
                  <a:lnTo>
                    <a:pt x="169" y="1958"/>
                  </a:lnTo>
                  <a:lnTo>
                    <a:pt x="173" y="1958"/>
                  </a:lnTo>
                  <a:lnTo>
                    <a:pt x="176" y="1954"/>
                  </a:lnTo>
                  <a:lnTo>
                    <a:pt x="180" y="1954"/>
                  </a:lnTo>
                  <a:lnTo>
                    <a:pt x="183" y="1951"/>
                  </a:lnTo>
                  <a:lnTo>
                    <a:pt x="187" y="1951"/>
                  </a:lnTo>
                  <a:lnTo>
                    <a:pt x="191" y="1947"/>
                  </a:lnTo>
                  <a:lnTo>
                    <a:pt x="194" y="1947"/>
                  </a:lnTo>
                  <a:lnTo>
                    <a:pt x="198" y="1947"/>
                  </a:lnTo>
                  <a:lnTo>
                    <a:pt x="201" y="1947"/>
                  </a:lnTo>
                  <a:lnTo>
                    <a:pt x="205" y="1943"/>
                  </a:lnTo>
                  <a:lnTo>
                    <a:pt x="209" y="1943"/>
                  </a:lnTo>
                  <a:lnTo>
                    <a:pt x="212" y="1943"/>
                  </a:lnTo>
                  <a:lnTo>
                    <a:pt x="216" y="1947"/>
                  </a:lnTo>
                  <a:lnTo>
                    <a:pt x="219" y="1947"/>
                  </a:lnTo>
                  <a:lnTo>
                    <a:pt x="223" y="1947"/>
                  </a:lnTo>
                  <a:lnTo>
                    <a:pt x="227" y="1947"/>
                  </a:lnTo>
                  <a:lnTo>
                    <a:pt x="230" y="1951"/>
                  </a:lnTo>
                  <a:lnTo>
                    <a:pt x="234" y="1951"/>
                  </a:lnTo>
                  <a:lnTo>
                    <a:pt x="237" y="1954"/>
                  </a:lnTo>
                  <a:lnTo>
                    <a:pt x="241" y="1954"/>
                  </a:lnTo>
                  <a:lnTo>
                    <a:pt x="245" y="1958"/>
                  </a:lnTo>
                  <a:lnTo>
                    <a:pt x="248" y="1958"/>
                  </a:lnTo>
                  <a:lnTo>
                    <a:pt x="252" y="1961"/>
                  </a:lnTo>
                  <a:lnTo>
                    <a:pt x="255" y="1965"/>
                  </a:lnTo>
                  <a:lnTo>
                    <a:pt x="259" y="1969"/>
                  </a:lnTo>
                  <a:lnTo>
                    <a:pt x="263" y="1969"/>
                  </a:lnTo>
                  <a:lnTo>
                    <a:pt x="266" y="1972"/>
                  </a:lnTo>
                  <a:lnTo>
                    <a:pt x="270" y="1976"/>
                  </a:lnTo>
                  <a:lnTo>
                    <a:pt x="273" y="1979"/>
                  </a:lnTo>
                  <a:lnTo>
                    <a:pt x="277" y="1983"/>
                  </a:lnTo>
                  <a:lnTo>
                    <a:pt x="281" y="1987"/>
                  </a:lnTo>
                  <a:lnTo>
                    <a:pt x="284" y="1990"/>
                  </a:lnTo>
                  <a:lnTo>
                    <a:pt x="288" y="1994"/>
                  </a:lnTo>
                  <a:lnTo>
                    <a:pt x="291" y="1997"/>
                  </a:lnTo>
                  <a:lnTo>
                    <a:pt x="295" y="2001"/>
                  </a:lnTo>
                  <a:lnTo>
                    <a:pt x="299" y="2001"/>
                  </a:lnTo>
                  <a:lnTo>
                    <a:pt x="302" y="2005"/>
                  </a:lnTo>
                  <a:lnTo>
                    <a:pt x="306" y="2008"/>
                  </a:lnTo>
                  <a:lnTo>
                    <a:pt x="309" y="2012"/>
                  </a:lnTo>
                  <a:lnTo>
                    <a:pt x="313" y="2012"/>
                  </a:lnTo>
                  <a:lnTo>
                    <a:pt x="317" y="2015"/>
                  </a:lnTo>
                  <a:lnTo>
                    <a:pt x="320" y="2019"/>
                  </a:lnTo>
                  <a:lnTo>
                    <a:pt x="324" y="2019"/>
                  </a:lnTo>
                  <a:lnTo>
                    <a:pt x="327" y="2023"/>
                  </a:lnTo>
                  <a:lnTo>
                    <a:pt x="331" y="2023"/>
                  </a:lnTo>
                  <a:lnTo>
                    <a:pt x="335" y="2023"/>
                  </a:lnTo>
                  <a:lnTo>
                    <a:pt x="338" y="2026"/>
                  </a:lnTo>
                  <a:lnTo>
                    <a:pt x="342" y="2026"/>
                  </a:lnTo>
                  <a:lnTo>
                    <a:pt x="345" y="2026"/>
                  </a:lnTo>
                  <a:lnTo>
                    <a:pt x="349" y="2026"/>
                  </a:lnTo>
                  <a:lnTo>
                    <a:pt x="353" y="2026"/>
                  </a:lnTo>
                  <a:lnTo>
                    <a:pt x="356" y="2026"/>
                  </a:lnTo>
                  <a:lnTo>
                    <a:pt x="360" y="2023"/>
                  </a:lnTo>
                  <a:lnTo>
                    <a:pt x="363" y="2023"/>
                  </a:lnTo>
                  <a:lnTo>
                    <a:pt x="367" y="2023"/>
                  </a:lnTo>
                  <a:lnTo>
                    <a:pt x="371" y="2019"/>
                  </a:lnTo>
                  <a:lnTo>
                    <a:pt x="374" y="2019"/>
                  </a:lnTo>
                  <a:lnTo>
                    <a:pt x="378" y="2015"/>
                  </a:lnTo>
                  <a:lnTo>
                    <a:pt x="381" y="2015"/>
                  </a:lnTo>
                  <a:lnTo>
                    <a:pt x="385" y="2012"/>
                  </a:lnTo>
                  <a:lnTo>
                    <a:pt x="389" y="2008"/>
                  </a:lnTo>
                  <a:lnTo>
                    <a:pt x="392" y="2008"/>
                  </a:lnTo>
                  <a:lnTo>
                    <a:pt x="396" y="2005"/>
                  </a:lnTo>
                  <a:lnTo>
                    <a:pt x="399" y="2001"/>
                  </a:lnTo>
                  <a:lnTo>
                    <a:pt x="403" y="1997"/>
                  </a:lnTo>
                  <a:lnTo>
                    <a:pt x="407" y="1994"/>
                  </a:lnTo>
                  <a:lnTo>
                    <a:pt x="410" y="1990"/>
                  </a:lnTo>
                  <a:lnTo>
                    <a:pt x="414" y="1987"/>
                  </a:lnTo>
                  <a:lnTo>
                    <a:pt x="417" y="1983"/>
                  </a:lnTo>
                  <a:lnTo>
                    <a:pt x="421" y="1979"/>
                  </a:lnTo>
                  <a:lnTo>
                    <a:pt x="425" y="1976"/>
                  </a:lnTo>
                  <a:lnTo>
                    <a:pt x="428" y="1972"/>
                  </a:lnTo>
                  <a:lnTo>
                    <a:pt x="432" y="1969"/>
                  </a:lnTo>
                  <a:lnTo>
                    <a:pt x="435" y="1965"/>
                  </a:lnTo>
                  <a:lnTo>
                    <a:pt x="439" y="1961"/>
                  </a:lnTo>
                  <a:lnTo>
                    <a:pt x="443" y="1961"/>
                  </a:lnTo>
                  <a:lnTo>
                    <a:pt x="446" y="1958"/>
                  </a:lnTo>
                  <a:lnTo>
                    <a:pt x="450" y="1954"/>
                  </a:lnTo>
                  <a:lnTo>
                    <a:pt x="453" y="1951"/>
                  </a:lnTo>
                  <a:lnTo>
                    <a:pt x="457" y="1951"/>
                  </a:lnTo>
                  <a:lnTo>
                    <a:pt x="461" y="1947"/>
                  </a:lnTo>
                  <a:lnTo>
                    <a:pt x="464" y="1947"/>
                  </a:lnTo>
                  <a:lnTo>
                    <a:pt x="468" y="1943"/>
                  </a:lnTo>
                  <a:lnTo>
                    <a:pt x="471" y="1943"/>
                  </a:lnTo>
                  <a:lnTo>
                    <a:pt x="475" y="1940"/>
                  </a:lnTo>
                  <a:lnTo>
                    <a:pt x="479" y="1940"/>
                  </a:lnTo>
                  <a:lnTo>
                    <a:pt x="482" y="1940"/>
                  </a:lnTo>
                  <a:lnTo>
                    <a:pt x="486" y="1940"/>
                  </a:lnTo>
                  <a:lnTo>
                    <a:pt x="489" y="1940"/>
                  </a:lnTo>
                  <a:lnTo>
                    <a:pt x="493" y="1940"/>
                  </a:lnTo>
                  <a:lnTo>
                    <a:pt x="497" y="1940"/>
                  </a:lnTo>
                  <a:lnTo>
                    <a:pt x="500" y="1940"/>
                  </a:lnTo>
                  <a:lnTo>
                    <a:pt x="504" y="1943"/>
                  </a:lnTo>
                  <a:lnTo>
                    <a:pt x="507" y="1943"/>
                  </a:lnTo>
                  <a:lnTo>
                    <a:pt x="511" y="1947"/>
                  </a:lnTo>
                  <a:lnTo>
                    <a:pt x="515" y="1947"/>
                  </a:lnTo>
                  <a:lnTo>
                    <a:pt x="518" y="1951"/>
                  </a:lnTo>
                  <a:lnTo>
                    <a:pt x="522" y="1951"/>
                  </a:lnTo>
                  <a:lnTo>
                    <a:pt x="525" y="1954"/>
                  </a:lnTo>
                  <a:lnTo>
                    <a:pt x="529" y="1958"/>
                  </a:lnTo>
                  <a:lnTo>
                    <a:pt x="533" y="1961"/>
                  </a:lnTo>
                  <a:lnTo>
                    <a:pt x="536" y="1965"/>
                  </a:lnTo>
                  <a:lnTo>
                    <a:pt x="540" y="1969"/>
                  </a:lnTo>
                  <a:lnTo>
                    <a:pt x="543" y="1972"/>
                  </a:lnTo>
                  <a:lnTo>
                    <a:pt x="547" y="1972"/>
                  </a:lnTo>
                  <a:lnTo>
                    <a:pt x="551" y="1976"/>
                  </a:lnTo>
                  <a:lnTo>
                    <a:pt x="554" y="1979"/>
                  </a:lnTo>
                  <a:lnTo>
                    <a:pt x="558" y="1983"/>
                  </a:lnTo>
                  <a:lnTo>
                    <a:pt x="561" y="1987"/>
                  </a:lnTo>
                  <a:lnTo>
                    <a:pt x="565" y="1990"/>
                  </a:lnTo>
                  <a:lnTo>
                    <a:pt x="569" y="1994"/>
                  </a:lnTo>
                  <a:lnTo>
                    <a:pt x="572" y="1997"/>
                  </a:lnTo>
                  <a:lnTo>
                    <a:pt x="576" y="2001"/>
                  </a:lnTo>
                  <a:lnTo>
                    <a:pt x="579" y="2005"/>
                  </a:lnTo>
                  <a:lnTo>
                    <a:pt x="583" y="2008"/>
                  </a:lnTo>
                  <a:lnTo>
                    <a:pt x="587" y="2012"/>
                  </a:lnTo>
                  <a:lnTo>
                    <a:pt x="590" y="2015"/>
                  </a:lnTo>
                  <a:lnTo>
                    <a:pt x="594" y="2019"/>
                  </a:lnTo>
                  <a:lnTo>
                    <a:pt x="597" y="2023"/>
                  </a:lnTo>
                  <a:lnTo>
                    <a:pt x="601" y="2023"/>
                  </a:lnTo>
                  <a:lnTo>
                    <a:pt x="605" y="2026"/>
                  </a:lnTo>
                  <a:lnTo>
                    <a:pt x="608" y="2026"/>
                  </a:lnTo>
                  <a:lnTo>
                    <a:pt x="612" y="2030"/>
                  </a:lnTo>
                  <a:lnTo>
                    <a:pt x="615" y="2030"/>
                  </a:lnTo>
                  <a:lnTo>
                    <a:pt x="619" y="2030"/>
                  </a:lnTo>
                  <a:lnTo>
                    <a:pt x="623" y="2030"/>
                  </a:lnTo>
                  <a:lnTo>
                    <a:pt x="626" y="2030"/>
                  </a:lnTo>
                  <a:lnTo>
                    <a:pt x="630" y="2033"/>
                  </a:lnTo>
                  <a:lnTo>
                    <a:pt x="633" y="2030"/>
                  </a:lnTo>
                  <a:lnTo>
                    <a:pt x="637" y="2030"/>
                  </a:lnTo>
                  <a:lnTo>
                    <a:pt x="641" y="2030"/>
                  </a:lnTo>
                  <a:lnTo>
                    <a:pt x="644" y="2030"/>
                  </a:lnTo>
                  <a:lnTo>
                    <a:pt x="648" y="2026"/>
                  </a:lnTo>
                  <a:lnTo>
                    <a:pt x="651" y="2026"/>
                  </a:lnTo>
                  <a:lnTo>
                    <a:pt x="655" y="2023"/>
                  </a:lnTo>
                  <a:lnTo>
                    <a:pt x="659" y="2019"/>
                  </a:lnTo>
                  <a:lnTo>
                    <a:pt x="662" y="2015"/>
                  </a:lnTo>
                  <a:lnTo>
                    <a:pt x="666" y="2015"/>
                  </a:lnTo>
                  <a:lnTo>
                    <a:pt x="669" y="2012"/>
                  </a:lnTo>
                  <a:lnTo>
                    <a:pt x="673" y="2008"/>
                  </a:lnTo>
                  <a:lnTo>
                    <a:pt x="677" y="2005"/>
                  </a:lnTo>
                  <a:lnTo>
                    <a:pt x="680" y="2001"/>
                  </a:lnTo>
                  <a:lnTo>
                    <a:pt x="684" y="1997"/>
                  </a:lnTo>
                  <a:lnTo>
                    <a:pt x="687" y="1994"/>
                  </a:lnTo>
                  <a:lnTo>
                    <a:pt x="691" y="1990"/>
                  </a:lnTo>
                  <a:lnTo>
                    <a:pt x="695" y="1987"/>
                  </a:lnTo>
                  <a:lnTo>
                    <a:pt x="698" y="1983"/>
                  </a:lnTo>
                  <a:lnTo>
                    <a:pt x="702" y="1979"/>
                  </a:lnTo>
                  <a:lnTo>
                    <a:pt x="705" y="1976"/>
                  </a:lnTo>
                  <a:lnTo>
                    <a:pt x="709" y="1972"/>
                  </a:lnTo>
                  <a:lnTo>
                    <a:pt x="713" y="1969"/>
                  </a:lnTo>
                  <a:lnTo>
                    <a:pt x="716" y="1965"/>
                  </a:lnTo>
                  <a:lnTo>
                    <a:pt x="720" y="1961"/>
                  </a:lnTo>
                  <a:lnTo>
                    <a:pt x="723" y="1958"/>
                  </a:lnTo>
                  <a:lnTo>
                    <a:pt x="727" y="1954"/>
                  </a:lnTo>
                  <a:lnTo>
                    <a:pt x="731" y="1951"/>
                  </a:lnTo>
                  <a:lnTo>
                    <a:pt x="734" y="1947"/>
                  </a:lnTo>
                  <a:lnTo>
                    <a:pt x="738" y="1943"/>
                  </a:lnTo>
                  <a:lnTo>
                    <a:pt x="741" y="1940"/>
                  </a:lnTo>
                  <a:lnTo>
                    <a:pt x="745" y="1940"/>
                  </a:lnTo>
                  <a:lnTo>
                    <a:pt x="749" y="1936"/>
                  </a:lnTo>
                  <a:lnTo>
                    <a:pt x="752" y="1936"/>
                  </a:lnTo>
                  <a:lnTo>
                    <a:pt x="756" y="1933"/>
                  </a:lnTo>
                  <a:lnTo>
                    <a:pt x="759" y="1933"/>
                  </a:lnTo>
                  <a:lnTo>
                    <a:pt x="763" y="1933"/>
                  </a:lnTo>
                  <a:lnTo>
                    <a:pt x="767" y="1933"/>
                  </a:lnTo>
                  <a:lnTo>
                    <a:pt x="770" y="1933"/>
                  </a:lnTo>
                  <a:lnTo>
                    <a:pt x="774" y="1933"/>
                  </a:lnTo>
                  <a:lnTo>
                    <a:pt x="777" y="1933"/>
                  </a:lnTo>
                  <a:lnTo>
                    <a:pt x="781" y="1936"/>
                  </a:lnTo>
                  <a:lnTo>
                    <a:pt x="785" y="1936"/>
                  </a:lnTo>
                  <a:lnTo>
                    <a:pt x="788" y="1940"/>
                  </a:lnTo>
                  <a:lnTo>
                    <a:pt x="792" y="1940"/>
                  </a:lnTo>
                  <a:lnTo>
                    <a:pt x="795" y="1943"/>
                  </a:lnTo>
                  <a:lnTo>
                    <a:pt x="799" y="1947"/>
                  </a:lnTo>
                  <a:lnTo>
                    <a:pt x="803" y="1951"/>
                  </a:lnTo>
                  <a:lnTo>
                    <a:pt x="806" y="1951"/>
                  </a:lnTo>
                  <a:lnTo>
                    <a:pt x="810" y="1954"/>
                  </a:lnTo>
                  <a:lnTo>
                    <a:pt x="813" y="1958"/>
                  </a:lnTo>
                  <a:lnTo>
                    <a:pt x="817" y="1961"/>
                  </a:lnTo>
                  <a:lnTo>
                    <a:pt x="821" y="1965"/>
                  </a:lnTo>
                  <a:lnTo>
                    <a:pt x="824" y="1969"/>
                  </a:lnTo>
                  <a:lnTo>
                    <a:pt x="828" y="1972"/>
                  </a:lnTo>
                  <a:lnTo>
                    <a:pt x="831" y="1976"/>
                  </a:lnTo>
                  <a:lnTo>
                    <a:pt x="835" y="1979"/>
                  </a:lnTo>
                  <a:lnTo>
                    <a:pt x="835" y="1983"/>
                  </a:lnTo>
                  <a:lnTo>
                    <a:pt x="839" y="1987"/>
                  </a:lnTo>
                  <a:lnTo>
                    <a:pt x="842" y="1990"/>
                  </a:lnTo>
                  <a:lnTo>
                    <a:pt x="846" y="1994"/>
                  </a:lnTo>
                  <a:lnTo>
                    <a:pt x="849" y="1997"/>
                  </a:lnTo>
                  <a:lnTo>
                    <a:pt x="853" y="2001"/>
                  </a:lnTo>
                  <a:lnTo>
                    <a:pt x="853" y="2005"/>
                  </a:lnTo>
                  <a:lnTo>
                    <a:pt x="857" y="2008"/>
                  </a:lnTo>
                  <a:lnTo>
                    <a:pt x="860" y="2012"/>
                  </a:lnTo>
                  <a:lnTo>
                    <a:pt x="864" y="2015"/>
                  </a:lnTo>
                  <a:lnTo>
                    <a:pt x="867" y="2019"/>
                  </a:lnTo>
                  <a:lnTo>
                    <a:pt x="871" y="2023"/>
                  </a:lnTo>
                  <a:lnTo>
                    <a:pt x="875" y="2026"/>
                  </a:lnTo>
                  <a:lnTo>
                    <a:pt x="878" y="2030"/>
                  </a:lnTo>
                  <a:lnTo>
                    <a:pt x="882" y="2033"/>
                  </a:lnTo>
                  <a:lnTo>
                    <a:pt x="885" y="2033"/>
                  </a:lnTo>
                  <a:lnTo>
                    <a:pt x="889" y="2037"/>
                  </a:lnTo>
                  <a:lnTo>
                    <a:pt x="893" y="2037"/>
                  </a:lnTo>
                  <a:lnTo>
                    <a:pt x="896" y="2037"/>
                  </a:lnTo>
                  <a:lnTo>
                    <a:pt x="900" y="2041"/>
                  </a:lnTo>
                  <a:lnTo>
                    <a:pt x="903" y="2041"/>
                  </a:lnTo>
                  <a:lnTo>
                    <a:pt x="907" y="2041"/>
                  </a:lnTo>
                  <a:lnTo>
                    <a:pt x="911" y="2041"/>
                  </a:lnTo>
                  <a:lnTo>
                    <a:pt x="914" y="2041"/>
                  </a:lnTo>
                  <a:lnTo>
                    <a:pt x="918" y="2037"/>
                  </a:lnTo>
                  <a:lnTo>
                    <a:pt x="921" y="2037"/>
                  </a:lnTo>
                  <a:lnTo>
                    <a:pt x="925" y="2033"/>
                  </a:lnTo>
                  <a:lnTo>
                    <a:pt x="929" y="2033"/>
                  </a:lnTo>
                  <a:lnTo>
                    <a:pt x="932" y="2030"/>
                  </a:lnTo>
                  <a:lnTo>
                    <a:pt x="936" y="2026"/>
                  </a:lnTo>
                  <a:lnTo>
                    <a:pt x="939" y="2023"/>
                  </a:lnTo>
                  <a:lnTo>
                    <a:pt x="943" y="2023"/>
                  </a:lnTo>
                  <a:lnTo>
                    <a:pt x="947" y="2019"/>
                  </a:lnTo>
                  <a:lnTo>
                    <a:pt x="950" y="2015"/>
                  </a:lnTo>
                  <a:lnTo>
                    <a:pt x="954" y="2012"/>
                  </a:lnTo>
                  <a:lnTo>
                    <a:pt x="957" y="2008"/>
                  </a:lnTo>
                  <a:lnTo>
                    <a:pt x="961" y="2005"/>
                  </a:lnTo>
                  <a:lnTo>
                    <a:pt x="965" y="2001"/>
                  </a:lnTo>
                  <a:lnTo>
                    <a:pt x="965" y="1997"/>
                  </a:lnTo>
                  <a:lnTo>
                    <a:pt x="968" y="1994"/>
                  </a:lnTo>
                  <a:lnTo>
                    <a:pt x="972" y="1990"/>
                  </a:lnTo>
                  <a:lnTo>
                    <a:pt x="975" y="1987"/>
                  </a:lnTo>
                  <a:lnTo>
                    <a:pt x="975" y="1983"/>
                  </a:lnTo>
                  <a:lnTo>
                    <a:pt x="979" y="1979"/>
                  </a:lnTo>
                  <a:lnTo>
                    <a:pt x="983" y="1976"/>
                  </a:lnTo>
                  <a:lnTo>
                    <a:pt x="986" y="1972"/>
                  </a:lnTo>
                  <a:lnTo>
                    <a:pt x="990" y="1969"/>
                  </a:lnTo>
                  <a:lnTo>
                    <a:pt x="990" y="1965"/>
                  </a:lnTo>
                  <a:lnTo>
                    <a:pt x="993" y="1961"/>
                  </a:lnTo>
                  <a:lnTo>
                    <a:pt x="997" y="1958"/>
                  </a:lnTo>
                  <a:lnTo>
                    <a:pt x="1001" y="1954"/>
                  </a:lnTo>
                  <a:lnTo>
                    <a:pt x="1004" y="1951"/>
                  </a:lnTo>
                  <a:lnTo>
                    <a:pt x="1008" y="1947"/>
                  </a:lnTo>
                  <a:lnTo>
                    <a:pt x="1008" y="1943"/>
                  </a:lnTo>
                  <a:lnTo>
                    <a:pt x="1011" y="1940"/>
                  </a:lnTo>
                  <a:lnTo>
                    <a:pt x="1015" y="1936"/>
                  </a:lnTo>
                  <a:lnTo>
                    <a:pt x="1019" y="1933"/>
                  </a:lnTo>
                  <a:lnTo>
                    <a:pt x="1022" y="1933"/>
                  </a:lnTo>
                  <a:lnTo>
                    <a:pt x="1026" y="1929"/>
                  </a:lnTo>
                  <a:lnTo>
                    <a:pt x="1029" y="1925"/>
                  </a:lnTo>
                  <a:lnTo>
                    <a:pt x="1033" y="1925"/>
                  </a:lnTo>
                  <a:lnTo>
                    <a:pt x="1037" y="1925"/>
                  </a:lnTo>
                  <a:lnTo>
                    <a:pt x="1040" y="1922"/>
                  </a:lnTo>
                  <a:lnTo>
                    <a:pt x="1044" y="1922"/>
                  </a:lnTo>
                  <a:lnTo>
                    <a:pt x="1047" y="1922"/>
                  </a:lnTo>
                  <a:lnTo>
                    <a:pt x="1051" y="1922"/>
                  </a:lnTo>
                  <a:lnTo>
                    <a:pt x="1055" y="1925"/>
                  </a:lnTo>
                  <a:lnTo>
                    <a:pt x="1058" y="1925"/>
                  </a:lnTo>
                  <a:lnTo>
                    <a:pt x="1062" y="1925"/>
                  </a:lnTo>
                  <a:lnTo>
                    <a:pt x="1065" y="1929"/>
                  </a:lnTo>
                  <a:lnTo>
                    <a:pt x="1069" y="1933"/>
                  </a:lnTo>
                  <a:lnTo>
                    <a:pt x="1073" y="1933"/>
                  </a:lnTo>
                  <a:lnTo>
                    <a:pt x="1076" y="1936"/>
                  </a:lnTo>
                  <a:lnTo>
                    <a:pt x="1080" y="1940"/>
                  </a:lnTo>
                  <a:lnTo>
                    <a:pt x="1083" y="1943"/>
                  </a:lnTo>
                  <a:lnTo>
                    <a:pt x="1087" y="1947"/>
                  </a:lnTo>
                  <a:lnTo>
                    <a:pt x="1091" y="1951"/>
                  </a:lnTo>
                  <a:lnTo>
                    <a:pt x="1094" y="1954"/>
                  </a:lnTo>
                  <a:lnTo>
                    <a:pt x="1098" y="1958"/>
                  </a:lnTo>
                  <a:lnTo>
                    <a:pt x="1098" y="1961"/>
                  </a:lnTo>
                  <a:lnTo>
                    <a:pt x="1101" y="1965"/>
                  </a:lnTo>
                  <a:lnTo>
                    <a:pt x="1105" y="1969"/>
                  </a:lnTo>
                  <a:lnTo>
                    <a:pt x="1109" y="1972"/>
                  </a:lnTo>
                  <a:lnTo>
                    <a:pt x="1109" y="1976"/>
                  </a:lnTo>
                  <a:lnTo>
                    <a:pt x="1112" y="1979"/>
                  </a:lnTo>
                  <a:lnTo>
                    <a:pt x="1116" y="1983"/>
                  </a:lnTo>
                  <a:lnTo>
                    <a:pt x="1119" y="1987"/>
                  </a:lnTo>
                  <a:lnTo>
                    <a:pt x="1119" y="1990"/>
                  </a:lnTo>
                  <a:lnTo>
                    <a:pt x="1123" y="1994"/>
                  </a:lnTo>
                  <a:lnTo>
                    <a:pt x="1123" y="1997"/>
                  </a:lnTo>
                  <a:lnTo>
                    <a:pt x="1127" y="2001"/>
                  </a:lnTo>
                  <a:lnTo>
                    <a:pt x="1130" y="2005"/>
                  </a:lnTo>
                  <a:lnTo>
                    <a:pt x="1134" y="2008"/>
                  </a:lnTo>
                  <a:lnTo>
                    <a:pt x="1137" y="2012"/>
                  </a:lnTo>
                  <a:lnTo>
                    <a:pt x="1137" y="2015"/>
                  </a:lnTo>
                  <a:lnTo>
                    <a:pt x="1141" y="2019"/>
                  </a:lnTo>
                  <a:lnTo>
                    <a:pt x="1145" y="2023"/>
                  </a:lnTo>
                  <a:lnTo>
                    <a:pt x="1148" y="2026"/>
                  </a:lnTo>
                  <a:lnTo>
                    <a:pt x="1148" y="2030"/>
                  </a:lnTo>
                  <a:lnTo>
                    <a:pt x="1152" y="2033"/>
                  </a:lnTo>
                  <a:lnTo>
                    <a:pt x="1155" y="2037"/>
                  </a:lnTo>
                  <a:lnTo>
                    <a:pt x="1159" y="2041"/>
                  </a:lnTo>
                  <a:lnTo>
                    <a:pt x="1163" y="2044"/>
                  </a:lnTo>
                  <a:lnTo>
                    <a:pt x="1166" y="2048"/>
                  </a:lnTo>
                  <a:lnTo>
                    <a:pt x="1170" y="2048"/>
                  </a:lnTo>
                  <a:lnTo>
                    <a:pt x="1173" y="2048"/>
                  </a:lnTo>
                  <a:lnTo>
                    <a:pt x="1177" y="2051"/>
                  </a:lnTo>
                  <a:lnTo>
                    <a:pt x="1181" y="2051"/>
                  </a:lnTo>
                  <a:lnTo>
                    <a:pt x="1184" y="2051"/>
                  </a:lnTo>
                  <a:lnTo>
                    <a:pt x="1188" y="2051"/>
                  </a:lnTo>
                  <a:lnTo>
                    <a:pt x="1191" y="2051"/>
                  </a:lnTo>
                  <a:lnTo>
                    <a:pt x="1195" y="2051"/>
                  </a:lnTo>
                  <a:lnTo>
                    <a:pt x="1199" y="2048"/>
                  </a:lnTo>
                  <a:lnTo>
                    <a:pt x="1202" y="2048"/>
                  </a:lnTo>
                  <a:lnTo>
                    <a:pt x="1206" y="2044"/>
                  </a:lnTo>
                  <a:lnTo>
                    <a:pt x="1209" y="2041"/>
                  </a:lnTo>
                  <a:lnTo>
                    <a:pt x="1213" y="2037"/>
                  </a:lnTo>
                  <a:lnTo>
                    <a:pt x="1217" y="2033"/>
                  </a:lnTo>
                  <a:lnTo>
                    <a:pt x="1220" y="2033"/>
                  </a:lnTo>
                  <a:lnTo>
                    <a:pt x="1224" y="2030"/>
                  </a:lnTo>
                  <a:lnTo>
                    <a:pt x="1227" y="2026"/>
                  </a:lnTo>
                  <a:lnTo>
                    <a:pt x="1227" y="2023"/>
                  </a:lnTo>
                  <a:lnTo>
                    <a:pt x="1231" y="2019"/>
                  </a:lnTo>
                  <a:lnTo>
                    <a:pt x="1235" y="2015"/>
                  </a:lnTo>
                  <a:lnTo>
                    <a:pt x="1235" y="2012"/>
                  </a:lnTo>
                  <a:lnTo>
                    <a:pt x="1238" y="2008"/>
                  </a:lnTo>
                  <a:lnTo>
                    <a:pt x="1242" y="2005"/>
                  </a:lnTo>
                  <a:lnTo>
                    <a:pt x="1245" y="2001"/>
                  </a:lnTo>
                  <a:lnTo>
                    <a:pt x="1245" y="1997"/>
                  </a:lnTo>
                  <a:lnTo>
                    <a:pt x="1249" y="1994"/>
                  </a:lnTo>
                  <a:lnTo>
                    <a:pt x="1249" y="1990"/>
                  </a:lnTo>
                  <a:lnTo>
                    <a:pt x="1253" y="1987"/>
                  </a:lnTo>
                  <a:lnTo>
                    <a:pt x="1256" y="1983"/>
                  </a:lnTo>
                  <a:lnTo>
                    <a:pt x="1256" y="1979"/>
                  </a:lnTo>
                  <a:lnTo>
                    <a:pt x="1260" y="1976"/>
                  </a:lnTo>
                  <a:lnTo>
                    <a:pt x="1263" y="1972"/>
                  </a:lnTo>
                  <a:lnTo>
                    <a:pt x="1263" y="1969"/>
                  </a:lnTo>
                  <a:lnTo>
                    <a:pt x="1267" y="1965"/>
                  </a:lnTo>
                  <a:lnTo>
                    <a:pt x="1267" y="1961"/>
                  </a:lnTo>
                  <a:lnTo>
                    <a:pt x="1271" y="1958"/>
                  </a:lnTo>
                  <a:lnTo>
                    <a:pt x="1274" y="1954"/>
                  </a:lnTo>
                  <a:lnTo>
                    <a:pt x="1278" y="1951"/>
                  </a:lnTo>
                  <a:lnTo>
                    <a:pt x="1278" y="1947"/>
                  </a:lnTo>
                  <a:lnTo>
                    <a:pt x="1281" y="1943"/>
                  </a:lnTo>
                  <a:lnTo>
                    <a:pt x="1285" y="1940"/>
                  </a:lnTo>
                  <a:lnTo>
                    <a:pt x="1285" y="1936"/>
                  </a:lnTo>
                  <a:lnTo>
                    <a:pt x="1289" y="1933"/>
                  </a:lnTo>
                  <a:lnTo>
                    <a:pt x="1292" y="1929"/>
                  </a:lnTo>
                  <a:lnTo>
                    <a:pt x="1296" y="1925"/>
                  </a:lnTo>
                  <a:lnTo>
                    <a:pt x="1299" y="1922"/>
                  </a:lnTo>
                  <a:lnTo>
                    <a:pt x="1303" y="1918"/>
                  </a:lnTo>
                  <a:lnTo>
                    <a:pt x="1307" y="1915"/>
                  </a:lnTo>
                  <a:lnTo>
                    <a:pt x="1310" y="1911"/>
                  </a:lnTo>
                  <a:lnTo>
                    <a:pt x="1314" y="1911"/>
                  </a:lnTo>
                  <a:lnTo>
                    <a:pt x="1317" y="1907"/>
                  </a:lnTo>
                  <a:lnTo>
                    <a:pt x="1321" y="1907"/>
                  </a:lnTo>
                  <a:lnTo>
                    <a:pt x="1325" y="1907"/>
                  </a:lnTo>
                  <a:lnTo>
                    <a:pt x="1328" y="1907"/>
                  </a:lnTo>
                  <a:lnTo>
                    <a:pt x="1332" y="1907"/>
                  </a:lnTo>
                  <a:lnTo>
                    <a:pt x="1335" y="1911"/>
                  </a:lnTo>
                  <a:lnTo>
                    <a:pt x="1339" y="1911"/>
                  </a:lnTo>
                  <a:lnTo>
                    <a:pt x="1343" y="1915"/>
                  </a:lnTo>
                  <a:lnTo>
                    <a:pt x="1346" y="1918"/>
                  </a:lnTo>
                  <a:lnTo>
                    <a:pt x="1350" y="1918"/>
                  </a:lnTo>
                  <a:lnTo>
                    <a:pt x="1353" y="1922"/>
                  </a:lnTo>
                  <a:lnTo>
                    <a:pt x="1357" y="1925"/>
                  </a:lnTo>
                  <a:lnTo>
                    <a:pt x="1361" y="1929"/>
                  </a:lnTo>
                  <a:lnTo>
                    <a:pt x="1364" y="1933"/>
                  </a:lnTo>
                  <a:lnTo>
                    <a:pt x="1364" y="1936"/>
                  </a:lnTo>
                  <a:lnTo>
                    <a:pt x="1368" y="1940"/>
                  </a:lnTo>
                  <a:lnTo>
                    <a:pt x="1371" y="1943"/>
                  </a:lnTo>
                  <a:lnTo>
                    <a:pt x="1371" y="1947"/>
                  </a:lnTo>
                  <a:lnTo>
                    <a:pt x="1375" y="1951"/>
                  </a:lnTo>
                  <a:lnTo>
                    <a:pt x="1379" y="1954"/>
                  </a:lnTo>
                  <a:lnTo>
                    <a:pt x="1379" y="1958"/>
                  </a:lnTo>
                  <a:lnTo>
                    <a:pt x="1382" y="1961"/>
                  </a:lnTo>
                  <a:lnTo>
                    <a:pt x="1382" y="1965"/>
                  </a:lnTo>
                  <a:lnTo>
                    <a:pt x="1386" y="1969"/>
                  </a:lnTo>
                  <a:lnTo>
                    <a:pt x="1389" y="1972"/>
                  </a:lnTo>
                  <a:lnTo>
                    <a:pt x="1389" y="1976"/>
                  </a:lnTo>
                  <a:lnTo>
                    <a:pt x="1389" y="1979"/>
                  </a:lnTo>
                  <a:lnTo>
                    <a:pt x="1393" y="1983"/>
                  </a:lnTo>
                  <a:lnTo>
                    <a:pt x="1397" y="1987"/>
                  </a:lnTo>
                  <a:lnTo>
                    <a:pt x="1397" y="1990"/>
                  </a:lnTo>
                  <a:lnTo>
                    <a:pt x="1400" y="1994"/>
                  </a:lnTo>
                  <a:lnTo>
                    <a:pt x="1404" y="1997"/>
                  </a:lnTo>
                  <a:lnTo>
                    <a:pt x="1404" y="2001"/>
                  </a:lnTo>
                  <a:lnTo>
                    <a:pt x="1404" y="2005"/>
                  </a:lnTo>
                  <a:lnTo>
                    <a:pt x="1407" y="2008"/>
                  </a:lnTo>
                  <a:lnTo>
                    <a:pt x="1407" y="2012"/>
                  </a:lnTo>
                  <a:lnTo>
                    <a:pt x="1411" y="2015"/>
                  </a:lnTo>
                  <a:lnTo>
                    <a:pt x="1415" y="2019"/>
                  </a:lnTo>
                  <a:lnTo>
                    <a:pt x="1415" y="2023"/>
                  </a:lnTo>
                  <a:lnTo>
                    <a:pt x="1418" y="2026"/>
                  </a:lnTo>
                  <a:lnTo>
                    <a:pt x="1422" y="2030"/>
                  </a:lnTo>
                  <a:lnTo>
                    <a:pt x="1422" y="2033"/>
                  </a:lnTo>
                  <a:lnTo>
                    <a:pt x="1425" y="2037"/>
                  </a:lnTo>
                  <a:lnTo>
                    <a:pt x="1425" y="2041"/>
                  </a:lnTo>
                  <a:lnTo>
                    <a:pt x="1429" y="2044"/>
                  </a:lnTo>
                  <a:lnTo>
                    <a:pt x="1433" y="2048"/>
                  </a:lnTo>
                  <a:lnTo>
                    <a:pt x="1436" y="2051"/>
                  </a:lnTo>
                  <a:lnTo>
                    <a:pt x="1440" y="2055"/>
                  </a:lnTo>
                  <a:lnTo>
                    <a:pt x="1443" y="2059"/>
                  </a:lnTo>
                  <a:lnTo>
                    <a:pt x="1447" y="2062"/>
                  </a:lnTo>
                  <a:lnTo>
                    <a:pt x="1451" y="2066"/>
                  </a:lnTo>
                  <a:lnTo>
                    <a:pt x="1454" y="2066"/>
                  </a:lnTo>
                  <a:lnTo>
                    <a:pt x="1458" y="2069"/>
                  </a:lnTo>
                  <a:lnTo>
                    <a:pt x="1461" y="2069"/>
                  </a:lnTo>
                  <a:lnTo>
                    <a:pt x="1465" y="2069"/>
                  </a:lnTo>
                  <a:lnTo>
                    <a:pt x="1469" y="2069"/>
                  </a:lnTo>
                  <a:lnTo>
                    <a:pt x="1472" y="2069"/>
                  </a:lnTo>
                  <a:lnTo>
                    <a:pt x="1476" y="2066"/>
                  </a:lnTo>
                  <a:lnTo>
                    <a:pt x="1479" y="2066"/>
                  </a:lnTo>
                  <a:lnTo>
                    <a:pt x="1483" y="2062"/>
                  </a:lnTo>
                  <a:lnTo>
                    <a:pt x="1487" y="2059"/>
                  </a:lnTo>
                  <a:lnTo>
                    <a:pt x="1490" y="2055"/>
                  </a:lnTo>
                  <a:lnTo>
                    <a:pt x="1494" y="2051"/>
                  </a:lnTo>
                  <a:lnTo>
                    <a:pt x="1497" y="2048"/>
                  </a:lnTo>
                  <a:lnTo>
                    <a:pt x="1501" y="2044"/>
                  </a:lnTo>
                  <a:lnTo>
                    <a:pt x="1501" y="2041"/>
                  </a:lnTo>
                  <a:lnTo>
                    <a:pt x="1505" y="2037"/>
                  </a:lnTo>
                  <a:lnTo>
                    <a:pt x="1508" y="2033"/>
                  </a:lnTo>
                  <a:lnTo>
                    <a:pt x="1508" y="2030"/>
                  </a:lnTo>
                  <a:lnTo>
                    <a:pt x="1512" y="2026"/>
                  </a:lnTo>
                  <a:lnTo>
                    <a:pt x="1512" y="2023"/>
                  </a:lnTo>
                  <a:lnTo>
                    <a:pt x="1515" y="2019"/>
                  </a:lnTo>
                  <a:lnTo>
                    <a:pt x="1519" y="2015"/>
                  </a:lnTo>
                  <a:lnTo>
                    <a:pt x="1519" y="2012"/>
                  </a:lnTo>
                  <a:lnTo>
                    <a:pt x="1523" y="2008"/>
                  </a:lnTo>
                  <a:lnTo>
                    <a:pt x="1523" y="2005"/>
                  </a:lnTo>
                  <a:lnTo>
                    <a:pt x="1526" y="2001"/>
                  </a:lnTo>
                  <a:lnTo>
                    <a:pt x="1526" y="1997"/>
                  </a:lnTo>
                  <a:lnTo>
                    <a:pt x="1530" y="1994"/>
                  </a:lnTo>
                  <a:lnTo>
                    <a:pt x="1530" y="1990"/>
                  </a:lnTo>
                  <a:lnTo>
                    <a:pt x="1533" y="1987"/>
                  </a:lnTo>
                  <a:lnTo>
                    <a:pt x="1533" y="1983"/>
                  </a:lnTo>
                  <a:lnTo>
                    <a:pt x="1537" y="1979"/>
                  </a:lnTo>
                  <a:lnTo>
                    <a:pt x="1537" y="1976"/>
                  </a:lnTo>
                  <a:lnTo>
                    <a:pt x="1537" y="1972"/>
                  </a:lnTo>
                  <a:lnTo>
                    <a:pt x="1541" y="1969"/>
                  </a:lnTo>
                  <a:lnTo>
                    <a:pt x="1544" y="1965"/>
                  </a:lnTo>
                  <a:lnTo>
                    <a:pt x="1544" y="1961"/>
                  </a:lnTo>
                  <a:lnTo>
                    <a:pt x="1544" y="1958"/>
                  </a:lnTo>
                  <a:lnTo>
                    <a:pt x="1548" y="1954"/>
                  </a:lnTo>
                  <a:lnTo>
                    <a:pt x="1551" y="1951"/>
                  </a:lnTo>
                  <a:lnTo>
                    <a:pt x="1551" y="1947"/>
                  </a:lnTo>
                  <a:lnTo>
                    <a:pt x="1551" y="1943"/>
                  </a:lnTo>
                  <a:lnTo>
                    <a:pt x="1555" y="1940"/>
                  </a:lnTo>
                  <a:lnTo>
                    <a:pt x="1555" y="1936"/>
                  </a:lnTo>
                  <a:lnTo>
                    <a:pt x="1559" y="1933"/>
                  </a:lnTo>
                  <a:lnTo>
                    <a:pt x="1562" y="1929"/>
                  </a:lnTo>
                  <a:lnTo>
                    <a:pt x="1562" y="1925"/>
                  </a:lnTo>
                  <a:lnTo>
                    <a:pt x="1566" y="1922"/>
                  </a:lnTo>
                  <a:lnTo>
                    <a:pt x="1569" y="1918"/>
                  </a:lnTo>
                  <a:lnTo>
                    <a:pt x="1569" y="1915"/>
                  </a:lnTo>
                  <a:lnTo>
                    <a:pt x="1573" y="1911"/>
                  </a:lnTo>
                  <a:lnTo>
                    <a:pt x="1577" y="1907"/>
                  </a:lnTo>
                  <a:lnTo>
                    <a:pt x="1577" y="1904"/>
                  </a:lnTo>
                  <a:lnTo>
                    <a:pt x="1580" y="1900"/>
                  </a:lnTo>
                  <a:lnTo>
                    <a:pt x="1584" y="1897"/>
                  </a:lnTo>
                  <a:lnTo>
                    <a:pt x="1587" y="1893"/>
                  </a:lnTo>
                  <a:lnTo>
                    <a:pt x="1591" y="1889"/>
                  </a:lnTo>
                  <a:lnTo>
                    <a:pt x="1595" y="1886"/>
                  </a:lnTo>
                  <a:lnTo>
                    <a:pt x="1598" y="1886"/>
                  </a:lnTo>
                  <a:lnTo>
                    <a:pt x="1602" y="1886"/>
                  </a:lnTo>
                  <a:lnTo>
                    <a:pt x="1605" y="1886"/>
                  </a:lnTo>
                  <a:lnTo>
                    <a:pt x="1609" y="1886"/>
                  </a:lnTo>
                  <a:lnTo>
                    <a:pt x="1613" y="1886"/>
                  </a:lnTo>
                  <a:lnTo>
                    <a:pt x="1616" y="1889"/>
                  </a:lnTo>
                  <a:lnTo>
                    <a:pt x="1620" y="1889"/>
                  </a:lnTo>
                  <a:lnTo>
                    <a:pt x="1623" y="1893"/>
                  </a:lnTo>
                  <a:lnTo>
                    <a:pt x="1627" y="1897"/>
                  </a:lnTo>
                  <a:lnTo>
                    <a:pt x="1631" y="1900"/>
                  </a:lnTo>
                  <a:lnTo>
                    <a:pt x="1634" y="1904"/>
                  </a:lnTo>
                  <a:lnTo>
                    <a:pt x="1638" y="1907"/>
                  </a:lnTo>
                  <a:lnTo>
                    <a:pt x="1638" y="1911"/>
                  </a:lnTo>
                  <a:lnTo>
                    <a:pt x="1641" y="1915"/>
                  </a:lnTo>
                  <a:lnTo>
                    <a:pt x="1641" y="1918"/>
                  </a:lnTo>
                  <a:lnTo>
                    <a:pt x="1645" y="1922"/>
                  </a:lnTo>
                  <a:lnTo>
                    <a:pt x="1645" y="1925"/>
                  </a:lnTo>
                  <a:lnTo>
                    <a:pt x="1649" y="1929"/>
                  </a:lnTo>
                  <a:lnTo>
                    <a:pt x="1649" y="1933"/>
                  </a:lnTo>
                  <a:lnTo>
                    <a:pt x="1652" y="1936"/>
                  </a:lnTo>
                  <a:lnTo>
                    <a:pt x="1652" y="1940"/>
                  </a:lnTo>
                  <a:lnTo>
                    <a:pt x="1656" y="1943"/>
                  </a:lnTo>
                  <a:lnTo>
                    <a:pt x="1656" y="1947"/>
                  </a:lnTo>
                  <a:lnTo>
                    <a:pt x="1659" y="1951"/>
                  </a:lnTo>
                  <a:lnTo>
                    <a:pt x="1659" y="1954"/>
                  </a:lnTo>
                  <a:lnTo>
                    <a:pt x="1663" y="1958"/>
                  </a:lnTo>
                  <a:lnTo>
                    <a:pt x="1663" y="1961"/>
                  </a:lnTo>
                  <a:lnTo>
                    <a:pt x="1663" y="1965"/>
                  </a:lnTo>
                  <a:lnTo>
                    <a:pt x="1667" y="1969"/>
                  </a:lnTo>
                  <a:lnTo>
                    <a:pt x="1667" y="1972"/>
                  </a:lnTo>
                  <a:lnTo>
                    <a:pt x="1670" y="1976"/>
                  </a:lnTo>
                  <a:lnTo>
                    <a:pt x="1670" y="1979"/>
                  </a:lnTo>
                  <a:lnTo>
                    <a:pt x="1674" y="1983"/>
                  </a:lnTo>
                  <a:lnTo>
                    <a:pt x="1674" y="1987"/>
                  </a:lnTo>
                  <a:lnTo>
                    <a:pt x="1674" y="1990"/>
                  </a:lnTo>
                  <a:lnTo>
                    <a:pt x="1677" y="1994"/>
                  </a:lnTo>
                  <a:lnTo>
                    <a:pt x="1677" y="1997"/>
                  </a:lnTo>
                  <a:lnTo>
                    <a:pt x="1681" y="2001"/>
                  </a:lnTo>
                  <a:lnTo>
                    <a:pt x="1681" y="2005"/>
                  </a:lnTo>
                  <a:lnTo>
                    <a:pt x="1681" y="2008"/>
                  </a:lnTo>
                  <a:lnTo>
                    <a:pt x="1685" y="2012"/>
                  </a:lnTo>
                  <a:lnTo>
                    <a:pt x="1685" y="2015"/>
                  </a:lnTo>
                  <a:lnTo>
                    <a:pt x="1685" y="2019"/>
                  </a:lnTo>
                  <a:lnTo>
                    <a:pt x="1688" y="2023"/>
                  </a:lnTo>
                  <a:lnTo>
                    <a:pt x="1692" y="2026"/>
                  </a:lnTo>
                  <a:lnTo>
                    <a:pt x="1692" y="2030"/>
                  </a:lnTo>
                  <a:lnTo>
                    <a:pt x="1692" y="2033"/>
                  </a:lnTo>
                  <a:lnTo>
                    <a:pt x="1695" y="2037"/>
                  </a:lnTo>
                  <a:lnTo>
                    <a:pt x="1695" y="2041"/>
                  </a:lnTo>
                  <a:lnTo>
                    <a:pt x="1699" y="2044"/>
                  </a:lnTo>
                  <a:lnTo>
                    <a:pt x="1699" y="2048"/>
                  </a:lnTo>
                  <a:lnTo>
                    <a:pt x="1703" y="2051"/>
                  </a:lnTo>
                  <a:lnTo>
                    <a:pt x="1703" y="2055"/>
                  </a:lnTo>
                  <a:lnTo>
                    <a:pt x="1706" y="2059"/>
                  </a:lnTo>
                  <a:lnTo>
                    <a:pt x="1706" y="2062"/>
                  </a:lnTo>
                  <a:lnTo>
                    <a:pt x="1710" y="2066"/>
                  </a:lnTo>
                  <a:lnTo>
                    <a:pt x="1710" y="2069"/>
                  </a:lnTo>
                  <a:lnTo>
                    <a:pt x="1713" y="2073"/>
                  </a:lnTo>
                  <a:lnTo>
                    <a:pt x="1717" y="2077"/>
                  </a:lnTo>
                  <a:lnTo>
                    <a:pt x="1717" y="2080"/>
                  </a:lnTo>
                  <a:lnTo>
                    <a:pt x="1721" y="2084"/>
                  </a:lnTo>
                  <a:lnTo>
                    <a:pt x="1724" y="2087"/>
                  </a:lnTo>
                  <a:lnTo>
                    <a:pt x="1728" y="2091"/>
                  </a:lnTo>
                  <a:lnTo>
                    <a:pt x="1731" y="2095"/>
                  </a:lnTo>
                  <a:lnTo>
                    <a:pt x="1735" y="2098"/>
                  </a:lnTo>
                  <a:lnTo>
                    <a:pt x="1739" y="2102"/>
                  </a:lnTo>
                  <a:lnTo>
                    <a:pt x="1742" y="2102"/>
                  </a:lnTo>
                  <a:lnTo>
                    <a:pt x="1746" y="2102"/>
                  </a:lnTo>
                  <a:lnTo>
                    <a:pt x="1749" y="2102"/>
                  </a:lnTo>
                  <a:lnTo>
                    <a:pt x="1753" y="2098"/>
                  </a:lnTo>
                  <a:lnTo>
                    <a:pt x="1757" y="2095"/>
                  </a:lnTo>
                  <a:lnTo>
                    <a:pt x="1760" y="2091"/>
                  </a:lnTo>
                  <a:lnTo>
                    <a:pt x="1764" y="2091"/>
                  </a:lnTo>
                  <a:lnTo>
                    <a:pt x="1767" y="2087"/>
                  </a:lnTo>
                  <a:lnTo>
                    <a:pt x="1771" y="2084"/>
                  </a:lnTo>
                  <a:lnTo>
                    <a:pt x="1771" y="2080"/>
                  </a:lnTo>
                  <a:lnTo>
                    <a:pt x="1775" y="2077"/>
                  </a:lnTo>
                  <a:lnTo>
                    <a:pt x="1775" y="2073"/>
                  </a:lnTo>
                  <a:lnTo>
                    <a:pt x="1778" y="2069"/>
                  </a:lnTo>
                  <a:lnTo>
                    <a:pt x="1778" y="2066"/>
                  </a:lnTo>
                  <a:lnTo>
                    <a:pt x="1782" y="2062"/>
                  </a:lnTo>
                  <a:lnTo>
                    <a:pt x="1782" y="2059"/>
                  </a:lnTo>
                  <a:lnTo>
                    <a:pt x="1785" y="2055"/>
                  </a:lnTo>
                  <a:lnTo>
                    <a:pt x="1785" y="2051"/>
                  </a:lnTo>
                  <a:lnTo>
                    <a:pt x="1789" y="2048"/>
                  </a:lnTo>
                  <a:lnTo>
                    <a:pt x="1789" y="2044"/>
                  </a:lnTo>
                  <a:lnTo>
                    <a:pt x="1793" y="2041"/>
                  </a:lnTo>
                  <a:lnTo>
                    <a:pt x="1793" y="2037"/>
                  </a:lnTo>
                  <a:lnTo>
                    <a:pt x="1793" y="2033"/>
                  </a:lnTo>
                  <a:lnTo>
                    <a:pt x="1796" y="2030"/>
                  </a:lnTo>
                  <a:lnTo>
                    <a:pt x="1796" y="2026"/>
                  </a:lnTo>
                  <a:lnTo>
                    <a:pt x="1796" y="2023"/>
                  </a:lnTo>
                  <a:lnTo>
                    <a:pt x="1800" y="2019"/>
                  </a:lnTo>
                  <a:lnTo>
                    <a:pt x="1800" y="2015"/>
                  </a:lnTo>
                  <a:lnTo>
                    <a:pt x="1803" y="2012"/>
                  </a:lnTo>
                  <a:lnTo>
                    <a:pt x="1803" y="2008"/>
                  </a:lnTo>
                  <a:lnTo>
                    <a:pt x="1803" y="2005"/>
                  </a:lnTo>
                  <a:lnTo>
                    <a:pt x="1807" y="2001"/>
                  </a:lnTo>
                  <a:lnTo>
                    <a:pt x="1807" y="1997"/>
                  </a:lnTo>
                  <a:lnTo>
                    <a:pt x="1811" y="1990"/>
                  </a:lnTo>
                  <a:lnTo>
                    <a:pt x="1811" y="1987"/>
                  </a:lnTo>
                  <a:lnTo>
                    <a:pt x="1811" y="1983"/>
                  </a:lnTo>
                  <a:lnTo>
                    <a:pt x="1814" y="1979"/>
                  </a:lnTo>
                  <a:lnTo>
                    <a:pt x="1814" y="1976"/>
                  </a:lnTo>
                  <a:lnTo>
                    <a:pt x="1818" y="1972"/>
                  </a:lnTo>
                  <a:lnTo>
                    <a:pt x="1818" y="1969"/>
                  </a:lnTo>
                  <a:lnTo>
                    <a:pt x="1818" y="1965"/>
                  </a:lnTo>
                  <a:lnTo>
                    <a:pt x="1821" y="1958"/>
                  </a:lnTo>
                  <a:lnTo>
                    <a:pt x="1821" y="1954"/>
                  </a:lnTo>
                  <a:lnTo>
                    <a:pt x="1821" y="1951"/>
                  </a:lnTo>
                  <a:lnTo>
                    <a:pt x="1825" y="1947"/>
                  </a:lnTo>
                  <a:lnTo>
                    <a:pt x="1825" y="1943"/>
                  </a:lnTo>
                  <a:lnTo>
                    <a:pt x="1829" y="1940"/>
                  </a:lnTo>
                  <a:lnTo>
                    <a:pt x="1829" y="1936"/>
                  </a:lnTo>
                  <a:lnTo>
                    <a:pt x="1829" y="1933"/>
                  </a:lnTo>
                  <a:lnTo>
                    <a:pt x="1832" y="1929"/>
                  </a:lnTo>
                  <a:lnTo>
                    <a:pt x="1832" y="1925"/>
                  </a:lnTo>
                  <a:lnTo>
                    <a:pt x="1836" y="1918"/>
                  </a:lnTo>
                  <a:lnTo>
                    <a:pt x="1836" y="1915"/>
                  </a:lnTo>
                  <a:lnTo>
                    <a:pt x="1836" y="1911"/>
                  </a:lnTo>
                  <a:lnTo>
                    <a:pt x="1839" y="1907"/>
                  </a:lnTo>
                  <a:lnTo>
                    <a:pt x="1839" y="1904"/>
                  </a:lnTo>
                  <a:lnTo>
                    <a:pt x="1839" y="1900"/>
                  </a:lnTo>
                  <a:lnTo>
                    <a:pt x="1843" y="1897"/>
                  </a:lnTo>
                  <a:lnTo>
                    <a:pt x="1847" y="1893"/>
                  </a:lnTo>
                  <a:lnTo>
                    <a:pt x="1847" y="1889"/>
                  </a:lnTo>
                  <a:lnTo>
                    <a:pt x="1847" y="1886"/>
                  </a:lnTo>
                  <a:lnTo>
                    <a:pt x="1850" y="1882"/>
                  </a:lnTo>
                  <a:lnTo>
                    <a:pt x="1850" y="1879"/>
                  </a:lnTo>
                  <a:lnTo>
                    <a:pt x="1854" y="1875"/>
                  </a:lnTo>
                  <a:lnTo>
                    <a:pt x="1854" y="1871"/>
                  </a:lnTo>
                  <a:lnTo>
                    <a:pt x="1857" y="1868"/>
                  </a:lnTo>
                  <a:lnTo>
                    <a:pt x="1861" y="1864"/>
                  </a:lnTo>
                  <a:lnTo>
                    <a:pt x="1861" y="1861"/>
                  </a:lnTo>
                  <a:lnTo>
                    <a:pt x="1865" y="1857"/>
                  </a:lnTo>
                  <a:lnTo>
                    <a:pt x="1865" y="1853"/>
                  </a:lnTo>
                  <a:lnTo>
                    <a:pt x="1868" y="1850"/>
                  </a:lnTo>
                  <a:lnTo>
                    <a:pt x="1872" y="1846"/>
                  </a:lnTo>
                  <a:lnTo>
                    <a:pt x="1875" y="1843"/>
                  </a:lnTo>
                  <a:lnTo>
                    <a:pt x="1879" y="1843"/>
                  </a:lnTo>
                  <a:lnTo>
                    <a:pt x="1883" y="1839"/>
                  </a:lnTo>
                  <a:lnTo>
                    <a:pt x="1886" y="1839"/>
                  </a:lnTo>
                  <a:lnTo>
                    <a:pt x="1890" y="1843"/>
                  </a:lnTo>
                  <a:lnTo>
                    <a:pt x="1893" y="1843"/>
                  </a:lnTo>
                  <a:lnTo>
                    <a:pt x="1897" y="1846"/>
                  </a:lnTo>
                  <a:lnTo>
                    <a:pt x="1901" y="1850"/>
                  </a:lnTo>
                  <a:lnTo>
                    <a:pt x="1904" y="1853"/>
                  </a:lnTo>
                  <a:lnTo>
                    <a:pt x="1908" y="1857"/>
                  </a:lnTo>
                  <a:lnTo>
                    <a:pt x="1908" y="1861"/>
                  </a:lnTo>
                  <a:lnTo>
                    <a:pt x="1911" y="1864"/>
                  </a:lnTo>
                  <a:lnTo>
                    <a:pt x="1911" y="1868"/>
                  </a:lnTo>
                  <a:lnTo>
                    <a:pt x="1915" y="1871"/>
                  </a:lnTo>
                  <a:lnTo>
                    <a:pt x="1915" y="1875"/>
                  </a:lnTo>
                  <a:lnTo>
                    <a:pt x="1919" y="1879"/>
                  </a:lnTo>
                  <a:lnTo>
                    <a:pt x="1919" y="1882"/>
                  </a:lnTo>
                  <a:lnTo>
                    <a:pt x="1922" y="1886"/>
                  </a:lnTo>
                  <a:lnTo>
                    <a:pt x="1922" y="1889"/>
                  </a:lnTo>
                  <a:lnTo>
                    <a:pt x="1922" y="1893"/>
                  </a:lnTo>
                  <a:lnTo>
                    <a:pt x="1926" y="1897"/>
                  </a:lnTo>
                  <a:lnTo>
                    <a:pt x="1926" y="1900"/>
                  </a:lnTo>
                  <a:lnTo>
                    <a:pt x="1926" y="1904"/>
                  </a:lnTo>
                  <a:lnTo>
                    <a:pt x="1929" y="1911"/>
                  </a:lnTo>
                  <a:lnTo>
                    <a:pt x="1929" y="1915"/>
                  </a:lnTo>
                  <a:lnTo>
                    <a:pt x="1933" y="1918"/>
                  </a:lnTo>
                  <a:lnTo>
                    <a:pt x="1933" y="1922"/>
                  </a:lnTo>
                  <a:lnTo>
                    <a:pt x="1933" y="1925"/>
                  </a:lnTo>
                  <a:lnTo>
                    <a:pt x="1937" y="1933"/>
                  </a:lnTo>
                  <a:lnTo>
                    <a:pt x="1937" y="1936"/>
                  </a:lnTo>
                  <a:lnTo>
                    <a:pt x="1940" y="1940"/>
                  </a:lnTo>
                  <a:lnTo>
                    <a:pt x="1940" y="1943"/>
                  </a:lnTo>
                  <a:lnTo>
                    <a:pt x="1940" y="1951"/>
                  </a:lnTo>
                  <a:lnTo>
                    <a:pt x="1944" y="1954"/>
                  </a:lnTo>
                  <a:lnTo>
                    <a:pt x="1944" y="1958"/>
                  </a:lnTo>
                  <a:lnTo>
                    <a:pt x="1947" y="1965"/>
                  </a:lnTo>
                  <a:lnTo>
                    <a:pt x="1947" y="1969"/>
                  </a:lnTo>
                  <a:lnTo>
                    <a:pt x="1947" y="1972"/>
                  </a:lnTo>
                  <a:lnTo>
                    <a:pt x="1951" y="1979"/>
                  </a:lnTo>
                  <a:lnTo>
                    <a:pt x="1951" y="1983"/>
                  </a:lnTo>
                  <a:lnTo>
                    <a:pt x="1951" y="1990"/>
                  </a:lnTo>
                  <a:lnTo>
                    <a:pt x="1955" y="1994"/>
                  </a:lnTo>
                  <a:lnTo>
                    <a:pt x="1955" y="1997"/>
                  </a:lnTo>
                  <a:lnTo>
                    <a:pt x="1958" y="2005"/>
                  </a:lnTo>
                  <a:lnTo>
                    <a:pt x="1958" y="2008"/>
                  </a:lnTo>
                  <a:lnTo>
                    <a:pt x="1958" y="2015"/>
                  </a:lnTo>
                  <a:lnTo>
                    <a:pt x="1962" y="2019"/>
                  </a:lnTo>
                  <a:lnTo>
                    <a:pt x="1962" y="2026"/>
                  </a:lnTo>
                  <a:lnTo>
                    <a:pt x="1965" y="2030"/>
                  </a:lnTo>
                  <a:lnTo>
                    <a:pt x="1965" y="2033"/>
                  </a:lnTo>
                  <a:lnTo>
                    <a:pt x="1965" y="2041"/>
                  </a:lnTo>
                  <a:lnTo>
                    <a:pt x="1969" y="2044"/>
                  </a:lnTo>
                  <a:lnTo>
                    <a:pt x="1969" y="2051"/>
                  </a:lnTo>
                  <a:lnTo>
                    <a:pt x="1969" y="2055"/>
                  </a:lnTo>
                  <a:lnTo>
                    <a:pt x="1973" y="2059"/>
                  </a:lnTo>
                  <a:lnTo>
                    <a:pt x="1973" y="2066"/>
                  </a:lnTo>
                  <a:lnTo>
                    <a:pt x="1976" y="2069"/>
                  </a:lnTo>
                  <a:lnTo>
                    <a:pt x="1976" y="2073"/>
                  </a:lnTo>
                  <a:lnTo>
                    <a:pt x="1976" y="2080"/>
                  </a:lnTo>
                  <a:lnTo>
                    <a:pt x="1980" y="2084"/>
                  </a:lnTo>
                  <a:lnTo>
                    <a:pt x="1980" y="2087"/>
                  </a:lnTo>
                  <a:lnTo>
                    <a:pt x="1983" y="2091"/>
                  </a:lnTo>
                  <a:lnTo>
                    <a:pt x="1983" y="2098"/>
                  </a:lnTo>
                  <a:lnTo>
                    <a:pt x="1983" y="2102"/>
                  </a:lnTo>
                  <a:lnTo>
                    <a:pt x="1987" y="2105"/>
                  </a:lnTo>
                  <a:lnTo>
                    <a:pt x="1987" y="2109"/>
                  </a:lnTo>
                  <a:lnTo>
                    <a:pt x="1991" y="2113"/>
                  </a:lnTo>
                  <a:lnTo>
                    <a:pt x="1991" y="2116"/>
                  </a:lnTo>
                  <a:lnTo>
                    <a:pt x="1991" y="2120"/>
                  </a:lnTo>
                  <a:lnTo>
                    <a:pt x="1994" y="2123"/>
                  </a:lnTo>
                  <a:lnTo>
                    <a:pt x="1994" y="2127"/>
                  </a:lnTo>
                  <a:lnTo>
                    <a:pt x="1994" y="2131"/>
                  </a:lnTo>
                  <a:lnTo>
                    <a:pt x="1998" y="2134"/>
                  </a:lnTo>
                  <a:lnTo>
                    <a:pt x="1998" y="2138"/>
                  </a:lnTo>
                  <a:lnTo>
                    <a:pt x="2001" y="2141"/>
                  </a:lnTo>
                  <a:lnTo>
                    <a:pt x="2001" y="2145"/>
                  </a:lnTo>
                  <a:lnTo>
                    <a:pt x="2005" y="2149"/>
                  </a:lnTo>
                  <a:lnTo>
                    <a:pt x="2009" y="2152"/>
                  </a:lnTo>
                  <a:lnTo>
                    <a:pt x="2009" y="2156"/>
                  </a:lnTo>
                  <a:lnTo>
                    <a:pt x="2012" y="2159"/>
                  </a:lnTo>
                  <a:lnTo>
                    <a:pt x="2016" y="2163"/>
                  </a:lnTo>
                  <a:lnTo>
                    <a:pt x="2019" y="2167"/>
                  </a:lnTo>
                  <a:lnTo>
                    <a:pt x="2023" y="2170"/>
                  </a:lnTo>
                  <a:lnTo>
                    <a:pt x="2027" y="2167"/>
                  </a:lnTo>
                  <a:lnTo>
                    <a:pt x="2030" y="2167"/>
                  </a:lnTo>
                  <a:lnTo>
                    <a:pt x="2034" y="2163"/>
                  </a:lnTo>
                  <a:lnTo>
                    <a:pt x="2037" y="2159"/>
                  </a:lnTo>
                  <a:lnTo>
                    <a:pt x="2041" y="2156"/>
                  </a:lnTo>
                  <a:lnTo>
                    <a:pt x="2045" y="2152"/>
                  </a:lnTo>
                  <a:lnTo>
                    <a:pt x="2045" y="2149"/>
                  </a:lnTo>
                  <a:lnTo>
                    <a:pt x="2048" y="2145"/>
                  </a:lnTo>
                  <a:lnTo>
                    <a:pt x="2048" y="2141"/>
                  </a:lnTo>
                  <a:lnTo>
                    <a:pt x="2052" y="2138"/>
                  </a:lnTo>
                  <a:lnTo>
                    <a:pt x="2052" y="2134"/>
                  </a:lnTo>
                  <a:lnTo>
                    <a:pt x="2052" y="2131"/>
                  </a:lnTo>
                  <a:lnTo>
                    <a:pt x="2055" y="2127"/>
                  </a:lnTo>
                  <a:lnTo>
                    <a:pt x="2055" y="2123"/>
                  </a:lnTo>
                  <a:lnTo>
                    <a:pt x="2055" y="2120"/>
                  </a:lnTo>
                  <a:lnTo>
                    <a:pt x="2059" y="2116"/>
                  </a:lnTo>
                  <a:lnTo>
                    <a:pt x="2059" y="2113"/>
                  </a:lnTo>
                  <a:lnTo>
                    <a:pt x="2063" y="2105"/>
                  </a:lnTo>
                  <a:lnTo>
                    <a:pt x="2063" y="2102"/>
                  </a:lnTo>
                  <a:lnTo>
                    <a:pt x="2063" y="2098"/>
                  </a:lnTo>
                  <a:lnTo>
                    <a:pt x="2066" y="2091"/>
                  </a:lnTo>
                  <a:lnTo>
                    <a:pt x="2066" y="2087"/>
                  </a:lnTo>
                  <a:lnTo>
                    <a:pt x="2070" y="2084"/>
                  </a:lnTo>
                  <a:lnTo>
                    <a:pt x="2070" y="2077"/>
                  </a:lnTo>
                  <a:lnTo>
                    <a:pt x="2070" y="2073"/>
                  </a:lnTo>
                  <a:lnTo>
                    <a:pt x="2073" y="2066"/>
                  </a:lnTo>
                  <a:lnTo>
                    <a:pt x="2073" y="2059"/>
                  </a:lnTo>
                  <a:lnTo>
                    <a:pt x="2077" y="2055"/>
                  </a:lnTo>
                  <a:lnTo>
                    <a:pt x="2077" y="2048"/>
                  </a:lnTo>
                  <a:lnTo>
                    <a:pt x="2077" y="2041"/>
                  </a:lnTo>
                  <a:lnTo>
                    <a:pt x="2081" y="2037"/>
                  </a:lnTo>
                  <a:lnTo>
                    <a:pt x="2081" y="2030"/>
                  </a:lnTo>
                  <a:lnTo>
                    <a:pt x="2081" y="2023"/>
                  </a:lnTo>
                  <a:lnTo>
                    <a:pt x="2084" y="2015"/>
                  </a:lnTo>
                  <a:lnTo>
                    <a:pt x="2084" y="2012"/>
                  </a:lnTo>
                  <a:lnTo>
                    <a:pt x="2088" y="2005"/>
                  </a:lnTo>
                  <a:lnTo>
                    <a:pt x="2088" y="1997"/>
                  </a:lnTo>
                  <a:lnTo>
                    <a:pt x="2088" y="1990"/>
                  </a:lnTo>
                  <a:lnTo>
                    <a:pt x="2091" y="1983"/>
                  </a:lnTo>
                  <a:lnTo>
                    <a:pt x="2091" y="1976"/>
                  </a:lnTo>
                  <a:lnTo>
                    <a:pt x="2095" y="1969"/>
                  </a:lnTo>
                  <a:lnTo>
                    <a:pt x="2095" y="1965"/>
                  </a:lnTo>
                  <a:lnTo>
                    <a:pt x="2095" y="1958"/>
                  </a:lnTo>
                  <a:lnTo>
                    <a:pt x="2099" y="1951"/>
                  </a:lnTo>
                  <a:lnTo>
                    <a:pt x="2099" y="1943"/>
                  </a:lnTo>
                  <a:lnTo>
                    <a:pt x="2099" y="1936"/>
                  </a:lnTo>
                  <a:lnTo>
                    <a:pt x="2102" y="1929"/>
                  </a:lnTo>
                  <a:lnTo>
                    <a:pt x="2102" y="1922"/>
                  </a:lnTo>
                  <a:lnTo>
                    <a:pt x="2106" y="1915"/>
                  </a:lnTo>
                  <a:lnTo>
                    <a:pt x="2106" y="1907"/>
                  </a:lnTo>
                  <a:lnTo>
                    <a:pt x="2106" y="1900"/>
                  </a:lnTo>
                  <a:lnTo>
                    <a:pt x="2109" y="1897"/>
                  </a:lnTo>
                  <a:lnTo>
                    <a:pt x="2109" y="1889"/>
                  </a:lnTo>
                  <a:lnTo>
                    <a:pt x="2113" y="1882"/>
                  </a:lnTo>
                  <a:lnTo>
                    <a:pt x="2113" y="1875"/>
                  </a:lnTo>
                  <a:lnTo>
                    <a:pt x="2113" y="1868"/>
                  </a:lnTo>
                  <a:lnTo>
                    <a:pt x="2117" y="1861"/>
                  </a:lnTo>
                  <a:lnTo>
                    <a:pt x="2117" y="1853"/>
                  </a:lnTo>
                  <a:lnTo>
                    <a:pt x="2120" y="1850"/>
                  </a:lnTo>
                  <a:lnTo>
                    <a:pt x="2120" y="1843"/>
                  </a:lnTo>
                  <a:lnTo>
                    <a:pt x="2120" y="1835"/>
                  </a:lnTo>
                  <a:lnTo>
                    <a:pt x="2124" y="1832"/>
                  </a:lnTo>
                  <a:lnTo>
                    <a:pt x="2124" y="1825"/>
                  </a:lnTo>
                  <a:lnTo>
                    <a:pt x="2124" y="1817"/>
                  </a:lnTo>
                  <a:lnTo>
                    <a:pt x="2127" y="1814"/>
                  </a:lnTo>
                  <a:lnTo>
                    <a:pt x="2127" y="1807"/>
                  </a:lnTo>
                  <a:lnTo>
                    <a:pt x="2131" y="1803"/>
                  </a:lnTo>
                  <a:lnTo>
                    <a:pt x="2131" y="1796"/>
                  </a:lnTo>
                  <a:lnTo>
                    <a:pt x="2131" y="1792"/>
                  </a:lnTo>
                  <a:lnTo>
                    <a:pt x="2135" y="1785"/>
                  </a:lnTo>
                  <a:lnTo>
                    <a:pt x="2135" y="1781"/>
                  </a:lnTo>
                  <a:lnTo>
                    <a:pt x="2138" y="1778"/>
                  </a:lnTo>
                  <a:lnTo>
                    <a:pt x="2138" y="1771"/>
                  </a:lnTo>
                  <a:lnTo>
                    <a:pt x="2138" y="1767"/>
                  </a:lnTo>
                  <a:lnTo>
                    <a:pt x="2142" y="1763"/>
                  </a:lnTo>
                  <a:lnTo>
                    <a:pt x="2142" y="1760"/>
                  </a:lnTo>
                  <a:lnTo>
                    <a:pt x="2142" y="1756"/>
                  </a:lnTo>
                  <a:lnTo>
                    <a:pt x="2145" y="1753"/>
                  </a:lnTo>
                  <a:lnTo>
                    <a:pt x="2145" y="1749"/>
                  </a:lnTo>
                  <a:lnTo>
                    <a:pt x="2149" y="1745"/>
                  </a:lnTo>
                  <a:lnTo>
                    <a:pt x="2149" y="1742"/>
                  </a:lnTo>
                  <a:lnTo>
                    <a:pt x="2153" y="1738"/>
                  </a:lnTo>
                  <a:lnTo>
                    <a:pt x="2153" y="1735"/>
                  </a:lnTo>
                  <a:lnTo>
                    <a:pt x="2156" y="1731"/>
                  </a:lnTo>
                  <a:lnTo>
                    <a:pt x="2160" y="1727"/>
                  </a:lnTo>
                  <a:lnTo>
                    <a:pt x="2163" y="1724"/>
                  </a:lnTo>
                  <a:lnTo>
                    <a:pt x="2167" y="1724"/>
                  </a:lnTo>
                  <a:lnTo>
                    <a:pt x="2171" y="1727"/>
                  </a:lnTo>
                  <a:lnTo>
                    <a:pt x="2174" y="1731"/>
                  </a:lnTo>
                  <a:lnTo>
                    <a:pt x="2178" y="1735"/>
                  </a:lnTo>
                  <a:lnTo>
                    <a:pt x="2181" y="1738"/>
                  </a:lnTo>
                  <a:lnTo>
                    <a:pt x="2181" y="1742"/>
                  </a:lnTo>
                  <a:lnTo>
                    <a:pt x="2185" y="1745"/>
                  </a:lnTo>
                  <a:lnTo>
                    <a:pt x="2185" y="1749"/>
                  </a:lnTo>
                  <a:lnTo>
                    <a:pt x="2185" y="1753"/>
                  </a:lnTo>
                  <a:lnTo>
                    <a:pt x="2189" y="1756"/>
                  </a:lnTo>
                  <a:lnTo>
                    <a:pt x="2189" y="1763"/>
                  </a:lnTo>
                  <a:lnTo>
                    <a:pt x="2192" y="1767"/>
                  </a:lnTo>
                  <a:lnTo>
                    <a:pt x="2192" y="1771"/>
                  </a:lnTo>
                  <a:lnTo>
                    <a:pt x="2192" y="1778"/>
                  </a:lnTo>
                  <a:lnTo>
                    <a:pt x="2196" y="1781"/>
                  </a:lnTo>
                  <a:lnTo>
                    <a:pt x="2196" y="1789"/>
                  </a:lnTo>
                  <a:lnTo>
                    <a:pt x="2199" y="1792"/>
                  </a:lnTo>
                  <a:lnTo>
                    <a:pt x="2199" y="1799"/>
                  </a:lnTo>
                  <a:lnTo>
                    <a:pt x="2199" y="1807"/>
                  </a:lnTo>
                  <a:lnTo>
                    <a:pt x="2203" y="1810"/>
                  </a:lnTo>
                  <a:lnTo>
                    <a:pt x="2203" y="1817"/>
                  </a:lnTo>
                  <a:lnTo>
                    <a:pt x="2207" y="1825"/>
                  </a:lnTo>
                  <a:lnTo>
                    <a:pt x="2207" y="1832"/>
                  </a:lnTo>
                  <a:lnTo>
                    <a:pt x="2207" y="1839"/>
                  </a:lnTo>
                  <a:lnTo>
                    <a:pt x="2210" y="1846"/>
                  </a:lnTo>
                  <a:lnTo>
                    <a:pt x="2210" y="1857"/>
                  </a:lnTo>
                  <a:lnTo>
                    <a:pt x="2210" y="1864"/>
                  </a:lnTo>
                  <a:lnTo>
                    <a:pt x="2214" y="1871"/>
                  </a:lnTo>
                  <a:lnTo>
                    <a:pt x="2214" y="1882"/>
                  </a:lnTo>
                  <a:lnTo>
                    <a:pt x="2217" y="1889"/>
                  </a:lnTo>
                  <a:lnTo>
                    <a:pt x="2217" y="1897"/>
                  </a:lnTo>
                  <a:lnTo>
                    <a:pt x="2217" y="1907"/>
                  </a:lnTo>
                  <a:lnTo>
                    <a:pt x="2221" y="1915"/>
                  </a:lnTo>
                  <a:lnTo>
                    <a:pt x="2221" y="1925"/>
                  </a:lnTo>
                  <a:lnTo>
                    <a:pt x="2225" y="1936"/>
                  </a:lnTo>
                  <a:lnTo>
                    <a:pt x="2225" y="1943"/>
                  </a:lnTo>
                  <a:lnTo>
                    <a:pt x="2225" y="1954"/>
                  </a:lnTo>
                  <a:lnTo>
                    <a:pt x="2228" y="1965"/>
                  </a:lnTo>
                  <a:lnTo>
                    <a:pt x="2228" y="1972"/>
                  </a:lnTo>
                  <a:lnTo>
                    <a:pt x="2232" y="1983"/>
                  </a:lnTo>
                  <a:lnTo>
                    <a:pt x="2232" y="1994"/>
                  </a:lnTo>
                  <a:lnTo>
                    <a:pt x="2232" y="2005"/>
                  </a:lnTo>
                  <a:lnTo>
                    <a:pt x="2235" y="2015"/>
                  </a:lnTo>
                  <a:lnTo>
                    <a:pt x="2235" y="2026"/>
                  </a:lnTo>
                  <a:lnTo>
                    <a:pt x="2235" y="2037"/>
                  </a:lnTo>
                  <a:lnTo>
                    <a:pt x="2239" y="2048"/>
                  </a:lnTo>
                  <a:lnTo>
                    <a:pt x="2239" y="2055"/>
                  </a:lnTo>
                  <a:lnTo>
                    <a:pt x="2243" y="2066"/>
                  </a:lnTo>
                  <a:lnTo>
                    <a:pt x="2243" y="2077"/>
                  </a:lnTo>
                  <a:lnTo>
                    <a:pt x="2243" y="2087"/>
                  </a:lnTo>
                  <a:lnTo>
                    <a:pt x="2246" y="2098"/>
                  </a:lnTo>
                  <a:lnTo>
                    <a:pt x="2246" y="2109"/>
                  </a:lnTo>
                  <a:lnTo>
                    <a:pt x="2250" y="2120"/>
                  </a:lnTo>
                  <a:lnTo>
                    <a:pt x="2250" y="2131"/>
                  </a:lnTo>
                  <a:lnTo>
                    <a:pt x="2250" y="2141"/>
                  </a:lnTo>
                  <a:lnTo>
                    <a:pt x="2253" y="2152"/>
                  </a:lnTo>
                  <a:lnTo>
                    <a:pt x="2253" y="2163"/>
                  </a:lnTo>
                  <a:lnTo>
                    <a:pt x="2253" y="2174"/>
                  </a:lnTo>
                  <a:lnTo>
                    <a:pt x="2257" y="2185"/>
                  </a:lnTo>
                  <a:lnTo>
                    <a:pt x="2257" y="2195"/>
                  </a:lnTo>
                  <a:lnTo>
                    <a:pt x="2261" y="2203"/>
                  </a:lnTo>
                  <a:lnTo>
                    <a:pt x="2261" y="2213"/>
                  </a:lnTo>
                  <a:lnTo>
                    <a:pt x="2261" y="2224"/>
                  </a:lnTo>
                  <a:lnTo>
                    <a:pt x="2264" y="2235"/>
                  </a:lnTo>
                  <a:lnTo>
                    <a:pt x="2264" y="2246"/>
                  </a:lnTo>
                  <a:lnTo>
                    <a:pt x="2268" y="2253"/>
                  </a:lnTo>
                  <a:lnTo>
                    <a:pt x="2268" y="2264"/>
                  </a:lnTo>
                  <a:lnTo>
                    <a:pt x="2268" y="2271"/>
                  </a:lnTo>
                  <a:lnTo>
                    <a:pt x="2271" y="2282"/>
                  </a:lnTo>
                  <a:lnTo>
                    <a:pt x="2271" y="2289"/>
                  </a:lnTo>
                  <a:lnTo>
                    <a:pt x="2275" y="2300"/>
                  </a:lnTo>
                  <a:lnTo>
                    <a:pt x="2275" y="2307"/>
                  </a:lnTo>
                  <a:lnTo>
                    <a:pt x="2275" y="2314"/>
                  </a:lnTo>
                  <a:lnTo>
                    <a:pt x="2279" y="2325"/>
                  </a:lnTo>
                  <a:lnTo>
                    <a:pt x="2279" y="2332"/>
                  </a:lnTo>
                  <a:lnTo>
                    <a:pt x="2279" y="2339"/>
                  </a:lnTo>
                  <a:lnTo>
                    <a:pt x="2282" y="2347"/>
                  </a:lnTo>
                  <a:lnTo>
                    <a:pt x="2282" y="2354"/>
                  </a:lnTo>
                  <a:lnTo>
                    <a:pt x="2286" y="2361"/>
                  </a:lnTo>
                  <a:lnTo>
                    <a:pt x="2286" y="2368"/>
                  </a:lnTo>
                  <a:lnTo>
                    <a:pt x="2286" y="2372"/>
                  </a:lnTo>
                  <a:lnTo>
                    <a:pt x="2289" y="2379"/>
                  </a:lnTo>
                  <a:lnTo>
                    <a:pt x="2289" y="2383"/>
                  </a:lnTo>
                  <a:lnTo>
                    <a:pt x="2293" y="2390"/>
                  </a:lnTo>
                  <a:lnTo>
                    <a:pt x="2293" y="2393"/>
                  </a:lnTo>
                  <a:lnTo>
                    <a:pt x="2293" y="2397"/>
                  </a:lnTo>
                  <a:lnTo>
                    <a:pt x="2297" y="2404"/>
                  </a:lnTo>
                  <a:lnTo>
                    <a:pt x="2297" y="2408"/>
                  </a:lnTo>
                  <a:lnTo>
                    <a:pt x="2300" y="2411"/>
                  </a:lnTo>
                  <a:lnTo>
                    <a:pt x="2300" y="2415"/>
                  </a:lnTo>
                  <a:lnTo>
                    <a:pt x="2304" y="2419"/>
                  </a:lnTo>
                  <a:lnTo>
                    <a:pt x="2307" y="2422"/>
                  </a:lnTo>
                  <a:lnTo>
                    <a:pt x="2311" y="2422"/>
                  </a:lnTo>
                  <a:lnTo>
                    <a:pt x="2315" y="2419"/>
                  </a:lnTo>
                  <a:lnTo>
                    <a:pt x="2318" y="2415"/>
                  </a:lnTo>
                  <a:lnTo>
                    <a:pt x="2318" y="2411"/>
                  </a:lnTo>
                  <a:lnTo>
                    <a:pt x="2322" y="2408"/>
                  </a:lnTo>
                  <a:lnTo>
                    <a:pt x="2322" y="2404"/>
                  </a:lnTo>
                  <a:lnTo>
                    <a:pt x="2322" y="2401"/>
                  </a:lnTo>
                  <a:lnTo>
                    <a:pt x="2325" y="2397"/>
                  </a:lnTo>
                  <a:lnTo>
                    <a:pt x="2325" y="2390"/>
                  </a:lnTo>
                  <a:lnTo>
                    <a:pt x="2329" y="2386"/>
                  </a:lnTo>
                  <a:lnTo>
                    <a:pt x="2329" y="2379"/>
                  </a:lnTo>
                  <a:lnTo>
                    <a:pt x="2329" y="2372"/>
                  </a:lnTo>
                  <a:lnTo>
                    <a:pt x="2333" y="2365"/>
                  </a:lnTo>
                  <a:lnTo>
                    <a:pt x="2333" y="2357"/>
                  </a:lnTo>
                  <a:lnTo>
                    <a:pt x="2336" y="2347"/>
                  </a:lnTo>
                  <a:lnTo>
                    <a:pt x="2336" y="2339"/>
                  </a:lnTo>
                  <a:lnTo>
                    <a:pt x="2336" y="2329"/>
                  </a:lnTo>
                  <a:lnTo>
                    <a:pt x="2340" y="2321"/>
                  </a:lnTo>
                  <a:lnTo>
                    <a:pt x="2340" y="2311"/>
                  </a:lnTo>
                  <a:lnTo>
                    <a:pt x="2340" y="2300"/>
                  </a:lnTo>
                  <a:lnTo>
                    <a:pt x="2343" y="2289"/>
                  </a:lnTo>
                  <a:lnTo>
                    <a:pt x="2343" y="2275"/>
                  </a:lnTo>
                  <a:lnTo>
                    <a:pt x="2347" y="2264"/>
                  </a:lnTo>
                  <a:lnTo>
                    <a:pt x="2347" y="2253"/>
                  </a:lnTo>
                  <a:lnTo>
                    <a:pt x="2347" y="2239"/>
                  </a:lnTo>
                  <a:lnTo>
                    <a:pt x="2351" y="2224"/>
                  </a:lnTo>
                  <a:lnTo>
                    <a:pt x="2351" y="2210"/>
                  </a:lnTo>
                  <a:lnTo>
                    <a:pt x="2354" y="2195"/>
                  </a:lnTo>
                  <a:lnTo>
                    <a:pt x="2354" y="2181"/>
                  </a:lnTo>
                  <a:lnTo>
                    <a:pt x="2354" y="2163"/>
                  </a:lnTo>
                  <a:lnTo>
                    <a:pt x="2358" y="2149"/>
                  </a:lnTo>
                  <a:lnTo>
                    <a:pt x="2358" y="2131"/>
                  </a:lnTo>
                  <a:lnTo>
                    <a:pt x="2361" y="2116"/>
                  </a:lnTo>
                  <a:lnTo>
                    <a:pt x="2361" y="2098"/>
                  </a:lnTo>
                  <a:lnTo>
                    <a:pt x="2361" y="2080"/>
                  </a:lnTo>
                  <a:lnTo>
                    <a:pt x="2365" y="2062"/>
                  </a:lnTo>
                  <a:lnTo>
                    <a:pt x="2365" y="2044"/>
                  </a:lnTo>
                  <a:lnTo>
                    <a:pt x="2365" y="2023"/>
                  </a:lnTo>
                  <a:lnTo>
                    <a:pt x="2369" y="2005"/>
                  </a:lnTo>
                  <a:lnTo>
                    <a:pt x="2369" y="1983"/>
                  </a:lnTo>
                  <a:lnTo>
                    <a:pt x="2372" y="1965"/>
                  </a:lnTo>
                  <a:lnTo>
                    <a:pt x="2372" y="1943"/>
                  </a:lnTo>
                  <a:lnTo>
                    <a:pt x="2372" y="1922"/>
                  </a:lnTo>
                  <a:lnTo>
                    <a:pt x="2376" y="1900"/>
                  </a:lnTo>
                  <a:lnTo>
                    <a:pt x="2376" y="1879"/>
                  </a:lnTo>
                  <a:lnTo>
                    <a:pt x="2379" y="1857"/>
                  </a:lnTo>
                  <a:lnTo>
                    <a:pt x="2379" y="1832"/>
                  </a:lnTo>
                  <a:lnTo>
                    <a:pt x="2379" y="1810"/>
                  </a:lnTo>
                  <a:lnTo>
                    <a:pt x="2383" y="1785"/>
                  </a:lnTo>
                  <a:lnTo>
                    <a:pt x="2383" y="1763"/>
                  </a:lnTo>
                  <a:lnTo>
                    <a:pt x="2383" y="1738"/>
                  </a:lnTo>
                  <a:lnTo>
                    <a:pt x="2387" y="1713"/>
                  </a:lnTo>
                  <a:lnTo>
                    <a:pt x="2387" y="1691"/>
                  </a:lnTo>
                  <a:lnTo>
                    <a:pt x="2390" y="1666"/>
                  </a:lnTo>
                  <a:lnTo>
                    <a:pt x="2390" y="1641"/>
                  </a:lnTo>
                  <a:lnTo>
                    <a:pt x="2390" y="1616"/>
                  </a:lnTo>
                  <a:lnTo>
                    <a:pt x="2394" y="1591"/>
                  </a:lnTo>
                  <a:lnTo>
                    <a:pt x="2394" y="1562"/>
                  </a:lnTo>
                  <a:lnTo>
                    <a:pt x="2397" y="1537"/>
                  </a:lnTo>
                  <a:lnTo>
                    <a:pt x="2397" y="1511"/>
                  </a:lnTo>
                  <a:lnTo>
                    <a:pt x="2397" y="1483"/>
                  </a:lnTo>
                  <a:lnTo>
                    <a:pt x="2401" y="1457"/>
                  </a:lnTo>
                  <a:lnTo>
                    <a:pt x="2401" y="1432"/>
                  </a:lnTo>
                  <a:lnTo>
                    <a:pt x="2405" y="1403"/>
                  </a:lnTo>
                  <a:lnTo>
                    <a:pt x="2405" y="1378"/>
                  </a:lnTo>
                  <a:lnTo>
                    <a:pt x="2405" y="1349"/>
                  </a:lnTo>
                  <a:lnTo>
                    <a:pt x="2408" y="1321"/>
                  </a:lnTo>
                  <a:lnTo>
                    <a:pt x="2408" y="1295"/>
                  </a:lnTo>
                  <a:lnTo>
                    <a:pt x="2408" y="1267"/>
                  </a:lnTo>
                  <a:lnTo>
                    <a:pt x="2412" y="1241"/>
                  </a:lnTo>
                  <a:lnTo>
                    <a:pt x="2412" y="1213"/>
                  </a:lnTo>
                  <a:lnTo>
                    <a:pt x="2415" y="1184"/>
                  </a:lnTo>
                  <a:lnTo>
                    <a:pt x="2415" y="1155"/>
                  </a:lnTo>
                  <a:lnTo>
                    <a:pt x="2415" y="1130"/>
                  </a:lnTo>
                  <a:lnTo>
                    <a:pt x="2419" y="1101"/>
                  </a:lnTo>
                  <a:lnTo>
                    <a:pt x="2419" y="1072"/>
                  </a:lnTo>
                  <a:lnTo>
                    <a:pt x="2423" y="1047"/>
                  </a:lnTo>
                  <a:lnTo>
                    <a:pt x="2423" y="1018"/>
                  </a:lnTo>
                  <a:lnTo>
                    <a:pt x="2423" y="989"/>
                  </a:lnTo>
                  <a:lnTo>
                    <a:pt x="2426" y="964"/>
                  </a:lnTo>
                  <a:lnTo>
                    <a:pt x="2426" y="935"/>
                  </a:lnTo>
                  <a:lnTo>
                    <a:pt x="2426" y="910"/>
                  </a:lnTo>
                  <a:lnTo>
                    <a:pt x="2430" y="881"/>
                  </a:lnTo>
                  <a:lnTo>
                    <a:pt x="2430" y="856"/>
                  </a:lnTo>
                  <a:lnTo>
                    <a:pt x="2433" y="827"/>
                  </a:lnTo>
                  <a:lnTo>
                    <a:pt x="2433" y="802"/>
                  </a:lnTo>
                  <a:lnTo>
                    <a:pt x="2433" y="773"/>
                  </a:lnTo>
                  <a:lnTo>
                    <a:pt x="2437" y="748"/>
                  </a:lnTo>
                  <a:lnTo>
                    <a:pt x="2437" y="723"/>
                  </a:lnTo>
                  <a:lnTo>
                    <a:pt x="2441" y="698"/>
                  </a:lnTo>
                  <a:lnTo>
                    <a:pt x="2441" y="669"/>
                  </a:lnTo>
                  <a:lnTo>
                    <a:pt x="2441" y="644"/>
                  </a:lnTo>
                  <a:lnTo>
                    <a:pt x="2444" y="619"/>
                  </a:lnTo>
                  <a:lnTo>
                    <a:pt x="2444" y="597"/>
                  </a:lnTo>
                  <a:lnTo>
                    <a:pt x="2448" y="572"/>
                  </a:lnTo>
                  <a:lnTo>
                    <a:pt x="2448" y="547"/>
                  </a:lnTo>
                  <a:lnTo>
                    <a:pt x="2448" y="522"/>
                  </a:lnTo>
                  <a:lnTo>
                    <a:pt x="2451" y="500"/>
                  </a:lnTo>
                  <a:lnTo>
                    <a:pt x="2451" y="475"/>
                  </a:lnTo>
                  <a:lnTo>
                    <a:pt x="2451" y="453"/>
                  </a:lnTo>
                  <a:lnTo>
                    <a:pt x="2455" y="432"/>
                  </a:lnTo>
                  <a:lnTo>
                    <a:pt x="2455" y="410"/>
                  </a:lnTo>
                  <a:lnTo>
                    <a:pt x="2459" y="388"/>
                  </a:lnTo>
                  <a:lnTo>
                    <a:pt x="2459" y="367"/>
                  </a:lnTo>
                  <a:lnTo>
                    <a:pt x="2459" y="345"/>
                  </a:lnTo>
                  <a:lnTo>
                    <a:pt x="2462" y="324"/>
                  </a:lnTo>
                  <a:lnTo>
                    <a:pt x="2462" y="306"/>
                  </a:lnTo>
                  <a:lnTo>
                    <a:pt x="2466" y="284"/>
                  </a:lnTo>
                  <a:lnTo>
                    <a:pt x="2466" y="266"/>
                  </a:lnTo>
                  <a:lnTo>
                    <a:pt x="2466" y="248"/>
                  </a:lnTo>
                  <a:lnTo>
                    <a:pt x="2469" y="230"/>
                  </a:lnTo>
                  <a:lnTo>
                    <a:pt x="2469" y="212"/>
                  </a:lnTo>
                  <a:lnTo>
                    <a:pt x="2469" y="194"/>
                  </a:lnTo>
                  <a:lnTo>
                    <a:pt x="2473" y="180"/>
                  </a:lnTo>
                  <a:lnTo>
                    <a:pt x="2473" y="162"/>
                  </a:lnTo>
                  <a:lnTo>
                    <a:pt x="2477" y="147"/>
                  </a:lnTo>
                  <a:lnTo>
                    <a:pt x="2477" y="133"/>
                  </a:lnTo>
                  <a:lnTo>
                    <a:pt x="2477" y="118"/>
                  </a:lnTo>
                  <a:lnTo>
                    <a:pt x="2480" y="104"/>
                  </a:lnTo>
                  <a:lnTo>
                    <a:pt x="2480" y="93"/>
                  </a:lnTo>
                  <a:lnTo>
                    <a:pt x="2484" y="79"/>
                  </a:lnTo>
                  <a:lnTo>
                    <a:pt x="2484" y="68"/>
                  </a:lnTo>
                  <a:lnTo>
                    <a:pt x="2484" y="57"/>
                  </a:lnTo>
                  <a:lnTo>
                    <a:pt x="2487" y="46"/>
                  </a:lnTo>
                  <a:lnTo>
                    <a:pt x="2487" y="36"/>
                  </a:lnTo>
                  <a:lnTo>
                    <a:pt x="2491" y="25"/>
                  </a:lnTo>
                  <a:lnTo>
                    <a:pt x="2491" y="18"/>
                  </a:lnTo>
                  <a:lnTo>
                    <a:pt x="2491" y="10"/>
                  </a:lnTo>
                  <a:lnTo>
                    <a:pt x="2495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8" name="Freeform 116"/>
            <p:cNvSpPr>
              <a:spLocks/>
            </p:cNvSpPr>
            <p:nvPr/>
          </p:nvSpPr>
          <p:spPr bwMode="auto">
            <a:xfrm>
              <a:off x="3244" y="1048"/>
              <a:ext cx="14" cy="40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36"/>
                </a:cxn>
                <a:cxn ang="0">
                  <a:pos x="0" y="29"/>
                </a:cxn>
                <a:cxn ang="0">
                  <a:pos x="3" y="22"/>
                </a:cxn>
                <a:cxn ang="0">
                  <a:pos x="3" y="18"/>
                </a:cxn>
                <a:cxn ang="0">
                  <a:pos x="7" y="14"/>
                </a:cxn>
                <a:cxn ang="0">
                  <a:pos x="7" y="11"/>
                </a:cxn>
                <a:cxn ang="0">
                  <a:pos x="7" y="7"/>
                </a:cxn>
                <a:cxn ang="0">
                  <a:pos x="10" y="4"/>
                </a:cxn>
                <a:cxn ang="0">
                  <a:pos x="14" y="0"/>
                </a:cxn>
              </a:cxnLst>
              <a:rect l="0" t="0" r="r" b="b"/>
              <a:pathLst>
                <a:path w="14" h="40">
                  <a:moveTo>
                    <a:pt x="0" y="40"/>
                  </a:moveTo>
                  <a:lnTo>
                    <a:pt x="0" y="36"/>
                  </a:lnTo>
                  <a:lnTo>
                    <a:pt x="0" y="29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7" y="14"/>
                  </a:lnTo>
                  <a:lnTo>
                    <a:pt x="7" y="11"/>
                  </a:lnTo>
                  <a:lnTo>
                    <a:pt x="7" y="7"/>
                  </a:lnTo>
                  <a:lnTo>
                    <a:pt x="10" y="4"/>
                  </a:lnTo>
                  <a:lnTo>
                    <a:pt x="14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9" name="Freeform 117"/>
            <p:cNvSpPr>
              <a:spLocks/>
            </p:cNvSpPr>
            <p:nvPr/>
          </p:nvSpPr>
          <p:spPr bwMode="auto">
            <a:xfrm>
              <a:off x="3258" y="1048"/>
              <a:ext cx="1951" cy="2462"/>
            </a:xfrm>
            <a:custGeom>
              <a:avLst/>
              <a:gdLst/>
              <a:ahLst/>
              <a:cxnLst>
                <a:cxn ang="0">
                  <a:pos x="22" y="76"/>
                </a:cxn>
                <a:cxn ang="0">
                  <a:pos x="40" y="270"/>
                </a:cxn>
                <a:cxn ang="0">
                  <a:pos x="61" y="562"/>
                </a:cxn>
                <a:cxn ang="0">
                  <a:pos x="79" y="921"/>
                </a:cxn>
                <a:cxn ang="0">
                  <a:pos x="97" y="1307"/>
                </a:cxn>
                <a:cxn ang="0">
                  <a:pos x="119" y="1681"/>
                </a:cxn>
                <a:cxn ang="0">
                  <a:pos x="137" y="2005"/>
                </a:cxn>
                <a:cxn ang="0">
                  <a:pos x="158" y="2250"/>
                </a:cxn>
                <a:cxn ang="0">
                  <a:pos x="176" y="2405"/>
                </a:cxn>
                <a:cxn ang="0">
                  <a:pos x="205" y="2459"/>
                </a:cxn>
                <a:cxn ang="0">
                  <a:pos x="227" y="2387"/>
                </a:cxn>
                <a:cxn ang="0">
                  <a:pos x="245" y="2264"/>
                </a:cxn>
                <a:cxn ang="0">
                  <a:pos x="266" y="2117"/>
                </a:cxn>
                <a:cxn ang="0">
                  <a:pos x="284" y="1976"/>
                </a:cxn>
                <a:cxn ang="0">
                  <a:pos x="306" y="1857"/>
                </a:cxn>
                <a:cxn ang="0">
                  <a:pos x="324" y="1785"/>
                </a:cxn>
                <a:cxn ang="0">
                  <a:pos x="360" y="1785"/>
                </a:cxn>
                <a:cxn ang="0">
                  <a:pos x="382" y="1847"/>
                </a:cxn>
                <a:cxn ang="0">
                  <a:pos x="400" y="1937"/>
                </a:cxn>
                <a:cxn ang="0">
                  <a:pos x="418" y="2030"/>
                </a:cxn>
                <a:cxn ang="0">
                  <a:pos x="439" y="2117"/>
                </a:cxn>
                <a:cxn ang="0">
                  <a:pos x="457" y="2178"/>
                </a:cxn>
                <a:cxn ang="0">
                  <a:pos x="500" y="2196"/>
                </a:cxn>
                <a:cxn ang="0">
                  <a:pos x="522" y="2145"/>
                </a:cxn>
                <a:cxn ang="0">
                  <a:pos x="544" y="2081"/>
                </a:cxn>
                <a:cxn ang="0">
                  <a:pos x="562" y="2009"/>
                </a:cxn>
                <a:cxn ang="0">
                  <a:pos x="580" y="1944"/>
                </a:cxn>
                <a:cxn ang="0">
                  <a:pos x="605" y="1893"/>
                </a:cxn>
                <a:cxn ang="0">
                  <a:pos x="652" y="1904"/>
                </a:cxn>
                <a:cxn ang="0">
                  <a:pos x="673" y="1955"/>
                </a:cxn>
                <a:cxn ang="0">
                  <a:pos x="691" y="2012"/>
                </a:cxn>
                <a:cxn ang="0">
                  <a:pos x="713" y="2066"/>
                </a:cxn>
                <a:cxn ang="0">
                  <a:pos x="734" y="2117"/>
                </a:cxn>
                <a:cxn ang="0">
                  <a:pos x="781" y="2131"/>
                </a:cxn>
                <a:cxn ang="0">
                  <a:pos x="814" y="2081"/>
                </a:cxn>
                <a:cxn ang="0">
                  <a:pos x="832" y="2030"/>
                </a:cxn>
                <a:cxn ang="0">
                  <a:pos x="857" y="1980"/>
                </a:cxn>
                <a:cxn ang="0">
                  <a:pos x="889" y="1929"/>
                </a:cxn>
                <a:cxn ang="0">
                  <a:pos x="940" y="1951"/>
                </a:cxn>
                <a:cxn ang="0">
                  <a:pos x="965" y="2001"/>
                </a:cxn>
                <a:cxn ang="0">
                  <a:pos x="990" y="2052"/>
                </a:cxn>
                <a:cxn ang="0">
                  <a:pos x="1026" y="2102"/>
                </a:cxn>
                <a:cxn ang="0">
                  <a:pos x="1076" y="2088"/>
                </a:cxn>
                <a:cxn ang="0">
                  <a:pos x="1109" y="2037"/>
                </a:cxn>
                <a:cxn ang="0">
                  <a:pos x="1138" y="1987"/>
                </a:cxn>
                <a:cxn ang="0">
                  <a:pos x="1181" y="1947"/>
                </a:cxn>
                <a:cxn ang="0">
                  <a:pos x="1228" y="1983"/>
                </a:cxn>
                <a:cxn ang="0">
                  <a:pos x="1260" y="2034"/>
                </a:cxn>
                <a:cxn ang="0">
                  <a:pos x="1300" y="2084"/>
                </a:cxn>
                <a:cxn ang="0">
                  <a:pos x="1350" y="2081"/>
                </a:cxn>
                <a:cxn ang="0">
                  <a:pos x="1390" y="2030"/>
                </a:cxn>
                <a:cxn ang="0">
                  <a:pos x="1429" y="1980"/>
                </a:cxn>
                <a:cxn ang="0">
                  <a:pos x="1480" y="1969"/>
                </a:cxn>
                <a:cxn ang="0">
                  <a:pos x="1526" y="2012"/>
                </a:cxn>
                <a:cxn ang="0">
                  <a:pos x="1566" y="2063"/>
                </a:cxn>
                <a:cxn ang="0">
                  <a:pos x="1616" y="2077"/>
                </a:cxn>
                <a:cxn ang="0">
                  <a:pos x="1667" y="2034"/>
                </a:cxn>
                <a:cxn ang="0">
                  <a:pos x="1710" y="1983"/>
                </a:cxn>
                <a:cxn ang="0">
                  <a:pos x="1760" y="1976"/>
                </a:cxn>
                <a:cxn ang="0">
                  <a:pos x="1811" y="2023"/>
                </a:cxn>
                <a:cxn ang="0">
                  <a:pos x="1861" y="2066"/>
                </a:cxn>
                <a:cxn ang="0">
                  <a:pos x="1912" y="2059"/>
                </a:cxn>
              </a:cxnLst>
              <a:rect l="0" t="0" r="r" b="b"/>
              <a:pathLst>
                <a:path w="195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2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30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8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5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3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1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10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8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4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1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9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7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5" y="2203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6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4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2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9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80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7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5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83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4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2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40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8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6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83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4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1001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8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5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4" y="2077"/>
                  </a:lnTo>
                  <a:lnTo>
                    <a:pt x="1357" y="2073"/>
                  </a:lnTo>
                  <a:lnTo>
                    <a:pt x="1361" y="2070"/>
                  </a:lnTo>
                  <a:lnTo>
                    <a:pt x="1364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90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7" y="2023"/>
                  </a:lnTo>
                  <a:lnTo>
                    <a:pt x="1397" y="2019"/>
                  </a:lnTo>
                  <a:lnTo>
                    <a:pt x="1400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11" y="2001"/>
                  </a:lnTo>
                  <a:lnTo>
                    <a:pt x="1415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29" y="1980"/>
                  </a:lnTo>
                  <a:lnTo>
                    <a:pt x="1433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3" y="1969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8" y="1980"/>
                  </a:lnTo>
                  <a:lnTo>
                    <a:pt x="1501" y="1983"/>
                  </a:lnTo>
                  <a:lnTo>
                    <a:pt x="1505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19" y="2005"/>
                  </a:lnTo>
                  <a:lnTo>
                    <a:pt x="1523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7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4" y="2037"/>
                  </a:lnTo>
                  <a:lnTo>
                    <a:pt x="1548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09" y="2081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63"/>
                  </a:lnTo>
                  <a:lnTo>
                    <a:pt x="1642" y="2059"/>
                  </a:lnTo>
                  <a:lnTo>
                    <a:pt x="1645" y="2055"/>
                  </a:lnTo>
                  <a:lnTo>
                    <a:pt x="1649" y="2052"/>
                  </a:lnTo>
                  <a:lnTo>
                    <a:pt x="1652" y="2048"/>
                  </a:lnTo>
                  <a:lnTo>
                    <a:pt x="1656" y="2045"/>
                  </a:lnTo>
                  <a:lnTo>
                    <a:pt x="1660" y="2041"/>
                  </a:lnTo>
                  <a:lnTo>
                    <a:pt x="1663" y="2037"/>
                  </a:lnTo>
                  <a:lnTo>
                    <a:pt x="1667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4" y="2023"/>
                  </a:lnTo>
                  <a:lnTo>
                    <a:pt x="1678" y="2019"/>
                  </a:lnTo>
                  <a:lnTo>
                    <a:pt x="1678" y="2016"/>
                  </a:lnTo>
                  <a:lnTo>
                    <a:pt x="1681" y="2012"/>
                  </a:lnTo>
                  <a:lnTo>
                    <a:pt x="1685" y="2009"/>
                  </a:lnTo>
                  <a:lnTo>
                    <a:pt x="1688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699" y="1994"/>
                  </a:lnTo>
                  <a:lnTo>
                    <a:pt x="1703" y="1991"/>
                  </a:lnTo>
                  <a:lnTo>
                    <a:pt x="1706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7" y="1980"/>
                  </a:lnTo>
                  <a:lnTo>
                    <a:pt x="1721" y="1976"/>
                  </a:lnTo>
                  <a:lnTo>
                    <a:pt x="1724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5" y="1973"/>
                  </a:lnTo>
                  <a:lnTo>
                    <a:pt x="1739" y="1973"/>
                  </a:lnTo>
                  <a:lnTo>
                    <a:pt x="1742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3" y="1976"/>
                  </a:lnTo>
                  <a:lnTo>
                    <a:pt x="1757" y="1976"/>
                  </a:lnTo>
                  <a:lnTo>
                    <a:pt x="1760" y="1976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1" y="1983"/>
                  </a:lnTo>
                  <a:lnTo>
                    <a:pt x="1775" y="1987"/>
                  </a:lnTo>
                  <a:lnTo>
                    <a:pt x="1778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89" y="2001"/>
                  </a:lnTo>
                  <a:lnTo>
                    <a:pt x="1793" y="2005"/>
                  </a:lnTo>
                  <a:lnTo>
                    <a:pt x="1796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7" y="2019"/>
                  </a:lnTo>
                  <a:lnTo>
                    <a:pt x="1811" y="2023"/>
                  </a:lnTo>
                  <a:lnTo>
                    <a:pt x="1814" y="2027"/>
                  </a:lnTo>
                  <a:lnTo>
                    <a:pt x="1818" y="2030"/>
                  </a:lnTo>
                  <a:lnTo>
                    <a:pt x="1822" y="2034"/>
                  </a:lnTo>
                  <a:lnTo>
                    <a:pt x="1825" y="2037"/>
                  </a:lnTo>
                  <a:lnTo>
                    <a:pt x="1829" y="2041"/>
                  </a:lnTo>
                  <a:lnTo>
                    <a:pt x="1832" y="2045"/>
                  </a:lnTo>
                  <a:lnTo>
                    <a:pt x="1836" y="2048"/>
                  </a:lnTo>
                  <a:lnTo>
                    <a:pt x="1840" y="2052"/>
                  </a:lnTo>
                  <a:lnTo>
                    <a:pt x="1843" y="2055"/>
                  </a:lnTo>
                  <a:lnTo>
                    <a:pt x="1847" y="2059"/>
                  </a:lnTo>
                  <a:lnTo>
                    <a:pt x="1850" y="2063"/>
                  </a:lnTo>
                  <a:lnTo>
                    <a:pt x="1854" y="2063"/>
                  </a:lnTo>
                  <a:lnTo>
                    <a:pt x="1858" y="2066"/>
                  </a:lnTo>
                  <a:lnTo>
                    <a:pt x="1861" y="2066"/>
                  </a:lnTo>
                  <a:lnTo>
                    <a:pt x="1865" y="2070"/>
                  </a:lnTo>
                  <a:lnTo>
                    <a:pt x="1868" y="2070"/>
                  </a:lnTo>
                  <a:lnTo>
                    <a:pt x="1872" y="2070"/>
                  </a:lnTo>
                  <a:lnTo>
                    <a:pt x="1876" y="2070"/>
                  </a:lnTo>
                  <a:lnTo>
                    <a:pt x="1879" y="2073"/>
                  </a:lnTo>
                  <a:lnTo>
                    <a:pt x="1883" y="2070"/>
                  </a:lnTo>
                  <a:lnTo>
                    <a:pt x="1886" y="2070"/>
                  </a:lnTo>
                  <a:lnTo>
                    <a:pt x="1890" y="2070"/>
                  </a:lnTo>
                  <a:lnTo>
                    <a:pt x="1894" y="2070"/>
                  </a:lnTo>
                  <a:lnTo>
                    <a:pt x="1897" y="2066"/>
                  </a:lnTo>
                  <a:lnTo>
                    <a:pt x="1901" y="2066"/>
                  </a:lnTo>
                  <a:lnTo>
                    <a:pt x="1904" y="2066"/>
                  </a:lnTo>
                  <a:lnTo>
                    <a:pt x="1908" y="2063"/>
                  </a:lnTo>
                  <a:lnTo>
                    <a:pt x="1912" y="2059"/>
                  </a:lnTo>
                  <a:lnTo>
                    <a:pt x="1915" y="2055"/>
                  </a:lnTo>
                  <a:lnTo>
                    <a:pt x="1919" y="2055"/>
                  </a:lnTo>
                  <a:lnTo>
                    <a:pt x="1922" y="2052"/>
                  </a:lnTo>
                  <a:lnTo>
                    <a:pt x="1926" y="2048"/>
                  </a:lnTo>
                  <a:lnTo>
                    <a:pt x="1930" y="2045"/>
                  </a:lnTo>
                  <a:lnTo>
                    <a:pt x="1933" y="2041"/>
                  </a:lnTo>
                  <a:lnTo>
                    <a:pt x="1937" y="2037"/>
                  </a:lnTo>
                  <a:lnTo>
                    <a:pt x="1940" y="2034"/>
                  </a:lnTo>
                  <a:lnTo>
                    <a:pt x="1944" y="2030"/>
                  </a:lnTo>
                  <a:lnTo>
                    <a:pt x="1948" y="2027"/>
                  </a:lnTo>
                  <a:lnTo>
                    <a:pt x="1951" y="2023"/>
                  </a:lnTo>
                  <a:lnTo>
                    <a:pt x="1951" y="2023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0" name="Freeform 118"/>
            <p:cNvSpPr>
              <a:spLocks/>
            </p:cNvSpPr>
            <p:nvPr/>
          </p:nvSpPr>
          <p:spPr bwMode="auto">
            <a:xfrm>
              <a:off x="749" y="1685"/>
              <a:ext cx="2585" cy="1825"/>
            </a:xfrm>
            <a:custGeom>
              <a:avLst/>
              <a:gdLst/>
              <a:ahLst/>
              <a:cxnLst>
                <a:cxn ang="0">
                  <a:pos x="57" y="1354"/>
                </a:cxn>
                <a:cxn ang="0">
                  <a:pos x="119" y="1372"/>
                </a:cxn>
                <a:cxn ang="0">
                  <a:pos x="180" y="1415"/>
                </a:cxn>
                <a:cxn ang="0">
                  <a:pos x="241" y="1415"/>
                </a:cxn>
                <a:cxn ang="0">
                  <a:pos x="302" y="1368"/>
                </a:cxn>
                <a:cxn ang="0">
                  <a:pos x="363" y="1350"/>
                </a:cxn>
                <a:cxn ang="0">
                  <a:pos x="425" y="1393"/>
                </a:cxn>
                <a:cxn ang="0">
                  <a:pos x="486" y="1429"/>
                </a:cxn>
                <a:cxn ang="0">
                  <a:pos x="547" y="1397"/>
                </a:cxn>
                <a:cxn ang="0">
                  <a:pos x="608" y="1346"/>
                </a:cxn>
                <a:cxn ang="0">
                  <a:pos x="669" y="1361"/>
                </a:cxn>
                <a:cxn ang="0">
                  <a:pos x="731" y="1418"/>
                </a:cxn>
                <a:cxn ang="0">
                  <a:pos x="792" y="1426"/>
                </a:cxn>
                <a:cxn ang="0">
                  <a:pos x="849" y="1372"/>
                </a:cxn>
                <a:cxn ang="0">
                  <a:pos x="911" y="1336"/>
                </a:cxn>
                <a:cxn ang="0">
                  <a:pos x="972" y="1382"/>
                </a:cxn>
                <a:cxn ang="0">
                  <a:pos x="1029" y="1440"/>
                </a:cxn>
                <a:cxn ang="0">
                  <a:pos x="1091" y="1415"/>
                </a:cxn>
                <a:cxn ang="0">
                  <a:pos x="1141" y="1354"/>
                </a:cxn>
                <a:cxn ang="0">
                  <a:pos x="1202" y="1328"/>
                </a:cxn>
                <a:cxn ang="0">
                  <a:pos x="1253" y="1386"/>
                </a:cxn>
                <a:cxn ang="0">
                  <a:pos x="1303" y="1447"/>
                </a:cxn>
                <a:cxn ang="0">
                  <a:pos x="1364" y="1429"/>
                </a:cxn>
                <a:cxn ang="0">
                  <a:pos x="1407" y="1368"/>
                </a:cxn>
                <a:cxn ang="0">
                  <a:pos x="1458" y="1310"/>
                </a:cxn>
                <a:cxn ang="0">
                  <a:pos x="1512" y="1354"/>
                </a:cxn>
                <a:cxn ang="0">
                  <a:pos x="1548" y="1415"/>
                </a:cxn>
                <a:cxn ang="0">
                  <a:pos x="1598" y="1472"/>
                </a:cxn>
                <a:cxn ang="0">
                  <a:pos x="1652" y="1429"/>
                </a:cxn>
                <a:cxn ang="0">
                  <a:pos x="1681" y="1368"/>
                </a:cxn>
                <a:cxn ang="0">
                  <a:pos x="1717" y="1307"/>
                </a:cxn>
                <a:cxn ang="0">
                  <a:pos x="1778" y="1314"/>
                </a:cxn>
                <a:cxn ang="0">
                  <a:pos x="1807" y="1375"/>
                </a:cxn>
                <a:cxn ang="0">
                  <a:pos x="1832" y="1436"/>
                </a:cxn>
                <a:cxn ang="0">
                  <a:pos x="1868" y="1498"/>
                </a:cxn>
                <a:cxn ang="0">
                  <a:pos x="1922" y="1465"/>
                </a:cxn>
                <a:cxn ang="0">
                  <a:pos x="1947" y="1404"/>
                </a:cxn>
                <a:cxn ang="0">
                  <a:pos x="1969" y="1336"/>
                </a:cxn>
                <a:cxn ang="0">
                  <a:pos x="1994" y="1271"/>
                </a:cxn>
                <a:cxn ang="0">
                  <a:pos x="2052" y="1267"/>
                </a:cxn>
                <a:cxn ang="0">
                  <a:pos x="2077" y="1336"/>
                </a:cxn>
                <a:cxn ang="0">
                  <a:pos x="2099" y="1418"/>
                </a:cxn>
                <a:cxn ang="0">
                  <a:pos x="2124" y="1501"/>
                </a:cxn>
                <a:cxn ang="0">
                  <a:pos x="2149" y="1562"/>
                </a:cxn>
                <a:cxn ang="0">
                  <a:pos x="2192" y="1530"/>
                </a:cxn>
                <a:cxn ang="0">
                  <a:pos x="2217" y="1444"/>
                </a:cxn>
                <a:cxn ang="0">
                  <a:pos x="2243" y="1332"/>
                </a:cxn>
                <a:cxn ang="0">
                  <a:pos x="2264" y="1220"/>
                </a:cxn>
                <a:cxn ang="0">
                  <a:pos x="2289" y="1145"/>
                </a:cxn>
                <a:cxn ang="0">
                  <a:pos x="2329" y="1170"/>
                </a:cxn>
                <a:cxn ang="0">
                  <a:pos x="2354" y="1285"/>
                </a:cxn>
                <a:cxn ang="0">
                  <a:pos x="2379" y="1451"/>
                </a:cxn>
                <a:cxn ang="0">
                  <a:pos x="2401" y="1627"/>
                </a:cxn>
                <a:cxn ang="0">
                  <a:pos x="2426" y="1771"/>
                </a:cxn>
                <a:cxn ang="0">
                  <a:pos x="2459" y="1811"/>
                </a:cxn>
                <a:cxn ang="0">
                  <a:pos x="2484" y="1678"/>
                </a:cxn>
                <a:cxn ang="0">
                  <a:pos x="2509" y="1408"/>
                </a:cxn>
                <a:cxn ang="0">
                  <a:pos x="2531" y="1019"/>
                </a:cxn>
                <a:cxn ang="0">
                  <a:pos x="2556" y="558"/>
                </a:cxn>
                <a:cxn ang="0">
                  <a:pos x="2577" y="101"/>
                </a:cxn>
              </a:cxnLst>
              <a:rect l="0" t="0" r="r" b="b"/>
              <a:pathLst>
                <a:path w="2585" h="1825">
                  <a:moveTo>
                    <a:pt x="0" y="1386"/>
                  </a:moveTo>
                  <a:lnTo>
                    <a:pt x="3" y="1382"/>
                  </a:lnTo>
                  <a:lnTo>
                    <a:pt x="7" y="1379"/>
                  </a:lnTo>
                  <a:lnTo>
                    <a:pt x="11" y="1379"/>
                  </a:lnTo>
                  <a:lnTo>
                    <a:pt x="14" y="1375"/>
                  </a:lnTo>
                  <a:lnTo>
                    <a:pt x="18" y="1372"/>
                  </a:lnTo>
                  <a:lnTo>
                    <a:pt x="21" y="1372"/>
                  </a:lnTo>
                  <a:lnTo>
                    <a:pt x="25" y="1368"/>
                  </a:lnTo>
                  <a:lnTo>
                    <a:pt x="29" y="1364"/>
                  </a:lnTo>
                  <a:lnTo>
                    <a:pt x="32" y="1364"/>
                  </a:lnTo>
                  <a:lnTo>
                    <a:pt x="36" y="1361"/>
                  </a:lnTo>
                  <a:lnTo>
                    <a:pt x="39" y="1361"/>
                  </a:lnTo>
                  <a:lnTo>
                    <a:pt x="43" y="1357"/>
                  </a:lnTo>
                  <a:lnTo>
                    <a:pt x="47" y="1357"/>
                  </a:lnTo>
                  <a:lnTo>
                    <a:pt x="50" y="1354"/>
                  </a:lnTo>
                  <a:lnTo>
                    <a:pt x="54" y="1354"/>
                  </a:lnTo>
                  <a:lnTo>
                    <a:pt x="57" y="1354"/>
                  </a:lnTo>
                  <a:lnTo>
                    <a:pt x="61" y="1354"/>
                  </a:lnTo>
                  <a:lnTo>
                    <a:pt x="65" y="1354"/>
                  </a:lnTo>
                  <a:lnTo>
                    <a:pt x="68" y="1354"/>
                  </a:lnTo>
                  <a:lnTo>
                    <a:pt x="72" y="1354"/>
                  </a:lnTo>
                  <a:lnTo>
                    <a:pt x="75" y="1354"/>
                  </a:lnTo>
                  <a:lnTo>
                    <a:pt x="79" y="1354"/>
                  </a:lnTo>
                  <a:lnTo>
                    <a:pt x="83" y="1354"/>
                  </a:lnTo>
                  <a:lnTo>
                    <a:pt x="86" y="1354"/>
                  </a:lnTo>
                  <a:lnTo>
                    <a:pt x="90" y="1357"/>
                  </a:lnTo>
                  <a:lnTo>
                    <a:pt x="93" y="1357"/>
                  </a:lnTo>
                  <a:lnTo>
                    <a:pt x="97" y="1361"/>
                  </a:lnTo>
                  <a:lnTo>
                    <a:pt x="101" y="1361"/>
                  </a:lnTo>
                  <a:lnTo>
                    <a:pt x="104" y="1364"/>
                  </a:lnTo>
                  <a:lnTo>
                    <a:pt x="108" y="1364"/>
                  </a:lnTo>
                  <a:lnTo>
                    <a:pt x="111" y="1368"/>
                  </a:lnTo>
                  <a:lnTo>
                    <a:pt x="115" y="1368"/>
                  </a:lnTo>
                  <a:lnTo>
                    <a:pt x="119" y="1372"/>
                  </a:lnTo>
                  <a:lnTo>
                    <a:pt x="122" y="1375"/>
                  </a:lnTo>
                  <a:lnTo>
                    <a:pt x="126" y="1375"/>
                  </a:lnTo>
                  <a:lnTo>
                    <a:pt x="129" y="1379"/>
                  </a:lnTo>
                  <a:lnTo>
                    <a:pt x="133" y="1382"/>
                  </a:lnTo>
                  <a:lnTo>
                    <a:pt x="137" y="1386"/>
                  </a:lnTo>
                  <a:lnTo>
                    <a:pt x="140" y="1390"/>
                  </a:lnTo>
                  <a:lnTo>
                    <a:pt x="144" y="1390"/>
                  </a:lnTo>
                  <a:lnTo>
                    <a:pt x="147" y="1393"/>
                  </a:lnTo>
                  <a:lnTo>
                    <a:pt x="151" y="1397"/>
                  </a:lnTo>
                  <a:lnTo>
                    <a:pt x="155" y="1400"/>
                  </a:lnTo>
                  <a:lnTo>
                    <a:pt x="158" y="1404"/>
                  </a:lnTo>
                  <a:lnTo>
                    <a:pt x="162" y="1404"/>
                  </a:lnTo>
                  <a:lnTo>
                    <a:pt x="165" y="1408"/>
                  </a:lnTo>
                  <a:lnTo>
                    <a:pt x="169" y="1411"/>
                  </a:lnTo>
                  <a:lnTo>
                    <a:pt x="173" y="1411"/>
                  </a:lnTo>
                  <a:lnTo>
                    <a:pt x="176" y="1415"/>
                  </a:lnTo>
                  <a:lnTo>
                    <a:pt x="180" y="1415"/>
                  </a:lnTo>
                  <a:lnTo>
                    <a:pt x="183" y="1418"/>
                  </a:lnTo>
                  <a:lnTo>
                    <a:pt x="187" y="1418"/>
                  </a:lnTo>
                  <a:lnTo>
                    <a:pt x="191" y="1422"/>
                  </a:lnTo>
                  <a:lnTo>
                    <a:pt x="194" y="1422"/>
                  </a:lnTo>
                  <a:lnTo>
                    <a:pt x="198" y="1422"/>
                  </a:lnTo>
                  <a:lnTo>
                    <a:pt x="201" y="1422"/>
                  </a:lnTo>
                  <a:lnTo>
                    <a:pt x="205" y="1422"/>
                  </a:lnTo>
                  <a:lnTo>
                    <a:pt x="209" y="1422"/>
                  </a:lnTo>
                  <a:lnTo>
                    <a:pt x="212" y="1422"/>
                  </a:lnTo>
                  <a:lnTo>
                    <a:pt x="216" y="1422"/>
                  </a:lnTo>
                  <a:lnTo>
                    <a:pt x="219" y="1422"/>
                  </a:lnTo>
                  <a:lnTo>
                    <a:pt x="223" y="1422"/>
                  </a:lnTo>
                  <a:lnTo>
                    <a:pt x="227" y="1422"/>
                  </a:lnTo>
                  <a:lnTo>
                    <a:pt x="230" y="1418"/>
                  </a:lnTo>
                  <a:lnTo>
                    <a:pt x="234" y="1418"/>
                  </a:lnTo>
                  <a:lnTo>
                    <a:pt x="237" y="1415"/>
                  </a:lnTo>
                  <a:lnTo>
                    <a:pt x="241" y="1415"/>
                  </a:lnTo>
                  <a:lnTo>
                    <a:pt x="245" y="1411"/>
                  </a:lnTo>
                  <a:lnTo>
                    <a:pt x="248" y="1411"/>
                  </a:lnTo>
                  <a:lnTo>
                    <a:pt x="252" y="1408"/>
                  </a:lnTo>
                  <a:lnTo>
                    <a:pt x="255" y="1404"/>
                  </a:lnTo>
                  <a:lnTo>
                    <a:pt x="259" y="1400"/>
                  </a:lnTo>
                  <a:lnTo>
                    <a:pt x="263" y="1400"/>
                  </a:lnTo>
                  <a:lnTo>
                    <a:pt x="266" y="1397"/>
                  </a:lnTo>
                  <a:lnTo>
                    <a:pt x="270" y="1393"/>
                  </a:lnTo>
                  <a:lnTo>
                    <a:pt x="273" y="1390"/>
                  </a:lnTo>
                  <a:lnTo>
                    <a:pt x="277" y="1386"/>
                  </a:lnTo>
                  <a:lnTo>
                    <a:pt x="281" y="1386"/>
                  </a:lnTo>
                  <a:lnTo>
                    <a:pt x="284" y="1382"/>
                  </a:lnTo>
                  <a:lnTo>
                    <a:pt x="288" y="1379"/>
                  </a:lnTo>
                  <a:lnTo>
                    <a:pt x="291" y="1375"/>
                  </a:lnTo>
                  <a:lnTo>
                    <a:pt x="295" y="1372"/>
                  </a:lnTo>
                  <a:lnTo>
                    <a:pt x="299" y="1368"/>
                  </a:lnTo>
                  <a:lnTo>
                    <a:pt x="302" y="1368"/>
                  </a:lnTo>
                  <a:lnTo>
                    <a:pt x="306" y="1364"/>
                  </a:lnTo>
                  <a:lnTo>
                    <a:pt x="309" y="1361"/>
                  </a:lnTo>
                  <a:lnTo>
                    <a:pt x="313" y="1361"/>
                  </a:lnTo>
                  <a:lnTo>
                    <a:pt x="317" y="1357"/>
                  </a:lnTo>
                  <a:lnTo>
                    <a:pt x="320" y="1354"/>
                  </a:lnTo>
                  <a:lnTo>
                    <a:pt x="324" y="1354"/>
                  </a:lnTo>
                  <a:lnTo>
                    <a:pt x="327" y="1354"/>
                  </a:lnTo>
                  <a:lnTo>
                    <a:pt x="331" y="1350"/>
                  </a:lnTo>
                  <a:lnTo>
                    <a:pt x="335" y="1350"/>
                  </a:lnTo>
                  <a:lnTo>
                    <a:pt x="338" y="1350"/>
                  </a:lnTo>
                  <a:lnTo>
                    <a:pt x="342" y="1350"/>
                  </a:lnTo>
                  <a:lnTo>
                    <a:pt x="345" y="1346"/>
                  </a:lnTo>
                  <a:lnTo>
                    <a:pt x="349" y="1346"/>
                  </a:lnTo>
                  <a:lnTo>
                    <a:pt x="353" y="1346"/>
                  </a:lnTo>
                  <a:lnTo>
                    <a:pt x="356" y="1350"/>
                  </a:lnTo>
                  <a:lnTo>
                    <a:pt x="360" y="1350"/>
                  </a:lnTo>
                  <a:lnTo>
                    <a:pt x="363" y="1350"/>
                  </a:lnTo>
                  <a:lnTo>
                    <a:pt x="367" y="1350"/>
                  </a:lnTo>
                  <a:lnTo>
                    <a:pt x="371" y="1354"/>
                  </a:lnTo>
                  <a:lnTo>
                    <a:pt x="374" y="1354"/>
                  </a:lnTo>
                  <a:lnTo>
                    <a:pt x="378" y="1357"/>
                  </a:lnTo>
                  <a:lnTo>
                    <a:pt x="381" y="1357"/>
                  </a:lnTo>
                  <a:lnTo>
                    <a:pt x="385" y="1361"/>
                  </a:lnTo>
                  <a:lnTo>
                    <a:pt x="389" y="1364"/>
                  </a:lnTo>
                  <a:lnTo>
                    <a:pt x="392" y="1364"/>
                  </a:lnTo>
                  <a:lnTo>
                    <a:pt x="396" y="1368"/>
                  </a:lnTo>
                  <a:lnTo>
                    <a:pt x="399" y="1372"/>
                  </a:lnTo>
                  <a:lnTo>
                    <a:pt x="403" y="1375"/>
                  </a:lnTo>
                  <a:lnTo>
                    <a:pt x="407" y="1379"/>
                  </a:lnTo>
                  <a:lnTo>
                    <a:pt x="410" y="1382"/>
                  </a:lnTo>
                  <a:lnTo>
                    <a:pt x="414" y="1386"/>
                  </a:lnTo>
                  <a:lnTo>
                    <a:pt x="417" y="1386"/>
                  </a:lnTo>
                  <a:lnTo>
                    <a:pt x="421" y="1390"/>
                  </a:lnTo>
                  <a:lnTo>
                    <a:pt x="425" y="1393"/>
                  </a:lnTo>
                  <a:lnTo>
                    <a:pt x="428" y="1397"/>
                  </a:lnTo>
                  <a:lnTo>
                    <a:pt x="432" y="1400"/>
                  </a:lnTo>
                  <a:lnTo>
                    <a:pt x="435" y="1404"/>
                  </a:lnTo>
                  <a:lnTo>
                    <a:pt x="439" y="1408"/>
                  </a:lnTo>
                  <a:lnTo>
                    <a:pt x="443" y="1408"/>
                  </a:lnTo>
                  <a:lnTo>
                    <a:pt x="446" y="1411"/>
                  </a:lnTo>
                  <a:lnTo>
                    <a:pt x="450" y="1415"/>
                  </a:lnTo>
                  <a:lnTo>
                    <a:pt x="453" y="1418"/>
                  </a:lnTo>
                  <a:lnTo>
                    <a:pt x="457" y="1418"/>
                  </a:lnTo>
                  <a:lnTo>
                    <a:pt x="461" y="1422"/>
                  </a:lnTo>
                  <a:lnTo>
                    <a:pt x="464" y="1422"/>
                  </a:lnTo>
                  <a:lnTo>
                    <a:pt x="468" y="1426"/>
                  </a:lnTo>
                  <a:lnTo>
                    <a:pt x="471" y="1426"/>
                  </a:lnTo>
                  <a:lnTo>
                    <a:pt x="475" y="1426"/>
                  </a:lnTo>
                  <a:lnTo>
                    <a:pt x="479" y="1429"/>
                  </a:lnTo>
                  <a:lnTo>
                    <a:pt x="482" y="1429"/>
                  </a:lnTo>
                  <a:lnTo>
                    <a:pt x="486" y="1429"/>
                  </a:lnTo>
                  <a:lnTo>
                    <a:pt x="489" y="1429"/>
                  </a:lnTo>
                  <a:lnTo>
                    <a:pt x="493" y="1429"/>
                  </a:lnTo>
                  <a:lnTo>
                    <a:pt x="497" y="1429"/>
                  </a:lnTo>
                  <a:lnTo>
                    <a:pt x="500" y="1426"/>
                  </a:lnTo>
                  <a:lnTo>
                    <a:pt x="504" y="1426"/>
                  </a:lnTo>
                  <a:lnTo>
                    <a:pt x="507" y="1426"/>
                  </a:lnTo>
                  <a:lnTo>
                    <a:pt x="511" y="1422"/>
                  </a:lnTo>
                  <a:lnTo>
                    <a:pt x="515" y="1422"/>
                  </a:lnTo>
                  <a:lnTo>
                    <a:pt x="518" y="1418"/>
                  </a:lnTo>
                  <a:lnTo>
                    <a:pt x="522" y="1418"/>
                  </a:lnTo>
                  <a:lnTo>
                    <a:pt x="525" y="1415"/>
                  </a:lnTo>
                  <a:lnTo>
                    <a:pt x="529" y="1411"/>
                  </a:lnTo>
                  <a:lnTo>
                    <a:pt x="533" y="1408"/>
                  </a:lnTo>
                  <a:lnTo>
                    <a:pt x="536" y="1404"/>
                  </a:lnTo>
                  <a:lnTo>
                    <a:pt x="540" y="1404"/>
                  </a:lnTo>
                  <a:lnTo>
                    <a:pt x="543" y="1400"/>
                  </a:lnTo>
                  <a:lnTo>
                    <a:pt x="547" y="1397"/>
                  </a:lnTo>
                  <a:lnTo>
                    <a:pt x="551" y="1393"/>
                  </a:lnTo>
                  <a:lnTo>
                    <a:pt x="554" y="1390"/>
                  </a:lnTo>
                  <a:lnTo>
                    <a:pt x="558" y="1386"/>
                  </a:lnTo>
                  <a:lnTo>
                    <a:pt x="561" y="1382"/>
                  </a:lnTo>
                  <a:lnTo>
                    <a:pt x="565" y="1379"/>
                  </a:lnTo>
                  <a:lnTo>
                    <a:pt x="569" y="1375"/>
                  </a:lnTo>
                  <a:lnTo>
                    <a:pt x="572" y="1372"/>
                  </a:lnTo>
                  <a:lnTo>
                    <a:pt x="576" y="1368"/>
                  </a:lnTo>
                  <a:lnTo>
                    <a:pt x="579" y="1364"/>
                  </a:lnTo>
                  <a:lnTo>
                    <a:pt x="583" y="1361"/>
                  </a:lnTo>
                  <a:lnTo>
                    <a:pt x="587" y="1361"/>
                  </a:lnTo>
                  <a:lnTo>
                    <a:pt x="590" y="1357"/>
                  </a:lnTo>
                  <a:lnTo>
                    <a:pt x="594" y="1354"/>
                  </a:lnTo>
                  <a:lnTo>
                    <a:pt x="597" y="1350"/>
                  </a:lnTo>
                  <a:lnTo>
                    <a:pt x="601" y="1350"/>
                  </a:lnTo>
                  <a:lnTo>
                    <a:pt x="605" y="1346"/>
                  </a:lnTo>
                  <a:lnTo>
                    <a:pt x="608" y="1346"/>
                  </a:lnTo>
                  <a:lnTo>
                    <a:pt x="612" y="1346"/>
                  </a:lnTo>
                  <a:lnTo>
                    <a:pt x="615" y="1343"/>
                  </a:lnTo>
                  <a:lnTo>
                    <a:pt x="619" y="1343"/>
                  </a:lnTo>
                  <a:lnTo>
                    <a:pt x="623" y="1343"/>
                  </a:lnTo>
                  <a:lnTo>
                    <a:pt x="626" y="1343"/>
                  </a:lnTo>
                  <a:lnTo>
                    <a:pt x="630" y="1343"/>
                  </a:lnTo>
                  <a:lnTo>
                    <a:pt x="633" y="1343"/>
                  </a:lnTo>
                  <a:lnTo>
                    <a:pt x="637" y="1343"/>
                  </a:lnTo>
                  <a:lnTo>
                    <a:pt x="641" y="1346"/>
                  </a:lnTo>
                  <a:lnTo>
                    <a:pt x="644" y="1346"/>
                  </a:lnTo>
                  <a:lnTo>
                    <a:pt x="648" y="1346"/>
                  </a:lnTo>
                  <a:lnTo>
                    <a:pt x="651" y="1350"/>
                  </a:lnTo>
                  <a:lnTo>
                    <a:pt x="655" y="1350"/>
                  </a:lnTo>
                  <a:lnTo>
                    <a:pt x="659" y="1354"/>
                  </a:lnTo>
                  <a:lnTo>
                    <a:pt x="662" y="1357"/>
                  </a:lnTo>
                  <a:lnTo>
                    <a:pt x="666" y="1361"/>
                  </a:lnTo>
                  <a:lnTo>
                    <a:pt x="669" y="1361"/>
                  </a:lnTo>
                  <a:lnTo>
                    <a:pt x="673" y="1364"/>
                  </a:lnTo>
                  <a:lnTo>
                    <a:pt x="677" y="1368"/>
                  </a:lnTo>
                  <a:lnTo>
                    <a:pt x="680" y="1372"/>
                  </a:lnTo>
                  <a:lnTo>
                    <a:pt x="684" y="1375"/>
                  </a:lnTo>
                  <a:lnTo>
                    <a:pt x="687" y="1379"/>
                  </a:lnTo>
                  <a:lnTo>
                    <a:pt x="691" y="1382"/>
                  </a:lnTo>
                  <a:lnTo>
                    <a:pt x="695" y="1386"/>
                  </a:lnTo>
                  <a:lnTo>
                    <a:pt x="698" y="1390"/>
                  </a:lnTo>
                  <a:lnTo>
                    <a:pt x="702" y="1393"/>
                  </a:lnTo>
                  <a:lnTo>
                    <a:pt x="705" y="1397"/>
                  </a:lnTo>
                  <a:lnTo>
                    <a:pt x="709" y="1400"/>
                  </a:lnTo>
                  <a:lnTo>
                    <a:pt x="713" y="1404"/>
                  </a:lnTo>
                  <a:lnTo>
                    <a:pt x="716" y="1408"/>
                  </a:lnTo>
                  <a:lnTo>
                    <a:pt x="720" y="1411"/>
                  </a:lnTo>
                  <a:lnTo>
                    <a:pt x="723" y="1415"/>
                  </a:lnTo>
                  <a:lnTo>
                    <a:pt x="727" y="1418"/>
                  </a:lnTo>
                  <a:lnTo>
                    <a:pt x="731" y="1418"/>
                  </a:lnTo>
                  <a:lnTo>
                    <a:pt x="734" y="1422"/>
                  </a:lnTo>
                  <a:lnTo>
                    <a:pt x="738" y="1426"/>
                  </a:lnTo>
                  <a:lnTo>
                    <a:pt x="741" y="1429"/>
                  </a:lnTo>
                  <a:lnTo>
                    <a:pt x="745" y="1429"/>
                  </a:lnTo>
                  <a:lnTo>
                    <a:pt x="749" y="1429"/>
                  </a:lnTo>
                  <a:lnTo>
                    <a:pt x="752" y="1433"/>
                  </a:lnTo>
                  <a:lnTo>
                    <a:pt x="756" y="1433"/>
                  </a:lnTo>
                  <a:lnTo>
                    <a:pt x="759" y="1433"/>
                  </a:lnTo>
                  <a:lnTo>
                    <a:pt x="763" y="1433"/>
                  </a:lnTo>
                  <a:lnTo>
                    <a:pt x="767" y="1436"/>
                  </a:lnTo>
                  <a:lnTo>
                    <a:pt x="770" y="1433"/>
                  </a:lnTo>
                  <a:lnTo>
                    <a:pt x="774" y="1433"/>
                  </a:lnTo>
                  <a:lnTo>
                    <a:pt x="777" y="1433"/>
                  </a:lnTo>
                  <a:lnTo>
                    <a:pt x="781" y="1433"/>
                  </a:lnTo>
                  <a:lnTo>
                    <a:pt x="785" y="1429"/>
                  </a:lnTo>
                  <a:lnTo>
                    <a:pt x="788" y="1429"/>
                  </a:lnTo>
                  <a:lnTo>
                    <a:pt x="792" y="1426"/>
                  </a:lnTo>
                  <a:lnTo>
                    <a:pt x="795" y="1426"/>
                  </a:lnTo>
                  <a:lnTo>
                    <a:pt x="799" y="1422"/>
                  </a:lnTo>
                  <a:lnTo>
                    <a:pt x="803" y="1418"/>
                  </a:lnTo>
                  <a:lnTo>
                    <a:pt x="806" y="1418"/>
                  </a:lnTo>
                  <a:lnTo>
                    <a:pt x="810" y="1415"/>
                  </a:lnTo>
                  <a:lnTo>
                    <a:pt x="813" y="1411"/>
                  </a:lnTo>
                  <a:lnTo>
                    <a:pt x="817" y="1408"/>
                  </a:lnTo>
                  <a:lnTo>
                    <a:pt x="821" y="1404"/>
                  </a:lnTo>
                  <a:lnTo>
                    <a:pt x="824" y="1400"/>
                  </a:lnTo>
                  <a:lnTo>
                    <a:pt x="828" y="1397"/>
                  </a:lnTo>
                  <a:lnTo>
                    <a:pt x="831" y="1393"/>
                  </a:lnTo>
                  <a:lnTo>
                    <a:pt x="835" y="1390"/>
                  </a:lnTo>
                  <a:lnTo>
                    <a:pt x="839" y="1386"/>
                  </a:lnTo>
                  <a:lnTo>
                    <a:pt x="842" y="1382"/>
                  </a:lnTo>
                  <a:lnTo>
                    <a:pt x="846" y="1379"/>
                  </a:lnTo>
                  <a:lnTo>
                    <a:pt x="846" y="1375"/>
                  </a:lnTo>
                  <a:lnTo>
                    <a:pt x="849" y="1372"/>
                  </a:lnTo>
                  <a:lnTo>
                    <a:pt x="853" y="1368"/>
                  </a:lnTo>
                  <a:lnTo>
                    <a:pt x="857" y="1364"/>
                  </a:lnTo>
                  <a:lnTo>
                    <a:pt x="860" y="1361"/>
                  </a:lnTo>
                  <a:lnTo>
                    <a:pt x="864" y="1357"/>
                  </a:lnTo>
                  <a:lnTo>
                    <a:pt x="867" y="1354"/>
                  </a:lnTo>
                  <a:lnTo>
                    <a:pt x="871" y="1350"/>
                  </a:lnTo>
                  <a:lnTo>
                    <a:pt x="875" y="1346"/>
                  </a:lnTo>
                  <a:lnTo>
                    <a:pt x="878" y="1346"/>
                  </a:lnTo>
                  <a:lnTo>
                    <a:pt x="882" y="1343"/>
                  </a:lnTo>
                  <a:lnTo>
                    <a:pt x="885" y="1339"/>
                  </a:lnTo>
                  <a:lnTo>
                    <a:pt x="889" y="1339"/>
                  </a:lnTo>
                  <a:lnTo>
                    <a:pt x="893" y="1339"/>
                  </a:lnTo>
                  <a:lnTo>
                    <a:pt x="896" y="1336"/>
                  </a:lnTo>
                  <a:lnTo>
                    <a:pt x="900" y="1336"/>
                  </a:lnTo>
                  <a:lnTo>
                    <a:pt x="903" y="1336"/>
                  </a:lnTo>
                  <a:lnTo>
                    <a:pt x="907" y="1336"/>
                  </a:lnTo>
                  <a:lnTo>
                    <a:pt x="911" y="1336"/>
                  </a:lnTo>
                  <a:lnTo>
                    <a:pt x="914" y="1336"/>
                  </a:lnTo>
                  <a:lnTo>
                    <a:pt x="918" y="1336"/>
                  </a:lnTo>
                  <a:lnTo>
                    <a:pt x="921" y="1339"/>
                  </a:lnTo>
                  <a:lnTo>
                    <a:pt x="925" y="1339"/>
                  </a:lnTo>
                  <a:lnTo>
                    <a:pt x="929" y="1343"/>
                  </a:lnTo>
                  <a:lnTo>
                    <a:pt x="932" y="1343"/>
                  </a:lnTo>
                  <a:lnTo>
                    <a:pt x="936" y="1346"/>
                  </a:lnTo>
                  <a:lnTo>
                    <a:pt x="939" y="1350"/>
                  </a:lnTo>
                  <a:lnTo>
                    <a:pt x="943" y="1354"/>
                  </a:lnTo>
                  <a:lnTo>
                    <a:pt x="947" y="1357"/>
                  </a:lnTo>
                  <a:lnTo>
                    <a:pt x="950" y="1361"/>
                  </a:lnTo>
                  <a:lnTo>
                    <a:pt x="954" y="1364"/>
                  </a:lnTo>
                  <a:lnTo>
                    <a:pt x="957" y="1368"/>
                  </a:lnTo>
                  <a:lnTo>
                    <a:pt x="961" y="1372"/>
                  </a:lnTo>
                  <a:lnTo>
                    <a:pt x="965" y="1375"/>
                  </a:lnTo>
                  <a:lnTo>
                    <a:pt x="968" y="1379"/>
                  </a:lnTo>
                  <a:lnTo>
                    <a:pt x="972" y="1382"/>
                  </a:lnTo>
                  <a:lnTo>
                    <a:pt x="975" y="1386"/>
                  </a:lnTo>
                  <a:lnTo>
                    <a:pt x="979" y="1390"/>
                  </a:lnTo>
                  <a:lnTo>
                    <a:pt x="983" y="1393"/>
                  </a:lnTo>
                  <a:lnTo>
                    <a:pt x="983" y="1397"/>
                  </a:lnTo>
                  <a:lnTo>
                    <a:pt x="986" y="1400"/>
                  </a:lnTo>
                  <a:lnTo>
                    <a:pt x="990" y="1404"/>
                  </a:lnTo>
                  <a:lnTo>
                    <a:pt x="993" y="1408"/>
                  </a:lnTo>
                  <a:lnTo>
                    <a:pt x="997" y="1411"/>
                  </a:lnTo>
                  <a:lnTo>
                    <a:pt x="1001" y="1415"/>
                  </a:lnTo>
                  <a:lnTo>
                    <a:pt x="1004" y="1418"/>
                  </a:lnTo>
                  <a:lnTo>
                    <a:pt x="1008" y="1422"/>
                  </a:lnTo>
                  <a:lnTo>
                    <a:pt x="1011" y="1426"/>
                  </a:lnTo>
                  <a:lnTo>
                    <a:pt x="1015" y="1429"/>
                  </a:lnTo>
                  <a:lnTo>
                    <a:pt x="1019" y="1433"/>
                  </a:lnTo>
                  <a:lnTo>
                    <a:pt x="1022" y="1436"/>
                  </a:lnTo>
                  <a:lnTo>
                    <a:pt x="1026" y="1436"/>
                  </a:lnTo>
                  <a:lnTo>
                    <a:pt x="1029" y="1440"/>
                  </a:lnTo>
                  <a:lnTo>
                    <a:pt x="1033" y="1440"/>
                  </a:lnTo>
                  <a:lnTo>
                    <a:pt x="1037" y="1444"/>
                  </a:lnTo>
                  <a:lnTo>
                    <a:pt x="1040" y="1444"/>
                  </a:lnTo>
                  <a:lnTo>
                    <a:pt x="1044" y="1444"/>
                  </a:lnTo>
                  <a:lnTo>
                    <a:pt x="1047" y="1444"/>
                  </a:lnTo>
                  <a:lnTo>
                    <a:pt x="1051" y="1444"/>
                  </a:lnTo>
                  <a:lnTo>
                    <a:pt x="1055" y="1440"/>
                  </a:lnTo>
                  <a:lnTo>
                    <a:pt x="1058" y="1440"/>
                  </a:lnTo>
                  <a:lnTo>
                    <a:pt x="1062" y="1440"/>
                  </a:lnTo>
                  <a:lnTo>
                    <a:pt x="1065" y="1436"/>
                  </a:lnTo>
                  <a:lnTo>
                    <a:pt x="1069" y="1436"/>
                  </a:lnTo>
                  <a:lnTo>
                    <a:pt x="1073" y="1433"/>
                  </a:lnTo>
                  <a:lnTo>
                    <a:pt x="1076" y="1429"/>
                  </a:lnTo>
                  <a:lnTo>
                    <a:pt x="1080" y="1426"/>
                  </a:lnTo>
                  <a:lnTo>
                    <a:pt x="1083" y="1422"/>
                  </a:lnTo>
                  <a:lnTo>
                    <a:pt x="1087" y="1418"/>
                  </a:lnTo>
                  <a:lnTo>
                    <a:pt x="1091" y="1415"/>
                  </a:lnTo>
                  <a:lnTo>
                    <a:pt x="1094" y="1411"/>
                  </a:lnTo>
                  <a:lnTo>
                    <a:pt x="1098" y="1408"/>
                  </a:lnTo>
                  <a:lnTo>
                    <a:pt x="1101" y="1404"/>
                  </a:lnTo>
                  <a:lnTo>
                    <a:pt x="1105" y="1400"/>
                  </a:lnTo>
                  <a:lnTo>
                    <a:pt x="1109" y="1397"/>
                  </a:lnTo>
                  <a:lnTo>
                    <a:pt x="1112" y="1393"/>
                  </a:lnTo>
                  <a:lnTo>
                    <a:pt x="1112" y="1390"/>
                  </a:lnTo>
                  <a:lnTo>
                    <a:pt x="1116" y="1386"/>
                  </a:lnTo>
                  <a:lnTo>
                    <a:pt x="1119" y="1382"/>
                  </a:lnTo>
                  <a:lnTo>
                    <a:pt x="1123" y="1379"/>
                  </a:lnTo>
                  <a:lnTo>
                    <a:pt x="1123" y="1375"/>
                  </a:lnTo>
                  <a:lnTo>
                    <a:pt x="1127" y="1372"/>
                  </a:lnTo>
                  <a:lnTo>
                    <a:pt x="1130" y="1368"/>
                  </a:lnTo>
                  <a:lnTo>
                    <a:pt x="1134" y="1364"/>
                  </a:lnTo>
                  <a:lnTo>
                    <a:pt x="1137" y="1361"/>
                  </a:lnTo>
                  <a:lnTo>
                    <a:pt x="1137" y="1357"/>
                  </a:lnTo>
                  <a:lnTo>
                    <a:pt x="1141" y="1354"/>
                  </a:lnTo>
                  <a:lnTo>
                    <a:pt x="1145" y="1350"/>
                  </a:lnTo>
                  <a:lnTo>
                    <a:pt x="1148" y="1346"/>
                  </a:lnTo>
                  <a:lnTo>
                    <a:pt x="1152" y="1343"/>
                  </a:lnTo>
                  <a:lnTo>
                    <a:pt x="1155" y="1339"/>
                  </a:lnTo>
                  <a:lnTo>
                    <a:pt x="1159" y="1336"/>
                  </a:lnTo>
                  <a:lnTo>
                    <a:pt x="1163" y="1332"/>
                  </a:lnTo>
                  <a:lnTo>
                    <a:pt x="1166" y="1332"/>
                  </a:lnTo>
                  <a:lnTo>
                    <a:pt x="1170" y="1328"/>
                  </a:lnTo>
                  <a:lnTo>
                    <a:pt x="1173" y="1328"/>
                  </a:lnTo>
                  <a:lnTo>
                    <a:pt x="1177" y="1328"/>
                  </a:lnTo>
                  <a:lnTo>
                    <a:pt x="1181" y="1325"/>
                  </a:lnTo>
                  <a:lnTo>
                    <a:pt x="1184" y="1325"/>
                  </a:lnTo>
                  <a:lnTo>
                    <a:pt x="1188" y="1325"/>
                  </a:lnTo>
                  <a:lnTo>
                    <a:pt x="1191" y="1325"/>
                  </a:lnTo>
                  <a:lnTo>
                    <a:pt x="1195" y="1328"/>
                  </a:lnTo>
                  <a:lnTo>
                    <a:pt x="1199" y="1328"/>
                  </a:lnTo>
                  <a:lnTo>
                    <a:pt x="1202" y="1328"/>
                  </a:lnTo>
                  <a:lnTo>
                    <a:pt x="1206" y="1332"/>
                  </a:lnTo>
                  <a:lnTo>
                    <a:pt x="1209" y="1336"/>
                  </a:lnTo>
                  <a:lnTo>
                    <a:pt x="1213" y="1339"/>
                  </a:lnTo>
                  <a:lnTo>
                    <a:pt x="1217" y="1343"/>
                  </a:lnTo>
                  <a:lnTo>
                    <a:pt x="1220" y="1343"/>
                  </a:lnTo>
                  <a:lnTo>
                    <a:pt x="1224" y="1346"/>
                  </a:lnTo>
                  <a:lnTo>
                    <a:pt x="1227" y="1350"/>
                  </a:lnTo>
                  <a:lnTo>
                    <a:pt x="1231" y="1354"/>
                  </a:lnTo>
                  <a:lnTo>
                    <a:pt x="1235" y="1357"/>
                  </a:lnTo>
                  <a:lnTo>
                    <a:pt x="1235" y="1361"/>
                  </a:lnTo>
                  <a:lnTo>
                    <a:pt x="1238" y="1364"/>
                  </a:lnTo>
                  <a:lnTo>
                    <a:pt x="1242" y="1368"/>
                  </a:lnTo>
                  <a:lnTo>
                    <a:pt x="1245" y="1372"/>
                  </a:lnTo>
                  <a:lnTo>
                    <a:pt x="1249" y="1375"/>
                  </a:lnTo>
                  <a:lnTo>
                    <a:pt x="1249" y="1379"/>
                  </a:lnTo>
                  <a:lnTo>
                    <a:pt x="1253" y="1382"/>
                  </a:lnTo>
                  <a:lnTo>
                    <a:pt x="1253" y="1386"/>
                  </a:lnTo>
                  <a:lnTo>
                    <a:pt x="1256" y="1390"/>
                  </a:lnTo>
                  <a:lnTo>
                    <a:pt x="1260" y="1393"/>
                  </a:lnTo>
                  <a:lnTo>
                    <a:pt x="1260" y="1397"/>
                  </a:lnTo>
                  <a:lnTo>
                    <a:pt x="1263" y="1400"/>
                  </a:lnTo>
                  <a:lnTo>
                    <a:pt x="1267" y="1404"/>
                  </a:lnTo>
                  <a:lnTo>
                    <a:pt x="1271" y="1408"/>
                  </a:lnTo>
                  <a:lnTo>
                    <a:pt x="1274" y="1411"/>
                  </a:lnTo>
                  <a:lnTo>
                    <a:pt x="1274" y="1415"/>
                  </a:lnTo>
                  <a:lnTo>
                    <a:pt x="1278" y="1418"/>
                  </a:lnTo>
                  <a:lnTo>
                    <a:pt x="1281" y="1422"/>
                  </a:lnTo>
                  <a:lnTo>
                    <a:pt x="1285" y="1426"/>
                  </a:lnTo>
                  <a:lnTo>
                    <a:pt x="1285" y="1429"/>
                  </a:lnTo>
                  <a:lnTo>
                    <a:pt x="1289" y="1433"/>
                  </a:lnTo>
                  <a:lnTo>
                    <a:pt x="1292" y="1436"/>
                  </a:lnTo>
                  <a:lnTo>
                    <a:pt x="1296" y="1440"/>
                  </a:lnTo>
                  <a:lnTo>
                    <a:pt x="1299" y="1444"/>
                  </a:lnTo>
                  <a:lnTo>
                    <a:pt x="1303" y="1447"/>
                  </a:lnTo>
                  <a:lnTo>
                    <a:pt x="1307" y="1451"/>
                  </a:lnTo>
                  <a:lnTo>
                    <a:pt x="1310" y="1451"/>
                  </a:lnTo>
                  <a:lnTo>
                    <a:pt x="1314" y="1451"/>
                  </a:lnTo>
                  <a:lnTo>
                    <a:pt x="1317" y="1454"/>
                  </a:lnTo>
                  <a:lnTo>
                    <a:pt x="1321" y="1454"/>
                  </a:lnTo>
                  <a:lnTo>
                    <a:pt x="1325" y="1454"/>
                  </a:lnTo>
                  <a:lnTo>
                    <a:pt x="1328" y="1454"/>
                  </a:lnTo>
                  <a:lnTo>
                    <a:pt x="1332" y="1454"/>
                  </a:lnTo>
                  <a:lnTo>
                    <a:pt x="1335" y="1454"/>
                  </a:lnTo>
                  <a:lnTo>
                    <a:pt x="1339" y="1451"/>
                  </a:lnTo>
                  <a:lnTo>
                    <a:pt x="1343" y="1451"/>
                  </a:lnTo>
                  <a:lnTo>
                    <a:pt x="1346" y="1447"/>
                  </a:lnTo>
                  <a:lnTo>
                    <a:pt x="1350" y="1444"/>
                  </a:lnTo>
                  <a:lnTo>
                    <a:pt x="1353" y="1440"/>
                  </a:lnTo>
                  <a:lnTo>
                    <a:pt x="1357" y="1436"/>
                  </a:lnTo>
                  <a:lnTo>
                    <a:pt x="1361" y="1433"/>
                  </a:lnTo>
                  <a:lnTo>
                    <a:pt x="1364" y="1429"/>
                  </a:lnTo>
                  <a:lnTo>
                    <a:pt x="1368" y="1426"/>
                  </a:lnTo>
                  <a:lnTo>
                    <a:pt x="1371" y="1422"/>
                  </a:lnTo>
                  <a:lnTo>
                    <a:pt x="1375" y="1418"/>
                  </a:lnTo>
                  <a:lnTo>
                    <a:pt x="1375" y="1415"/>
                  </a:lnTo>
                  <a:lnTo>
                    <a:pt x="1379" y="1411"/>
                  </a:lnTo>
                  <a:lnTo>
                    <a:pt x="1382" y="1408"/>
                  </a:lnTo>
                  <a:lnTo>
                    <a:pt x="1382" y="1404"/>
                  </a:lnTo>
                  <a:lnTo>
                    <a:pt x="1386" y="1400"/>
                  </a:lnTo>
                  <a:lnTo>
                    <a:pt x="1389" y="1397"/>
                  </a:lnTo>
                  <a:lnTo>
                    <a:pt x="1389" y="1393"/>
                  </a:lnTo>
                  <a:lnTo>
                    <a:pt x="1393" y="1390"/>
                  </a:lnTo>
                  <a:lnTo>
                    <a:pt x="1397" y="1386"/>
                  </a:lnTo>
                  <a:lnTo>
                    <a:pt x="1397" y="1382"/>
                  </a:lnTo>
                  <a:lnTo>
                    <a:pt x="1400" y="1379"/>
                  </a:lnTo>
                  <a:lnTo>
                    <a:pt x="1404" y="1375"/>
                  </a:lnTo>
                  <a:lnTo>
                    <a:pt x="1404" y="1372"/>
                  </a:lnTo>
                  <a:lnTo>
                    <a:pt x="1407" y="1368"/>
                  </a:lnTo>
                  <a:lnTo>
                    <a:pt x="1407" y="1364"/>
                  </a:lnTo>
                  <a:lnTo>
                    <a:pt x="1411" y="1361"/>
                  </a:lnTo>
                  <a:lnTo>
                    <a:pt x="1415" y="1357"/>
                  </a:lnTo>
                  <a:lnTo>
                    <a:pt x="1415" y="1354"/>
                  </a:lnTo>
                  <a:lnTo>
                    <a:pt x="1418" y="1350"/>
                  </a:lnTo>
                  <a:lnTo>
                    <a:pt x="1422" y="1346"/>
                  </a:lnTo>
                  <a:lnTo>
                    <a:pt x="1422" y="1343"/>
                  </a:lnTo>
                  <a:lnTo>
                    <a:pt x="1425" y="1339"/>
                  </a:lnTo>
                  <a:lnTo>
                    <a:pt x="1429" y="1336"/>
                  </a:lnTo>
                  <a:lnTo>
                    <a:pt x="1433" y="1332"/>
                  </a:lnTo>
                  <a:lnTo>
                    <a:pt x="1436" y="1328"/>
                  </a:lnTo>
                  <a:lnTo>
                    <a:pt x="1440" y="1325"/>
                  </a:lnTo>
                  <a:lnTo>
                    <a:pt x="1443" y="1321"/>
                  </a:lnTo>
                  <a:lnTo>
                    <a:pt x="1447" y="1318"/>
                  </a:lnTo>
                  <a:lnTo>
                    <a:pt x="1451" y="1314"/>
                  </a:lnTo>
                  <a:lnTo>
                    <a:pt x="1454" y="1314"/>
                  </a:lnTo>
                  <a:lnTo>
                    <a:pt x="1458" y="1310"/>
                  </a:lnTo>
                  <a:lnTo>
                    <a:pt x="1461" y="1310"/>
                  </a:lnTo>
                  <a:lnTo>
                    <a:pt x="1465" y="1310"/>
                  </a:lnTo>
                  <a:lnTo>
                    <a:pt x="1469" y="1310"/>
                  </a:lnTo>
                  <a:lnTo>
                    <a:pt x="1472" y="1314"/>
                  </a:lnTo>
                  <a:lnTo>
                    <a:pt x="1476" y="1314"/>
                  </a:lnTo>
                  <a:lnTo>
                    <a:pt x="1479" y="1314"/>
                  </a:lnTo>
                  <a:lnTo>
                    <a:pt x="1483" y="1318"/>
                  </a:lnTo>
                  <a:lnTo>
                    <a:pt x="1487" y="1321"/>
                  </a:lnTo>
                  <a:lnTo>
                    <a:pt x="1490" y="1325"/>
                  </a:lnTo>
                  <a:lnTo>
                    <a:pt x="1494" y="1328"/>
                  </a:lnTo>
                  <a:lnTo>
                    <a:pt x="1497" y="1332"/>
                  </a:lnTo>
                  <a:lnTo>
                    <a:pt x="1501" y="1336"/>
                  </a:lnTo>
                  <a:lnTo>
                    <a:pt x="1505" y="1339"/>
                  </a:lnTo>
                  <a:lnTo>
                    <a:pt x="1508" y="1343"/>
                  </a:lnTo>
                  <a:lnTo>
                    <a:pt x="1508" y="1346"/>
                  </a:lnTo>
                  <a:lnTo>
                    <a:pt x="1512" y="1350"/>
                  </a:lnTo>
                  <a:lnTo>
                    <a:pt x="1512" y="1354"/>
                  </a:lnTo>
                  <a:lnTo>
                    <a:pt x="1515" y="1357"/>
                  </a:lnTo>
                  <a:lnTo>
                    <a:pt x="1519" y="1361"/>
                  </a:lnTo>
                  <a:lnTo>
                    <a:pt x="1519" y="1364"/>
                  </a:lnTo>
                  <a:lnTo>
                    <a:pt x="1523" y="1368"/>
                  </a:lnTo>
                  <a:lnTo>
                    <a:pt x="1526" y="1372"/>
                  </a:lnTo>
                  <a:lnTo>
                    <a:pt x="1526" y="1375"/>
                  </a:lnTo>
                  <a:lnTo>
                    <a:pt x="1530" y="1379"/>
                  </a:lnTo>
                  <a:lnTo>
                    <a:pt x="1530" y="1382"/>
                  </a:lnTo>
                  <a:lnTo>
                    <a:pt x="1533" y="1386"/>
                  </a:lnTo>
                  <a:lnTo>
                    <a:pt x="1533" y="1390"/>
                  </a:lnTo>
                  <a:lnTo>
                    <a:pt x="1537" y="1393"/>
                  </a:lnTo>
                  <a:lnTo>
                    <a:pt x="1537" y="1397"/>
                  </a:lnTo>
                  <a:lnTo>
                    <a:pt x="1541" y="1400"/>
                  </a:lnTo>
                  <a:lnTo>
                    <a:pt x="1544" y="1404"/>
                  </a:lnTo>
                  <a:lnTo>
                    <a:pt x="1544" y="1408"/>
                  </a:lnTo>
                  <a:lnTo>
                    <a:pt x="1548" y="1411"/>
                  </a:lnTo>
                  <a:lnTo>
                    <a:pt x="1548" y="1415"/>
                  </a:lnTo>
                  <a:lnTo>
                    <a:pt x="1551" y="1418"/>
                  </a:lnTo>
                  <a:lnTo>
                    <a:pt x="1551" y="1422"/>
                  </a:lnTo>
                  <a:lnTo>
                    <a:pt x="1555" y="1426"/>
                  </a:lnTo>
                  <a:lnTo>
                    <a:pt x="1555" y="1429"/>
                  </a:lnTo>
                  <a:lnTo>
                    <a:pt x="1559" y="1433"/>
                  </a:lnTo>
                  <a:lnTo>
                    <a:pt x="1562" y="1436"/>
                  </a:lnTo>
                  <a:lnTo>
                    <a:pt x="1566" y="1440"/>
                  </a:lnTo>
                  <a:lnTo>
                    <a:pt x="1566" y="1444"/>
                  </a:lnTo>
                  <a:lnTo>
                    <a:pt x="1569" y="1447"/>
                  </a:lnTo>
                  <a:lnTo>
                    <a:pt x="1573" y="1451"/>
                  </a:lnTo>
                  <a:lnTo>
                    <a:pt x="1577" y="1454"/>
                  </a:lnTo>
                  <a:lnTo>
                    <a:pt x="1580" y="1458"/>
                  </a:lnTo>
                  <a:lnTo>
                    <a:pt x="1584" y="1462"/>
                  </a:lnTo>
                  <a:lnTo>
                    <a:pt x="1587" y="1465"/>
                  </a:lnTo>
                  <a:lnTo>
                    <a:pt x="1591" y="1469"/>
                  </a:lnTo>
                  <a:lnTo>
                    <a:pt x="1595" y="1472"/>
                  </a:lnTo>
                  <a:lnTo>
                    <a:pt x="1598" y="1472"/>
                  </a:lnTo>
                  <a:lnTo>
                    <a:pt x="1602" y="1472"/>
                  </a:lnTo>
                  <a:lnTo>
                    <a:pt x="1605" y="1472"/>
                  </a:lnTo>
                  <a:lnTo>
                    <a:pt x="1609" y="1472"/>
                  </a:lnTo>
                  <a:lnTo>
                    <a:pt x="1613" y="1472"/>
                  </a:lnTo>
                  <a:lnTo>
                    <a:pt x="1616" y="1469"/>
                  </a:lnTo>
                  <a:lnTo>
                    <a:pt x="1620" y="1469"/>
                  </a:lnTo>
                  <a:lnTo>
                    <a:pt x="1623" y="1465"/>
                  </a:lnTo>
                  <a:lnTo>
                    <a:pt x="1627" y="1462"/>
                  </a:lnTo>
                  <a:lnTo>
                    <a:pt x="1631" y="1458"/>
                  </a:lnTo>
                  <a:lnTo>
                    <a:pt x="1634" y="1454"/>
                  </a:lnTo>
                  <a:lnTo>
                    <a:pt x="1638" y="1451"/>
                  </a:lnTo>
                  <a:lnTo>
                    <a:pt x="1641" y="1447"/>
                  </a:lnTo>
                  <a:lnTo>
                    <a:pt x="1641" y="1444"/>
                  </a:lnTo>
                  <a:lnTo>
                    <a:pt x="1645" y="1440"/>
                  </a:lnTo>
                  <a:lnTo>
                    <a:pt x="1649" y="1436"/>
                  </a:lnTo>
                  <a:lnTo>
                    <a:pt x="1649" y="1433"/>
                  </a:lnTo>
                  <a:lnTo>
                    <a:pt x="1652" y="1429"/>
                  </a:lnTo>
                  <a:lnTo>
                    <a:pt x="1652" y="1426"/>
                  </a:lnTo>
                  <a:lnTo>
                    <a:pt x="1656" y="1422"/>
                  </a:lnTo>
                  <a:lnTo>
                    <a:pt x="1656" y="1418"/>
                  </a:lnTo>
                  <a:lnTo>
                    <a:pt x="1659" y="1415"/>
                  </a:lnTo>
                  <a:lnTo>
                    <a:pt x="1663" y="1411"/>
                  </a:lnTo>
                  <a:lnTo>
                    <a:pt x="1663" y="1408"/>
                  </a:lnTo>
                  <a:lnTo>
                    <a:pt x="1663" y="1404"/>
                  </a:lnTo>
                  <a:lnTo>
                    <a:pt x="1667" y="1400"/>
                  </a:lnTo>
                  <a:lnTo>
                    <a:pt x="1667" y="1397"/>
                  </a:lnTo>
                  <a:lnTo>
                    <a:pt x="1670" y="1393"/>
                  </a:lnTo>
                  <a:lnTo>
                    <a:pt x="1670" y="1390"/>
                  </a:lnTo>
                  <a:lnTo>
                    <a:pt x="1674" y="1386"/>
                  </a:lnTo>
                  <a:lnTo>
                    <a:pt x="1674" y="1382"/>
                  </a:lnTo>
                  <a:lnTo>
                    <a:pt x="1677" y="1379"/>
                  </a:lnTo>
                  <a:lnTo>
                    <a:pt x="1677" y="1375"/>
                  </a:lnTo>
                  <a:lnTo>
                    <a:pt x="1681" y="1372"/>
                  </a:lnTo>
                  <a:lnTo>
                    <a:pt x="1681" y="1368"/>
                  </a:lnTo>
                  <a:lnTo>
                    <a:pt x="1685" y="1364"/>
                  </a:lnTo>
                  <a:lnTo>
                    <a:pt x="1685" y="1361"/>
                  </a:lnTo>
                  <a:lnTo>
                    <a:pt x="1685" y="1357"/>
                  </a:lnTo>
                  <a:lnTo>
                    <a:pt x="1688" y="1354"/>
                  </a:lnTo>
                  <a:lnTo>
                    <a:pt x="1692" y="1350"/>
                  </a:lnTo>
                  <a:lnTo>
                    <a:pt x="1692" y="1346"/>
                  </a:lnTo>
                  <a:lnTo>
                    <a:pt x="1695" y="1343"/>
                  </a:lnTo>
                  <a:lnTo>
                    <a:pt x="1695" y="1339"/>
                  </a:lnTo>
                  <a:lnTo>
                    <a:pt x="1699" y="1336"/>
                  </a:lnTo>
                  <a:lnTo>
                    <a:pt x="1699" y="1332"/>
                  </a:lnTo>
                  <a:lnTo>
                    <a:pt x="1703" y="1328"/>
                  </a:lnTo>
                  <a:lnTo>
                    <a:pt x="1706" y="1325"/>
                  </a:lnTo>
                  <a:lnTo>
                    <a:pt x="1706" y="1321"/>
                  </a:lnTo>
                  <a:lnTo>
                    <a:pt x="1710" y="1318"/>
                  </a:lnTo>
                  <a:lnTo>
                    <a:pt x="1710" y="1314"/>
                  </a:lnTo>
                  <a:lnTo>
                    <a:pt x="1713" y="1310"/>
                  </a:lnTo>
                  <a:lnTo>
                    <a:pt x="1717" y="1307"/>
                  </a:lnTo>
                  <a:lnTo>
                    <a:pt x="1721" y="1303"/>
                  </a:lnTo>
                  <a:lnTo>
                    <a:pt x="1724" y="1300"/>
                  </a:lnTo>
                  <a:lnTo>
                    <a:pt x="1728" y="1296"/>
                  </a:lnTo>
                  <a:lnTo>
                    <a:pt x="1731" y="1292"/>
                  </a:lnTo>
                  <a:lnTo>
                    <a:pt x="1735" y="1289"/>
                  </a:lnTo>
                  <a:lnTo>
                    <a:pt x="1739" y="1289"/>
                  </a:lnTo>
                  <a:lnTo>
                    <a:pt x="1742" y="1289"/>
                  </a:lnTo>
                  <a:lnTo>
                    <a:pt x="1746" y="1289"/>
                  </a:lnTo>
                  <a:lnTo>
                    <a:pt x="1749" y="1289"/>
                  </a:lnTo>
                  <a:lnTo>
                    <a:pt x="1753" y="1289"/>
                  </a:lnTo>
                  <a:lnTo>
                    <a:pt x="1757" y="1292"/>
                  </a:lnTo>
                  <a:lnTo>
                    <a:pt x="1760" y="1296"/>
                  </a:lnTo>
                  <a:lnTo>
                    <a:pt x="1764" y="1300"/>
                  </a:lnTo>
                  <a:lnTo>
                    <a:pt x="1767" y="1303"/>
                  </a:lnTo>
                  <a:lnTo>
                    <a:pt x="1771" y="1307"/>
                  </a:lnTo>
                  <a:lnTo>
                    <a:pt x="1775" y="1310"/>
                  </a:lnTo>
                  <a:lnTo>
                    <a:pt x="1778" y="1314"/>
                  </a:lnTo>
                  <a:lnTo>
                    <a:pt x="1778" y="1318"/>
                  </a:lnTo>
                  <a:lnTo>
                    <a:pt x="1782" y="1321"/>
                  </a:lnTo>
                  <a:lnTo>
                    <a:pt x="1785" y="1325"/>
                  </a:lnTo>
                  <a:lnTo>
                    <a:pt x="1785" y="1328"/>
                  </a:lnTo>
                  <a:lnTo>
                    <a:pt x="1789" y="1332"/>
                  </a:lnTo>
                  <a:lnTo>
                    <a:pt x="1789" y="1336"/>
                  </a:lnTo>
                  <a:lnTo>
                    <a:pt x="1793" y="1339"/>
                  </a:lnTo>
                  <a:lnTo>
                    <a:pt x="1793" y="1343"/>
                  </a:lnTo>
                  <a:lnTo>
                    <a:pt x="1796" y="1346"/>
                  </a:lnTo>
                  <a:lnTo>
                    <a:pt x="1796" y="1350"/>
                  </a:lnTo>
                  <a:lnTo>
                    <a:pt x="1796" y="1354"/>
                  </a:lnTo>
                  <a:lnTo>
                    <a:pt x="1800" y="1357"/>
                  </a:lnTo>
                  <a:lnTo>
                    <a:pt x="1800" y="1361"/>
                  </a:lnTo>
                  <a:lnTo>
                    <a:pt x="1803" y="1364"/>
                  </a:lnTo>
                  <a:lnTo>
                    <a:pt x="1803" y="1368"/>
                  </a:lnTo>
                  <a:lnTo>
                    <a:pt x="1803" y="1372"/>
                  </a:lnTo>
                  <a:lnTo>
                    <a:pt x="1807" y="1375"/>
                  </a:lnTo>
                  <a:lnTo>
                    <a:pt x="1811" y="1379"/>
                  </a:lnTo>
                  <a:lnTo>
                    <a:pt x="1811" y="1382"/>
                  </a:lnTo>
                  <a:lnTo>
                    <a:pt x="1811" y="1386"/>
                  </a:lnTo>
                  <a:lnTo>
                    <a:pt x="1814" y="1390"/>
                  </a:lnTo>
                  <a:lnTo>
                    <a:pt x="1814" y="1393"/>
                  </a:lnTo>
                  <a:lnTo>
                    <a:pt x="1818" y="1397"/>
                  </a:lnTo>
                  <a:lnTo>
                    <a:pt x="1818" y="1400"/>
                  </a:lnTo>
                  <a:lnTo>
                    <a:pt x="1818" y="1404"/>
                  </a:lnTo>
                  <a:lnTo>
                    <a:pt x="1821" y="1408"/>
                  </a:lnTo>
                  <a:lnTo>
                    <a:pt x="1821" y="1411"/>
                  </a:lnTo>
                  <a:lnTo>
                    <a:pt x="1821" y="1415"/>
                  </a:lnTo>
                  <a:lnTo>
                    <a:pt x="1825" y="1418"/>
                  </a:lnTo>
                  <a:lnTo>
                    <a:pt x="1825" y="1422"/>
                  </a:lnTo>
                  <a:lnTo>
                    <a:pt x="1829" y="1426"/>
                  </a:lnTo>
                  <a:lnTo>
                    <a:pt x="1829" y="1429"/>
                  </a:lnTo>
                  <a:lnTo>
                    <a:pt x="1832" y="1433"/>
                  </a:lnTo>
                  <a:lnTo>
                    <a:pt x="1832" y="1436"/>
                  </a:lnTo>
                  <a:lnTo>
                    <a:pt x="1836" y="1440"/>
                  </a:lnTo>
                  <a:lnTo>
                    <a:pt x="1836" y="1444"/>
                  </a:lnTo>
                  <a:lnTo>
                    <a:pt x="1836" y="1447"/>
                  </a:lnTo>
                  <a:lnTo>
                    <a:pt x="1839" y="1451"/>
                  </a:lnTo>
                  <a:lnTo>
                    <a:pt x="1839" y="1454"/>
                  </a:lnTo>
                  <a:lnTo>
                    <a:pt x="1843" y="1458"/>
                  </a:lnTo>
                  <a:lnTo>
                    <a:pt x="1843" y="1462"/>
                  </a:lnTo>
                  <a:lnTo>
                    <a:pt x="1847" y="1465"/>
                  </a:lnTo>
                  <a:lnTo>
                    <a:pt x="1847" y="1469"/>
                  </a:lnTo>
                  <a:lnTo>
                    <a:pt x="1850" y="1472"/>
                  </a:lnTo>
                  <a:lnTo>
                    <a:pt x="1854" y="1476"/>
                  </a:lnTo>
                  <a:lnTo>
                    <a:pt x="1854" y="1480"/>
                  </a:lnTo>
                  <a:lnTo>
                    <a:pt x="1857" y="1483"/>
                  </a:lnTo>
                  <a:lnTo>
                    <a:pt x="1861" y="1487"/>
                  </a:lnTo>
                  <a:lnTo>
                    <a:pt x="1865" y="1490"/>
                  </a:lnTo>
                  <a:lnTo>
                    <a:pt x="1865" y="1494"/>
                  </a:lnTo>
                  <a:lnTo>
                    <a:pt x="1868" y="1498"/>
                  </a:lnTo>
                  <a:lnTo>
                    <a:pt x="1872" y="1501"/>
                  </a:lnTo>
                  <a:lnTo>
                    <a:pt x="1875" y="1501"/>
                  </a:lnTo>
                  <a:lnTo>
                    <a:pt x="1879" y="1505"/>
                  </a:lnTo>
                  <a:lnTo>
                    <a:pt x="1883" y="1505"/>
                  </a:lnTo>
                  <a:lnTo>
                    <a:pt x="1886" y="1505"/>
                  </a:lnTo>
                  <a:lnTo>
                    <a:pt x="1890" y="1501"/>
                  </a:lnTo>
                  <a:lnTo>
                    <a:pt x="1893" y="1501"/>
                  </a:lnTo>
                  <a:lnTo>
                    <a:pt x="1897" y="1498"/>
                  </a:lnTo>
                  <a:lnTo>
                    <a:pt x="1901" y="1494"/>
                  </a:lnTo>
                  <a:lnTo>
                    <a:pt x="1904" y="1490"/>
                  </a:lnTo>
                  <a:lnTo>
                    <a:pt x="1908" y="1487"/>
                  </a:lnTo>
                  <a:lnTo>
                    <a:pt x="1911" y="1483"/>
                  </a:lnTo>
                  <a:lnTo>
                    <a:pt x="1915" y="1480"/>
                  </a:lnTo>
                  <a:lnTo>
                    <a:pt x="1915" y="1476"/>
                  </a:lnTo>
                  <a:lnTo>
                    <a:pt x="1919" y="1472"/>
                  </a:lnTo>
                  <a:lnTo>
                    <a:pt x="1919" y="1469"/>
                  </a:lnTo>
                  <a:lnTo>
                    <a:pt x="1922" y="1465"/>
                  </a:lnTo>
                  <a:lnTo>
                    <a:pt x="1922" y="1462"/>
                  </a:lnTo>
                  <a:lnTo>
                    <a:pt x="1926" y="1458"/>
                  </a:lnTo>
                  <a:lnTo>
                    <a:pt x="1926" y="1454"/>
                  </a:lnTo>
                  <a:lnTo>
                    <a:pt x="1926" y="1451"/>
                  </a:lnTo>
                  <a:lnTo>
                    <a:pt x="1929" y="1447"/>
                  </a:lnTo>
                  <a:lnTo>
                    <a:pt x="1929" y="1444"/>
                  </a:lnTo>
                  <a:lnTo>
                    <a:pt x="1933" y="1440"/>
                  </a:lnTo>
                  <a:lnTo>
                    <a:pt x="1933" y="1436"/>
                  </a:lnTo>
                  <a:lnTo>
                    <a:pt x="1933" y="1433"/>
                  </a:lnTo>
                  <a:lnTo>
                    <a:pt x="1937" y="1429"/>
                  </a:lnTo>
                  <a:lnTo>
                    <a:pt x="1937" y="1426"/>
                  </a:lnTo>
                  <a:lnTo>
                    <a:pt x="1940" y="1422"/>
                  </a:lnTo>
                  <a:lnTo>
                    <a:pt x="1940" y="1418"/>
                  </a:lnTo>
                  <a:lnTo>
                    <a:pt x="1940" y="1415"/>
                  </a:lnTo>
                  <a:lnTo>
                    <a:pt x="1944" y="1411"/>
                  </a:lnTo>
                  <a:lnTo>
                    <a:pt x="1944" y="1408"/>
                  </a:lnTo>
                  <a:lnTo>
                    <a:pt x="1947" y="1404"/>
                  </a:lnTo>
                  <a:lnTo>
                    <a:pt x="1947" y="1400"/>
                  </a:lnTo>
                  <a:lnTo>
                    <a:pt x="1947" y="1393"/>
                  </a:lnTo>
                  <a:lnTo>
                    <a:pt x="1951" y="1390"/>
                  </a:lnTo>
                  <a:lnTo>
                    <a:pt x="1951" y="1386"/>
                  </a:lnTo>
                  <a:lnTo>
                    <a:pt x="1951" y="1382"/>
                  </a:lnTo>
                  <a:lnTo>
                    <a:pt x="1955" y="1379"/>
                  </a:lnTo>
                  <a:lnTo>
                    <a:pt x="1955" y="1375"/>
                  </a:lnTo>
                  <a:lnTo>
                    <a:pt x="1958" y="1372"/>
                  </a:lnTo>
                  <a:lnTo>
                    <a:pt x="1958" y="1368"/>
                  </a:lnTo>
                  <a:lnTo>
                    <a:pt x="1958" y="1361"/>
                  </a:lnTo>
                  <a:lnTo>
                    <a:pt x="1962" y="1357"/>
                  </a:lnTo>
                  <a:lnTo>
                    <a:pt x="1962" y="1354"/>
                  </a:lnTo>
                  <a:lnTo>
                    <a:pt x="1965" y="1350"/>
                  </a:lnTo>
                  <a:lnTo>
                    <a:pt x="1965" y="1346"/>
                  </a:lnTo>
                  <a:lnTo>
                    <a:pt x="1965" y="1343"/>
                  </a:lnTo>
                  <a:lnTo>
                    <a:pt x="1969" y="1339"/>
                  </a:lnTo>
                  <a:lnTo>
                    <a:pt x="1969" y="1336"/>
                  </a:lnTo>
                  <a:lnTo>
                    <a:pt x="1969" y="1332"/>
                  </a:lnTo>
                  <a:lnTo>
                    <a:pt x="1973" y="1328"/>
                  </a:lnTo>
                  <a:lnTo>
                    <a:pt x="1973" y="1321"/>
                  </a:lnTo>
                  <a:lnTo>
                    <a:pt x="1976" y="1318"/>
                  </a:lnTo>
                  <a:lnTo>
                    <a:pt x="1976" y="1314"/>
                  </a:lnTo>
                  <a:lnTo>
                    <a:pt x="1976" y="1310"/>
                  </a:lnTo>
                  <a:lnTo>
                    <a:pt x="1980" y="1307"/>
                  </a:lnTo>
                  <a:lnTo>
                    <a:pt x="1980" y="1303"/>
                  </a:lnTo>
                  <a:lnTo>
                    <a:pt x="1983" y="1300"/>
                  </a:lnTo>
                  <a:lnTo>
                    <a:pt x="1983" y="1296"/>
                  </a:lnTo>
                  <a:lnTo>
                    <a:pt x="1987" y="1292"/>
                  </a:lnTo>
                  <a:lnTo>
                    <a:pt x="1987" y="1289"/>
                  </a:lnTo>
                  <a:lnTo>
                    <a:pt x="1991" y="1285"/>
                  </a:lnTo>
                  <a:lnTo>
                    <a:pt x="1991" y="1282"/>
                  </a:lnTo>
                  <a:lnTo>
                    <a:pt x="1991" y="1278"/>
                  </a:lnTo>
                  <a:lnTo>
                    <a:pt x="1994" y="1274"/>
                  </a:lnTo>
                  <a:lnTo>
                    <a:pt x="1994" y="1271"/>
                  </a:lnTo>
                  <a:lnTo>
                    <a:pt x="1998" y="1267"/>
                  </a:lnTo>
                  <a:lnTo>
                    <a:pt x="2001" y="1264"/>
                  </a:lnTo>
                  <a:lnTo>
                    <a:pt x="2001" y="1260"/>
                  </a:lnTo>
                  <a:lnTo>
                    <a:pt x="2005" y="1256"/>
                  </a:lnTo>
                  <a:lnTo>
                    <a:pt x="2009" y="1253"/>
                  </a:lnTo>
                  <a:lnTo>
                    <a:pt x="2012" y="1249"/>
                  </a:lnTo>
                  <a:lnTo>
                    <a:pt x="2016" y="1246"/>
                  </a:lnTo>
                  <a:lnTo>
                    <a:pt x="2019" y="1246"/>
                  </a:lnTo>
                  <a:lnTo>
                    <a:pt x="2023" y="1242"/>
                  </a:lnTo>
                  <a:lnTo>
                    <a:pt x="2027" y="1246"/>
                  </a:lnTo>
                  <a:lnTo>
                    <a:pt x="2030" y="1246"/>
                  </a:lnTo>
                  <a:lnTo>
                    <a:pt x="2034" y="1249"/>
                  </a:lnTo>
                  <a:lnTo>
                    <a:pt x="2037" y="1253"/>
                  </a:lnTo>
                  <a:lnTo>
                    <a:pt x="2041" y="1256"/>
                  </a:lnTo>
                  <a:lnTo>
                    <a:pt x="2045" y="1260"/>
                  </a:lnTo>
                  <a:lnTo>
                    <a:pt x="2048" y="1264"/>
                  </a:lnTo>
                  <a:lnTo>
                    <a:pt x="2052" y="1267"/>
                  </a:lnTo>
                  <a:lnTo>
                    <a:pt x="2052" y="1271"/>
                  </a:lnTo>
                  <a:lnTo>
                    <a:pt x="2052" y="1274"/>
                  </a:lnTo>
                  <a:lnTo>
                    <a:pt x="2055" y="1278"/>
                  </a:lnTo>
                  <a:lnTo>
                    <a:pt x="2055" y="1282"/>
                  </a:lnTo>
                  <a:lnTo>
                    <a:pt x="2059" y="1285"/>
                  </a:lnTo>
                  <a:lnTo>
                    <a:pt x="2059" y="1289"/>
                  </a:lnTo>
                  <a:lnTo>
                    <a:pt x="2063" y="1292"/>
                  </a:lnTo>
                  <a:lnTo>
                    <a:pt x="2063" y="1296"/>
                  </a:lnTo>
                  <a:lnTo>
                    <a:pt x="2063" y="1300"/>
                  </a:lnTo>
                  <a:lnTo>
                    <a:pt x="2066" y="1303"/>
                  </a:lnTo>
                  <a:lnTo>
                    <a:pt x="2066" y="1307"/>
                  </a:lnTo>
                  <a:lnTo>
                    <a:pt x="2070" y="1314"/>
                  </a:lnTo>
                  <a:lnTo>
                    <a:pt x="2070" y="1318"/>
                  </a:lnTo>
                  <a:lnTo>
                    <a:pt x="2070" y="1321"/>
                  </a:lnTo>
                  <a:lnTo>
                    <a:pt x="2073" y="1325"/>
                  </a:lnTo>
                  <a:lnTo>
                    <a:pt x="2073" y="1328"/>
                  </a:lnTo>
                  <a:lnTo>
                    <a:pt x="2077" y="1336"/>
                  </a:lnTo>
                  <a:lnTo>
                    <a:pt x="2077" y="1339"/>
                  </a:lnTo>
                  <a:lnTo>
                    <a:pt x="2077" y="1343"/>
                  </a:lnTo>
                  <a:lnTo>
                    <a:pt x="2081" y="1346"/>
                  </a:lnTo>
                  <a:lnTo>
                    <a:pt x="2081" y="1354"/>
                  </a:lnTo>
                  <a:lnTo>
                    <a:pt x="2081" y="1357"/>
                  </a:lnTo>
                  <a:lnTo>
                    <a:pt x="2084" y="1361"/>
                  </a:lnTo>
                  <a:lnTo>
                    <a:pt x="2084" y="1368"/>
                  </a:lnTo>
                  <a:lnTo>
                    <a:pt x="2088" y="1372"/>
                  </a:lnTo>
                  <a:lnTo>
                    <a:pt x="2088" y="1375"/>
                  </a:lnTo>
                  <a:lnTo>
                    <a:pt x="2088" y="1382"/>
                  </a:lnTo>
                  <a:lnTo>
                    <a:pt x="2091" y="1386"/>
                  </a:lnTo>
                  <a:lnTo>
                    <a:pt x="2091" y="1393"/>
                  </a:lnTo>
                  <a:lnTo>
                    <a:pt x="2095" y="1397"/>
                  </a:lnTo>
                  <a:lnTo>
                    <a:pt x="2095" y="1400"/>
                  </a:lnTo>
                  <a:lnTo>
                    <a:pt x="2095" y="1408"/>
                  </a:lnTo>
                  <a:lnTo>
                    <a:pt x="2099" y="1411"/>
                  </a:lnTo>
                  <a:lnTo>
                    <a:pt x="2099" y="1418"/>
                  </a:lnTo>
                  <a:lnTo>
                    <a:pt x="2099" y="1422"/>
                  </a:lnTo>
                  <a:lnTo>
                    <a:pt x="2102" y="1429"/>
                  </a:lnTo>
                  <a:lnTo>
                    <a:pt x="2102" y="1433"/>
                  </a:lnTo>
                  <a:lnTo>
                    <a:pt x="2106" y="1436"/>
                  </a:lnTo>
                  <a:lnTo>
                    <a:pt x="2106" y="1444"/>
                  </a:lnTo>
                  <a:lnTo>
                    <a:pt x="2106" y="1447"/>
                  </a:lnTo>
                  <a:lnTo>
                    <a:pt x="2109" y="1454"/>
                  </a:lnTo>
                  <a:lnTo>
                    <a:pt x="2109" y="1458"/>
                  </a:lnTo>
                  <a:lnTo>
                    <a:pt x="2113" y="1462"/>
                  </a:lnTo>
                  <a:lnTo>
                    <a:pt x="2113" y="1469"/>
                  </a:lnTo>
                  <a:lnTo>
                    <a:pt x="2113" y="1472"/>
                  </a:lnTo>
                  <a:lnTo>
                    <a:pt x="2117" y="1476"/>
                  </a:lnTo>
                  <a:lnTo>
                    <a:pt x="2117" y="1483"/>
                  </a:lnTo>
                  <a:lnTo>
                    <a:pt x="2120" y="1487"/>
                  </a:lnTo>
                  <a:lnTo>
                    <a:pt x="2120" y="1490"/>
                  </a:lnTo>
                  <a:lnTo>
                    <a:pt x="2120" y="1494"/>
                  </a:lnTo>
                  <a:lnTo>
                    <a:pt x="2124" y="1501"/>
                  </a:lnTo>
                  <a:lnTo>
                    <a:pt x="2124" y="1505"/>
                  </a:lnTo>
                  <a:lnTo>
                    <a:pt x="2124" y="1508"/>
                  </a:lnTo>
                  <a:lnTo>
                    <a:pt x="2127" y="1512"/>
                  </a:lnTo>
                  <a:lnTo>
                    <a:pt x="2127" y="1516"/>
                  </a:lnTo>
                  <a:lnTo>
                    <a:pt x="2131" y="1519"/>
                  </a:lnTo>
                  <a:lnTo>
                    <a:pt x="2131" y="1523"/>
                  </a:lnTo>
                  <a:lnTo>
                    <a:pt x="2131" y="1526"/>
                  </a:lnTo>
                  <a:lnTo>
                    <a:pt x="2135" y="1530"/>
                  </a:lnTo>
                  <a:lnTo>
                    <a:pt x="2135" y="1534"/>
                  </a:lnTo>
                  <a:lnTo>
                    <a:pt x="2138" y="1537"/>
                  </a:lnTo>
                  <a:lnTo>
                    <a:pt x="2138" y="1541"/>
                  </a:lnTo>
                  <a:lnTo>
                    <a:pt x="2138" y="1544"/>
                  </a:lnTo>
                  <a:lnTo>
                    <a:pt x="2142" y="1548"/>
                  </a:lnTo>
                  <a:lnTo>
                    <a:pt x="2142" y="1552"/>
                  </a:lnTo>
                  <a:lnTo>
                    <a:pt x="2145" y="1555"/>
                  </a:lnTo>
                  <a:lnTo>
                    <a:pt x="2149" y="1559"/>
                  </a:lnTo>
                  <a:lnTo>
                    <a:pt x="2149" y="1562"/>
                  </a:lnTo>
                  <a:lnTo>
                    <a:pt x="2153" y="1566"/>
                  </a:lnTo>
                  <a:lnTo>
                    <a:pt x="2156" y="1570"/>
                  </a:lnTo>
                  <a:lnTo>
                    <a:pt x="2160" y="1570"/>
                  </a:lnTo>
                  <a:lnTo>
                    <a:pt x="2163" y="1573"/>
                  </a:lnTo>
                  <a:lnTo>
                    <a:pt x="2167" y="1570"/>
                  </a:lnTo>
                  <a:lnTo>
                    <a:pt x="2171" y="1570"/>
                  </a:lnTo>
                  <a:lnTo>
                    <a:pt x="2174" y="1566"/>
                  </a:lnTo>
                  <a:lnTo>
                    <a:pt x="2178" y="1562"/>
                  </a:lnTo>
                  <a:lnTo>
                    <a:pt x="2181" y="1559"/>
                  </a:lnTo>
                  <a:lnTo>
                    <a:pt x="2181" y="1555"/>
                  </a:lnTo>
                  <a:lnTo>
                    <a:pt x="2185" y="1552"/>
                  </a:lnTo>
                  <a:lnTo>
                    <a:pt x="2185" y="1548"/>
                  </a:lnTo>
                  <a:lnTo>
                    <a:pt x="2189" y="1544"/>
                  </a:lnTo>
                  <a:lnTo>
                    <a:pt x="2189" y="1541"/>
                  </a:lnTo>
                  <a:lnTo>
                    <a:pt x="2192" y="1537"/>
                  </a:lnTo>
                  <a:lnTo>
                    <a:pt x="2192" y="1534"/>
                  </a:lnTo>
                  <a:lnTo>
                    <a:pt x="2192" y="1530"/>
                  </a:lnTo>
                  <a:lnTo>
                    <a:pt x="2196" y="1526"/>
                  </a:lnTo>
                  <a:lnTo>
                    <a:pt x="2196" y="1523"/>
                  </a:lnTo>
                  <a:lnTo>
                    <a:pt x="2199" y="1519"/>
                  </a:lnTo>
                  <a:lnTo>
                    <a:pt x="2199" y="1516"/>
                  </a:lnTo>
                  <a:lnTo>
                    <a:pt x="2199" y="1508"/>
                  </a:lnTo>
                  <a:lnTo>
                    <a:pt x="2203" y="1505"/>
                  </a:lnTo>
                  <a:lnTo>
                    <a:pt x="2203" y="1501"/>
                  </a:lnTo>
                  <a:lnTo>
                    <a:pt x="2207" y="1494"/>
                  </a:lnTo>
                  <a:lnTo>
                    <a:pt x="2207" y="1490"/>
                  </a:lnTo>
                  <a:lnTo>
                    <a:pt x="2207" y="1487"/>
                  </a:lnTo>
                  <a:lnTo>
                    <a:pt x="2210" y="1480"/>
                  </a:lnTo>
                  <a:lnTo>
                    <a:pt x="2210" y="1476"/>
                  </a:lnTo>
                  <a:lnTo>
                    <a:pt x="2210" y="1469"/>
                  </a:lnTo>
                  <a:lnTo>
                    <a:pt x="2214" y="1462"/>
                  </a:lnTo>
                  <a:lnTo>
                    <a:pt x="2214" y="1458"/>
                  </a:lnTo>
                  <a:lnTo>
                    <a:pt x="2217" y="1451"/>
                  </a:lnTo>
                  <a:lnTo>
                    <a:pt x="2217" y="1444"/>
                  </a:lnTo>
                  <a:lnTo>
                    <a:pt x="2217" y="1440"/>
                  </a:lnTo>
                  <a:lnTo>
                    <a:pt x="2221" y="1433"/>
                  </a:lnTo>
                  <a:lnTo>
                    <a:pt x="2221" y="1426"/>
                  </a:lnTo>
                  <a:lnTo>
                    <a:pt x="2225" y="1418"/>
                  </a:lnTo>
                  <a:lnTo>
                    <a:pt x="2225" y="1415"/>
                  </a:lnTo>
                  <a:lnTo>
                    <a:pt x="2225" y="1408"/>
                  </a:lnTo>
                  <a:lnTo>
                    <a:pt x="2228" y="1400"/>
                  </a:lnTo>
                  <a:lnTo>
                    <a:pt x="2228" y="1393"/>
                  </a:lnTo>
                  <a:lnTo>
                    <a:pt x="2232" y="1386"/>
                  </a:lnTo>
                  <a:lnTo>
                    <a:pt x="2232" y="1379"/>
                  </a:lnTo>
                  <a:lnTo>
                    <a:pt x="2232" y="1372"/>
                  </a:lnTo>
                  <a:lnTo>
                    <a:pt x="2235" y="1368"/>
                  </a:lnTo>
                  <a:lnTo>
                    <a:pt x="2235" y="1361"/>
                  </a:lnTo>
                  <a:lnTo>
                    <a:pt x="2235" y="1354"/>
                  </a:lnTo>
                  <a:lnTo>
                    <a:pt x="2239" y="1346"/>
                  </a:lnTo>
                  <a:lnTo>
                    <a:pt x="2239" y="1339"/>
                  </a:lnTo>
                  <a:lnTo>
                    <a:pt x="2243" y="1332"/>
                  </a:lnTo>
                  <a:lnTo>
                    <a:pt x="2243" y="1325"/>
                  </a:lnTo>
                  <a:lnTo>
                    <a:pt x="2243" y="1318"/>
                  </a:lnTo>
                  <a:lnTo>
                    <a:pt x="2246" y="1310"/>
                  </a:lnTo>
                  <a:lnTo>
                    <a:pt x="2246" y="1303"/>
                  </a:lnTo>
                  <a:lnTo>
                    <a:pt x="2250" y="1300"/>
                  </a:lnTo>
                  <a:lnTo>
                    <a:pt x="2250" y="1292"/>
                  </a:lnTo>
                  <a:lnTo>
                    <a:pt x="2250" y="1285"/>
                  </a:lnTo>
                  <a:lnTo>
                    <a:pt x="2253" y="1278"/>
                  </a:lnTo>
                  <a:lnTo>
                    <a:pt x="2253" y="1271"/>
                  </a:lnTo>
                  <a:lnTo>
                    <a:pt x="2253" y="1264"/>
                  </a:lnTo>
                  <a:lnTo>
                    <a:pt x="2257" y="1256"/>
                  </a:lnTo>
                  <a:lnTo>
                    <a:pt x="2257" y="1253"/>
                  </a:lnTo>
                  <a:lnTo>
                    <a:pt x="2261" y="1246"/>
                  </a:lnTo>
                  <a:lnTo>
                    <a:pt x="2261" y="1238"/>
                  </a:lnTo>
                  <a:lnTo>
                    <a:pt x="2261" y="1235"/>
                  </a:lnTo>
                  <a:lnTo>
                    <a:pt x="2264" y="1228"/>
                  </a:lnTo>
                  <a:lnTo>
                    <a:pt x="2264" y="1220"/>
                  </a:lnTo>
                  <a:lnTo>
                    <a:pt x="2268" y="1217"/>
                  </a:lnTo>
                  <a:lnTo>
                    <a:pt x="2268" y="1210"/>
                  </a:lnTo>
                  <a:lnTo>
                    <a:pt x="2268" y="1206"/>
                  </a:lnTo>
                  <a:lnTo>
                    <a:pt x="2271" y="1199"/>
                  </a:lnTo>
                  <a:lnTo>
                    <a:pt x="2271" y="1195"/>
                  </a:lnTo>
                  <a:lnTo>
                    <a:pt x="2275" y="1188"/>
                  </a:lnTo>
                  <a:lnTo>
                    <a:pt x="2275" y="1184"/>
                  </a:lnTo>
                  <a:lnTo>
                    <a:pt x="2275" y="1181"/>
                  </a:lnTo>
                  <a:lnTo>
                    <a:pt x="2279" y="1174"/>
                  </a:lnTo>
                  <a:lnTo>
                    <a:pt x="2279" y="1170"/>
                  </a:lnTo>
                  <a:lnTo>
                    <a:pt x="2279" y="1166"/>
                  </a:lnTo>
                  <a:lnTo>
                    <a:pt x="2282" y="1163"/>
                  </a:lnTo>
                  <a:lnTo>
                    <a:pt x="2282" y="1159"/>
                  </a:lnTo>
                  <a:lnTo>
                    <a:pt x="2286" y="1156"/>
                  </a:lnTo>
                  <a:lnTo>
                    <a:pt x="2286" y="1152"/>
                  </a:lnTo>
                  <a:lnTo>
                    <a:pt x="2286" y="1148"/>
                  </a:lnTo>
                  <a:lnTo>
                    <a:pt x="2289" y="1145"/>
                  </a:lnTo>
                  <a:lnTo>
                    <a:pt x="2293" y="1141"/>
                  </a:lnTo>
                  <a:lnTo>
                    <a:pt x="2293" y="1138"/>
                  </a:lnTo>
                  <a:lnTo>
                    <a:pt x="2297" y="1134"/>
                  </a:lnTo>
                  <a:lnTo>
                    <a:pt x="2300" y="1130"/>
                  </a:lnTo>
                  <a:lnTo>
                    <a:pt x="2304" y="1127"/>
                  </a:lnTo>
                  <a:lnTo>
                    <a:pt x="2307" y="1127"/>
                  </a:lnTo>
                  <a:lnTo>
                    <a:pt x="2311" y="1130"/>
                  </a:lnTo>
                  <a:lnTo>
                    <a:pt x="2315" y="1134"/>
                  </a:lnTo>
                  <a:lnTo>
                    <a:pt x="2318" y="1138"/>
                  </a:lnTo>
                  <a:lnTo>
                    <a:pt x="2322" y="1141"/>
                  </a:lnTo>
                  <a:lnTo>
                    <a:pt x="2322" y="1145"/>
                  </a:lnTo>
                  <a:lnTo>
                    <a:pt x="2322" y="1148"/>
                  </a:lnTo>
                  <a:lnTo>
                    <a:pt x="2325" y="1152"/>
                  </a:lnTo>
                  <a:lnTo>
                    <a:pt x="2325" y="1156"/>
                  </a:lnTo>
                  <a:lnTo>
                    <a:pt x="2329" y="1159"/>
                  </a:lnTo>
                  <a:lnTo>
                    <a:pt x="2329" y="1166"/>
                  </a:lnTo>
                  <a:lnTo>
                    <a:pt x="2329" y="1170"/>
                  </a:lnTo>
                  <a:lnTo>
                    <a:pt x="2333" y="1174"/>
                  </a:lnTo>
                  <a:lnTo>
                    <a:pt x="2333" y="1181"/>
                  </a:lnTo>
                  <a:lnTo>
                    <a:pt x="2336" y="1184"/>
                  </a:lnTo>
                  <a:lnTo>
                    <a:pt x="2336" y="1192"/>
                  </a:lnTo>
                  <a:lnTo>
                    <a:pt x="2336" y="1195"/>
                  </a:lnTo>
                  <a:lnTo>
                    <a:pt x="2340" y="1202"/>
                  </a:lnTo>
                  <a:lnTo>
                    <a:pt x="2340" y="1210"/>
                  </a:lnTo>
                  <a:lnTo>
                    <a:pt x="2340" y="1213"/>
                  </a:lnTo>
                  <a:lnTo>
                    <a:pt x="2343" y="1220"/>
                  </a:lnTo>
                  <a:lnTo>
                    <a:pt x="2343" y="1228"/>
                  </a:lnTo>
                  <a:lnTo>
                    <a:pt x="2347" y="1235"/>
                  </a:lnTo>
                  <a:lnTo>
                    <a:pt x="2347" y="1242"/>
                  </a:lnTo>
                  <a:lnTo>
                    <a:pt x="2347" y="1249"/>
                  </a:lnTo>
                  <a:lnTo>
                    <a:pt x="2351" y="1260"/>
                  </a:lnTo>
                  <a:lnTo>
                    <a:pt x="2351" y="1267"/>
                  </a:lnTo>
                  <a:lnTo>
                    <a:pt x="2354" y="1274"/>
                  </a:lnTo>
                  <a:lnTo>
                    <a:pt x="2354" y="1285"/>
                  </a:lnTo>
                  <a:lnTo>
                    <a:pt x="2354" y="1292"/>
                  </a:lnTo>
                  <a:lnTo>
                    <a:pt x="2358" y="1300"/>
                  </a:lnTo>
                  <a:lnTo>
                    <a:pt x="2358" y="1310"/>
                  </a:lnTo>
                  <a:lnTo>
                    <a:pt x="2361" y="1318"/>
                  </a:lnTo>
                  <a:lnTo>
                    <a:pt x="2361" y="1328"/>
                  </a:lnTo>
                  <a:lnTo>
                    <a:pt x="2361" y="1339"/>
                  </a:lnTo>
                  <a:lnTo>
                    <a:pt x="2365" y="1346"/>
                  </a:lnTo>
                  <a:lnTo>
                    <a:pt x="2365" y="1357"/>
                  </a:lnTo>
                  <a:lnTo>
                    <a:pt x="2365" y="1368"/>
                  </a:lnTo>
                  <a:lnTo>
                    <a:pt x="2369" y="1375"/>
                  </a:lnTo>
                  <a:lnTo>
                    <a:pt x="2369" y="1386"/>
                  </a:lnTo>
                  <a:lnTo>
                    <a:pt x="2372" y="1397"/>
                  </a:lnTo>
                  <a:lnTo>
                    <a:pt x="2372" y="1408"/>
                  </a:lnTo>
                  <a:lnTo>
                    <a:pt x="2372" y="1418"/>
                  </a:lnTo>
                  <a:lnTo>
                    <a:pt x="2376" y="1429"/>
                  </a:lnTo>
                  <a:lnTo>
                    <a:pt x="2376" y="1440"/>
                  </a:lnTo>
                  <a:lnTo>
                    <a:pt x="2379" y="1451"/>
                  </a:lnTo>
                  <a:lnTo>
                    <a:pt x="2379" y="1458"/>
                  </a:lnTo>
                  <a:lnTo>
                    <a:pt x="2379" y="1469"/>
                  </a:lnTo>
                  <a:lnTo>
                    <a:pt x="2383" y="1480"/>
                  </a:lnTo>
                  <a:lnTo>
                    <a:pt x="2383" y="1490"/>
                  </a:lnTo>
                  <a:lnTo>
                    <a:pt x="2383" y="1501"/>
                  </a:lnTo>
                  <a:lnTo>
                    <a:pt x="2387" y="1512"/>
                  </a:lnTo>
                  <a:lnTo>
                    <a:pt x="2387" y="1523"/>
                  </a:lnTo>
                  <a:lnTo>
                    <a:pt x="2390" y="1534"/>
                  </a:lnTo>
                  <a:lnTo>
                    <a:pt x="2390" y="1544"/>
                  </a:lnTo>
                  <a:lnTo>
                    <a:pt x="2390" y="1555"/>
                  </a:lnTo>
                  <a:lnTo>
                    <a:pt x="2394" y="1566"/>
                  </a:lnTo>
                  <a:lnTo>
                    <a:pt x="2394" y="1577"/>
                  </a:lnTo>
                  <a:lnTo>
                    <a:pt x="2397" y="1588"/>
                  </a:lnTo>
                  <a:lnTo>
                    <a:pt x="2397" y="1598"/>
                  </a:lnTo>
                  <a:lnTo>
                    <a:pt x="2397" y="1606"/>
                  </a:lnTo>
                  <a:lnTo>
                    <a:pt x="2401" y="1616"/>
                  </a:lnTo>
                  <a:lnTo>
                    <a:pt x="2401" y="1627"/>
                  </a:lnTo>
                  <a:lnTo>
                    <a:pt x="2405" y="1638"/>
                  </a:lnTo>
                  <a:lnTo>
                    <a:pt x="2405" y="1649"/>
                  </a:lnTo>
                  <a:lnTo>
                    <a:pt x="2405" y="1656"/>
                  </a:lnTo>
                  <a:lnTo>
                    <a:pt x="2408" y="1667"/>
                  </a:lnTo>
                  <a:lnTo>
                    <a:pt x="2408" y="1674"/>
                  </a:lnTo>
                  <a:lnTo>
                    <a:pt x="2408" y="1685"/>
                  </a:lnTo>
                  <a:lnTo>
                    <a:pt x="2412" y="1692"/>
                  </a:lnTo>
                  <a:lnTo>
                    <a:pt x="2412" y="1703"/>
                  </a:lnTo>
                  <a:lnTo>
                    <a:pt x="2415" y="1710"/>
                  </a:lnTo>
                  <a:lnTo>
                    <a:pt x="2415" y="1717"/>
                  </a:lnTo>
                  <a:lnTo>
                    <a:pt x="2415" y="1728"/>
                  </a:lnTo>
                  <a:lnTo>
                    <a:pt x="2419" y="1735"/>
                  </a:lnTo>
                  <a:lnTo>
                    <a:pt x="2419" y="1742"/>
                  </a:lnTo>
                  <a:lnTo>
                    <a:pt x="2423" y="1750"/>
                  </a:lnTo>
                  <a:lnTo>
                    <a:pt x="2423" y="1757"/>
                  </a:lnTo>
                  <a:lnTo>
                    <a:pt x="2423" y="1764"/>
                  </a:lnTo>
                  <a:lnTo>
                    <a:pt x="2426" y="1771"/>
                  </a:lnTo>
                  <a:lnTo>
                    <a:pt x="2426" y="1775"/>
                  </a:lnTo>
                  <a:lnTo>
                    <a:pt x="2426" y="1782"/>
                  </a:lnTo>
                  <a:lnTo>
                    <a:pt x="2430" y="1786"/>
                  </a:lnTo>
                  <a:lnTo>
                    <a:pt x="2430" y="1793"/>
                  </a:lnTo>
                  <a:lnTo>
                    <a:pt x="2433" y="1796"/>
                  </a:lnTo>
                  <a:lnTo>
                    <a:pt x="2433" y="1800"/>
                  </a:lnTo>
                  <a:lnTo>
                    <a:pt x="2433" y="1807"/>
                  </a:lnTo>
                  <a:lnTo>
                    <a:pt x="2437" y="1811"/>
                  </a:lnTo>
                  <a:lnTo>
                    <a:pt x="2441" y="1814"/>
                  </a:lnTo>
                  <a:lnTo>
                    <a:pt x="2441" y="1818"/>
                  </a:lnTo>
                  <a:lnTo>
                    <a:pt x="2444" y="1822"/>
                  </a:lnTo>
                  <a:lnTo>
                    <a:pt x="2448" y="1825"/>
                  </a:lnTo>
                  <a:lnTo>
                    <a:pt x="2451" y="1825"/>
                  </a:lnTo>
                  <a:lnTo>
                    <a:pt x="2455" y="1822"/>
                  </a:lnTo>
                  <a:lnTo>
                    <a:pt x="2459" y="1818"/>
                  </a:lnTo>
                  <a:lnTo>
                    <a:pt x="2459" y="1814"/>
                  </a:lnTo>
                  <a:lnTo>
                    <a:pt x="2459" y="1811"/>
                  </a:lnTo>
                  <a:lnTo>
                    <a:pt x="2462" y="1807"/>
                  </a:lnTo>
                  <a:lnTo>
                    <a:pt x="2462" y="1804"/>
                  </a:lnTo>
                  <a:lnTo>
                    <a:pt x="2466" y="1800"/>
                  </a:lnTo>
                  <a:lnTo>
                    <a:pt x="2466" y="1793"/>
                  </a:lnTo>
                  <a:lnTo>
                    <a:pt x="2466" y="1789"/>
                  </a:lnTo>
                  <a:lnTo>
                    <a:pt x="2469" y="1782"/>
                  </a:lnTo>
                  <a:lnTo>
                    <a:pt x="2469" y="1775"/>
                  </a:lnTo>
                  <a:lnTo>
                    <a:pt x="2469" y="1768"/>
                  </a:lnTo>
                  <a:lnTo>
                    <a:pt x="2473" y="1760"/>
                  </a:lnTo>
                  <a:lnTo>
                    <a:pt x="2473" y="1750"/>
                  </a:lnTo>
                  <a:lnTo>
                    <a:pt x="2477" y="1742"/>
                  </a:lnTo>
                  <a:lnTo>
                    <a:pt x="2477" y="1732"/>
                  </a:lnTo>
                  <a:lnTo>
                    <a:pt x="2477" y="1724"/>
                  </a:lnTo>
                  <a:lnTo>
                    <a:pt x="2480" y="1714"/>
                  </a:lnTo>
                  <a:lnTo>
                    <a:pt x="2480" y="1703"/>
                  </a:lnTo>
                  <a:lnTo>
                    <a:pt x="2484" y="1692"/>
                  </a:lnTo>
                  <a:lnTo>
                    <a:pt x="2484" y="1678"/>
                  </a:lnTo>
                  <a:lnTo>
                    <a:pt x="2484" y="1667"/>
                  </a:lnTo>
                  <a:lnTo>
                    <a:pt x="2487" y="1656"/>
                  </a:lnTo>
                  <a:lnTo>
                    <a:pt x="2487" y="1642"/>
                  </a:lnTo>
                  <a:lnTo>
                    <a:pt x="2491" y="1627"/>
                  </a:lnTo>
                  <a:lnTo>
                    <a:pt x="2491" y="1613"/>
                  </a:lnTo>
                  <a:lnTo>
                    <a:pt x="2491" y="1598"/>
                  </a:lnTo>
                  <a:lnTo>
                    <a:pt x="2495" y="1584"/>
                  </a:lnTo>
                  <a:lnTo>
                    <a:pt x="2495" y="1566"/>
                  </a:lnTo>
                  <a:lnTo>
                    <a:pt x="2495" y="1552"/>
                  </a:lnTo>
                  <a:lnTo>
                    <a:pt x="2498" y="1534"/>
                  </a:lnTo>
                  <a:lnTo>
                    <a:pt x="2498" y="1519"/>
                  </a:lnTo>
                  <a:lnTo>
                    <a:pt x="2502" y="1501"/>
                  </a:lnTo>
                  <a:lnTo>
                    <a:pt x="2502" y="1483"/>
                  </a:lnTo>
                  <a:lnTo>
                    <a:pt x="2502" y="1465"/>
                  </a:lnTo>
                  <a:lnTo>
                    <a:pt x="2505" y="1447"/>
                  </a:lnTo>
                  <a:lnTo>
                    <a:pt x="2505" y="1426"/>
                  </a:lnTo>
                  <a:lnTo>
                    <a:pt x="2509" y="1408"/>
                  </a:lnTo>
                  <a:lnTo>
                    <a:pt x="2509" y="1386"/>
                  </a:lnTo>
                  <a:lnTo>
                    <a:pt x="2509" y="1368"/>
                  </a:lnTo>
                  <a:lnTo>
                    <a:pt x="2513" y="1346"/>
                  </a:lnTo>
                  <a:lnTo>
                    <a:pt x="2513" y="1325"/>
                  </a:lnTo>
                  <a:lnTo>
                    <a:pt x="2513" y="1303"/>
                  </a:lnTo>
                  <a:lnTo>
                    <a:pt x="2516" y="1282"/>
                  </a:lnTo>
                  <a:lnTo>
                    <a:pt x="2516" y="1260"/>
                  </a:lnTo>
                  <a:lnTo>
                    <a:pt x="2520" y="1235"/>
                  </a:lnTo>
                  <a:lnTo>
                    <a:pt x="2520" y="1213"/>
                  </a:lnTo>
                  <a:lnTo>
                    <a:pt x="2520" y="1188"/>
                  </a:lnTo>
                  <a:lnTo>
                    <a:pt x="2523" y="1166"/>
                  </a:lnTo>
                  <a:lnTo>
                    <a:pt x="2523" y="1141"/>
                  </a:lnTo>
                  <a:lnTo>
                    <a:pt x="2527" y="1116"/>
                  </a:lnTo>
                  <a:lnTo>
                    <a:pt x="2527" y="1094"/>
                  </a:lnTo>
                  <a:lnTo>
                    <a:pt x="2527" y="1069"/>
                  </a:lnTo>
                  <a:lnTo>
                    <a:pt x="2531" y="1044"/>
                  </a:lnTo>
                  <a:lnTo>
                    <a:pt x="2531" y="1019"/>
                  </a:lnTo>
                  <a:lnTo>
                    <a:pt x="2534" y="994"/>
                  </a:lnTo>
                  <a:lnTo>
                    <a:pt x="2534" y="965"/>
                  </a:lnTo>
                  <a:lnTo>
                    <a:pt x="2534" y="940"/>
                  </a:lnTo>
                  <a:lnTo>
                    <a:pt x="2538" y="914"/>
                  </a:lnTo>
                  <a:lnTo>
                    <a:pt x="2538" y="886"/>
                  </a:lnTo>
                  <a:lnTo>
                    <a:pt x="2538" y="860"/>
                  </a:lnTo>
                  <a:lnTo>
                    <a:pt x="2541" y="835"/>
                  </a:lnTo>
                  <a:lnTo>
                    <a:pt x="2541" y="806"/>
                  </a:lnTo>
                  <a:lnTo>
                    <a:pt x="2545" y="781"/>
                  </a:lnTo>
                  <a:lnTo>
                    <a:pt x="2545" y="752"/>
                  </a:lnTo>
                  <a:lnTo>
                    <a:pt x="2545" y="724"/>
                  </a:lnTo>
                  <a:lnTo>
                    <a:pt x="2549" y="698"/>
                  </a:lnTo>
                  <a:lnTo>
                    <a:pt x="2549" y="670"/>
                  </a:lnTo>
                  <a:lnTo>
                    <a:pt x="2552" y="644"/>
                  </a:lnTo>
                  <a:lnTo>
                    <a:pt x="2552" y="616"/>
                  </a:lnTo>
                  <a:lnTo>
                    <a:pt x="2552" y="587"/>
                  </a:lnTo>
                  <a:lnTo>
                    <a:pt x="2556" y="558"/>
                  </a:lnTo>
                  <a:lnTo>
                    <a:pt x="2556" y="533"/>
                  </a:lnTo>
                  <a:lnTo>
                    <a:pt x="2556" y="504"/>
                  </a:lnTo>
                  <a:lnTo>
                    <a:pt x="2559" y="475"/>
                  </a:lnTo>
                  <a:lnTo>
                    <a:pt x="2559" y="450"/>
                  </a:lnTo>
                  <a:lnTo>
                    <a:pt x="2563" y="421"/>
                  </a:lnTo>
                  <a:lnTo>
                    <a:pt x="2563" y="392"/>
                  </a:lnTo>
                  <a:lnTo>
                    <a:pt x="2563" y="367"/>
                  </a:lnTo>
                  <a:lnTo>
                    <a:pt x="2567" y="338"/>
                  </a:lnTo>
                  <a:lnTo>
                    <a:pt x="2567" y="313"/>
                  </a:lnTo>
                  <a:lnTo>
                    <a:pt x="2570" y="284"/>
                  </a:lnTo>
                  <a:lnTo>
                    <a:pt x="2570" y="259"/>
                  </a:lnTo>
                  <a:lnTo>
                    <a:pt x="2570" y="230"/>
                  </a:lnTo>
                  <a:lnTo>
                    <a:pt x="2574" y="205"/>
                  </a:lnTo>
                  <a:lnTo>
                    <a:pt x="2574" y="176"/>
                  </a:lnTo>
                  <a:lnTo>
                    <a:pt x="2577" y="151"/>
                  </a:lnTo>
                  <a:lnTo>
                    <a:pt x="2577" y="126"/>
                  </a:lnTo>
                  <a:lnTo>
                    <a:pt x="2577" y="101"/>
                  </a:lnTo>
                  <a:lnTo>
                    <a:pt x="2581" y="72"/>
                  </a:lnTo>
                  <a:lnTo>
                    <a:pt x="2581" y="47"/>
                  </a:lnTo>
                  <a:lnTo>
                    <a:pt x="2581" y="22"/>
                  </a:lnTo>
                  <a:lnTo>
                    <a:pt x="2585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1" name="Freeform 119"/>
            <p:cNvSpPr>
              <a:spLocks/>
            </p:cNvSpPr>
            <p:nvPr/>
          </p:nvSpPr>
          <p:spPr bwMode="auto">
            <a:xfrm>
              <a:off x="3334" y="1048"/>
              <a:ext cx="61" cy="637"/>
            </a:xfrm>
            <a:custGeom>
              <a:avLst/>
              <a:gdLst/>
              <a:ahLst/>
              <a:cxnLst>
                <a:cxn ang="0">
                  <a:pos x="0" y="637"/>
                </a:cxn>
                <a:cxn ang="0">
                  <a:pos x="0" y="612"/>
                </a:cxn>
                <a:cxn ang="0">
                  <a:pos x="3" y="587"/>
                </a:cxn>
                <a:cxn ang="0">
                  <a:pos x="3" y="562"/>
                </a:cxn>
                <a:cxn ang="0">
                  <a:pos x="3" y="540"/>
                </a:cxn>
                <a:cxn ang="0">
                  <a:pos x="7" y="515"/>
                </a:cxn>
                <a:cxn ang="0">
                  <a:pos x="7" y="493"/>
                </a:cxn>
                <a:cxn ang="0">
                  <a:pos x="10" y="472"/>
                </a:cxn>
                <a:cxn ang="0">
                  <a:pos x="10" y="450"/>
                </a:cxn>
                <a:cxn ang="0">
                  <a:pos x="10" y="428"/>
                </a:cxn>
                <a:cxn ang="0">
                  <a:pos x="14" y="407"/>
                </a:cxn>
                <a:cxn ang="0">
                  <a:pos x="14" y="385"/>
                </a:cxn>
                <a:cxn ang="0">
                  <a:pos x="14" y="364"/>
                </a:cxn>
                <a:cxn ang="0">
                  <a:pos x="18" y="346"/>
                </a:cxn>
                <a:cxn ang="0">
                  <a:pos x="18" y="324"/>
                </a:cxn>
                <a:cxn ang="0">
                  <a:pos x="21" y="306"/>
                </a:cxn>
                <a:cxn ang="0">
                  <a:pos x="21" y="288"/>
                </a:cxn>
                <a:cxn ang="0">
                  <a:pos x="21" y="270"/>
                </a:cxn>
                <a:cxn ang="0">
                  <a:pos x="25" y="252"/>
                </a:cxn>
                <a:cxn ang="0">
                  <a:pos x="25" y="234"/>
                </a:cxn>
                <a:cxn ang="0">
                  <a:pos x="28" y="220"/>
                </a:cxn>
                <a:cxn ang="0">
                  <a:pos x="28" y="202"/>
                </a:cxn>
                <a:cxn ang="0">
                  <a:pos x="28" y="187"/>
                </a:cxn>
                <a:cxn ang="0">
                  <a:pos x="32" y="173"/>
                </a:cxn>
                <a:cxn ang="0">
                  <a:pos x="32" y="158"/>
                </a:cxn>
                <a:cxn ang="0">
                  <a:pos x="36" y="144"/>
                </a:cxn>
                <a:cxn ang="0">
                  <a:pos x="36" y="133"/>
                </a:cxn>
                <a:cxn ang="0">
                  <a:pos x="36" y="119"/>
                </a:cxn>
                <a:cxn ang="0">
                  <a:pos x="39" y="108"/>
                </a:cxn>
                <a:cxn ang="0">
                  <a:pos x="39" y="97"/>
                </a:cxn>
                <a:cxn ang="0">
                  <a:pos x="39" y="86"/>
                </a:cxn>
                <a:cxn ang="0">
                  <a:pos x="43" y="76"/>
                </a:cxn>
                <a:cxn ang="0">
                  <a:pos x="43" y="65"/>
                </a:cxn>
                <a:cxn ang="0">
                  <a:pos x="46" y="58"/>
                </a:cxn>
                <a:cxn ang="0">
                  <a:pos x="46" y="50"/>
                </a:cxn>
                <a:cxn ang="0">
                  <a:pos x="46" y="40"/>
                </a:cxn>
                <a:cxn ang="0">
                  <a:pos x="50" y="36"/>
                </a:cxn>
                <a:cxn ang="0">
                  <a:pos x="50" y="29"/>
                </a:cxn>
                <a:cxn ang="0">
                  <a:pos x="54" y="22"/>
                </a:cxn>
                <a:cxn ang="0">
                  <a:pos x="54" y="18"/>
                </a:cxn>
                <a:cxn ang="0">
                  <a:pos x="54" y="14"/>
                </a:cxn>
                <a:cxn ang="0">
                  <a:pos x="57" y="11"/>
                </a:cxn>
                <a:cxn ang="0">
                  <a:pos x="57" y="7"/>
                </a:cxn>
                <a:cxn ang="0">
                  <a:pos x="61" y="4"/>
                </a:cxn>
                <a:cxn ang="0">
                  <a:pos x="61" y="0"/>
                </a:cxn>
              </a:cxnLst>
              <a:rect l="0" t="0" r="r" b="b"/>
              <a:pathLst>
                <a:path w="61" h="637">
                  <a:moveTo>
                    <a:pt x="0" y="637"/>
                  </a:moveTo>
                  <a:lnTo>
                    <a:pt x="0" y="612"/>
                  </a:lnTo>
                  <a:lnTo>
                    <a:pt x="3" y="587"/>
                  </a:lnTo>
                  <a:lnTo>
                    <a:pt x="3" y="562"/>
                  </a:lnTo>
                  <a:lnTo>
                    <a:pt x="3" y="540"/>
                  </a:lnTo>
                  <a:lnTo>
                    <a:pt x="7" y="515"/>
                  </a:lnTo>
                  <a:lnTo>
                    <a:pt x="7" y="493"/>
                  </a:lnTo>
                  <a:lnTo>
                    <a:pt x="10" y="472"/>
                  </a:lnTo>
                  <a:lnTo>
                    <a:pt x="10" y="450"/>
                  </a:lnTo>
                  <a:lnTo>
                    <a:pt x="10" y="428"/>
                  </a:lnTo>
                  <a:lnTo>
                    <a:pt x="14" y="407"/>
                  </a:lnTo>
                  <a:lnTo>
                    <a:pt x="14" y="385"/>
                  </a:lnTo>
                  <a:lnTo>
                    <a:pt x="14" y="364"/>
                  </a:lnTo>
                  <a:lnTo>
                    <a:pt x="18" y="346"/>
                  </a:lnTo>
                  <a:lnTo>
                    <a:pt x="18" y="324"/>
                  </a:lnTo>
                  <a:lnTo>
                    <a:pt x="21" y="306"/>
                  </a:lnTo>
                  <a:lnTo>
                    <a:pt x="21" y="288"/>
                  </a:lnTo>
                  <a:lnTo>
                    <a:pt x="21" y="270"/>
                  </a:lnTo>
                  <a:lnTo>
                    <a:pt x="25" y="252"/>
                  </a:lnTo>
                  <a:lnTo>
                    <a:pt x="25" y="234"/>
                  </a:lnTo>
                  <a:lnTo>
                    <a:pt x="28" y="220"/>
                  </a:lnTo>
                  <a:lnTo>
                    <a:pt x="28" y="202"/>
                  </a:lnTo>
                  <a:lnTo>
                    <a:pt x="28" y="187"/>
                  </a:lnTo>
                  <a:lnTo>
                    <a:pt x="32" y="173"/>
                  </a:lnTo>
                  <a:lnTo>
                    <a:pt x="32" y="158"/>
                  </a:lnTo>
                  <a:lnTo>
                    <a:pt x="36" y="144"/>
                  </a:lnTo>
                  <a:lnTo>
                    <a:pt x="36" y="133"/>
                  </a:lnTo>
                  <a:lnTo>
                    <a:pt x="36" y="119"/>
                  </a:lnTo>
                  <a:lnTo>
                    <a:pt x="39" y="108"/>
                  </a:lnTo>
                  <a:lnTo>
                    <a:pt x="39" y="97"/>
                  </a:lnTo>
                  <a:lnTo>
                    <a:pt x="39" y="86"/>
                  </a:lnTo>
                  <a:lnTo>
                    <a:pt x="43" y="76"/>
                  </a:lnTo>
                  <a:lnTo>
                    <a:pt x="43" y="65"/>
                  </a:lnTo>
                  <a:lnTo>
                    <a:pt x="46" y="58"/>
                  </a:lnTo>
                  <a:lnTo>
                    <a:pt x="46" y="50"/>
                  </a:lnTo>
                  <a:lnTo>
                    <a:pt x="46" y="40"/>
                  </a:lnTo>
                  <a:lnTo>
                    <a:pt x="50" y="36"/>
                  </a:lnTo>
                  <a:lnTo>
                    <a:pt x="50" y="29"/>
                  </a:lnTo>
                  <a:lnTo>
                    <a:pt x="54" y="22"/>
                  </a:lnTo>
                  <a:lnTo>
                    <a:pt x="54" y="18"/>
                  </a:lnTo>
                  <a:lnTo>
                    <a:pt x="54" y="14"/>
                  </a:lnTo>
                  <a:lnTo>
                    <a:pt x="57" y="11"/>
                  </a:lnTo>
                  <a:lnTo>
                    <a:pt x="57" y="7"/>
                  </a:lnTo>
                  <a:lnTo>
                    <a:pt x="61" y="4"/>
                  </a:lnTo>
                  <a:lnTo>
                    <a:pt x="61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2" name="Freeform 120"/>
            <p:cNvSpPr>
              <a:spLocks/>
            </p:cNvSpPr>
            <p:nvPr/>
          </p:nvSpPr>
          <p:spPr bwMode="auto">
            <a:xfrm>
              <a:off x="3398" y="1048"/>
              <a:ext cx="1811" cy="2462"/>
            </a:xfrm>
            <a:custGeom>
              <a:avLst/>
              <a:gdLst/>
              <a:ahLst/>
              <a:cxnLst>
                <a:cxn ang="0">
                  <a:pos x="18" y="76"/>
                </a:cxn>
                <a:cxn ang="0">
                  <a:pos x="40" y="270"/>
                </a:cxn>
                <a:cxn ang="0">
                  <a:pos x="58" y="562"/>
                </a:cxn>
                <a:cxn ang="0">
                  <a:pos x="80" y="921"/>
                </a:cxn>
                <a:cxn ang="0">
                  <a:pos x="98" y="1307"/>
                </a:cxn>
                <a:cxn ang="0">
                  <a:pos x="119" y="1681"/>
                </a:cxn>
                <a:cxn ang="0">
                  <a:pos x="137" y="2005"/>
                </a:cxn>
                <a:cxn ang="0">
                  <a:pos x="155" y="2250"/>
                </a:cxn>
                <a:cxn ang="0">
                  <a:pos x="177" y="2405"/>
                </a:cxn>
                <a:cxn ang="0">
                  <a:pos x="202" y="2462"/>
                </a:cxn>
                <a:cxn ang="0">
                  <a:pos x="224" y="2394"/>
                </a:cxn>
                <a:cxn ang="0">
                  <a:pos x="245" y="2275"/>
                </a:cxn>
                <a:cxn ang="0">
                  <a:pos x="263" y="2127"/>
                </a:cxn>
                <a:cxn ang="0">
                  <a:pos x="285" y="1983"/>
                </a:cxn>
                <a:cxn ang="0">
                  <a:pos x="303" y="1865"/>
                </a:cxn>
                <a:cxn ang="0">
                  <a:pos x="321" y="1789"/>
                </a:cxn>
                <a:cxn ang="0">
                  <a:pos x="360" y="1782"/>
                </a:cxn>
                <a:cxn ang="0">
                  <a:pos x="378" y="1843"/>
                </a:cxn>
                <a:cxn ang="0">
                  <a:pos x="396" y="1929"/>
                </a:cxn>
                <a:cxn ang="0">
                  <a:pos x="418" y="2023"/>
                </a:cxn>
                <a:cxn ang="0">
                  <a:pos x="436" y="2113"/>
                </a:cxn>
                <a:cxn ang="0">
                  <a:pos x="458" y="2174"/>
                </a:cxn>
                <a:cxn ang="0">
                  <a:pos x="494" y="2203"/>
                </a:cxn>
                <a:cxn ang="0">
                  <a:pos x="519" y="2153"/>
                </a:cxn>
                <a:cxn ang="0">
                  <a:pos x="537" y="2091"/>
                </a:cxn>
                <a:cxn ang="0">
                  <a:pos x="558" y="2019"/>
                </a:cxn>
                <a:cxn ang="0">
                  <a:pos x="576" y="1955"/>
                </a:cxn>
                <a:cxn ang="0">
                  <a:pos x="602" y="1901"/>
                </a:cxn>
                <a:cxn ang="0">
                  <a:pos x="648" y="1901"/>
                </a:cxn>
                <a:cxn ang="0">
                  <a:pos x="670" y="1951"/>
                </a:cxn>
                <a:cxn ang="0">
                  <a:pos x="692" y="2009"/>
                </a:cxn>
                <a:cxn ang="0">
                  <a:pos x="710" y="2063"/>
                </a:cxn>
                <a:cxn ang="0">
                  <a:pos x="731" y="2113"/>
                </a:cxn>
                <a:cxn ang="0">
                  <a:pos x="778" y="2135"/>
                </a:cxn>
                <a:cxn ang="0">
                  <a:pos x="810" y="2084"/>
                </a:cxn>
                <a:cxn ang="0">
                  <a:pos x="832" y="2034"/>
                </a:cxn>
                <a:cxn ang="0">
                  <a:pos x="854" y="1983"/>
                </a:cxn>
                <a:cxn ang="0">
                  <a:pos x="886" y="1933"/>
                </a:cxn>
                <a:cxn ang="0">
                  <a:pos x="933" y="1947"/>
                </a:cxn>
                <a:cxn ang="0">
                  <a:pos x="962" y="1998"/>
                </a:cxn>
                <a:cxn ang="0">
                  <a:pos x="987" y="2048"/>
                </a:cxn>
                <a:cxn ang="0">
                  <a:pos x="1019" y="2099"/>
                </a:cxn>
                <a:cxn ang="0">
                  <a:pos x="1070" y="2095"/>
                </a:cxn>
                <a:cxn ang="0">
                  <a:pos x="1102" y="2045"/>
                </a:cxn>
                <a:cxn ang="0">
                  <a:pos x="1131" y="1994"/>
                </a:cxn>
                <a:cxn ang="0">
                  <a:pos x="1174" y="1947"/>
                </a:cxn>
                <a:cxn ang="0">
                  <a:pos x="1224" y="1976"/>
                </a:cxn>
                <a:cxn ang="0">
                  <a:pos x="1257" y="2027"/>
                </a:cxn>
                <a:cxn ang="0">
                  <a:pos x="1293" y="2077"/>
                </a:cxn>
                <a:cxn ang="0">
                  <a:pos x="1343" y="2084"/>
                </a:cxn>
                <a:cxn ang="0">
                  <a:pos x="1386" y="2034"/>
                </a:cxn>
                <a:cxn ang="0">
                  <a:pos x="1426" y="1983"/>
                </a:cxn>
                <a:cxn ang="0">
                  <a:pos x="1476" y="1965"/>
                </a:cxn>
                <a:cxn ang="0">
                  <a:pos x="1523" y="2012"/>
                </a:cxn>
                <a:cxn ang="0">
                  <a:pos x="1566" y="2063"/>
                </a:cxn>
                <a:cxn ang="0">
                  <a:pos x="1617" y="2077"/>
                </a:cxn>
                <a:cxn ang="0">
                  <a:pos x="1664" y="2034"/>
                </a:cxn>
                <a:cxn ang="0">
                  <a:pos x="1710" y="1983"/>
                </a:cxn>
                <a:cxn ang="0">
                  <a:pos x="1761" y="1980"/>
                </a:cxn>
                <a:cxn ang="0">
                  <a:pos x="1811" y="2023"/>
                </a:cxn>
              </a:cxnLst>
              <a:rect l="0" t="0" r="r" b="b"/>
              <a:pathLst>
                <a:path w="1811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8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5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3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1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70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8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6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13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4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1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9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7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6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4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2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9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40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7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5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07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4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2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3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1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800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8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6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43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4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2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0" y="1958"/>
                  </a:lnTo>
                  <a:lnTo>
                    <a:pt x="944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5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80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6" y="2091"/>
                  </a:lnTo>
                  <a:lnTo>
                    <a:pt x="1019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88" y="2070"/>
                  </a:lnTo>
                  <a:lnTo>
                    <a:pt x="1091" y="2066"/>
                  </a:lnTo>
                  <a:lnTo>
                    <a:pt x="1095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6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38" y="1983"/>
                  </a:lnTo>
                  <a:lnTo>
                    <a:pt x="1142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4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32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7" y="2027"/>
                  </a:lnTo>
                  <a:lnTo>
                    <a:pt x="1257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4" y="2041"/>
                  </a:lnTo>
                  <a:lnTo>
                    <a:pt x="1268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5" y="2055"/>
                  </a:lnTo>
                  <a:lnTo>
                    <a:pt x="1278" y="2059"/>
                  </a:lnTo>
                  <a:lnTo>
                    <a:pt x="1278" y="2063"/>
                  </a:lnTo>
                  <a:lnTo>
                    <a:pt x="1282" y="2066"/>
                  </a:lnTo>
                  <a:lnTo>
                    <a:pt x="1286" y="2070"/>
                  </a:lnTo>
                  <a:lnTo>
                    <a:pt x="1289" y="2073"/>
                  </a:lnTo>
                  <a:lnTo>
                    <a:pt x="1293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4" y="2088"/>
                  </a:lnTo>
                  <a:lnTo>
                    <a:pt x="1307" y="2088"/>
                  </a:lnTo>
                  <a:lnTo>
                    <a:pt x="1311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2" y="2091"/>
                  </a:lnTo>
                  <a:lnTo>
                    <a:pt x="1325" y="2091"/>
                  </a:lnTo>
                  <a:lnTo>
                    <a:pt x="1329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40" y="2088"/>
                  </a:lnTo>
                  <a:lnTo>
                    <a:pt x="1343" y="2084"/>
                  </a:lnTo>
                  <a:lnTo>
                    <a:pt x="1347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8" y="2070"/>
                  </a:lnTo>
                  <a:lnTo>
                    <a:pt x="1361" y="2066"/>
                  </a:lnTo>
                  <a:lnTo>
                    <a:pt x="1365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2" y="2052"/>
                  </a:lnTo>
                  <a:lnTo>
                    <a:pt x="1376" y="2048"/>
                  </a:lnTo>
                  <a:lnTo>
                    <a:pt x="1379" y="2045"/>
                  </a:lnTo>
                  <a:lnTo>
                    <a:pt x="1383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0" y="2027"/>
                  </a:lnTo>
                  <a:lnTo>
                    <a:pt x="1394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1" y="2012"/>
                  </a:lnTo>
                  <a:lnTo>
                    <a:pt x="1404" y="2009"/>
                  </a:lnTo>
                  <a:lnTo>
                    <a:pt x="1408" y="2005"/>
                  </a:lnTo>
                  <a:lnTo>
                    <a:pt x="1408" y="2001"/>
                  </a:lnTo>
                  <a:lnTo>
                    <a:pt x="1412" y="1998"/>
                  </a:lnTo>
                  <a:lnTo>
                    <a:pt x="1415" y="1994"/>
                  </a:lnTo>
                  <a:lnTo>
                    <a:pt x="1419" y="1991"/>
                  </a:lnTo>
                  <a:lnTo>
                    <a:pt x="1422" y="1987"/>
                  </a:lnTo>
                  <a:lnTo>
                    <a:pt x="1426" y="1983"/>
                  </a:lnTo>
                  <a:lnTo>
                    <a:pt x="1430" y="1980"/>
                  </a:lnTo>
                  <a:lnTo>
                    <a:pt x="1433" y="1976"/>
                  </a:lnTo>
                  <a:lnTo>
                    <a:pt x="1437" y="1973"/>
                  </a:lnTo>
                  <a:lnTo>
                    <a:pt x="1440" y="1969"/>
                  </a:lnTo>
                  <a:lnTo>
                    <a:pt x="1444" y="1965"/>
                  </a:lnTo>
                  <a:lnTo>
                    <a:pt x="1448" y="1965"/>
                  </a:lnTo>
                  <a:lnTo>
                    <a:pt x="1451" y="1965"/>
                  </a:lnTo>
                  <a:lnTo>
                    <a:pt x="1455" y="1962"/>
                  </a:lnTo>
                  <a:lnTo>
                    <a:pt x="1458" y="1962"/>
                  </a:lnTo>
                  <a:lnTo>
                    <a:pt x="1462" y="1962"/>
                  </a:lnTo>
                  <a:lnTo>
                    <a:pt x="1466" y="1962"/>
                  </a:lnTo>
                  <a:lnTo>
                    <a:pt x="1469" y="1965"/>
                  </a:lnTo>
                  <a:lnTo>
                    <a:pt x="1473" y="1965"/>
                  </a:lnTo>
                  <a:lnTo>
                    <a:pt x="1476" y="1965"/>
                  </a:lnTo>
                  <a:lnTo>
                    <a:pt x="1480" y="1969"/>
                  </a:lnTo>
                  <a:lnTo>
                    <a:pt x="1484" y="1973"/>
                  </a:lnTo>
                  <a:lnTo>
                    <a:pt x="1487" y="1973"/>
                  </a:lnTo>
                  <a:lnTo>
                    <a:pt x="1491" y="1976"/>
                  </a:lnTo>
                  <a:lnTo>
                    <a:pt x="1494" y="1980"/>
                  </a:lnTo>
                  <a:lnTo>
                    <a:pt x="1498" y="1983"/>
                  </a:lnTo>
                  <a:lnTo>
                    <a:pt x="1502" y="1987"/>
                  </a:lnTo>
                  <a:lnTo>
                    <a:pt x="1505" y="1991"/>
                  </a:lnTo>
                  <a:lnTo>
                    <a:pt x="1509" y="1994"/>
                  </a:lnTo>
                  <a:lnTo>
                    <a:pt x="1512" y="1998"/>
                  </a:lnTo>
                  <a:lnTo>
                    <a:pt x="1516" y="2001"/>
                  </a:lnTo>
                  <a:lnTo>
                    <a:pt x="1520" y="2005"/>
                  </a:lnTo>
                  <a:lnTo>
                    <a:pt x="1520" y="2009"/>
                  </a:lnTo>
                  <a:lnTo>
                    <a:pt x="1523" y="2012"/>
                  </a:lnTo>
                  <a:lnTo>
                    <a:pt x="1527" y="2016"/>
                  </a:lnTo>
                  <a:lnTo>
                    <a:pt x="1530" y="2019"/>
                  </a:lnTo>
                  <a:lnTo>
                    <a:pt x="1534" y="2023"/>
                  </a:lnTo>
                  <a:lnTo>
                    <a:pt x="1534" y="2027"/>
                  </a:lnTo>
                  <a:lnTo>
                    <a:pt x="1538" y="2030"/>
                  </a:lnTo>
                  <a:lnTo>
                    <a:pt x="1541" y="2034"/>
                  </a:lnTo>
                  <a:lnTo>
                    <a:pt x="1545" y="2037"/>
                  </a:lnTo>
                  <a:lnTo>
                    <a:pt x="1545" y="2041"/>
                  </a:lnTo>
                  <a:lnTo>
                    <a:pt x="1548" y="2045"/>
                  </a:lnTo>
                  <a:lnTo>
                    <a:pt x="1552" y="2048"/>
                  </a:lnTo>
                  <a:lnTo>
                    <a:pt x="1556" y="2052"/>
                  </a:lnTo>
                  <a:lnTo>
                    <a:pt x="1559" y="2055"/>
                  </a:lnTo>
                  <a:lnTo>
                    <a:pt x="1563" y="2059"/>
                  </a:lnTo>
                  <a:lnTo>
                    <a:pt x="1566" y="2063"/>
                  </a:lnTo>
                  <a:lnTo>
                    <a:pt x="1570" y="2066"/>
                  </a:lnTo>
                  <a:lnTo>
                    <a:pt x="1574" y="2070"/>
                  </a:lnTo>
                  <a:lnTo>
                    <a:pt x="1577" y="2073"/>
                  </a:lnTo>
                  <a:lnTo>
                    <a:pt x="1581" y="2073"/>
                  </a:lnTo>
                  <a:lnTo>
                    <a:pt x="1584" y="2077"/>
                  </a:lnTo>
                  <a:lnTo>
                    <a:pt x="1588" y="2077"/>
                  </a:lnTo>
                  <a:lnTo>
                    <a:pt x="1592" y="2081"/>
                  </a:lnTo>
                  <a:lnTo>
                    <a:pt x="1595" y="2081"/>
                  </a:lnTo>
                  <a:lnTo>
                    <a:pt x="1599" y="2081"/>
                  </a:lnTo>
                  <a:lnTo>
                    <a:pt x="1602" y="2081"/>
                  </a:lnTo>
                  <a:lnTo>
                    <a:pt x="1606" y="2081"/>
                  </a:lnTo>
                  <a:lnTo>
                    <a:pt x="1610" y="2077"/>
                  </a:lnTo>
                  <a:lnTo>
                    <a:pt x="1613" y="2077"/>
                  </a:lnTo>
                  <a:lnTo>
                    <a:pt x="1617" y="2077"/>
                  </a:lnTo>
                  <a:lnTo>
                    <a:pt x="1620" y="2073"/>
                  </a:lnTo>
                  <a:lnTo>
                    <a:pt x="1624" y="2073"/>
                  </a:lnTo>
                  <a:lnTo>
                    <a:pt x="1628" y="2070"/>
                  </a:lnTo>
                  <a:lnTo>
                    <a:pt x="1631" y="2066"/>
                  </a:lnTo>
                  <a:lnTo>
                    <a:pt x="1635" y="2063"/>
                  </a:lnTo>
                  <a:lnTo>
                    <a:pt x="1638" y="2059"/>
                  </a:lnTo>
                  <a:lnTo>
                    <a:pt x="1642" y="2059"/>
                  </a:lnTo>
                  <a:lnTo>
                    <a:pt x="1646" y="2055"/>
                  </a:lnTo>
                  <a:lnTo>
                    <a:pt x="1649" y="2052"/>
                  </a:lnTo>
                  <a:lnTo>
                    <a:pt x="1653" y="2048"/>
                  </a:lnTo>
                  <a:lnTo>
                    <a:pt x="1656" y="2045"/>
                  </a:lnTo>
                  <a:lnTo>
                    <a:pt x="1656" y="2041"/>
                  </a:lnTo>
                  <a:lnTo>
                    <a:pt x="1660" y="2037"/>
                  </a:lnTo>
                  <a:lnTo>
                    <a:pt x="1664" y="2034"/>
                  </a:lnTo>
                  <a:lnTo>
                    <a:pt x="1667" y="2030"/>
                  </a:lnTo>
                  <a:lnTo>
                    <a:pt x="1671" y="2027"/>
                  </a:lnTo>
                  <a:lnTo>
                    <a:pt x="1674" y="2023"/>
                  </a:lnTo>
                  <a:lnTo>
                    <a:pt x="1674" y="2019"/>
                  </a:lnTo>
                  <a:lnTo>
                    <a:pt x="1678" y="2016"/>
                  </a:lnTo>
                  <a:lnTo>
                    <a:pt x="1682" y="2012"/>
                  </a:lnTo>
                  <a:lnTo>
                    <a:pt x="1685" y="2009"/>
                  </a:lnTo>
                  <a:lnTo>
                    <a:pt x="1689" y="2005"/>
                  </a:lnTo>
                  <a:lnTo>
                    <a:pt x="1692" y="2001"/>
                  </a:lnTo>
                  <a:lnTo>
                    <a:pt x="1696" y="1998"/>
                  </a:lnTo>
                  <a:lnTo>
                    <a:pt x="1700" y="1994"/>
                  </a:lnTo>
                  <a:lnTo>
                    <a:pt x="1703" y="1991"/>
                  </a:lnTo>
                  <a:lnTo>
                    <a:pt x="1707" y="1987"/>
                  </a:lnTo>
                  <a:lnTo>
                    <a:pt x="1710" y="1983"/>
                  </a:lnTo>
                  <a:lnTo>
                    <a:pt x="1714" y="1980"/>
                  </a:lnTo>
                  <a:lnTo>
                    <a:pt x="1718" y="1980"/>
                  </a:lnTo>
                  <a:lnTo>
                    <a:pt x="1721" y="1976"/>
                  </a:lnTo>
                  <a:lnTo>
                    <a:pt x="1725" y="1976"/>
                  </a:lnTo>
                  <a:lnTo>
                    <a:pt x="1728" y="1973"/>
                  </a:lnTo>
                  <a:lnTo>
                    <a:pt x="1732" y="1973"/>
                  </a:lnTo>
                  <a:lnTo>
                    <a:pt x="1736" y="1973"/>
                  </a:lnTo>
                  <a:lnTo>
                    <a:pt x="1739" y="1973"/>
                  </a:lnTo>
                  <a:lnTo>
                    <a:pt x="1743" y="1973"/>
                  </a:lnTo>
                  <a:lnTo>
                    <a:pt x="1746" y="1973"/>
                  </a:lnTo>
                  <a:lnTo>
                    <a:pt x="1750" y="1973"/>
                  </a:lnTo>
                  <a:lnTo>
                    <a:pt x="1754" y="1976"/>
                  </a:lnTo>
                  <a:lnTo>
                    <a:pt x="1757" y="1976"/>
                  </a:lnTo>
                  <a:lnTo>
                    <a:pt x="1761" y="1980"/>
                  </a:lnTo>
                  <a:lnTo>
                    <a:pt x="1764" y="1980"/>
                  </a:lnTo>
                  <a:lnTo>
                    <a:pt x="1768" y="1983"/>
                  </a:lnTo>
                  <a:lnTo>
                    <a:pt x="1772" y="1983"/>
                  </a:lnTo>
                  <a:lnTo>
                    <a:pt x="1775" y="1987"/>
                  </a:lnTo>
                  <a:lnTo>
                    <a:pt x="1779" y="1991"/>
                  </a:lnTo>
                  <a:lnTo>
                    <a:pt x="1782" y="1994"/>
                  </a:lnTo>
                  <a:lnTo>
                    <a:pt x="1786" y="1998"/>
                  </a:lnTo>
                  <a:lnTo>
                    <a:pt x="1790" y="2001"/>
                  </a:lnTo>
                  <a:lnTo>
                    <a:pt x="1793" y="2005"/>
                  </a:lnTo>
                  <a:lnTo>
                    <a:pt x="1797" y="2009"/>
                  </a:lnTo>
                  <a:lnTo>
                    <a:pt x="1800" y="2012"/>
                  </a:lnTo>
                  <a:lnTo>
                    <a:pt x="1804" y="2016"/>
                  </a:lnTo>
                  <a:lnTo>
                    <a:pt x="1808" y="2019"/>
                  </a:lnTo>
                  <a:lnTo>
                    <a:pt x="1811" y="2023"/>
                  </a:lnTo>
                  <a:lnTo>
                    <a:pt x="1811" y="2023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3" name="Freeform 121"/>
            <p:cNvSpPr>
              <a:spLocks/>
            </p:cNvSpPr>
            <p:nvPr/>
          </p:nvSpPr>
          <p:spPr bwMode="auto">
            <a:xfrm>
              <a:off x="749" y="2812"/>
              <a:ext cx="2664" cy="698"/>
            </a:xfrm>
            <a:custGeom>
              <a:avLst/>
              <a:gdLst/>
              <a:ahLst/>
              <a:cxnLst>
                <a:cxn ang="0">
                  <a:pos x="57" y="291"/>
                </a:cxn>
                <a:cxn ang="0">
                  <a:pos x="119" y="273"/>
                </a:cxn>
                <a:cxn ang="0">
                  <a:pos x="180" y="234"/>
                </a:cxn>
                <a:cxn ang="0">
                  <a:pos x="241" y="234"/>
                </a:cxn>
                <a:cxn ang="0">
                  <a:pos x="302" y="281"/>
                </a:cxn>
                <a:cxn ang="0">
                  <a:pos x="363" y="295"/>
                </a:cxn>
                <a:cxn ang="0">
                  <a:pos x="425" y="252"/>
                </a:cxn>
                <a:cxn ang="0">
                  <a:pos x="486" y="219"/>
                </a:cxn>
                <a:cxn ang="0">
                  <a:pos x="547" y="252"/>
                </a:cxn>
                <a:cxn ang="0">
                  <a:pos x="608" y="299"/>
                </a:cxn>
                <a:cxn ang="0">
                  <a:pos x="669" y="284"/>
                </a:cxn>
                <a:cxn ang="0">
                  <a:pos x="731" y="230"/>
                </a:cxn>
                <a:cxn ang="0">
                  <a:pos x="792" y="223"/>
                </a:cxn>
                <a:cxn ang="0">
                  <a:pos x="853" y="277"/>
                </a:cxn>
                <a:cxn ang="0">
                  <a:pos x="914" y="306"/>
                </a:cxn>
                <a:cxn ang="0">
                  <a:pos x="975" y="259"/>
                </a:cxn>
                <a:cxn ang="0">
                  <a:pos x="1037" y="209"/>
                </a:cxn>
                <a:cxn ang="0">
                  <a:pos x="1098" y="241"/>
                </a:cxn>
                <a:cxn ang="0">
                  <a:pos x="1152" y="302"/>
                </a:cxn>
                <a:cxn ang="0">
                  <a:pos x="1213" y="306"/>
                </a:cxn>
                <a:cxn ang="0">
                  <a:pos x="1267" y="245"/>
                </a:cxn>
                <a:cxn ang="0">
                  <a:pos x="1325" y="198"/>
                </a:cxn>
                <a:cxn ang="0">
                  <a:pos x="1382" y="245"/>
                </a:cxn>
                <a:cxn ang="0">
                  <a:pos x="1429" y="306"/>
                </a:cxn>
                <a:cxn ang="0">
                  <a:pos x="1490" y="317"/>
                </a:cxn>
                <a:cxn ang="0">
                  <a:pos x="1537" y="255"/>
                </a:cxn>
                <a:cxn ang="0">
                  <a:pos x="1580" y="194"/>
                </a:cxn>
                <a:cxn ang="0">
                  <a:pos x="1641" y="209"/>
                </a:cxn>
                <a:cxn ang="0">
                  <a:pos x="1677" y="270"/>
                </a:cxn>
                <a:cxn ang="0">
                  <a:pos x="1717" y="331"/>
                </a:cxn>
                <a:cxn ang="0">
                  <a:pos x="1778" y="324"/>
                </a:cxn>
                <a:cxn ang="0">
                  <a:pos x="1811" y="263"/>
                </a:cxn>
                <a:cxn ang="0">
                  <a:pos x="1839" y="201"/>
                </a:cxn>
                <a:cxn ang="0">
                  <a:pos x="1893" y="162"/>
                </a:cxn>
                <a:cxn ang="0">
                  <a:pos x="1937" y="223"/>
                </a:cxn>
                <a:cxn ang="0">
                  <a:pos x="1962" y="284"/>
                </a:cxn>
                <a:cxn ang="0">
                  <a:pos x="1991" y="345"/>
                </a:cxn>
                <a:cxn ang="0">
                  <a:pos x="2045" y="363"/>
                </a:cxn>
                <a:cxn ang="0">
                  <a:pos x="2077" y="302"/>
                </a:cxn>
                <a:cxn ang="0">
                  <a:pos x="2099" y="234"/>
                </a:cxn>
                <a:cxn ang="0">
                  <a:pos x="2124" y="169"/>
                </a:cxn>
                <a:cxn ang="0">
                  <a:pos x="2167" y="119"/>
                </a:cxn>
                <a:cxn ang="0">
                  <a:pos x="2207" y="176"/>
                </a:cxn>
                <a:cxn ang="0">
                  <a:pos x="2228" y="255"/>
                </a:cxn>
                <a:cxn ang="0">
                  <a:pos x="2253" y="342"/>
                </a:cxn>
                <a:cxn ang="0">
                  <a:pos x="2275" y="410"/>
                </a:cxn>
                <a:cxn ang="0">
                  <a:pos x="2322" y="428"/>
                </a:cxn>
                <a:cxn ang="0">
                  <a:pos x="2347" y="360"/>
                </a:cxn>
                <a:cxn ang="0">
                  <a:pos x="2372" y="252"/>
                </a:cxn>
                <a:cxn ang="0">
                  <a:pos x="2394" y="137"/>
                </a:cxn>
                <a:cxn ang="0">
                  <a:pos x="2419" y="43"/>
                </a:cxn>
                <a:cxn ang="0">
                  <a:pos x="2459" y="11"/>
                </a:cxn>
                <a:cxn ang="0">
                  <a:pos x="2484" y="93"/>
                </a:cxn>
                <a:cxn ang="0">
                  <a:pos x="2505" y="241"/>
                </a:cxn>
                <a:cxn ang="0">
                  <a:pos x="2531" y="417"/>
                </a:cxn>
                <a:cxn ang="0">
                  <a:pos x="2552" y="583"/>
                </a:cxn>
                <a:cxn ang="0">
                  <a:pos x="2577" y="687"/>
                </a:cxn>
                <a:cxn ang="0">
                  <a:pos x="2610" y="641"/>
                </a:cxn>
                <a:cxn ang="0">
                  <a:pos x="2635" y="439"/>
                </a:cxn>
                <a:cxn ang="0">
                  <a:pos x="2657" y="108"/>
                </a:cxn>
              </a:cxnLst>
              <a:rect l="0" t="0" r="r" b="b"/>
              <a:pathLst>
                <a:path w="2664" h="698">
                  <a:moveTo>
                    <a:pt x="0" y="259"/>
                  </a:moveTo>
                  <a:lnTo>
                    <a:pt x="3" y="263"/>
                  </a:lnTo>
                  <a:lnTo>
                    <a:pt x="7" y="266"/>
                  </a:lnTo>
                  <a:lnTo>
                    <a:pt x="11" y="270"/>
                  </a:lnTo>
                  <a:lnTo>
                    <a:pt x="14" y="270"/>
                  </a:lnTo>
                  <a:lnTo>
                    <a:pt x="18" y="273"/>
                  </a:lnTo>
                  <a:lnTo>
                    <a:pt x="21" y="277"/>
                  </a:lnTo>
                  <a:lnTo>
                    <a:pt x="25" y="277"/>
                  </a:lnTo>
                  <a:lnTo>
                    <a:pt x="29" y="281"/>
                  </a:lnTo>
                  <a:lnTo>
                    <a:pt x="32" y="281"/>
                  </a:lnTo>
                  <a:lnTo>
                    <a:pt x="36" y="284"/>
                  </a:lnTo>
                  <a:lnTo>
                    <a:pt x="39" y="284"/>
                  </a:lnTo>
                  <a:lnTo>
                    <a:pt x="43" y="288"/>
                  </a:lnTo>
                  <a:lnTo>
                    <a:pt x="47" y="288"/>
                  </a:lnTo>
                  <a:lnTo>
                    <a:pt x="50" y="291"/>
                  </a:lnTo>
                  <a:lnTo>
                    <a:pt x="54" y="291"/>
                  </a:lnTo>
                  <a:lnTo>
                    <a:pt x="57" y="291"/>
                  </a:lnTo>
                  <a:lnTo>
                    <a:pt x="61" y="291"/>
                  </a:lnTo>
                  <a:lnTo>
                    <a:pt x="65" y="291"/>
                  </a:lnTo>
                  <a:lnTo>
                    <a:pt x="68" y="291"/>
                  </a:lnTo>
                  <a:lnTo>
                    <a:pt x="72" y="291"/>
                  </a:lnTo>
                  <a:lnTo>
                    <a:pt x="75" y="291"/>
                  </a:lnTo>
                  <a:lnTo>
                    <a:pt x="79" y="291"/>
                  </a:lnTo>
                  <a:lnTo>
                    <a:pt x="83" y="291"/>
                  </a:lnTo>
                  <a:lnTo>
                    <a:pt x="86" y="291"/>
                  </a:lnTo>
                  <a:lnTo>
                    <a:pt x="90" y="288"/>
                  </a:lnTo>
                  <a:lnTo>
                    <a:pt x="93" y="288"/>
                  </a:lnTo>
                  <a:lnTo>
                    <a:pt x="97" y="288"/>
                  </a:lnTo>
                  <a:lnTo>
                    <a:pt x="101" y="284"/>
                  </a:lnTo>
                  <a:lnTo>
                    <a:pt x="104" y="284"/>
                  </a:lnTo>
                  <a:lnTo>
                    <a:pt x="108" y="281"/>
                  </a:lnTo>
                  <a:lnTo>
                    <a:pt x="111" y="277"/>
                  </a:lnTo>
                  <a:lnTo>
                    <a:pt x="115" y="277"/>
                  </a:lnTo>
                  <a:lnTo>
                    <a:pt x="119" y="273"/>
                  </a:lnTo>
                  <a:lnTo>
                    <a:pt x="122" y="270"/>
                  </a:lnTo>
                  <a:lnTo>
                    <a:pt x="126" y="270"/>
                  </a:lnTo>
                  <a:lnTo>
                    <a:pt x="129" y="266"/>
                  </a:lnTo>
                  <a:lnTo>
                    <a:pt x="133" y="263"/>
                  </a:lnTo>
                  <a:lnTo>
                    <a:pt x="137" y="263"/>
                  </a:lnTo>
                  <a:lnTo>
                    <a:pt x="140" y="259"/>
                  </a:lnTo>
                  <a:lnTo>
                    <a:pt x="144" y="255"/>
                  </a:lnTo>
                  <a:lnTo>
                    <a:pt x="147" y="252"/>
                  </a:lnTo>
                  <a:lnTo>
                    <a:pt x="151" y="252"/>
                  </a:lnTo>
                  <a:lnTo>
                    <a:pt x="155" y="248"/>
                  </a:lnTo>
                  <a:lnTo>
                    <a:pt x="158" y="245"/>
                  </a:lnTo>
                  <a:lnTo>
                    <a:pt x="162" y="241"/>
                  </a:lnTo>
                  <a:lnTo>
                    <a:pt x="165" y="241"/>
                  </a:lnTo>
                  <a:lnTo>
                    <a:pt x="169" y="237"/>
                  </a:lnTo>
                  <a:lnTo>
                    <a:pt x="173" y="237"/>
                  </a:lnTo>
                  <a:lnTo>
                    <a:pt x="176" y="234"/>
                  </a:lnTo>
                  <a:lnTo>
                    <a:pt x="180" y="234"/>
                  </a:lnTo>
                  <a:lnTo>
                    <a:pt x="183" y="230"/>
                  </a:lnTo>
                  <a:lnTo>
                    <a:pt x="187" y="230"/>
                  </a:lnTo>
                  <a:lnTo>
                    <a:pt x="191" y="227"/>
                  </a:lnTo>
                  <a:lnTo>
                    <a:pt x="194" y="227"/>
                  </a:lnTo>
                  <a:lnTo>
                    <a:pt x="198" y="227"/>
                  </a:lnTo>
                  <a:lnTo>
                    <a:pt x="201" y="227"/>
                  </a:lnTo>
                  <a:lnTo>
                    <a:pt x="205" y="227"/>
                  </a:lnTo>
                  <a:lnTo>
                    <a:pt x="209" y="227"/>
                  </a:lnTo>
                  <a:lnTo>
                    <a:pt x="212" y="227"/>
                  </a:lnTo>
                  <a:lnTo>
                    <a:pt x="216" y="227"/>
                  </a:lnTo>
                  <a:lnTo>
                    <a:pt x="219" y="227"/>
                  </a:lnTo>
                  <a:lnTo>
                    <a:pt x="223" y="227"/>
                  </a:lnTo>
                  <a:lnTo>
                    <a:pt x="227" y="227"/>
                  </a:lnTo>
                  <a:lnTo>
                    <a:pt x="230" y="230"/>
                  </a:lnTo>
                  <a:lnTo>
                    <a:pt x="234" y="230"/>
                  </a:lnTo>
                  <a:lnTo>
                    <a:pt x="237" y="234"/>
                  </a:lnTo>
                  <a:lnTo>
                    <a:pt x="241" y="234"/>
                  </a:lnTo>
                  <a:lnTo>
                    <a:pt x="245" y="237"/>
                  </a:lnTo>
                  <a:lnTo>
                    <a:pt x="248" y="237"/>
                  </a:lnTo>
                  <a:lnTo>
                    <a:pt x="252" y="241"/>
                  </a:lnTo>
                  <a:lnTo>
                    <a:pt x="255" y="245"/>
                  </a:lnTo>
                  <a:lnTo>
                    <a:pt x="259" y="245"/>
                  </a:lnTo>
                  <a:lnTo>
                    <a:pt x="263" y="248"/>
                  </a:lnTo>
                  <a:lnTo>
                    <a:pt x="266" y="252"/>
                  </a:lnTo>
                  <a:lnTo>
                    <a:pt x="270" y="252"/>
                  </a:lnTo>
                  <a:lnTo>
                    <a:pt x="273" y="255"/>
                  </a:lnTo>
                  <a:lnTo>
                    <a:pt x="277" y="259"/>
                  </a:lnTo>
                  <a:lnTo>
                    <a:pt x="281" y="263"/>
                  </a:lnTo>
                  <a:lnTo>
                    <a:pt x="284" y="266"/>
                  </a:lnTo>
                  <a:lnTo>
                    <a:pt x="288" y="266"/>
                  </a:lnTo>
                  <a:lnTo>
                    <a:pt x="291" y="270"/>
                  </a:lnTo>
                  <a:lnTo>
                    <a:pt x="295" y="273"/>
                  </a:lnTo>
                  <a:lnTo>
                    <a:pt x="299" y="277"/>
                  </a:lnTo>
                  <a:lnTo>
                    <a:pt x="302" y="281"/>
                  </a:lnTo>
                  <a:lnTo>
                    <a:pt x="306" y="281"/>
                  </a:lnTo>
                  <a:lnTo>
                    <a:pt x="309" y="284"/>
                  </a:lnTo>
                  <a:lnTo>
                    <a:pt x="313" y="284"/>
                  </a:lnTo>
                  <a:lnTo>
                    <a:pt x="317" y="288"/>
                  </a:lnTo>
                  <a:lnTo>
                    <a:pt x="320" y="291"/>
                  </a:lnTo>
                  <a:lnTo>
                    <a:pt x="324" y="291"/>
                  </a:lnTo>
                  <a:lnTo>
                    <a:pt x="327" y="291"/>
                  </a:lnTo>
                  <a:lnTo>
                    <a:pt x="331" y="295"/>
                  </a:lnTo>
                  <a:lnTo>
                    <a:pt x="335" y="295"/>
                  </a:lnTo>
                  <a:lnTo>
                    <a:pt x="338" y="295"/>
                  </a:lnTo>
                  <a:lnTo>
                    <a:pt x="342" y="295"/>
                  </a:lnTo>
                  <a:lnTo>
                    <a:pt x="345" y="295"/>
                  </a:lnTo>
                  <a:lnTo>
                    <a:pt x="349" y="295"/>
                  </a:lnTo>
                  <a:lnTo>
                    <a:pt x="353" y="295"/>
                  </a:lnTo>
                  <a:lnTo>
                    <a:pt x="356" y="295"/>
                  </a:lnTo>
                  <a:lnTo>
                    <a:pt x="360" y="295"/>
                  </a:lnTo>
                  <a:lnTo>
                    <a:pt x="363" y="295"/>
                  </a:lnTo>
                  <a:lnTo>
                    <a:pt x="367" y="295"/>
                  </a:lnTo>
                  <a:lnTo>
                    <a:pt x="371" y="291"/>
                  </a:lnTo>
                  <a:lnTo>
                    <a:pt x="374" y="291"/>
                  </a:lnTo>
                  <a:lnTo>
                    <a:pt x="378" y="288"/>
                  </a:lnTo>
                  <a:lnTo>
                    <a:pt x="381" y="288"/>
                  </a:lnTo>
                  <a:lnTo>
                    <a:pt x="385" y="284"/>
                  </a:lnTo>
                  <a:lnTo>
                    <a:pt x="389" y="281"/>
                  </a:lnTo>
                  <a:lnTo>
                    <a:pt x="392" y="281"/>
                  </a:lnTo>
                  <a:lnTo>
                    <a:pt x="396" y="277"/>
                  </a:lnTo>
                  <a:lnTo>
                    <a:pt x="399" y="273"/>
                  </a:lnTo>
                  <a:lnTo>
                    <a:pt x="403" y="270"/>
                  </a:lnTo>
                  <a:lnTo>
                    <a:pt x="407" y="270"/>
                  </a:lnTo>
                  <a:lnTo>
                    <a:pt x="410" y="266"/>
                  </a:lnTo>
                  <a:lnTo>
                    <a:pt x="414" y="263"/>
                  </a:lnTo>
                  <a:lnTo>
                    <a:pt x="417" y="259"/>
                  </a:lnTo>
                  <a:lnTo>
                    <a:pt x="421" y="255"/>
                  </a:lnTo>
                  <a:lnTo>
                    <a:pt x="425" y="252"/>
                  </a:lnTo>
                  <a:lnTo>
                    <a:pt x="428" y="252"/>
                  </a:lnTo>
                  <a:lnTo>
                    <a:pt x="432" y="248"/>
                  </a:lnTo>
                  <a:lnTo>
                    <a:pt x="435" y="245"/>
                  </a:lnTo>
                  <a:lnTo>
                    <a:pt x="439" y="241"/>
                  </a:lnTo>
                  <a:lnTo>
                    <a:pt x="443" y="241"/>
                  </a:lnTo>
                  <a:lnTo>
                    <a:pt x="446" y="237"/>
                  </a:lnTo>
                  <a:lnTo>
                    <a:pt x="450" y="234"/>
                  </a:lnTo>
                  <a:lnTo>
                    <a:pt x="453" y="230"/>
                  </a:lnTo>
                  <a:lnTo>
                    <a:pt x="457" y="230"/>
                  </a:lnTo>
                  <a:lnTo>
                    <a:pt x="461" y="227"/>
                  </a:lnTo>
                  <a:lnTo>
                    <a:pt x="464" y="227"/>
                  </a:lnTo>
                  <a:lnTo>
                    <a:pt x="468" y="223"/>
                  </a:lnTo>
                  <a:lnTo>
                    <a:pt x="471" y="223"/>
                  </a:lnTo>
                  <a:lnTo>
                    <a:pt x="475" y="223"/>
                  </a:lnTo>
                  <a:lnTo>
                    <a:pt x="479" y="223"/>
                  </a:lnTo>
                  <a:lnTo>
                    <a:pt x="482" y="219"/>
                  </a:lnTo>
                  <a:lnTo>
                    <a:pt x="486" y="219"/>
                  </a:lnTo>
                  <a:lnTo>
                    <a:pt x="489" y="219"/>
                  </a:lnTo>
                  <a:lnTo>
                    <a:pt x="493" y="223"/>
                  </a:lnTo>
                  <a:lnTo>
                    <a:pt x="497" y="223"/>
                  </a:lnTo>
                  <a:lnTo>
                    <a:pt x="500" y="223"/>
                  </a:lnTo>
                  <a:lnTo>
                    <a:pt x="504" y="223"/>
                  </a:lnTo>
                  <a:lnTo>
                    <a:pt x="507" y="227"/>
                  </a:lnTo>
                  <a:lnTo>
                    <a:pt x="511" y="227"/>
                  </a:lnTo>
                  <a:lnTo>
                    <a:pt x="515" y="227"/>
                  </a:lnTo>
                  <a:lnTo>
                    <a:pt x="518" y="230"/>
                  </a:lnTo>
                  <a:lnTo>
                    <a:pt x="522" y="230"/>
                  </a:lnTo>
                  <a:lnTo>
                    <a:pt x="525" y="234"/>
                  </a:lnTo>
                  <a:lnTo>
                    <a:pt x="529" y="237"/>
                  </a:lnTo>
                  <a:lnTo>
                    <a:pt x="533" y="241"/>
                  </a:lnTo>
                  <a:lnTo>
                    <a:pt x="536" y="245"/>
                  </a:lnTo>
                  <a:lnTo>
                    <a:pt x="540" y="245"/>
                  </a:lnTo>
                  <a:lnTo>
                    <a:pt x="543" y="248"/>
                  </a:lnTo>
                  <a:lnTo>
                    <a:pt x="547" y="252"/>
                  </a:lnTo>
                  <a:lnTo>
                    <a:pt x="551" y="255"/>
                  </a:lnTo>
                  <a:lnTo>
                    <a:pt x="554" y="259"/>
                  </a:lnTo>
                  <a:lnTo>
                    <a:pt x="558" y="263"/>
                  </a:lnTo>
                  <a:lnTo>
                    <a:pt x="561" y="266"/>
                  </a:lnTo>
                  <a:lnTo>
                    <a:pt x="565" y="266"/>
                  </a:lnTo>
                  <a:lnTo>
                    <a:pt x="569" y="270"/>
                  </a:lnTo>
                  <a:lnTo>
                    <a:pt x="572" y="273"/>
                  </a:lnTo>
                  <a:lnTo>
                    <a:pt x="576" y="277"/>
                  </a:lnTo>
                  <a:lnTo>
                    <a:pt x="579" y="281"/>
                  </a:lnTo>
                  <a:lnTo>
                    <a:pt x="583" y="284"/>
                  </a:lnTo>
                  <a:lnTo>
                    <a:pt x="587" y="284"/>
                  </a:lnTo>
                  <a:lnTo>
                    <a:pt x="590" y="288"/>
                  </a:lnTo>
                  <a:lnTo>
                    <a:pt x="594" y="291"/>
                  </a:lnTo>
                  <a:lnTo>
                    <a:pt x="597" y="291"/>
                  </a:lnTo>
                  <a:lnTo>
                    <a:pt x="601" y="295"/>
                  </a:lnTo>
                  <a:lnTo>
                    <a:pt x="605" y="295"/>
                  </a:lnTo>
                  <a:lnTo>
                    <a:pt x="608" y="299"/>
                  </a:lnTo>
                  <a:lnTo>
                    <a:pt x="612" y="299"/>
                  </a:lnTo>
                  <a:lnTo>
                    <a:pt x="615" y="299"/>
                  </a:lnTo>
                  <a:lnTo>
                    <a:pt x="619" y="302"/>
                  </a:lnTo>
                  <a:lnTo>
                    <a:pt x="623" y="302"/>
                  </a:lnTo>
                  <a:lnTo>
                    <a:pt x="626" y="302"/>
                  </a:lnTo>
                  <a:lnTo>
                    <a:pt x="630" y="302"/>
                  </a:lnTo>
                  <a:lnTo>
                    <a:pt x="633" y="302"/>
                  </a:lnTo>
                  <a:lnTo>
                    <a:pt x="637" y="299"/>
                  </a:lnTo>
                  <a:lnTo>
                    <a:pt x="641" y="299"/>
                  </a:lnTo>
                  <a:lnTo>
                    <a:pt x="644" y="299"/>
                  </a:lnTo>
                  <a:lnTo>
                    <a:pt x="648" y="295"/>
                  </a:lnTo>
                  <a:lnTo>
                    <a:pt x="651" y="295"/>
                  </a:lnTo>
                  <a:lnTo>
                    <a:pt x="655" y="291"/>
                  </a:lnTo>
                  <a:lnTo>
                    <a:pt x="659" y="291"/>
                  </a:lnTo>
                  <a:lnTo>
                    <a:pt x="662" y="288"/>
                  </a:lnTo>
                  <a:lnTo>
                    <a:pt x="666" y="284"/>
                  </a:lnTo>
                  <a:lnTo>
                    <a:pt x="669" y="284"/>
                  </a:lnTo>
                  <a:lnTo>
                    <a:pt x="673" y="281"/>
                  </a:lnTo>
                  <a:lnTo>
                    <a:pt x="677" y="277"/>
                  </a:lnTo>
                  <a:lnTo>
                    <a:pt x="680" y="273"/>
                  </a:lnTo>
                  <a:lnTo>
                    <a:pt x="684" y="270"/>
                  </a:lnTo>
                  <a:lnTo>
                    <a:pt x="687" y="266"/>
                  </a:lnTo>
                  <a:lnTo>
                    <a:pt x="691" y="263"/>
                  </a:lnTo>
                  <a:lnTo>
                    <a:pt x="695" y="263"/>
                  </a:lnTo>
                  <a:lnTo>
                    <a:pt x="698" y="259"/>
                  </a:lnTo>
                  <a:lnTo>
                    <a:pt x="702" y="255"/>
                  </a:lnTo>
                  <a:lnTo>
                    <a:pt x="705" y="252"/>
                  </a:lnTo>
                  <a:lnTo>
                    <a:pt x="709" y="248"/>
                  </a:lnTo>
                  <a:lnTo>
                    <a:pt x="713" y="245"/>
                  </a:lnTo>
                  <a:lnTo>
                    <a:pt x="716" y="241"/>
                  </a:lnTo>
                  <a:lnTo>
                    <a:pt x="720" y="237"/>
                  </a:lnTo>
                  <a:lnTo>
                    <a:pt x="723" y="234"/>
                  </a:lnTo>
                  <a:lnTo>
                    <a:pt x="727" y="230"/>
                  </a:lnTo>
                  <a:lnTo>
                    <a:pt x="731" y="230"/>
                  </a:lnTo>
                  <a:lnTo>
                    <a:pt x="734" y="227"/>
                  </a:lnTo>
                  <a:lnTo>
                    <a:pt x="738" y="223"/>
                  </a:lnTo>
                  <a:lnTo>
                    <a:pt x="741" y="223"/>
                  </a:lnTo>
                  <a:lnTo>
                    <a:pt x="745" y="219"/>
                  </a:lnTo>
                  <a:lnTo>
                    <a:pt x="749" y="219"/>
                  </a:lnTo>
                  <a:lnTo>
                    <a:pt x="752" y="216"/>
                  </a:lnTo>
                  <a:lnTo>
                    <a:pt x="756" y="216"/>
                  </a:lnTo>
                  <a:lnTo>
                    <a:pt x="759" y="216"/>
                  </a:lnTo>
                  <a:lnTo>
                    <a:pt x="763" y="216"/>
                  </a:lnTo>
                  <a:lnTo>
                    <a:pt x="767" y="216"/>
                  </a:lnTo>
                  <a:lnTo>
                    <a:pt x="770" y="216"/>
                  </a:lnTo>
                  <a:lnTo>
                    <a:pt x="774" y="216"/>
                  </a:lnTo>
                  <a:lnTo>
                    <a:pt x="777" y="216"/>
                  </a:lnTo>
                  <a:lnTo>
                    <a:pt x="781" y="219"/>
                  </a:lnTo>
                  <a:lnTo>
                    <a:pt x="785" y="219"/>
                  </a:lnTo>
                  <a:lnTo>
                    <a:pt x="788" y="219"/>
                  </a:lnTo>
                  <a:lnTo>
                    <a:pt x="792" y="223"/>
                  </a:lnTo>
                  <a:lnTo>
                    <a:pt x="795" y="227"/>
                  </a:lnTo>
                  <a:lnTo>
                    <a:pt x="799" y="227"/>
                  </a:lnTo>
                  <a:lnTo>
                    <a:pt x="803" y="230"/>
                  </a:lnTo>
                  <a:lnTo>
                    <a:pt x="806" y="234"/>
                  </a:lnTo>
                  <a:lnTo>
                    <a:pt x="810" y="234"/>
                  </a:lnTo>
                  <a:lnTo>
                    <a:pt x="813" y="237"/>
                  </a:lnTo>
                  <a:lnTo>
                    <a:pt x="817" y="241"/>
                  </a:lnTo>
                  <a:lnTo>
                    <a:pt x="821" y="245"/>
                  </a:lnTo>
                  <a:lnTo>
                    <a:pt x="824" y="248"/>
                  </a:lnTo>
                  <a:lnTo>
                    <a:pt x="828" y="252"/>
                  </a:lnTo>
                  <a:lnTo>
                    <a:pt x="831" y="255"/>
                  </a:lnTo>
                  <a:lnTo>
                    <a:pt x="835" y="259"/>
                  </a:lnTo>
                  <a:lnTo>
                    <a:pt x="839" y="263"/>
                  </a:lnTo>
                  <a:lnTo>
                    <a:pt x="842" y="266"/>
                  </a:lnTo>
                  <a:lnTo>
                    <a:pt x="846" y="270"/>
                  </a:lnTo>
                  <a:lnTo>
                    <a:pt x="849" y="273"/>
                  </a:lnTo>
                  <a:lnTo>
                    <a:pt x="853" y="277"/>
                  </a:lnTo>
                  <a:lnTo>
                    <a:pt x="857" y="281"/>
                  </a:lnTo>
                  <a:lnTo>
                    <a:pt x="860" y="284"/>
                  </a:lnTo>
                  <a:lnTo>
                    <a:pt x="864" y="288"/>
                  </a:lnTo>
                  <a:lnTo>
                    <a:pt x="867" y="291"/>
                  </a:lnTo>
                  <a:lnTo>
                    <a:pt x="871" y="295"/>
                  </a:lnTo>
                  <a:lnTo>
                    <a:pt x="875" y="295"/>
                  </a:lnTo>
                  <a:lnTo>
                    <a:pt x="878" y="299"/>
                  </a:lnTo>
                  <a:lnTo>
                    <a:pt x="882" y="302"/>
                  </a:lnTo>
                  <a:lnTo>
                    <a:pt x="885" y="302"/>
                  </a:lnTo>
                  <a:lnTo>
                    <a:pt x="889" y="306"/>
                  </a:lnTo>
                  <a:lnTo>
                    <a:pt x="893" y="306"/>
                  </a:lnTo>
                  <a:lnTo>
                    <a:pt x="896" y="306"/>
                  </a:lnTo>
                  <a:lnTo>
                    <a:pt x="900" y="306"/>
                  </a:lnTo>
                  <a:lnTo>
                    <a:pt x="903" y="306"/>
                  </a:lnTo>
                  <a:lnTo>
                    <a:pt x="907" y="309"/>
                  </a:lnTo>
                  <a:lnTo>
                    <a:pt x="911" y="306"/>
                  </a:lnTo>
                  <a:lnTo>
                    <a:pt x="914" y="306"/>
                  </a:lnTo>
                  <a:lnTo>
                    <a:pt x="918" y="306"/>
                  </a:lnTo>
                  <a:lnTo>
                    <a:pt x="921" y="306"/>
                  </a:lnTo>
                  <a:lnTo>
                    <a:pt x="925" y="302"/>
                  </a:lnTo>
                  <a:lnTo>
                    <a:pt x="929" y="302"/>
                  </a:lnTo>
                  <a:lnTo>
                    <a:pt x="932" y="299"/>
                  </a:lnTo>
                  <a:lnTo>
                    <a:pt x="936" y="299"/>
                  </a:lnTo>
                  <a:lnTo>
                    <a:pt x="939" y="295"/>
                  </a:lnTo>
                  <a:lnTo>
                    <a:pt x="943" y="291"/>
                  </a:lnTo>
                  <a:lnTo>
                    <a:pt x="947" y="288"/>
                  </a:lnTo>
                  <a:lnTo>
                    <a:pt x="950" y="284"/>
                  </a:lnTo>
                  <a:lnTo>
                    <a:pt x="954" y="281"/>
                  </a:lnTo>
                  <a:lnTo>
                    <a:pt x="957" y="277"/>
                  </a:lnTo>
                  <a:lnTo>
                    <a:pt x="961" y="273"/>
                  </a:lnTo>
                  <a:lnTo>
                    <a:pt x="965" y="270"/>
                  </a:lnTo>
                  <a:lnTo>
                    <a:pt x="968" y="266"/>
                  </a:lnTo>
                  <a:lnTo>
                    <a:pt x="972" y="263"/>
                  </a:lnTo>
                  <a:lnTo>
                    <a:pt x="975" y="259"/>
                  </a:lnTo>
                  <a:lnTo>
                    <a:pt x="979" y="255"/>
                  </a:lnTo>
                  <a:lnTo>
                    <a:pt x="983" y="252"/>
                  </a:lnTo>
                  <a:lnTo>
                    <a:pt x="986" y="248"/>
                  </a:lnTo>
                  <a:lnTo>
                    <a:pt x="990" y="245"/>
                  </a:lnTo>
                  <a:lnTo>
                    <a:pt x="993" y="241"/>
                  </a:lnTo>
                  <a:lnTo>
                    <a:pt x="997" y="237"/>
                  </a:lnTo>
                  <a:lnTo>
                    <a:pt x="1001" y="234"/>
                  </a:lnTo>
                  <a:lnTo>
                    <a:pt x="1004" y="230"/>
                  </a:lnTo>
                  <a:lnTo>
                    <a:pt x="1008" y="227"/>
                  </a:lnTo>
                  <a:lnTo>
                    <a:pt x="1011" y="223"/>
                  </a:lnTo>
                  <a:lnTo>
                    <a:pt x="1015" y="219"/>
                  </a:lnTo>
                  <a:lnTo>
                    <a:pt x="1019" y="216"/>
                  </a:lnTo>
                  <a:lnTo>
                    <a:pt x="1022" y="216"/>
                  </a:lnTo>
                  <a:lnTo>
                    <a:pt x="1026" y="212"/>
                  </a:lnTo>
                  <a:lnTo>
                    <a:pt x="1029" y="212"/>
                  </a:lnTo>
                  <a:lnTo>
                    <a:pt x="1033" y="209"/>
                  </a:lnTo>
                  <a:lnTo>
                    <a:pt x="1037" y="209"/>
                  </a:lnTo>
                  <a:lnTo>
                    <a:pt x="1040" y="209"/>
                  </a:lnTo>
                  <a:lnTo>
                    <a:pt x="1044" y="209"/>
                  </a:lnTo>
                  <a:lnTo>
                    <a:pt x="1047" y="209"/>
                  </a:lnTo>
                  <a:lnTo>
                    <a:pt x="1051" y="209"/>
                  </a:lnTo>
                  <a:lnTo>
                    <a:pt x="1055" y="209"/>
                  </a:lnTo>
                  <a:lnTo>
                    <a:pt x="1058" y="212"/>
                  </a:lnTo>
                  <a:lnTo>
                    <a:pt x="1062" y="212"/>
                  </a:lnTo>
                  <a:lnTo>
                    <a:pt x="1065" y="212"/>
                  </a:lnTo>
                  <a:lnTo>
                    <a:pt x="1069" y="216"/>
                  </a:lnTo>
                  <a:lnTo>
                    <a:pt x="1073" y="216"/>
                  </a:lnTo>
                  <a:lnTo>
                    <a:pt x="1076" y="219"/>
                  </a:lnTo>
                  <a:lnTo>
                    <a:pt x="1080" y="223"/>
                  </a:lnTo>
                  <a:lnTo>
                    <a:pt x="1083" y="227"/>
                  </a:lnTo>
                  <a:lnTo>
                    <a:pt x="1087" y="230"/>
                  </a:lnTo>
                  <a:lnTo>
                    <a:pt x="1091" y="234"/>
                  </a:lnTo>
                  <a:lnTo>
                    <a:pt x="1094" y="237"/>
                  </a:lnTo>
                  <a:lnTo>
                    <a:pt x="1098" y="241"/>
                  </a:lnTo>
                  <a:lnTo>
                    <a:pt x="1101" y="245"/>
                  </a:lnTo>
                  <a:lnTo>
                    <a:pt x="1105" y="248"/>
                  </a:lnTo>
                  <a:lnTo>
                    <a:pt x="1109" y="252"/>
                  </a:lnTo>
                  <a:lnTo>
                    <a:pt x="1112" y="255"/>
                  </a:lnTo>
                  <a:lnTo>
                    <a:pt x="1116" y="259"/>
                  </a:lnTo>
                  <a:lnTo>
                    <a:pt x="1119" y="263"/>
                  </a:lnTo>
                  <a:lnTo>
                    <a:pt x="1119" y="266"/>
                  </a:lnTo>
                  <a:lnTo>
                    <a:pt x="1123" y="270"/>
                  </a:lnTo>
                  <a:lnTo>
                    <a:pt x="1127" y="273"/>
                  </a:lnTo>
                  <a:lnTo>
                    <a:pt x="1130" y="277"/>
                  </a:lnTo>
                  <a:lnTo>
                    <a:pt x="1134" y="281"/>
                  </a:lnTo>
                  <a:lnTo>
                    <a:pt x="1137" y="284"/>
                  </a:lnTo>
                  <a:lnTo>
                    <a:pt x="1141" y="288"/>
                  </a:lnTo>
                  <a:lnTo>
                    <a:pt x="1141" y="291"/>
                  </a:lnTo>
                  <a:lnTo>
                    <a:pt x="1145" y="295"/>
                  </a:lnTo>
                  <a:lnTo>
                    <a:pt x="1148" y="299"/>
                  </a:lnTo>
                  <a:lnTo>
                    <a:pt x="1152" y="302"/>
                  </a:lnTo>
                  <a:lnTo>
                    <a:pt x="1155" y="306"/>
                  </a:lnTo>
                  <a:lnTo>
                    <a:pt x="1159" y="306"/>
                  </a:lnTo>
                  <a:lnTo>
                    <a:pt x="1163" y="309"/>
                  </a:lnTo>
                  <a:lnTo>
                    <a:pt x="1166" y="313"/>
                  </a:lnTo>
                  <a:lnTo>
                    <a:pt x="1170" y="313"/>
                  </a:lnTo>
                  <a:lnTo>
                    <a:pt x="1173" y="313"/>
                  </a:lnTo>
                  <a:lnTo>
                    <a:pt x="1177" y="317"/>
                  </a:lnTo>
                  <a:lnTo>
                    <a:pt x="1181" y="317"/>
                  </a:lnTo>
                  <a:lnTo>
                    <a:pt x="1184" y="317"/>
                  </a:lnTo>
                  <a:lnTo>
                    <a:pt x="1188" y="317"/>
                  </a:lnTo>
                  <a:lnTo>
                    <a:pt x="1191" y="317"/>
                  </a:lnTo>
                  <a:lnTo>
                    <a:pt x="1195" y="313"/>
                  </a:lnTo>
                  <a:lnTo>
                    <a:pt x="1199" y="313"/>
                  </a:lnTo>
                  <a:lnTo>
                    <a:pt x="1202" y="313"/>
                  </a:lnTo>
                  <a:lnTo>
                    <a:pt x="1206" y="309"/>
                  </a:lnTo>
                  <a:lnTo>
                    <a:pt x="1209" y="306"/>
                  </a:lnTo>
                  <a:lnTo>
                    <a:pt x="1213" y="306"/>
                  </a:lnTo>
                  <a:lnTo>
                    <a:pt x="1217" y="302"/>
                  </a:lnTo>
                  <a:lnTo>
                    <a:pt x="1220" y="299"/>
                  </a:lnTo>
                  <a:lnTo>
                    <a:pt x="1224" y="295"/>
                  </a:lnTo>
                  <a:lnTo>
                    <a:pt x="1227" y="291"/>
                  </a:lnTo>
                  <a:lnTo>
                    <a:pt x="1231" y="288"/>
                  </a:lnTo>
                  <a:lnTo>
                    <a:pt x="1235" y="284"/>
                  </a:lnTo>
                  <a:lnTo>
                    <a:pt x="1238" y="281"/>
                  </a:lnTo>
                  <a:lnTo>
                    <a:pt x="1242" y="277"/>
                  </a:lnTo>
                  <a:lnTo>
                    <a:pt x="1245" y="273"/>
                  </a:lnTo>
                  <a:lnTo>
                    <a:pt x="1249" y="270"/>
                  </a:lnTo>
                  <a:lnTo>
                    <a:pt x="1249" y="266"/>
                  </a:lnTo>
                  <a:lnTo>
                    <a:pt x="1253" y="263"/>
                  </a:lnTo>
                  <a:lnTo>
                    <a:pt x="1256" y="259"/>
                  </a:lnTo>
                  <a:lnTo>
                    <a:pt x="1260" y="255"/>
                  </a:lnTo>
                  <a:lnTo>
                    <a:pt x="1260" y="252"/>
                  </a:lnTo>
                  <a:lnTo>
                    <a:pt x="1263" y="248"/>
                  </a:lnTo>
                  <a:lnTo>
                    <a:pt x="1267" y="245"/>
                  </a:lnTo>
                  <a:lnTo>
                    <a:pt x="1271" y="241"/>
                  </a:lnTo>
                  <a:lnTo>
                    <a:pt x="1274" y="237"/>
                  </a:lnTo>
                  <a:lnTo>
                    <a:pt x="1274" y="234"/>
                  </a:lnTo>
                  <a:lnTo>
                    <a:pt x="1278" y="230"/>
                  </a:lnTo>
                  <a:lnTo>
                    <a:pt x="1281" y="227"/>
                  </a:lnTo>
                  <a:lnTo>
                    <a:pt x="1285" y="223"/>
                  </a:lnTo>
                  <a:lnTo>
                    <a:pt x="1289" y="219"/>
                  </a:lnTo>
                  <a:lnTo>
                    <a:pt x="1292" y="216"/>
                  </a:lnTo>
                  <a:lnTo>
                    <a:pt x="1296" y="212"/>
                  </a:lnTo>
                  <a:lnTo>
                    <a:pt x="1299" y="209"/>
                  </a:lnTo>
                  <a:lnTo>
                    <a:pt x="1303" y="205"/>
                  </a:lnTo>
                  <a:lnTo>
                    <a:pt x="1307" y="205"/>
                  </a:lnTo>
                  <a:lnTo>
                    <a:pt x="1310" y="201"/>
                  </a:lnTo>
                  <a:lnTo>
                    <a:pt x="1314" y="201"/>
                  </a:lnTo>
                  <a:lnTo>
                    <a:pt x="1317" y="198"/>
                  </a:lnTo>
                  <a:lnTo>
                    <a:pt x="1321" y="198"/>
                  </a:lnTo>
                  <a:lnTo>
                    <a:pt x="1325" y="198"/>
                  </a:lnTo>
                  <a:lnTo>
                    <a:pt x="1328" y="198"/>
                  </a:lnTo>
                  <a:lnTo>
                    <a:pt x="1332" y="198"/>
                  </a:lnTo>
                  <a:lnTo>
                    <a:pt x="1335" y="201"/>
                  </a:lnTo>
                  <a:lnTo>
                    <a:pt x="1339" y="201"/>
                  </a:lnTo>
                  <a:lnTo>
                    <a:pt x="1343" y="205"/>
                  </a:lnTo>
                  <a:lnTo>
                    <a:pt x="1346" y="205"/>
                  </a:lnTo>
                  <a:lnTo>
                    <a:pt x="1350" y="209"/>
                  </a:lnTo>
                  <a:lnTo>
                    <a:pt x="1353" y="212"/>
                  </a:lnTo>
                  <a:lnTo>
                    <a:pt x="1357" y="216"/>
                  </a:lnTo>
                  <a:lnTo>
                    <a:pt x="1361" y="219"/>
                  </a:lnTo>
                  <a:lnTo>
                    <a:pt x="1364" y="223"/>
                  </a:lnTo>
                  <a:lnTo>
                    <a:pt x="1368" y="227"/>
                  </a:lnTo>
                  <a:lnTo>
                    <a:pt x="1371" y="230"/>
                  </a:lnTo>
                  <a:lnTo>
                    <a:pt x="1375" y="234"/>
                  </a:lnTo>
                  <a:lnTo>
                    <a:pt x="1379" y="237"/>
                  </a:lnTo>
                  <a:lnTo>
                    <a:pt x="1382" y="241"/>
                  </a:lnTo>
                  <a:lnTo>
                    <a:pt x="1382" y="245"/>
                  </a:lnTo>
                  <a:lnTo>
                    <a:pt x="1386" y="248"/>
                  </a:lnTo>
                  <a:lnTo>
                    <a:pt x="1389" y="252"/>
                  </a:lnTo>
                  <a:lnTo>
                    <a:pt x="1389" y="255"/>
                  </a:lnTo>
                  <a:lnTo>
                    <a:pt x="1393" y="259"/>
                  </a:lnTo>
                  <a:lnTo>
                    <a:pt x="1397" y="263"/>
                  </a:lnTo>
                  <a:lnTo>
                    <a:pt x="1397" y="266"/>
                  </a:lnTo>
                  <a:lnTo>
                    <a:pt x="1400" y="270"/>
                  </a:lnTo>
                  <a:lnTo>
                    <a:pt x="1404" y="273"/>
                  </a:lnTo>
                  <a:lnTo>
                    <a:pt x="1407" y="277"/>
                  </a:lnTo>
                  <a:lnTo>
                    <a:pt x="1407" y="281"/>
                  </a:lnTo>
                  <a:lnTo>
                    <a:pt x="1411" y="284"/>
                  </a:lnTo>
                  <a:lnTo>
                    <a:pt x="1415" y="288"/>
                  </a:lnTo>
                  <a:lnTo>
                    <a:pt x="1415" y="291"/>
                  </a:lnTo>
                  <a:lnTo>
                    <a:pt x="1418" y="295"/>
                  </a:lnTo>
                  <a:lnTo>
                    <a:pt x="1422" y="299"/>
                  </a:lnTo>
                  <a:lnTo>
                    <a:pt x="1425" y="302"/>
                  </a:lnTo>
                  <a:lnTo>
                    <a:pt x="1429" y="306"/>
                  </a:lnTo>
                  <a:lnTo>
                    <a:pt x="1433" y="309"/>
                  </a:lnTo>
                  <a:lnTo>
                    <a:pt x="1436" y="313"/>
                  </a:lnTo>
                  <a:lnTo>
                    <a:pt x="1440" y="317"/>
                  </a:lnTo>
                  <a:lnTo>
                    <a:pt x="1443" y="320"/>
                  </a:lnTo>
                  <a:lnTo>
                    <a:pt x="1447" y="324"/>
                  </a:lnTo>
                  <a:lnTo>
                    <a:pt x="1451" y="324"/>
                  </a:lnTo>
                  <a:lnTo>
                    <a:pt x="1454" y="327"/>
                  </a:lnTo>
                  <a:lnTo>
                    <a:pt x="1458" y="327"/>
                  </a:lnTo>
                  <a:lnTo>
                    <a:pt x="1461" y="327"/>
                  </a:lnTo>
                  <a:lnTo>
                    <a:pt x="1465" y="327"/>
                  </a:lnTo>
                  <a:lnTo>
                    <a:pt x="1469" y="327"/>
                  </a:lnTo>
                  <a:lnTo>
                    <a:pt x="1472" y="327"/>
                  </a:lnTo>
                  <a:lnTo>
                    <a:pt x="1476" y="324"/>
                  </a:lnTo>
                  <a:lnTo>
                    <a:pt x="1479" y="324"/>
                  </a:lnTo>
                  <a:lnTo>
                    <a:pt x="1483" y="320"/>
                  </a:lnTo>
                  <a:lnTo>
                    <a:pt x="1487" y="320"/>
                  </a:lnTo>
                  <a:lnTo>
                    <a:pt x="1490" y="317"/>
                  </a:lnTo>
                  <a:lnTo>
                    <a:pt x="1494" y="313"/>
                  </a:lnTo>
                  <a:lnTo>
                    <a:pt x="1497" y="309"/>
                  </a:lnTo>
                  <a:lnTo>
                    <a:pt x="1501" y="306"/>
                  </a:lnTo>
                  <a:lnTo>
                    <a:pt x="1505" y="302"/>
                  </a:lnTo>
                  <a:lnTo>
                    <a:pt x="1508" y="299"/>
                  </a:lnTo>
                  <a:lnTo>
                    <a:pt x="1512" y="295"/>
                  </a:lnTo>
                  <a:lnTo>
                    <a:pt x="1512" y="291"/>
                  </a:lnTo>
                  <a:lnTo>
                    <a:pt x="1515" y="288"/>
                  </a:lnTo>
                  <a:lnTo>
                    <a:pt x="1519" y="284"/>
                  </a:lnTo>
                  <a:lnTo>
                    <a:pt x="1519" y="281"/>
                  </a:lnTo>
                  <a:lnTo>
                    <a:pt x="1523" y="277"/>
                  </a:lnTo>
                  <a:lnTo>
                    <a:pt x="1526" y="273"/>
                  </a:lnTo>
                  <a:lnTo>
                    <a:pt x="1526" y="270"/>
                  </a:lnTo>
                  <a:lnTo>
                    <a:pt x="1530" y="266"/>
                  </a:lnTo>
                  <a:lnTo>
                    <a:pt x="1533" y="263"/>
                  </a:lnTo>
                  <a:lnTo>
                    <a:pt x="1533" y="259"/>
                  </a:lnTo>
                  <a:lnTo>
                    <a:pt x="1537" y="255"/>
                  </a:lnTo>
                  <a:lnTo>
                    <a:pt x="1537" y="252"/>
                  </a:lnTo>
                  <a:lnTo>
                    <a:pt x="1541" y="248"/>
                  </a:lnTo>
                  <a:lnTo>
                    <a:pt x="1544" y="245"/>
                  </a:lnTo>
                  <a:lnTo>
                    <a:pt x="1544" y="241"/>
                  </a:lnTo>
                  <a:lnTo>
                    <a:pt x="1548" y="237"/>
                  </a:lnTo>
                  <a:lnTo>
                    <a:pt x="1551" y="234"/>
                  </a:lnTo>
                  <a:lnTo>
                    <a:pt x="1551" y="230"/>
                  </a:lnTo>
                  <a:lnTo>
                    <a:pt x="1555" y="227"/>
                  </a:lnTo>
                  <a:lnTo>
                    <a:pt x="1555" y="223"/>
                  </a:lnTo>
                  <a:lnTo>
                    <a:pt x="1559" y="219"/>
                  </a:lnTo>
                  <a:lnTo>
                    <a:pt x="1562" y="216"/>
                  </a:lnTo>
                  <a:lnTo>
                    <a:pt x="1566" y="212"/>
                  </a:lnTo>
                  <a:lnTo>
                    <a:pt x="1569" y="209"/>
                  </a:lnTo>
                  <a:lnTo>
                    <a:pt x="1569" y="205"/>
                  </a:lnTo>
                  <a:lnTo>
                    <a:pt x="1573" y="201"/>
                  </a:lnTo>
                  <a:lnTo>
                    <a:pt x="1577" y="198"/>
                  </a:lnTo>
                  <a:lnTo>
                    <a:pt x="1580" y="194"/>
                  </a:lnTo>
                  <a:lnTo>
                    <a:pt x="1584" y="191"/>
                  </a:lnTo>
                  <a:lnTo>
                    <a:pt x="1587" y="187"/>
                  </a:lnTo>
                  <a:lnTo>
                    <a:pt x="1591" y="187"/>
                  </a:lnTo>
                  <a:lnTo>
                    <a:pt x="1595" y="187"/>
                  </a:lnTo>
                  <a:lnTo>
                    <a:pt x="1598" y="183"/>
                  </a:lnTo>
                  <a:lnTo>
                    <a:pt x="1602" y="183"/>
                  </a:lnTo>
                  <a:lnTo>
                    <a:pt x="1605" y="183"/>
                  </a:lnTo>
                  <a:lnTo>
                    <a:pt x="1609" y="183"/>
                  </a:lnTo>
                  <a:lnTo>
                    <a:pt x="1613" y="187"/>
                  </a:lnTo>
                  <a:lnTo>
                    <a:pt x="1616" y="187"/>
                  </a:lnTo>
                  <a:lnTo>
                    <a:pt x="1620" y="191"/>
                  </a:lnTo>
                  <a:lnTo>
                    <a:pt x="1623" y="191"/>
                  </a:lnTo>
                  <a:lnTo>
                    <a:pt x="1627" y="194"/>
                  </a:lnTo>
                  <a:lnTo>
                    <a:pt x="1631" y="198"/>
                  </a:lnTo>
                  <a:lnTo>
                    <a:pt x="1634" y="201"/>
                  </a:lnTo>
                  <a:lnTo>
                    <a:pt x="1638" y="205"/>
                  </a:lnTo>
                  <a:lnTo>
                    <a:pt x="1641" y="209"/>
                  </a:lnTo>
                  <a:lnTo>
                    <a:pt x="1645" y="212"/>
                  </a:lnTo>
                  <a:lnTo>
                    <a:pt x="1645" y="216"/>
                  </a:lnTo>
                  <a:lnTo>
                    <a:pt x="1649" y="219"/>
                  </a:lnTo>
                  <a:lnTo>
                    <a:pt x="1652" y="223"/>
                  </a:lnTo>
                  <a:lnTo>
                    <a:pt x="1652" y="227"/>
                  </a:lnTo>
                  <a:lnTo>
                    <a:pt x="1656" y="230"/>
                  </a:lnTo>
                  <a:lnTo>
                    <a:pt x="1659" y="234"/>
                  </a:lnTo>
                  <a:lnTo>
                    <a:pt x="1659" y="237"/>
                  </a:lnTo>
                  <a:lnTo>
                    <a:pt x="1663" y="241"/>
                  </a:lnTo>
                  <a:lnTo>
                    <a:pt x="1663" y="245"/>
                  </a:lnTo>
                  <a:lnTo>
                    <a:pt x="1667" y="248"/>
                  </a:lnTo>
                  <a:lnTo>
                    <a:pt x="1667" y="252"/>
                  </a:lnTo>
                  <a:lnTo>
                    <a:pt x="1670" y="255"/>
                  </a:lnTo>
                  <a:lnTo>
                    <a:pt x="1674" y="259"/>
                  </a:lnTo>
                  <a:lnTo>
                    <a:pt x="1674" y="263"/>
                  </a:lnTo>
                  <a:lnTo>
                    <a:pt x="1677" y="266"/>
                  </a:lnTo>
                  <a:lnTo>
                    <a:pt x="1677" y="270"/>
                  </a:lnTo>
                  <a:lnTo>
                    <a:pt x="1681" y="273"/>
                  </a:lnTo>
                  <a:lnTo>
                    <a:pt x="1681" y="277"/>
                  </a:lnTo>
                  <a:lnTo>
                    <a:pt x="1685" y="281"/>
                  </a:lnTo>
                  <a:lnTo>
                    <a:pt x="1685" y="284"/>
                  </a:lnTo>
                  <a:lnTo>
                    <a:pt x="1688" y="288"/>
                  </a:lnTo>
                  <a:lnTo>
                    <a:pt x="1692" y="291"/>
                  </a:lnTo>
                  <a:lnTo>
                    <a:pt x="1692" y="295"/>
                  </a:lnTo>
                  <a:lnTo>
                    <a:pt x="1695" y="299"/>
                  </a:lnTo>
                  <a:lnTo>
                    <a:pt x="1695" y="302"/>
                  </a:lnTo>
                  <a:lnTo>
                    <a:pt x="1699" y="306"/>
                  </a:lnTo>
                  <a:lnTo>
                    <a:pt x="1703" y="309"/>
                  </a:lnTo>
                  <a:lnTo>
                    <a:pt x="1706" y="313"/>
                  </a:lnTo>
                  <a:lnTo>
                    <a:pt x="1706" y="317"/>
                  </a:lnTo>
                  <a:lnTo>
                    <a:pt x="1710" y="320"/>
                  </a:lnTo>
                  <a:lnTo>
                    <a:pt x="1710" y="324"/>
                  </a:lnTo>
                  <a:lnTo>
                    <a:pt x="1713" y="327"/>
                  </a:lnTo>
                  <a:lnTo>
                    <a:pt x="1717" y="331"/>
                  </a:lnTo>
                  <a:lnTo>
                    <a:pt x="1721" y="335"/>
                  </a:lnTo>
                  <a:lnTo>
                    <a:pt x="1724" y="338"/>
                  </a:lnTo>
                  <a:lnTo>
                    <a:pt x="1728" y="342"/>
                  </a:lnTo>
                  <a:lnTo>
                    <a:pt x="1731" y="342"/>
                  </a:lnTo>
                  <a:lnTo>
                    <a:pt x="1735" y="345"/>
                  </a:lnTo>
                  <a:lnTo>
                    <a:pt x="1739" y="345"/>
                  </a:lnTo>
                  <a:lnTo>
                    <a:pt x="1742" y="345"/>
                  </a:lnTo>
                  <a:lnTo>
                    <a:pt x="1746" y="345"/>
                  </a:lnTo>
                  <a:lnTo>
                    <a:pt x="1749" y="345"/>
                  </a:lnTo>
                  <a:lnTo>
                    <a:pt x="1753" y="342"/>
                  </a:lnTo>
                  <a:lnTo>
                    <a:pt x="1757" y="342"/>
                  </a:lnTo>
                  <a:lnTo>
                    <a:pt x="1760" y="338"/>
                  </a:lnTo>
                  <a:lnTo>
                    <a:pt x="1764" y="338"/>
                  </a:lnTo>
                  <a:lnTo>
                    <a:pt x="1767" y="335"/>
                  </a:lnTo>
                  <a:lnTo>
                    <a:pt x="1771" y="331"/>
                  </a:lnTo>
                  <a:lnTo>
                    <a:pt x="1775" y="327"/>
                  </a:lnTo>
                  <a:lnTo>
                    <a:pt x="1778" y="324"/>
                  </a:lnTo>
                  <a:lnTo>
                    <a:pt x="1778" y="320"/>
                  </a:lnTo>
                  <a:lnTo>
                    <a:pt x="1782" y="317"/>
                  </a:lnTo>
                  <a:lnTo>
                    <a:pt x="1785" y="313"/>
                  </a:lnTo>
                  <a:lnTo>
                    <a:pt x="1785" y="309"/>
                  </a:lnTo>
                  <a:lnTo>
                    <a:pt x="1789" y="306"/>
                  </a:lnTo>
                  <a:lnTo>
                    <a:pt x="1793" y="302"/>
                  </a:lnTo>
                  <a:lnTo>
                    <a:pt x="1793" y="299"/>
                  </a:lnTo>
                  <a:lnTo>
                    <a:pt x="1793" y="295"/>
                  </a:lnTo>
                  <a:lnTo>
                    <a:pt x="1796" y="291"/>
                  </a:lnTo>
                  <a:lnTo>
                    <a:pt x="1796" y="288"/>
                  </a:lnTo>
                  <a:lnTo>
                    <a:pt x="1800" y="284"/>
                  </a:lnTo>
                  <a:lnTo>
                    <a:pt x="1803" y="281"/>
                  </a:lnTo>
                  <a:lnTo>
                    <a:pt x="1803" y="277"/>
                  </a:lnTo>
                  <a:lnTo>
                    <a:pt x="1803" y="273"/>
                  </a:lnTo>
                  <a:lnTo>
                    <a:pt x="1807" y="270"/>
                  </a:lnTo>
                  <a:lnTo>
                    <a:pt x="1811" y="266"/>
                  </a:lnTo>
                  <a:lnTo>
                    <a:pt x="1811" y="263"/>
                  </a:lnTo>
                  <a:lnTo>
                    <a:pt x="1811" y="259"/>
                  </a:lnTo>
                  <a:lnTo>
                    <a:pt x="1814" y="255"/>
                  </a:lnTo>
                  <a:lnTo>
                    <a:pt x="1818" y="252"/>
                  </a:lnTo>
                  <a:lnTo>
                    <a:pt x="1818" y="248"/>
                  </a:lnTo>
                  <a:lnTo>
                    <a:pt x="1818" y="245"/>
                  </a:lnTo>
                  <a:lnTo>
                    <a:pt x="1821" y="241"/>
                  </a:lnTo>
                  <a:lnTo>
                    <a:pt x="1821" y="237"/>
                  </a:lnTo>
                  <a:lnTo>
                    <a:pt x="1825" y="234"/>
                  </a:lnTo>
                  <a:lnTo>
                    <a:pt x="1825" y="230"/>
                  </a:lnTo>
                  <a:lnTo>
                    <a:pt x="1829" y="227"/>
                  </a:lnTo>
                  <a:lnTo>
                    <a:pt x="1829" y="223"/>
                  </a:lnTo>
                  <a:lnTo>
                    <a:pt x="1832" y="219"/>
                  </a:lnTo>
                  <a:lnTo>
                    <a:pt x="1836" y="216"/>
                  </a:lnTo>
                  <a:lnTo>
                    <a:pt x="1836" y="212"/>
                  </a:lnTo>
                  <a:lnTo>
                    <a:pt x="1836" y="209"/>
                  </a:lnTo>
                  <a:lnTo>
                    <a:pt x="1839" y="205"/>
                  </a:lnTo>
                  <a:lnTo>
                    <a:pt x="1839" y="201"/>
                  </a:lnTo>
                  <a:lnTo>
                    <a:pt x="1843" y="198"/>
                  </a:lnTo>
                  <a:lnTo>
                    <a:pt x="1847" y="194"/>
                  </a:lnTo>
                  <a:lnTo>
                    <a:pt x="1847" y="191"/>
                  </a:lnTo>
                  <a:lnTo>
                    <a:pt x="1850" y="187"/>
                  </a:lnTo>
                  <a:lnTo>
                    <a:pt x="1854" y="183"/>
                  </a:lnTo>
                  <a:lnTo>
                    <a:pt x="1857" y="180"/>
                  </a:lnTo>
                  <a:lnTo>
                    <a:pt x="1861" y="176"/>
                  </a:lnTo>
                  <a:lnTo>
                    <a:pt x="1861" y="173"/>
                  </a:lnTo>
                  <a:lnTo>
                    <a:pt x="1865" y="169"/>
                  </a:lnTo>
                  <a:lnTo>
                    <a:pt x="1868" y="165"/>
                  </a:lnTo>
                  <a:lnTo>
                    <a:pt x="1872" y="162"/>
                  </a:lnTo>
                  <a:lnTo>
                    <a:pt x="1875" y="162"/>
                  </a:lnTo>
                  <a:lnTo>
                    <a:pt x="1879" y="162"/>
                  </a:lnTo>
                  <a:lnTo>
                    <a:pt x="1883" y="162"/>
                  </a:lnTo>
                  <a:lnTo>
                    <a:pt x="1886" y="162"/>
                  </a:lnTo>
                  <a:lnTo>
                    <a:pt x="1890" y="162"/>
                  </a:lnTo>
                  <a:lnTo>
                    <a:pt x="1893" y="162"/>
                  </a:lnTo>
                  <a:lnTo>
                    <a:pt x="1897" y="165"/>
                  </a:lnTo>
                  <a:lnTo>
                    <a:pt x="1901" y="169"/>
                  </a:lnTo>
                  <a:lnTo>
                    <a:pt x="1904" y="173"/>
                  </a:lnTo>
                  <a:lnTo>
                    <a:pt x="1908" y="176"/>
                  </a:lnTo>
                  <a:lnTo>
                    <a:pt x="1911" y="180"/>
                  </a:lnTo>
                  <a:lnTo>
                    <a:pt x="1915" y="183"/>
                  </a:lnTo>
                  <a:lnTo>
                    <a:pt x="1915" y="187"/>
                  </a:lnTo>
                  <a:lnTo>
                    <a:pt x="1919" y="191"/>
                  </a:lnTo>
                  <a:lnTo>
                    <a:pt x="1922" y="194"/>
                  </a:lnTo>
                  <a:lnTo>
                    <a:pt x="1922" y="198"/>
                  </a:lnTo>
                  <a:lnTo>
                    <a:pt x="1926" y="201"/>
                  </a:lnTo>
                  <a:lnTo>
                    <a:pt x="1926" y="205"/>
                  </a:lnTo>
                  <a:lnTo>
                    <a:pt x="1929" y="209"/>
                  </a:lnTo>
                  <a:lnTo>
                    <a:pt x="1929" y="212"/>
                  </a:lnTo>
                  <a:lnTo>
                    <a:pt x="1933" y="216"/>
                  </a:lnTo>
                  <a:lnTo>
                    <a:pt x="1933" y="219"/>
                  </a:lnTo>
                  <a:lnTo>
                    <a:pt x="1937" y="223"/>
                  </a:lnTo>
                  <a:lnTo>
                    <a:pt x="1937" y="227"/>
                  </a:lnTo>
                  <a:lnTo>
                    <a:pt x="1940" y="230"/>
                  </a:lnTo>
                  <a:lnTo>
                    <a:pt x="1940" y="234"/>
                  </a:lnTo>
                  <a:lnTo>
                    <a:pt x="1940" y="237"/>
                  </a:lnTo>
                  <a:lnTo>
                    <a:pt x="1944" y="241"/>
                  </a:lnTo>
                  <a:lnTo>
                    <a:pt x="1944" y="245"/>
                  </a:lnTo>
                  <a:lnTo>
                    <a:pt x="1947" y="248"/>
                  </a:lnTo>
                  <a:lnTo>
                    <a:pt x="1947" y="252"/>
                  </a:lnTo>
                  <a:lnTo>
                    <a:pt x="1951" y="255"/>
                  </a:lnTo>
                  <a:lnTo>
                    <a:pt x="1951" y="259"/>
                  </a:lnTo>
                  <a:lnTo>
                    <a:pt x="1951" y="263"/>
                  </a:lnTo>
                  <a:lnTo>
                    <a:pt x="1955" y="266"/>
                  </a:lnTo>
                  <a:lnTo>
                    <a:pt x="1955" y="270"/>
                  </a:lnTo>
                  <a:lnTo>
                    <a:pt x="1958" y="273"/>
                  </a:lnTo>
                  <a:lnTo>
                    <a:pt x="1958" y="277"/>
                  </a:lnTo>
                  <a:lnTo>
                    <a:pt x="1958" y="281"/>
                  </a:lnTo>
                  <a:lnTo>
                    <a:pt x="1962" y="284"/>
                  </a:lnTo>
                  <a:lnTo>
                    <a:pt x="1962" y="288"/>
                  </a:lnTo>
                  <a:lnTo>
                    <a:pt x="1965" y="291"/>
                  </a:lnTo>
                  <a:lnTo>
                    <a:pt x="1965" y="295"/>
                  </a:lnTo>
                  <a:lnTo>
                    <a:pt x="1969" y="299"/>
                  </a:lnTo>
                  <a:lnTo>
                    <a:pt x="1969" y="302"/>
                  </a:lnTo>
                  <a:lnTo>
                    <a:pt x="1969" y="306"/>
                  </a:lnTo>
                  <a:lnTo>
                    <a:pt x="1973" y="309"/>
                  </a:lnTo>
                  <a:lnTo>
                    <a:pt x="1973" y="313"/>
                  </a:lnTo>
                  <a:lnTo>
                    <a:pt x="1976" y="317"/>
                  </a:lnTo>
                  <a:lnTo>
                    <a:pt x="1976" y="320"/>
                  </a:lnTo>
                  <a:lnTo>
                    <a:pt x="1980" y="324"/>
                  </a:lnTo>
                  <a:lnTo>
                    <a:pt x="1980" y="327"/>
                  </a:lnTo>
                  <a:lnTo>
                    <a:pt x="1983" y="331"/>
                  </a:lnTo>
                  <a:lnTo>
                    <a:pt x="1983" y="335"/>
                  </a:lnTo>
                  <a:lnTo>
                    <a:pt x="1987" y="338"/>
                  </a:lnTo>
                  <a:lnTo>
                    <a:pt x="1987" y="342"/>
                  </a:lnTo>
                  <a:lnTo>
                    <a:pt x="1991" y="345"/>
                  </a:lnTo>
                  <a:lnTo>
                    <a:pt x="1991" y="349"/>
                  </a:lnTo>
                  <a:lnTo>
                    <a:pt x="1994" y="353"/>
                  </a:lnTo>
                  <a:lnTo>
                    <a:pt x="1998" y="356"/>
                  </a:lnTo>
                  <a:lnTo>
                    <a:pt x="2001" y="360"/>
                  </a:lnTo>
                  <a:lnTo>
                    <a:pt x="2001" y="363"/>
                  </a:lnTo>
                  <a:lnTo>
                    <a:pt x="2005" y="367"/>
                  </a:lnTo>
                  <a:lnTo>
                    <a:pt x="2009" y="371"/>
                  </a:lnTo>
                  <a:lnTo>
                    <a:pt x="2012" y="374"/>
                  </a:lnTo>
                  <a:lnTo>
                    <a:pt x="2016" y="374"/>
                  </a:lnTo>
                  <a:lnTo>
                    <a:pt x="2019" y="378"/>
                  </a:lnTo>
                  <a:lnTo>
                    <a:pt x="2023" y="378"/>
                  </a:lnTo>
                  <a:lnTo>
                    <a:pt x="2027" y="378"/>
                  </a:lnTo>
                  <a:lnTo>
                    <a:pt x="2030" y="374"/>
                  </a:lnTo>
                  <a:lnTo>
                    <a:pt x="2034" y="374"/>
                  </a:lnTo>
                  <a:lnTo>
                    <a:pt x="2037" y="371"/>
                  </a:lnTo>
                  <a:lnTo>
                    <a:pt x="2041" y="367"/>
                  </a:lnTo>
                  <a:lnTo>
                    <a:pt x="2045" y="363"/>
                  </a:lnTo>
                  <a:lnTo>
                    <a:pt x="2048" y="360"/>
                  </a:lnTo>
                  <a:lnTo>
                    <a:pt x="2052" y="356"/>
                  </a:lnTo>
                  <a:lnTo>
                    <a:pt x="2052" y="353"/>
                  </a:lnTo>
                  <a:lnTo>
                    <a:pt x="2055" y="349"/>
                  </a:lnTo>
                  <a:lnTo>
                    <a:pt x="2055" y="345"/>
                  </a:lnTo>
                  <a:lnTo>
                    <a:pt x="2059" y="342"/>
                  </a:lnTo>
                  <a:lnTo>
                    <a:pt x="2059" y="338"/>
                  </a:lnTo>
                  <a:lnTo>
                    <a:pt x="2063" y="335"/>
                  </a:lnTo>
                  <a:lnTo>
                    <a:pt x="2063" y="331"/>
                  </a:lnTo>
                  <a:lnTo>
                    <a:pt x="2066" y="327"/>
                  </a:lnTo>
                  <a:lnTo>
                    <a:pt x="2066" y="324"/>
                  </a:lnTo>
                  <a:lnTo>
                    <a:pt x="2070" y="320"/>
                  </a:lnTo>
                  <a:lnTo>
                    <a:pt x="2070" y="317"/>
                  </a:lnTo>
                  <a:lnTo>
                    <a:pt x="2070" y="313"/>
                  </a:lnTo>
                  <a:lnTo>
                    <a:pt x="2073" y="309"/>
                  </a:lnTo>
                  <a:lnTo>
                    <a:pt x="2073" y="306"/>
                  </a:lnTo>
                  <a:lnTo>
                    <a:pt x="2077" y="302"/>
                  </a:lnTo>
                  <a:lnTo>
                    <a:pt x="2077" y="299"/>
                  </a:lnTo>
                  <a:lnTo>
                    <a:pt x="2077" y="295"/>
                  </a:lnTo>
                  <a:lnTo>
                    <a:pt x="2081" y="291"/>
                  </a:lnTo>
                  <a:lnTo>
                    <a:pt x="2081" y="288"/>
                  </a:lnTo>
                  <a:lnTo>
                    <a:pt x="2081" y="284"/>
                  </a:lnTo>
                  <a:lnTo>
                    <a:pt x="2084" y="281"/>
                  </a:lnTo>
                  <a:lnTo>
                    <a:pt x="2084" y="277"/>
                  </a:lnTo>
                  <a:lnTo>
                    <a:pt x="2088" y="273"/>
                  </a:lnTo>
                  <a:lnTo>
                    <a:pt x="2088" y="266"/>
                  </a:lnTo>
                  <a:lnTo>
                    <a:pt x="2088" y="263"/>
                  </a:lnTo>
                  <a:lnTo>
                    <a:pt x="2091" y="259"/>
                  </a:lnTo>
                  <a:lnTo>
                    <a:pt x="2091" y="255"/>
                  </a:lnTo>
                  <a:lnTo>
                    <a:pt x="2095" y="252"/>
                  </a:lnTo>
                  <a:lnTo>
                    <a:pt x="2095" y="248"/>
                  </a:lnTo>
                  <a:lnTo>
                    <a:pt x="2095" y="245"/>
                  </a:lnTo>
                  <a:lnTo>
                    <a:pt x="2099" y="241"/>
                  </a:lnTo>
                  <a:lnTo>
                    <a:pt x="2099" y="234"/>
                  </a:lnTo>
                  <a:lnTo>
                    <a:pt x="2099" y="230"/>
                  </a:lnTo>
                  <a:lnTo>
                    <a:pt x="2102" y="227"/>
                  </a:lnTo>
                  <a:lnTo>
                    <a:pt x="2102" y="223"/>
                  </a:lnTo>
                  <a:lnTo>
                    <a:pt x="2106" y="219"/>
                  </a:lnTo>
                  <a:lnTo>
                    <a:pt x="2106" y="216"/>
                  </a:lnTo>
                  <a:lnTo>
                    <a:pt x="2106" y="212"/>
                  </a:lnTo>
                  <a:lnTo>
                    <a:pt x="2109" y="209"/>
                  </a:lnTo>
                  <a:lnTo>
                    <a:pt x="2109" y="205"/>
                  </a:lnTo>
                  <a:lnTo>
                    <a:pt x="2113" y="201"/>
                  </a:lnTo>
                  <a:lnTo>
                    <a:pt x="2113" y="194"/>
                  </a:lnTo>
                  <a:lnTo>
                    <a:pt x="2113" y="191"/>
                  </a:lnTo>
                  <a:lnTo>
                    <a:pt x="2117" y="187"/>
                  </a:lnTo>
                  <a:lnTo>
                    <a:pt x="2117" y="183"/>
                  </a:lnTo>
                  <a:lnTo>
                    <a:pt x="2120" y="180"/>
                  </a:lnTo>
                  <a:lnTo>
                    <a:pt x="2120" y="176"/>
                  </a:lnTo>
                  <a:lnTo>
                    <a:pt x="2120" y="173"/>
                  </a:lnTo>
                  <a:lnTo>
                    <a:pt x="2124" y="169"/>
                  </a:lnTo>
                  <a:lnTo>
                    <a:pt x="2124" y="165"/>
                  </a:lnTo>
                  <a:lnTo>
                    <a:pt x="2127" y="162"/>
                  </a:lnTo>
                  <a:lnTo>
                    <a:pt x="2127" y="158"/>
                  </a:lnTo>
                  <a:lnTo>
                    <a:pt x="2131" y="155"/>
                  </a:lnTo>
                  <a:lnTo>
                    <a:pt x="2131" y="151"/>
                  </a:lnTo>
                  <a:lnTo>
                    <a:pt x="2135" y="147"/>
                  </a:lnTo>
                  <a:lnTo>
                    <a:pt x="2135" y="144"/>
                  </a:lnTo>
                  <a:lnTo>
                    <a:pt x="2138" y="140"/>
                  </a:lnTo>
                  <a:lnTo>
                    <a:pt x="2138" y="137"/>
                  </a:lnTo>
                  <a:lnTo>
                    <a:pt x="2142" y="133"/>
                  </a:lnTo>
                  <a:lnTo>
                    <a:pt x="2145" y="129"/>
                  </a:lnTo>
                  <a:lnTo>
                    <a:pt x="2149" y="126"/>
                  </a:lnTo>
                  <a:lnTo>
                    <a:pt x="2153" y="122"/>
                  </a:lnTo>
                  <a:lnTo>
                    <a:pt x="2156" y="119"/>
                  </a:lnTo>
                  <a:lnTo>
                    <a:pt x="2160" y="119"/>
                  </a:lnTo>
                  <a:lnTo>
                    <a:pt x="2163" y="115"/>
                  </a:lnTo>
                  <a:lnTo>
                    <a:pt x="2167" y="119"/>
                  </a:lnTo>
                  <a:lnTo>
                    <a:pt x="2171" y="119"/>
                  </a:lnTo>
                  <a:lnTo>
                    <a:pt x="2174" y="122"/>
                  </a:lnTo>
                  <a:lnTo>
                    <a:pt x="2178" y="126"/>
                  </a:lnTo>
                  <a:lnTo>
                    <a:pt x="2181" y="129"/>
                  </a:lnTo>
                  <a:lnTo>
                    <a:pt x="2185" y="133"/>
                  </a:lnTo>
                  <a:lnTo>
                    <a:pt x="2185" y="137"/>
                  </a:lnTo>
                  <a:lnTo>
                    <a:pt x="2189" y="140"/>
                  </a:lnTo>
                  <a:lnTo>
                    <a:pt x="2192" y="144"/>
                  </a:lnTo>
                  <a:lnTo>
                    <a:pt x="2192" y="147"/>
                  </a:lnTo>
                  <a:lnTo>
                    <a:pt x="2196" y="151"/>
                  </a:lnTo>
                  <a:lnTo>
                    <a:pt x="2196" y="155"/>
                  </a:lnTo>
                  <a:lnTo>
                    <a:pt x="2199" y="158"/>
                  </a:lnTo>
                  <a:lnTo>
                    <a:pt x="2199" y="162"/>
                  </a:lnTo>
                  <a:lnTo>
                    <a:pt x="2199" y="165"/>
                  </a:lnTo>
                  <a:lnTo>
                    <a:pt x="2203" y="169"/>
                  </a:lnTo>
                  <a:lnTo>
                    <a:pt x="2203" y="173"/>
                  </a:lnTo>
                  <a:lnTo>
                    <a:pt x="2207" y="176"/>
                  </a:lnTo>
                  <a:lnTo>
                    <a:pt x="2207" y="180"/>
                  </a:lnTo>
                  <a:lnTo>
                    <a:pt x="2207" y="187"/>
                  </a:lnTo>
                  <a:lnTo>
                    <a:pt x="2210" y="191"/>
                  </a:lnTo>
                  <a:lnTo>
                    <a:pt x="2210" y="194"/>
                  </a:lnTo>
                  <a:lnTo>
                    <a:pt x="2210" y="198"/>
                  </a:lnTo>
                  <a:lnTo>
                    <a:pt x="2214" y="201"/>
                  </a:lnTo>
                  <a:lnTo>
                    <a:pt x="2214" y="209"/>
                  </a:lnTo>
                  <a:lnTo>
                    <a:pt x="2217" y="212"/>
                  </a:lnTo>
                  <a:lnTo>
                    <a:pt x="2217" y="216"/>
                  </a:lnTo>
                  <a:lnTo>
                    <a:pt x="2217" y="219"/>
                  </a:lnTo>
                  <a:lnTo>
                    <a:pt x="2221" y="227"/>
                  </a:lnTo>
                  <a:lnTo>
                    <a:pt x="2221" y="230"/>
                  </a:lnTo>
                  <a:lnTo>
                    <a:pt x="2225" y="234"/>
                  </a:lnTo>
                  <a:lnTo>
                    <a:pt x="2225" y="241"/>
                  </a:lnTo>
                  <a:lnTo>
                    <a:pt x="2225" y="245"/>
                  </a:lnTo>
                  <a:lnTo>
                    <a:pt x="2228" y="248"/>
                  </a:lnTo>
                  <a:lnTo>
                    <a:pt x="2228" y="255"/>
                  </a:lnTo>
                  <a:lnTo>
                    <a:pt x="2232" y="259"/>
                  </a:lnTo>
                  <a:lnTo>
                    <a:pt x="2232" y="266"/>
                  </a:lnTo>
                  <a:lnTo>
                    <a:pt x="2232" y="270"/>
                  </a:lnTo>
                  <a:lnTo>
                    <a:pt x="2235" y="273"/>
                  </a:lnTo>
                  <a:lnTo>
                    <a:pt x="2235" y="281"/>
                  </a:lnTo>
                  <a:lnTo>
                    <a:pt x="2235" y="284"/>
                  </a:lnTo>
                  <a:lnTo>
                    <a:pt x="2239" y="291"/>
                  </a:lnTo>
                  <a:lnTo>
                    <a:pt x="2239" y="295"/>
                  </a:lnTo>
                  <a:lnTo>
                    <a:pt x="2243" y="302"/>
                  </a:lnTo>
                  <a:lnTo>
                    <a:pt x="2243" y="306"/>
                  </a:lnTo>
                  <a:lnTo>
                    <a:pt x="2243" y="309"/>
                  </a:lnTo>
                  <a:lnTo>
                    <a:pt x="2246" y="317"/>
                  </a:lnTo>
                  <a:lnTo>
                    <a:pt x="2246" y="320"/>
                  </a:lnTo>
                  <a:lnTo>
                    <a:pt x="2250" y="327"/>
                  </a:lnTo>
                  <a:lnTo>
                    <a:pt x="2250" y="331"/>
                  </a:lnTo>
                  <a:lnTo>
                    <a:pt x="2250" y="335"/>
                  </a:lnTo>
                  <a:lnTo>
                    <a:pt x="2253" y="342"/>
                  </a:lnTo>
                  <a:lnTo>
                    <a:pt x="2253" y="345"/>
                  </a:lnTo>
                  <a:lnTo>
                    <a:pt x="2253" y="349"/>
                  </a:lnTo>
                  <a:lnTo>
                    <a:pt x="2257" y="356"/>
                  </a:lnTo>
                  <a:lnTo>
                    <a:pt x="2257" y="360"/>
                  </a:lnTo>
                  <a:lnTo>
                    <a:pt x="2261" y="363"/>
                  </a:lnTo>
                  <a:lnTo>
                    <a:pt x="2261" y="367"/>
                  </a:lnTo>
                  <a:lnTo>
                    <a:pt x="2261" y="374"/>
                  </a:lnTo>
                  <a:lnTo>
                    <a:pt x="2264" y="378"/>
                  </a:lnTo>
                  <a:lnTo>
                    <a:pt x="2264" y="381"/>
                  </a:lnTo>
                  <a:lnTo>
                    <a:pt x="2268" y="385"/>
                  </a:lnTo>
                  <a:lnTo>
                    <a:pt x="2268" y="389"/>
                  </a:lnTo>
                  <a:lnTo>
                    <a:pt x="2268" y="392"/>
                  </a:lnTo>
                  <a:lnTo>
                    <a:pt x="2271" y="396"/>
                  </a:lnTo>
                  <a:lnTo>
                    <a:pt x="2271" y="399"/>
                  </a:lnTo>
                  <a:lnTo>
                    <a:pt x="2275" y="403"/>
                  </a:lnTo>
                  <a:lnTo>
                    <a:pt x="2275" y="407"/>
                  </a:lnTo>
                  <a:lnTo>
                    <a:pt x="2275" y="410"/>
                  </a:lnTo>
                  <a:lnTo>
                    <a:pt x="2279" y="414"/>
                  </a:lnTo>
                  <a:lnTo>
                    <a:pt x="2279" y="417"/>
                  </a:lnTo>
                  <a:lnTo>
                    <a:pt x="2282" y="421"/>
                  </a:lnTo>
                  <a:lnTo>
                    <a:pt x="2282" y="425"/>
                  </a:lnTo>
                  <a:lnTo>
                    <a:pt x="2286" y="428"/>
                  </a:lnTo>
                  <a:lnTo>
                    <a:pt x="2286" y="432"/>
                  </a:lnTo>
                  <a:lnTo>
                    <a:pt x="2289" y="435"/>
                  </a:lnTo>
                  <a:lnTo>
                    <a:pt x="2293" y="439"/>
                  </a:lnTo>
                  <a:lnTo>
                    <a:pt x="2297" y="443"/>
                  </a:lnTo>
                  <a:lnTo>
                    <a:pt x="2300" y="443"/>
                  </a:lnTo>
                  <a:lnTo>
                    <a:pt x="2304" y="446"/>
                  </a:lnTo>
                  <a:lnTo>
                    <a:pt x="2307" y="443"/>
                  </a:lnTo>
                  <a:lnTo>
                    <a:pt x="2311" y="443"/>
                  </a:lnTo>
                  <a:lnTo>
                    <a:pt x="2315" y="439"/>
                  </a:lnTo>
                  <a:lnTo>
                    <a:pt x="2318" y="435"/>
                  </a:lnTo>
                  <a:lnTo>
                    <a:pt x="2322" y="432"/>
                  </a:lnTo>
                  <a:lnTo>
                    <a:pt x="2322" y="428"/>
                  </a:lnTo>
                  <a:lnTo>
                    <a:pt x="2325" y="425"/>
                  </a:lnTo>
                  <a:lnTo>
                    <a:pt x="2325" y="421"/>
                  </a:lnTo>
                  <a:lnTo>
                    <a:pt x="2329" y="417"/>
                  </a:lnTo>
                  <a:lnTo>
                    <a:pt x="2329" y="414"/>
                  </a:lnTo>
                  <a:lnTo>
                    <a:pt x="2329" y="410"/>
                  </a:lnTo>
                  <a:lnTo>
                    <a:pt x="2333" y="407"/>
                  </a:lnTo>
                  <a:lnTo>
                    <a:pt x="2333" y="403"/>
                  </a:lnTo>
                  <a:lnTo>
                    <a:pt x="2336" y="399"/>
                  </a:lnTo>
                  <a:lnTo>
                    <a:pt x="2336" y="396"/>
                  </a:lnTo>
                  <a:lnTo>
                    <a:pt x="2336" y="392"/>
                  </a:lnTo>
                  <a:lnTo>
                    <a:pt x="2340" y="389"/>
                  </a:lnTo>
                  <a:lnTo>
                    <a:pt x="2340" y="381"/>
                  </a:lnTo>
                  <a:lnTo>
                    <a:pt x="2340" y="378"/>
                  </a:lnTo>
                  <a:lnTo>
                    <a:pt x="2343" y="374"/>
                  </a:lnTo>
                  <a:lnTo>
                    <a:pt x="2343" y="367"/>
                  </a:lnTo>
                  <a:lnTo>
                    <a:pt x="2347" y="363"/>
                  </a:lnTo>
                  <a:lnTo>
                    <a:pt x="2347" y="360"/>
                  </a:lnTo>
                  <a:lnTo>
                    <a:pt x="2347" y="353"/>
                  </a:lnTo>
                  <a:lnTo>
                    <a:pt x="2351" y="349"/>
                  </a:lnTo>
                  <a:lnTo>
                    <a:pt x="2351" y="342"/>
                  </a:lnTo>
                  <a:lnTo>
                    <a:pt x="2354" y="335"/>
                  </a:lnTo>
                  <a:lnTo>
                    <a:pt x="2354" y="331"/>
                  </a:lnTo>
                  <a:lnTo>
                    <a:pt x="2354" y="324"/>
                  </a:lnTo>
                  <a:lnTo>
                    <a:pt x="2358" y="317"/>
                  </a:lnTo>
                  <a:lnTo>
                    <a:pt x="2358" y="313"/>
                  </a:lnTo>
                  <a:lnTo>
                    <a:pt x="2361" y="306"/>
                  </a:lnTo>
                  <a:lnTo>
                    <a:pt x="2361" y="299"/>
                  </a:lnTo>
                  <a:lnTo>
                    <a:pt x="2361" y="291"/>
                  </a:lnTo>
                  <a:lnTo>
                    <a:pt x="2365" y="288"/>
                  </a:lnTo>
                  <a:lnTo>
                    <a:pt x="2365" y="281"/>
                  </a:lnTo>
                  <a:lnTo>
                    <a:pt x="2365" y="273"/>
                  </a:lnTo>
                  <a:lnTo>
                    <a:pt x="2369" y="266"/>
                  </a:lnTo>
                  <a:lnTo>
                    <a:pt x="2369" y="259"/>
                  </a:lnTo>
                  <a:lnTo>
                    <a:pt x="2372" y="252"/>
                  </a:lnTo>
                  <a:lnTo>
                    <a:pt x="2372" y="245"/>
                  </a:lnTo>
                  <a:lnTo>
                    <a:pt x="2372" y="241"/>
                  </a:lnTo>
                  <a:lnTo>
                    <a:pt x="2376" y="234"/>
                  </a:lnTo>
                  <a:lnTo>
                    <a:pt x="2376" y="227"/>
                  </a:lnTo>
                  <a:lnTo>
                    <a:pt x="2379" y="219"/>
                  </a:lnTo>
                  <a:lnTo>
                    <a:pt x="2379" y="212"/>
                  </a:lnTo>
                  <a:lnTo>
                    <a:pt x="2379" y="205"/>
                  </a:lnTo>
                  <a:lnTo>
                    <a:pt x="2383" y="198"/>
                  </a:lnTo>
                  <a:lnTo>
                    <a:pt x="2383" y="191"/>
                  </a:lnTo>
                  <a:lnTo>
                    <a:pt x="2383" y="183"/>
                  </a:lnTo>
                  <a:lnTo>
                    <a:pt x="2387" y="176"/>
                  </a:lnTo>
                  <a:lnTo>
                    <a:pt x="2387" y="173"/>
                  </a:lnTo>
                  <a:lnTo>
                    <a:pt x="2390" y="165"/>
                  </a:lnTo>
                  <a:lnTo>
                    <a:pt x="2390" y="158"/>
                  </a:lnTo>
                  <a:lnTo>
                    <a:pt x="2390" y="151"/>
                  </a:lnTo>
                  <a:lnTo>
                    <a:pt x="2394" y="144"/>
                  </a:lnTo>
                  <a:lnTo>
                    <a:pt x="2394" y="137"/>
                  </a:lnTo>
                  <a:lnTo>
                    <a:pt x="2397" y="129"/>
                  </a:lnTo>
                  <a:lnTo>
                    <a:pt x="2397" y="126"/>
                  </a:lnTo>
                  <a:lnTo>
                    <a:pt x="2397" y="119"/>
                  </a:lnTo>
                  <a:lnTo>
                    <a:pt x="2401" y="111"/>
                  </a:lnTo>
                  <a:lnTo>
                    <a:pt x="2401" y="108"/>
                  </a:lnTo>
                  <a:lnTo>
                    <a:pt x="2405" y="101"/>
                  </a:lnTo>
                  <a:lnTo>
                    <a:pt x="2405" y="93"/>
                  </a:lnTo>
                  <a:lnTo>
                    <a:pt x="2405" y="90"/>
                  </a:lnTo>
                  <a:lnTo>
                    <a:pt x="2408" y="83"/>
                  </a:lnTo>
                  <a:lnTo>
                    <a:pt x="2408" y="79"/>
                  </a:lnTo>
                  <a:lnTo>
                    <a:pt x="2408" y="72"/>
                  </a:lnTo>
                  <a:lnTo>
                    <a:pt x="2412" y="68"/>
                  </a:lnTo>
                  <a:lnTo>
                    <a:pt x="2412" y="61"/>
                  </a:lnTo>
                  <a:lnTo>
                    <a:pt x="2415" y="57"/>
                  </a:lnTo>
                  <a:lnTo>
                    <a:pt x="2415" y="54"/>
                  </a:lnTo>
                  <a:lnTo>
                    <a:pt x="2415" y="47"/>
                  </a:lnTo>
                  <a:lnTo>
                    <a:pt x="2419" y="43"/>
                  </a:lnTo>
                  <a:lnTo>
                    <a:pt x="2419" y="39"/>
                  </a:lnTo>
                  <a:lnTo>
                    <a:pt x="2423" y="36"/>
                  </a:lnTo>
                  <a:lnTo>
                    <a:pt x="2423" y="32"/>
                  </a:lnTo>
                  <a:lnTo>
                    <a:pt x="2423" y="29"/>
                  </a:lnTo>
                  <a:lnTo>
                    <a:pt x="2426" y="25"/>
                  </a:lnTo>
                  <a:lnTo>
                    <a:pt x="2426" y="21"/>
                  </a:lnTo>
                  <a:lnTo>
                    <a:pt x="2426" y="18"/>
                  </a:lnTo>
                  <a:lnTo>
                    <a:pt x="2430" y="14"/>
                  </a:lnTo>
                  <a:lnTo>
                    <a:pt x="2433" y="11"/>
                  </a:lnTo>
                  <a:lnTo>
                    <a:pt x="2433" y="7"/>
                  </a:lnTo>
                  <a:lnTo>
                    <a:pt x="2437" y="3"/>
                  </a:lnTo>
                  <a:lnTo>
                    <a:pt x="2441" y="0"/>
                  </a:lnTo>
                  <a:lnTo>
                    <a:pt x="2444" y="0"/>
                  </a:lnTo>
                  <a:lnTo>
                    <a:pt x="2448" y="0"/>
                  </a:lnTo>
                  <a:lnTo>
                    <a:pt x="2451" y="3"/>
                  </a:lnTo>
                  <a:lnTo>
                    <a:pt x="2455" y="7"/>
                  </a:lnTo>
                  <a:lnTo>
                    <a:pt x="2459" y="11"/>
                  </a:lnTo>
                  <a:lnTo>
                    <a:pt x="2459" y="14"/>
                  </a:lnTo>
                  <a:lnTo>
                    <a:pt x="2462" y="18"/>
                  </a:lnTo>
                  <a:lnTo>
                    <a:pt x="2462" y="21"/>
                  </a:lnTo>
                  <a:lnTo>
                    <a:pt x="2466" y="25"/>
                  </a:lnTo>
                  <a:lnTo>
                    <a:pt x="2466" y="29"/>
                  </a:lnTo>
                  <a:lnTo>
                    <a:pt x="2466" y="32"/>
                  </a:lnTo>
                  <a:lnTo>
                    <a:pt x="2469" y="39"/>
                  </a:lnTo>
                  <a:lnTo>
                    <a:pt x="2469" y="43"/>
                  </a:lnTo>
                  <a:lnTo>
                    <a:pt x="2469" y="47"/>
                  </a:lnTo>
                  <a:lnTo>
                    <a:pt x="2473" y="54"/>
                  </a:lnTo>
                  <a:lnTo>
                    <a:pt x="2473" y="57"/>
                  </a:lnTo>
                  <a:lnTo>
                    <a:pt x="2477" y="65"/>
                  </a:lnTo>
                  <a:lnTo>
                    <a:pt x="2477" y="68"/>
                  </a:lnTo>
                  <a:lnTo>
                    <a:pt x="2477" y="75"/>
                  </a:lnTo>
                  <a:lnTo>
                    <a:pt x="2480" y="83"/>
                  </a:lnTo>
                  <a:lnTo>
                    <a:pt x="2480" y="86"/>
                  </a:lnTo>
                  <a:lnTo>
                    <a:pt x="2484" y="93"/>
                  </a:lnTo>
                  <a:lnTo>
                    <a:pt x="2484" y="101"/>
                  </a:lnTo>
                  <a:lnTo>
                    <a:pt x="2484" y="108"/>
                  </a:lnTo>
                  <a:lnTo>
                    <a:pt x="2487" y="115"/>
                  </a:lnTo>
                  <a:lnTo>
                    <a:pt x="2487" y="122"/>
                  </a:lnTo>
                  <a:lnTo>
                    <a:pt x="2491" y="133"/>
                  </a:lnTo>
                  <a:lnTo>
                    <a:pt x="2491" y="140"/>
                  </a:lnTo>
                  <a:lnTo>
                    <a:pt x="2491" y="147"/>
                  </a:lnTo>
                  <a:lnTo>
                    <a:pt x="2495" y="158"/>
                  </a:lnTo>
                  <a:lnTo>
                    <a:pt x="2495" y="165"/>
                  </a:lnTo>
                  <a:lnTo>
                    <a:pt x="2495" y="173"/>
                  </a:lnTo>
                  <a:lnTo>
                    <a:pt x="2498" y="183"/>
                  </a:lnTo>
                  <a:lnTo>
                    <a:pt x="2498" y="191"/>
                  </a:lnTo>
                  <a:lnTo>
                    <a:pt x="2502" y="201"/>
                  </a:lnTo>
                  <a:lnTo>
                    <a:pt x="2502" y="212"/>
                  </a:lnTo>
                  <a:lnTo>
                    <a:pt x="2502" y="219"/>
                  </a:lnTo>
                  <a:lnTo>
                    <a:pt x="2505" y="230"/>
                  </a:lnTo>
                  <a:lnTo>
                    <a:pt x="2505" y="241"/>
                  </a:lnTo>
                  <a:lnTo>
                    <a:pt x="2509" y="248"/>
                  </a:lnTo>
                  <a:lnTo>
                    <a:pt x="2509" y="259"/>
                  </a:lnTo>
                  <a:lnTo>
                    <a:pt x="2509" y="270"/>
                  </a:lnTo>
                  <a:lnTo>
                    <a:pt x="2513" y="281"/>
                  </a:lnTo>
                  <a:lnTo>
                    <a:pt x="2513" y="291"/>
                  </a:lnTo>
                  <a:lnTo>
                    <a:pt x="2513" y="302"/>
                  </a:lnTo>
                  <a:lnTo>
                    <a:pt x="2516" y="313"/>
                  </a:lnTo>
                  <a:lnTo>
                    <a:pt x="2516" y="324"/>
                  </a:lnTo>
                  <a:lnTo>
                    <a:pt x="2520" y="331"/>
                  </a:lnTo>
                  <a:lnTo>
                    <a:pt x="2520" y="342"/>
                  </a:lnTo>
                  <a:lnTo>
                    <a:pt x="2520" y="353"/>
                  </a:lnTo>
                  <a:lnTo>
                    <a:pt x="2523" y="363"/>
                  </a:lnTo>
                  <a:lnTo>
                    <a:pt x="2523" y="374"/>
                  </a:lnTo>
                  <a:lnTo>
                    <a:pt x="2527" y="385"/>
                  </a:lnTo>
                  <a:lnTo>
                    <a:pt x="2527" y="396"/>
                  </a:lnTo>
                  <a:lnTo>
                    <a:pt x="2527" y="407"/>
                  </a:lnTo>
                  <a:lnTo>
                    <a:pt x="2531" y="417"/>
                  </a:lnTo>
                  <a:lnTo>
                    <a:pt x="2531" y="428"/>
                  </a:lnTo>
                  <a:lnTo>
                    <a:pt x="2534" y="439"/>
                  </a:lnTo>
                  <a:lnTo>
                    <a:pt x="2534" y="450"/>
                  </a:lnTo>
                  <a:lnTo>
                    <a:pt x="2534" y="461"/>
                  </a:lnTo>
                  <a:lnTo>
                    <a:pt x="2538" y="471"/>
                  </a:lnTo>
                  <a:lnTo>
                    <a:pt x="2538" y="479"/>
                  </a:lnTo>
                  <a:lnTo>
                    <a:pt x="2538" y="489"/>
                  </a:lnTo>
                  <a:lnTo>
                    <a:pt x="2541" y="500"/>
                  </a:lnTo>
                  <a:lnTo>
                    <a:pt x="2541" y="511"/>
                  </a:lnTo>
                  <a:lnTo>
                    <a:pt x="2545" y="522"/>
                  </a:lnTo>
                  <a:lnTo>
                    <a:pt x="2545" y="529"/>
                  </a:lnTo>
                  <a:lnTo>
                    <a:pt x="2545" y="540"/>
                  </a:lnTo>
                  <a:lnTo>
                    <a:pt x="2549" y="547"/>
                  </a:lnTo>
                  <a:lnTo>
                    <a:pt x="2549" y="558"/>
                  </a:lnTo>
                  <a:lnTo>
                    <a:pt x="2552" y="565"/>
                  </a:lnTo>
                  <a:lnTo>
                    <a:pt x="2552" y="576"/>
                  </a:lnTo>
                  <a:lnTo>
                    <a:pt x="2552" y="583"/>
                  </a:lnTo>
                  <a:lnTo>
                    <a:pt x="2556" y="590"/>
                  </a:lnTo>
                  <a:lnTo>
                    <a:pt x="2556" y="601"/>
                  </a:lnTo>
                  <a:lnTo>
                    <a:pt x="2556" y="608"/>
                  </a:lnTo>
                  <a:lnTo>
                    <a:pt x="2559" y="615"/>
                  </a:lnTo>
                  <a:lnTo>
                    <a:pt x="2559" y="623"/>
                  </a:lnTo>
                  <a:lnTo>
                    <a:pt x="2563" y="630"/>
                  </a:lnTo>
                  <a:lnTo>
                    <a:pt x="2563" y="637"/>
                  </a:lnTo>
                  <a:lnTo>
                    <a:pt x="2563" y="644"/>
                  </a:lnTo>
                  <a:lnTo>
                    <a:pt x="2567" y="648"/>
                  </a:lnTo>
                  <a:lnTo>
                    <a:pt x="2567" y="655"/>
                  </a:lnTo>
                  <a:lnTo>
                    <a:pt x="2570" y="659"/>
                  </a:lnTo>
                  <a:lnTo>
                    <a:pt x="2570" y="666"/>
                  </a:lnTo>
                  <a:lnTo>
                    <a:pt x="2570" y="669"/>
                  </a:lnTo>
                  <a:lnTo>
                    <a:pt x="2574" y="673"/>
                  </a:lnTo>
                  <a:lnTo>
                    <a:pt x="2574" y="680"/>
                  </a:lnTo>
                  <a:lnTo>
                    <a:pt x="2577" y="684"/>
                  </a:lnTo>
                  <a:lnTo>
                    <a:pt x="2577" y="687"/>
                  </a:lnTo>
                  <a:lnTo>
                    <a:pt x="2581" y="691"/>
                  </a:lnTo>
                  <a:lnTo>
                    <a:pt x="2581" y="695"/>
                  </a:lnTo>
                  <a:lnTo>
                    <a:pt x="2585" y="698"/>
                  </a:lnTo>
                  <a:lnTo>
                    <a:pt x="2588" y="698"/>
                  </a:lnTo>
                  <a:lnTo>
                    <a:pt x="2592" y="698"/>
                  </a:lnTo>
                  <a:lnTo>
                    <a:pt x="2595" y="695"/>
                  </a:lnTo>
                  <a:lnTo>
                    <a:pt x="2595" y="691"/>
                  </a:lnTo>
                  <a:lnTo>
                    <a:pt x="2599" y="687"/>
                  </a:lnTo>
                  <a:lnTo>
                    <a:pt x="2599" y="684"/>
                  </a:lnTo>
                  <a:lnTo>
                    <a:pt x="2599" y="680"/>
                  </a:lnTo>
                  <a:lnTo>
                    <a:pt x="2603" y="677"/>
                  </a:lnTo>
                  <a:lnTo>
                    <a:pt x="2603" y="673"/>
                  </a:lnTo>
                  <a:lnTo>
                    <a:pt x="2606" y="666"/>
                  </a:lnTo>
                  <a:lnTo>
                    <a:pt x="2606" y="662"/>
                  </a:lnTo>
                  <a:lnTo>
                    <a:pt x="2606" y="655"/>
                  </a:lnTo>
                  <a:lnTo>
                    <a:pt x="2610" y="648"/>
                  </a:lnTo>
                  <a:lnTo>
                    <a:pt x="2610" y="641"/>
                  </a:lnTo>
                  <a:lnTo>
                    <a:pt x="2613" y="633"/>
                  </a:lnTo>
                  <a:lnTo>
                    <a:pt x="2613" y="623"/>
                  </a:lnTo>
                  <a:lnTo>
                    <a:pt x="2613" y="615"/>
                  </a:lnTo>
                  <a:lnTo>
                    <a:pt x="2617" y="605"/>
                  </a:lnTo>
                  <a:lnTo>
                    <a:pt x="2617" y="597"/>
                  </a:lnTo>
                  <a:lnTo>
                    <a:pt x="2621" y="587"/>
                  </a:lnTo>
                  <a:lnTo>
                    <a:pt x="2621" y="576"/>
                  </a:lnTo>
                  <a:lnTo>
                    <a:pt x="2621" y="565"/>
                  </a:lnTo>
                  <a:lnTo>
                    <a:pt x="2624" y="551"/>
                  </a:lnTo>
                  <a:lnTo>
                    <a:pt x="2624" y="540"/>
                  </a:lnTo>
                  <a:lnTo>
                    <a:pt x="2624" y="529"/>
                  </a:lnTo>
                  <a:lnTo>
                    <a:pt x="2628" y="515"/>
                  </a:lnTo>
                  <a:lnTo>
                    <a:pt x="2628" y="500"/>
                  </a:lnTo>
                  <a:lnTo>
                    <a:pt x="2631" y="486"/>
                  </a:lnTo>
                  <a:lnTo>
                    <a:pt x="2631" y="471"/>
                  </a:lnTo>
                  <a:lnTo>
                    <a:pt x="2631" y="457"/>
                  </a:lnTo>
                  <a:lnTo>
                    <a:pt x="2635" y="439"/>
                  </a:lnTo>
                  <a:lnTo>
                    <a:pt x="2635" y="425"/>
                  </a:lnTo>
                  <a:lnTo>
                    <a:pt x="2639" y="407"/>
                  </a:lnTo>
                  <a:lnTo>
                    <a:pt x="2639" y="392"/>
                  </a:lnTo>
                  <a:lnTo>
                    <a:pt x="2639" y="374"/>
                  </a:lnTo>
                  <a:lnTo>
                    <a:pt x="2642" y="356"/>
                  </a:lnTo>
                  <a:lnTo>
                    <a:pt x="2642" y="338"/>
                  </a:lnTo>
                  <a:lnTo>
                    <a:pt x="2642" y="320"/>
                  </a:lnTo>
                  <a:lnTo>
                    <a:pt x="2646" y="299"/>
                  </a:lnTo>
                  <a:lnTo>
                    <a:pt x="2646" y="281"/>
                  </a:lnTo>
                  <a:lnTo>
                    <a:pt x="2649" y="259"/>
                  </a:lnTo>
                  <a:lnTo>
                    <a:pt x="2649" y="241"/>
                  </a:lnTo>
                  <a:lnTo>
                    <a:pt x="2649" y="219"/>
                  </a:lnTo>
                  <a:lnTo>
                    <a:pt x="2653" y="198"/>
                  </a:lnTo>
                  <a:lnTo>
                    <a:pt x="2653" y="176"/>
                  </a:lnTo>
                  <a:lnTo>
                    <a:pt x="2657" y="155"/>
                  </a:lnTo>
                  <a:lnTo>
                    <a:pt x="2657" y="133"/>
                  </a:lnTo>
                  <a:lnTo>
                    <a:pt x="2657" y="108"/>
                  </a:lnTo>
                  <a:lnTo>
                    <a:pt x="2660" y="86"/>
                  </a:lnTo>
                  <a:lnTo>
                    <a:pt x="2660" y="61"/>
                  </a:lnTo>
                  <a:lnTo>
                    <a:pt x="2664" y="39"/>
                  </a:lnTo>
                  <a:lnTo>
                    <a:pt x="2664" y="14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4" name="Freeform 122"/>
            <p:cNvSpPr>
              <a:spLocks/>
            </p:cNvSpPr>
            <p:nvPr/>
          </p:nvSpPr>
          <p:spPr bwMode="auto">
            <a:xfrm>
              <a:off x="3413" y="1048"/>
              <a:ext cx="122" cy="1778"/>
            </a:xfrm>
            <a:custGeom>
              <a:avLst/>
              <a:gdLst/>
              <a:ahLst/>
              <a:cxnLst>
                <a:cxn ang="0">
                  <a:pos x="0" y="1753"/>
                </a:cxn>
                <a:cxn ang="0">
                  <a:pos x="3" y="1706"/>
                </a:cxn>
                <a:cxn ang="0">
                  <a:pos x="7" y="1656"/>
                </a:cxn>
                <a:cxn ang="0">
                  <a:pos x="11" y="1602"/>
                </a:cxn>
                <a:cxn ang="0">
                  <a:pos x="11" y="1551"/>
                </a:cxn>
                <a:cxn ang="0">
                  <a:pos x="14" y="1497"/>
                </a:cxn>
                <a:cxn ang="0">
                  <a:pos x="18" y="1443"/>
                </a:cxn>
                <a:cxn ang="0">
                  <a:pos x="21" y="1389"/>
                </a:cxn>
                <a:cxn ang="0">
                  <a:pos x="21" y="1335"/>
                </a:cxn>
                <a:cxn ang="0">
                  <a:pos x="25" y="1281"/>
                </a:cxn>
                <a:cxn ang="0">
                  <a:pos x="29" y="1224"/>
                </a:cxn>
                <a:cxn ang="0">
                  <a:pos x="32" y="1170"/>
                </a:cxn>
                <a:cxn ang="0">
                  <a:pos x="36" y="1112"/>
                </a:cxn>
                <a:cxn ang="0">
                  <a:pos x="36" y="1058"/>
                </a:cxn>
                <a:cxn ang="0">
                  <a:pos x="39" y="1004"/>
                </a:cxn>
                <a:cxn ang="0">
                  <a:pos x="43" y="950"/>
                </a:cxn>
                <a:cxn ang="0">
                  <a:pos x="47" y="896"/>
                </a:cxn>
                <a:cxn ang="0">
                  <a:pos x="47" y="842"/>
                </a:cxn>
                <a:cxn ang="0">
                  <a:pos x="50" y="788"/>
                </a:cxn>
                <a:cxn ang="0">
                  <a:pos x="54" y="738"/>
                </a:cxn>
                <a:cxn ang="0">
                  <a:pos x="57" y="684"/>
                </a:cxn>
                <a:cxn ang="0">
                  <a:pos x="61" y="637"/>
                </a:cxn>
                <a:cxn ang="0">
                  <a:pos x="61" y="587"/>
                </a:cxn>
                <a:cxn ang="0">
                  <a:pos x="65" y="540"/>
                </a:cxn>
                <a:cxn ang="0">
                  <a:pos x="68" y="493"/>
                </a:cxn>
                <a:cxn ang="0">
                  <a:pos x="72" y="450"/>
                </a:cxn>
                <a:cxn ang="0">
                  <a:pos x="72" y="407"/>
                </a:cxn>
                <a:cxn ang="0">
                  <a:pos x="75" y="364"/>
                </a:cxn>
                <a:cxn ang="0">
                  <a:pos x="79" y="324"/>
                </a:cxn>
                <a:cxn ang="0">
                  <a:pos x="83" y="288"/>
                </a:cxn>
                <a:cxn ang="0">
                  <a:pos x="86" y="252"/>
                </a:cxn>
                <a:cxn ang="0">
                  <a:pos x="86" y="220"/>
                </a:cxn>
                <a:cxn ang="0">
                  <a:pos x="90" y="187"/>
                </a:cxn>
                <a:cxn ang="0">
                  <a:pos x="93" y="158"/>
                </a:cxn>
                <a:cxn ang="0">
                  <a:pos x="97" y="133"/>
                </a:cxn>
                <a:cxn ang="0">
                  <a:pos x="97" y="108"/>
                </a:cxn>
                <a:cxn ang="0">
                  <a:pos x="101" y="86"/>
                </a:cxn>
                <a:cxn ang="0">
                  <a:pos x="104" y="65"/>
                </a:cxn>
                <a:cxn ang="0">
                  <a:pos x="108" y="50"/>
                </a:cxn>
                <a:cxn ang="0">
                  <a:pos x="111" y="36"/>
                </a:cxn>
                <a:cxn ang="0">
                  <a:pos x="111" y="22"/>
                </a:cxn>
                <a:cxn ang="0">
                  <a:pos x="115" y="14"/>
                </a:cxn>
                <a:cxn ang="0">
                  <a:pos x="119" y="7"/>
                </a:cxn>
                <a:cxn ang="0">
                  <a:pos x="122" y="0"/>
                </a:cxn>
              </a:cxnLst>
              <a:rect l="0" t="0" r="r" b="b"/>
              <a:pathLst>
                <a:path w="122" h="1778">
                  <a:moveTo>
                    <a:pt x="0" y="1778"/>
                  </a:moveTo>
                  <a:lnTo>
                    <a:pt x="0" y="1753"/>
                  </a:lnTo>
                  <a:lnTo>
                    <a:pt x="3" y="1731"/>
                  </a:lnTo>
                  <a:lnTo>
                    <a:pt x="3" y="1706"/>
                  </a:lnTo>
                  <a:lnTo>
                    <a:pt x="3" y="1681"/>
                  </a:lnTo>
                  <a:lnTo>
                    <a:pt x="7" y="1656"/>
                  </a:lnTo>
                  <a:lnTo>
                    <a:pt x="7" y="1631"/>
                  </a:lnTo>
                  <a:lnTo>
                    <a:pt x="11" y="1602"/>
                  </a:lnTo>
                  <a:lnTo>
                    <a:pt x="11" y="1577"/>
                  </a:lnTo>
                  <a:lnTo>
                    <a:pt x="11" y="1551"/>
                  </a:lnTo>
                  <a:lnTo>
                    <a:pt x="14" y="1523"/>
                  </a:lnTo>
                  <a:lnTo>
                    <a:pt x="14" y="1497"/>
                  </a:lnTo>
                  <a:lnTo>
                    <a:pt x="18" y="1472"/>
                  </a:lnTo>
                  <a:lnTo>
                    <a:pt x="18" y="1443"/>
                  </a:lnTo>
                  <a:lnTo>
                    <a:pt x="18" y="1418"/>
                  </a:lnTo>
                  <a:lnTo>
                    <a:pt x="21" y="1389"/>
                  </a:lnTo>
                  <a:lnTo>
                    <a:pt x="21" y="1361"/>
                  </a:lnTo>
                  <a:lnTo>
                    <a:pt x="21" y="1335"/>
                  </a:lnTo>
                  <a:lnTo>
                    <a:pt x="25" y="1307"/>
                  </a:lnTo>
                  <a:lnTo>
                    <a:pt x="25" y="1281"/>
                  </a:lnTo>
                  <a:lnTo>
                    <a:pt x="29" y="1253"/>
                  </a:lnTo>
                  <a:lnTo>
                    <a:pt x="29" y="1224"/>
                  </a:lnTo>
                  <a:lnTo>
                    <a:pt x="29" y="1195"/>
                  </a:lnTo>
                  <a:lnTo>
                    <a:pt x="32" y="1170"/>
                  </a:lnTo>
                  <a:lnTo>
                    <a:pt x="32" y="1141"/>
                  </a:lnTo>
                  <a:lnTo>
                    <a:pt x="36" y="1112"/>
                  </a:lnTo>
                  <a:lnTo>
                    <a:pt x="36" y="1087"/>
                  </a:lnTo>
                  <a:lnTo>
                    <a:pt x="36" y="1058"/>
                  </a:lnTo>
                  <a:lnTo>
                    <a:pt x="39" y="1029"/>
                  </a:lnTo>
                  <a:lnTo>
                    <a:pt x="39" y="1004"/>
                  </a:lnTo>
                  <a:lnTo>
                    <a:pt x="43" y="975"/>
                  </a:lnTo>
                  <a:lnTo>
                    <a:pt x="43" y="950"/>
                  </a:lnTo>
                  <a:lnTo>
                    <a:pt x="43" y="921"/>
                  </a:lnTo>
                  <a:lnTo>
                    <a:pt x="47" y="896"/>
                  </a:lnTo>
                  <a:lnTo>
                    <a:pt x="47" y="867"/>
                  </a:lnTo>
                  <a:lnTo>
                    <a:pt x="47" y="842"/>
                  </a:lnTo>
                  <a:lnTo>
                    <a:pt x="50" y="813"/>
                  </a:lnTo>
                  <a:lnTo>
                    <a:pt x="50" y="788"/>
                  </a:lnTo>
                  <a:lnTo>
                    <a:pt x="54" y="763"/>
                  </a:lnTo>
                  <a:lnTo>
                    <a:pt x="54" y="738"/>
                  </a:lnTo>
                  <a:lnTo>
                    <a:pt x="54" y="709"/>
                  </a:lnTo>
                  <a:lnTo>
                    <a:pt x="57" y="684"/>
                  </a:lnTo>
                  <a:lnTo>
                    <a:pt x="57" y="659"/>
                  </a:lnTo>
                  <a:lnTo>
                    <a:pt x="61" y="637"/>
                  </a:lnTo>
                  <a:lnTo>
                    <a:pt x="61" y="612"/>
                  </a:lnTo>
                  <a:lnTo>
                    <a:pt x="61" y="587"/>
                  </a:lnTo>
                  <a:lnTo>
                    <a:pt x="65" y="562"/>
                  </a:lnTo>
                  <a:lnTo>
                    <a:pt x="65" y="540"/>
                  </a:lnTo>
                  <a:lnTo>
                    <a:pt x="68" y="515"/>
                  </a:lnTo>
                  <a:lnTo>
                    <a:pt x="68" y="493"/>
                  </a:lnTo>
                  <a:lnTo>
                    <a:pt x="68" y="472"/>
                  </a:lnTo>
                  <a:lnTo>
                    <a:pt x="72" y="450"/>
                  </a:lnTo>
                  <a:lnTo>
                    <a:pt x="72" y="428"/>
                  </a:lnTo>
                  <a:lnTo>
                    <a:pt x="72" y="407"/>
                  </a:lnTo>
                  <a:lnTo>
                    <a:pt x="75" y="385"/>
                  </a:lnTo>
                  <a:lnTo>
                    <a:pt x="75" y="364"/>
                  </a:lnTo>
                  <a:lnTo>
                    <a:pt x="79" y="346"/>
                  </a:lnTo>
                  <a:lnTo>
                    <a:pt x="79" y="324"/>
                  </a:lnTo>
                  <a:lnTo>
                    <a:pt x="79" y="306"/>
                  </a:lnTo>
                  <a:lnTo>
                    <a:pt x="83" y="288"/>
                  </a:lnTo>
                  <a:lnTo>
                    <a:pt x="83" y="270"/>
                  </a:lnTo>
                  <a:lnTo>
                    <a:pt x="86" y="252"/>
                  </a:lnTo>
                  <a:lnTo>
                    <a:pt x="86" y="234"/>
                  </a:lnTo>
                  <a:lnTo>
                    <a:pt x="86" y="220"/>
                  </a:lnTo>
                  <a:lnTo>
                    <a:pt x="90" y="202"/>
                  </a:lnTo>
                  <a:lnTo>
                    <a:pt x="90" y="187"/>
                  </a:lnTo>
                  <a:lnTo>
                    <a:pt x="90" y="173"/>
                  </a:lnTo>
                  <a:lnTo>
                    <a:pt x="93" y="158"/>
                  </a:lnTo>
                  <a:lnTo>
                    <a:pt x="93" y="144"/>
                  </a:lnTo>
                  <a:lnTo>
                    <a:pt x="97" y="133"/>
                  </a:lnTo>
                  <a:lnTo>
                    <a:pt x="97" y="119"/>
                  </a:lnTo>
                  <a:lnTo>
                    <a:pt x="97" y="108"/>
                  </a:lnTo>
                  <a:lnTo>
                    <a:pt x="101" y="97"/>
                  </a:lnTo>
                  <a:lnTo>
                    <a:pt x="101" y="86"/>
                  </a:lnTo>
                  <a:lnTo>
                    <a:pt x="104" y="76"/>
                  </a:lnTo>
                  <a:lnTo>
                    <a:pt x="104" y="65"/>
                  </a:lnTo>
                  <a:lnTo>
                    <a:pt x="104" y="58"/>
                  </a:lnTo>
                  <a:lnTo>
                    <a:pt x="108" y="50"/>
                  </a:lnTo>
                  <a:lnTo>
                    <a:pt x="108" y="40"/>
                  </a:lnTo>
                  <a:lnTo>
                    <a:pt x="111" y="36"/>
                  </a:lnTo>
                  <a:lnTo>
                    <a:pt x="111" y="29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4"/>
                  </a:lnTo>
                  <a:lnTo>
                    <a:pt x="115" y="11"/>
                  </a:lnTo>
                  <a:lnTo>
                    <a:pt x="119" y="7"/>
                  </a:lnTo>
                  <a:lnTo>
                    <a:pt x="122" y="4"/>
                  </a:lnTo>
                  <a:lnTo>
                    <a:pt x="122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5" name="Freeform 123"/>
            <p:cNvSpPr>
              <a:spLocks/>
            </p:cNvSpPr>
            <p:nvPr/>
          </p:nvSpPr>
          <p:spPr bwMode="auto">
            <a:xfrm>
              <a:off x="3539" y="1048"/>
              <a:ext cx="1670" cy="2462"/>
            </a:xfrm>
            <a:custGeom>
              <a:avLst/>
              <a:gdLst/>
              <a:ahLst/>
              <a:cxnLst>
                <a:cxn ang="0">
                  <a:pos x="18" y="65"/>
                </a:cxn>
                <a:cxn ang="0">
                  <a:pos x="36" y="234"/>
                </a:cxn>
                <a:cxn ang="0">
                  <a:pos x="54" y="493"/>
                </a:cxn>
                <a:cxn ang="0">
                  <a:pos x="72" y="813"/>
                </a:cxn>
                <a:cxn ang="0">
                  <a:pos x="90" y="1170"/>
                </a:cxn>
                <a:cxn ang="0">
                  <a:pos x="108" y="1523"/>
                </a:cxn>
                <a:cxn ang="0">
                  <a:pos x="126" y="1850"/>
                </a:cxn>
                <a:cxn ang="0">
                  <a:pos x="144" y="2120"/>
                </a:cxn>
                <a:cxn ang="0">
                  <a:pos x="162" y="2315"/>
                </a:cxn>
                <a:cxn ang="0">
                  <a:pos x="180" y="2430"/>
                </a:cxn>
                <a:cxn ang="0">
                  <a:pos x="209" y="2448"/>
                </a:cxn>
                <a:cxn ang="0">
                  <a:pos x="227" y="2372"/>
                </a:cxn>
                <a:cxn ang="0">
                  <a:pos x="245" y="2253"/>
                </a:cxn>
                <a:cxn ang="0">
                  <a:pos x="263" y="2117"/>
                </a:cxn>
                <a:cxn ang="0">
                  <a:pos x="281" y="1983"/>
                </a:cxn>
                <a:cxn ang="0">
                  <a:pos x="299" y="1872"/>
                </a:cxn>
                <a:cxn ang="0">
                  <a:pos x="317" y="1796"/>
                </a:cxn>
                <a:cxn ang="0">
                  <a:pos x="353" y="1775"/>
                </a:cxn>
                <a:cxn ang="0">
                  <a:pos x="374" y="1825"/>
                </a:cxn>
                <a:cxn ang="0">
                  <a:pos x="392" y="1901"/>
                </a:cxn>
                <a:cxn ang="0">
                  <a:pos x="410" y="1991"/>
                </a:cxn>
                <a:cxn ang="0">
                  <a:pos x="428" y="2077"/>
                </a:cxn>
                <a:cxn ang="0">
                  <a:pos x="446" y="2145"/>
                </a:cxn>
                <a:cxn ang="0">
                  <a:pos x="464" y="2196"/>
                </a:cxn>
                <a:cxn ang="0">
                  <a:pos x="504" y="2185"/>
                </a:cxn>
                <a:cxn ang="0">
                  <a:pos x="522" y="2138"/>
                </a:cxn>
                <a:cxn ang="0">
                  <a:pos x="540" y="2073"/>
                </a:cxn>
                <a:cxn ang="0">
                  <a:pos x="558" y="2009"/>
                </a:cxn>
                <a:cxn ang="0">
                  <a:pos x="576" y="1951"/>
                </a:cxn>
                <a:cxn ang="0">
                  <a:pos x="597" y="1901"/>
                </a:cxn>
                <a:cxn ang="0">
                  <a:pos x="644" y="1897"/>
                </a:cxn>
                <a:cxn ang="0">
                  <a:pos x="666" y="1944"/>
                </a:cxn>
                <a:cxn ang="0">
                  <a:pos x="684" y="1994"/>
                </a:cxn>
                <a:cxn ang="0">
                  <a:pos x="702" y="2048"/>
                </a:cxn>
                <a:cxn ang="0">
                  <a:pos x="723" y="2095"/>
                </a:cxn>
                <a:cxn ang="0">
                  <a:pos x="756" y="2142"/>
                </a:cxn>
                <a:cxn ang="0">
                  <a:pos x="795" y="2109"/>
                </a:cxn>
                <a:cxn ang="0">
                  <a:pos x="817" y="2063"/>
                </a:cxn>
                <a:cxn ang="0">
                  <a:pos x="835" y="2016"/>
                </a:cxn>
                <a:cxn ang="0">
                  <a:pos x="860" y="1969"/>
                </a:cxn>
                <a:cxn ang="0">
                  <a:pos x="896" y="1926"/>
                </a:cxn>
                <a:cxn ang="0">
                  <a:pos x="939" y="1958"/>
                </a:cxn>
                <a:cxn ang="0">
                  <a:pos x="965" y="2005"/>
                </a:cxn>
                <a:cxn ang="0">
                  <a:pos x="986" y="2052"/>
                </a:cxn>
                <a:cxn ang="0">
                  <a:pos x="1019" y="2099"/>
                </a:cxn>
                <a:cxn ang="0">
                  <a:pos x="1065" y="2095"/>
                </a:cxn>
                <a:cxn ang="0">
                  <a:pos x="1101" y="2048"/>
                </a:cxn>
                <a:cxn ang="0">
                  <a:pos x="1127" y="2001"/>
                </a:cxn>
                <a:cxn ang="0">
                  <a:pos x="1163" y="1955"/>
                </a:cxn>
                <a:cxn ang="0">
                  <a:pos x="1209" y="1965"/>
                </a:cxn>
                <a:cxn ang="0">
                  <a:pos x="1245" y="2012"/>
                </a:cxn>
                <a:cxn ang="0">
                  <a:pos x="1274" y="2059"/>
                </a:cxn>
                <a:cxn ang="0">
                  <a:pos x="1321" y="2091"/>
                </a:cxn>
                <a:cxn ang="0">
                  <a:pos x="1368" y="2059"/>
                </a:cxn>
                <a:cxn ang="0">
                  <a:pos x="1400" y="2012"/>
                </a:cxn>
                <a:cxn ang="0">
                  <a:pos x="1440" y="1969"/>
                </a:cxn>
                <a:cxn ang="0">
                  <a:pos x="1487" y="1973"/>
                </a:cxn>
                <a:cxn ang="0">
                  <a:pos x="1530" y="2019"/>
                </a:cxn>
                <a:cxn ang="0">
                  <a:pos x="1569" y="2066"/>
                </a:cxn>
                <a:cxn ang="0">
                  <a:pos x="1616" y="2077"/>
                </a:cxn>
                <a:cxn ang="0">
                  <a:pos x="1663" y="2034"/>
                </a:cxn>
              </a:cxnLst>
              <a:rect l="0" t="0" r="r" b="b"/>
              <a:pathLst>
                <a:path w="1670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5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3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51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9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9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1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9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3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9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19" y="2012"/>
                  </a:lnTo>
                  <a:lnTo>
                    <a:pt x="1119" y="2009"/>
                  </a:lnTo>
                  <a:lnTo>
                    <a:pt x="1123" y="2005"/>
                  </a:lnTo>
                  <a:lnTo>
                    <a:pt x="1127" y="2001"/>
                  </a:lnTo>
                  <a:lnTo>
                    <a:pt x="1127" y="1998"/>
                  </a:lnTo>
                  <a:lnTo>
                    <a:pt x="1130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7" y="1983"/>
                  </a:lnTo>
                  <a:lnTo>
                    <a:pt x="1137" y="1980"/>
                  </a:lnTo>
                  <a:lnTo>
                    <a:pt x="1141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3" y="1947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51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62"/>
                  </a:lnTo>
                  <a:lnTo>
                    <a:pt x="1209" y="1965"/>
                  </a:lnTo>
                  <a:lnTo>
                    <a:pt x="1213" y="1969"/>
                  </a:lnTo>
                  <a:lnTo>
                    <a:pt x="1217" y="1973"/>
                  </a:lnTo>
                  <a:lnTo>
                    <a:pt x="1220" y="1976"/>
                  </a:lnTo>
                  <a:lnTo>
                    <a:pt x="1224" y="1980"/>
                  </a:lnTo>
                  <a:lnTo>
                    <a:pt x="1227" y="1983"/>
                  </a:lnTo>
                  <a:lnTo>
                    <a:pt x="1227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5" y="2012"/>
                  </a:lnTo>
                  <a:lnTo>
                    <a:pt x="1249" y="2016"/>
                  </a:lnTo>
                  <a:lnTo>
                    <a:pt x="1249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0" y="2037"/>
                  </a:lnTo>
                  <a:lnTo>
                    <a:pt x="1263" y="2041"/>
                  </a:lnTo>
                  <a:lnTo>
                    <a:pt x="1267" y="2045"/>
                  </a:lnTo>
                  <a:lnTo>
                    <a:pt x="1267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4" y="2059"/>
                  </a:lnTo>
                  <a:lnTo>
                    <a:pt x="1278" y="2063"/>
                  </a:lnTo>
                  <a:lnTo>
                    <a:pt x="1281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5" y="2088"/>
                  </a:lnTo>
                  <a:lnTo>
                    <a:pt x="1339" y="2084"/>
                  </a:lnTo>
                  <a:lnTo>
                    <a:pt x="1343" y="2081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3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68" y="2055"/>
                  </a:lnTo>
                  <a:lnTo>
                    <a:pt x="1371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79" y="2041"/>
                  </a:lnTo>
                  <a:lnTo>
                    <a:pt x="1382" y="2037"/>
                  </a:lnTo>
                  <a:lnTo>
                    <a:pt x="1386" y="2034"/>
                  </a:lnTo>
                  <a:lnTo>
                    <a:pt x="1386" y="2030"/>
                  </a:lnTo>
                  <a:lnTo>
                    <a:pt x="1389" y="2027"/>
                  </a:lnTo>
                  <a:lnTo>
                    <a:pt x="1393" y="2023"/>
                  </a:lnTo>
                  <a:lnTo>
                    <a:pt x="1397" y="2019"/>
                  </a:lnTo>
                  <a:lnTo>
                    <a:pt x="1397" y="2016"/>
                  </a:lnTo>
                  <a:lnTo>
                    <a:pt x="1400" y="2012"/>
                  </a:lnTo>
                  <a:lnTo>
                    <a:pt x="1404" y="2009"/>
                  </a:lnTo>
                  <a:lnTo>
                    <a:pt x="1404" y="2005"/>
                  </a:lnTo>
                  <a:lnTo>
                    <a:pt x="1407" y="2001"/>
                  </a:lnTo>
                  <a:lnTo>
                    <a:pt x="1411" y="1998"/>
                  </a:lnTo>
                  <a:lnTo>
                    <a:pt x="1415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2" y="1983"/>
                  </a:lnTo>
                  <a:lnTo>
                    <a:pt x="1425" y="1980"/>
                  </a:lnTo>
                  <a:lnTo>
                    <a:pt x="1429" y="1976"/>
                  </a:lnTo>
                  <a:lnTo>
                    <a:pt x="1433" y="1973"/>
                  </a:lnTo>
                  <a:lnTo>
                    <a:pt x="1436" y="1969"/>
                  </a:lnTo>
                  <a:lnTo>
                    <a:pt x="1440" y="1969"/>
                  </a:lnTo>
                  <a:lnTo>
                    <a:pt x="1443" y="1965"/>
                  </a:lnTo>
                  <a:lnTo>
                    <a:pt x="1447" y="1965"/>
                  </a:lnTo>
                  <a:lnTo>
                    <a:pt x="1451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9" y="1965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73"/>
                  </a:lnTo>
                  <a:lnTo>
                    <a:pt x="1487" y="1973"/>
                  </a:lnTo>
                  <a:lnTo>
                    <a:pt x="1490" y="1976"/>
                  </a:lnTo>
                  <a:lnTo>
                    <a:pt x="1494" y="1980"/>
                  </a:lnTo>
                  <a:lnTo>
                    <a:pt x="1497" y="1983"/>
                  </a:lnTo>
                  <a:lnTo>
                    <a:pt x="1501" y="1987"/>
                  </a:lnTo>
                  <a:lnTo>
                    <a:pt x="1505" y="1991"/>
                  </a:lnTo>
                  <a:lnTo>
                    <a:pt x="1508" y="1994"/>
                  </a:lnTo>
                  <a:lnTo>
                    <a:pt x="1512" y="1998"/>
                  </a:lnTo>
                  <a:lnTo>
                    <a:pt x="1515" y="2001"/>
                  </a:lnTo>
                  <a:lnTo>
                    <a:pt x="1515" y="2005"/>
                  </a:lnTo>
                  <a:lnTo>
                    <a:pt x="1519" y="2009"/>
                  </a:lnTo>
                  <a:lnTo>
                    <a:pt x="1523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0" y="2023"/>
                  </a:lnTo>
                  <a:lnTo>
                    <a:pt x="1533" y="2027"/>
                  </a:lnTo>
                  <a:lnTo>
                    <a:pt x="1537" y="2030"/>
                  </a:lnTo>
                  <a:lnTo>
                    <a:pt x="1541" y="2034"/>
                  </a:lnTo>
                  <a:lnTo>
                    <a:pt x="1541" y="2037"/>
                  </a:lnTo>
                  <a:lnTo>
                    <a:pt x="1544" y="2041"/>
                  </a:lnTo>
                  <a:lnTo>
                    <a:pt x="1548" y="2045"/>
                  </a:lnTo>
                  <a:lnTo>
                    <a:pt x="1551" y="2048"/>
                  </a:lnTo>
                  <a:lnTo>
                    <a:pt x="1555" y="2052"/>
                  </a:lnTo>
                  <a:lnTo>
                    <a:pt x="1559" y="2055"/>
                  </a:lnTo>
                  <a:lnTo>
                    <a:pt x="1562" y="2059"/>
                  </a:lnTo>
                  <a:lnTo>
                    <a:pt x="1566" y="2063"/>
                  </a:lnTo>
                  <a:lnTo>
                    <a:pt x="1569" y="2066"/>
                  </a:lnTo>
                  <a:lnTo>
                    <a:pt x="1573" y="2070"/>
                  </a:lnTo>
                  <a:lnTo>
                    <a:pt x="1577" y="2073"/>
                  </a:lnTo>
                  <a:lnTo>
                    <a:pt x="1580" y="2073"/>
                  </a:lnTo>
                  <a:lnTo>
                    <a:pt x="1584" y="2077"/>
                  </a:lnTo>
                  <a:lnTo>
                    <a:pt x="1587" y="2077"/>
                  </a:lnTo>
                  <a:lnTo>
                    <a:pt x="1591" y="2081"/>
                  </a:lnTo>
                  <a:lnTo>
                    <a:pt x="1595" y="2081"/>
                  </a:lnTo>
                  <a:lnTo>
                    <a:pt x="1598" y="2081"/>
                  </a:lnTo>
                  <a:lnTo>
                    <a:pt x="1602" y="2081"/>
                  </a:lnTo>
                  <a:lnTo>
                    <a:pt x="1605" y="2081"/>
                  </a:lnTo>
                  <a:lnTo>
                    <a:pt x="1609" y="2077"/>
                  </a:lnTo>
                  <a:lnTo>
                    <a:pt x="1613" y="2077"/>
                  </a:lnTo>
                  <a:lnTo>
                    <a:pt x="1616" y="2077"/>
                  </a:lnTo>
                  <a:lnTo>
                    <a:pt x="1620" y="2073"/>
                  </a:lnTo>
                  <a:lnTo>
                    <a:pt x="1623" y="2070"/>
                  </a:lnTo>
                  <a:lnTo>
                    <a:pt x="1627" y="2070"/>
                  </a:lnTo>
                  <a:lnTo>
                    <a:pt x="1631" y="2066"/>
                  </a:lnTo>
                  <a:lnTo>
                    <a:pt x="1634" y="2063"/>
                  </a:lnTo>
                  <a:lnTo>
                    <a:pt x="1638" y="2059"/>
                  </a:lnTo>
                  <a:lnTo>
                    <a:pt x="1641" y="2055"/>
                  </a:lnTo>
                  <a:lnTo>
                    <a:pt x="1645" y="2052"/>
                  </a:lnTo>
                  <a:lnTo>
                    <a:pt x="1649" y="2048"/>
                  </a:lnTo>
                  <a:lnTo>
                    <a:pt x="1652" y="2045"/>
                  </a:lnTo>
                  <a:lnTo>
                    <a:pt x="1656" y="2041"/>
                  </a:lnTo>
                  <a:lnTo>
                    <a:pt x="1659" y="2037"/>
                  </a:lnTo>
                  <a:lnTo>
                    <a:pt x="1663" y="2034"/>
                  </a:lnTo>
                  <a:lnTo>
                    <a:pt x="1667" y="2030"/>
                  </a:lnTo>
                  <a:lnTo>
                    <a:pt x="1670" y="2027"/>
                  </a:lnTo>
                  <a:lnTo>
                    <a:pt x="1670" y="2023"/>
                  </a:lnTo>
                  <a:lnTo>
                    <a:pt x="1670" y="2023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6" name="Freeform 124"/>
            <p:cNvSpPr>
              <a:spLocks/>
            </p:cNvSpPr>
            <p:nvPr/>
          </p:nvSpPr>
          <p:spPr bwMode="auto">
            <a:xfrm>
              <a:off x="749" y="2812"/>
              <a:ext cx="2750" cy="698"/>
            </a:xfrm>
            <a:custGeom>
              <a:avLst/>
              <a:gdLst/>
              <a:ahLst/>
              <a:cxnLst>
                <a:cxn ang="0">
                  <a:pos x="57" y="230"/>
                </a:cxn>
                <a:cxn ang="0">
                  <a:pos x="119" y="245"/>
                </a:cxn>
                <a:cxn ang="0">
                  <a:pos x="180" y="288"/>
                </a:cxn>
                <a:cxn ang="0">
                  <a:pos x="241" y="284"/>
                </a:cxn>
                <a:cxn ang="0">
                  <a:pos x="302" y="241"/>
                </a:cxn>
                <a:cxn ang="0">
                  <a:pos x="363" y="227"/>
                </a:cxn>
                <a:cxn ang="0">
                  <a:pos x="425" y="266"/>
                </a:cxn>
                <a:cxn ang="0">
                  <a:pos x="486" y="295"/>
                </a:cxn>
                <a:cxn ang="0">
                  <a:pos x="547" y="270"/>
                </a:cxn>
                <a:cxn ang="0">
                  <a:pos x="608" y="223"/>
                </a:cxn>
                <a:cxn ang="0">
                  <a:pos x="669" y="237"/>
                </a:cxn>
                <a:cxn ang="0">
                  <a:pos x="731" y="288"/>
                </a:cxn>
                <a:cxn ang="0">
                  <a:pos x="792" y="295"/>
                </a:cxn>
                <a:cxn ang="0">
                  <a:pos x="853" y="245"/>
                </a:cxn>
                <a:cxn ang="0">
                  <a:pos x="914" y="216"/>
                </a:cxn>
                <a:cxn ang="0">
                  <a:pos x="975" y="259"/>
                </a:cxn>
                <a:cxn ang="0">
                  <a:pos x="1037" y="306"/>
                </a:cxn>
                <a:cxn ang="0">
                  <a:pos x="1098" y="277"/>
                </a:cxn>
                <a:cxn ang="0">
                  <a:pos x="1159" y="216"/>
                </a:cxn>
                <a:cxn ang="0">
                  <a:pos x="1220" y="223"/>
                </a:cxn>
                <a:cxn ang="0">
                  <a:pos x="1274" y="284"/>
                </a:cxn>
                <a:cxn ang="0">
                  <a:pos x="1335" y="313"/>
                </a:cxn>
                <a:cxn ang="0">
                  <a:pos x="1393" y="263"/>
                </a:cxn>
                <a:cxn ang="0">
                  <a:pos x="1443" y="205"/>
                </a:cxn>
                <a:cxn ang="0">
                  <a:pos x="1505" y="223"/>
                </a:cxn>
                <a:cxn ang="0">
                  <a:pos x="1551" y="284"/>
                </a:cxn>
                <a:cxn ang="0">
                  <a:pos x="1609" y="327"/>
                </a:cxn>
                <a:cxn ang="0">
                  <a:pos x="1663" y="277"/>
                </a:cxn>
                <a:cxn ang="0">
                  <a:pos x="1703" y="216"/>
                </a:cxn>
                <a:cxn ang="0">
                  <a:pos x="1760" y="191"/>
                </a:cxn>
                <a:cxn ang="0">
                  <a:pos x="1807" y="248"/>
                </a:cxn>
                <a:cxn ang="0">
                  <a:pos x="1839" y="309"/>
                </a:cxn>
                <a:cxn ang="0">
                  <a:pos x="1897" y="342"/>
                </a:cxn>
                <a:cxn ang="0">
                  <a:pos x="1940" y="281"/>
                </a:cxn>
                <a:cxn ang="0">
                  <a:pos x="1969" y="219"/>
                </a:cxn>
                <a:cxn ang="0">
                  <a:pos x="2016" y="162"/>
                </a:cxn>
                <a:cxn ang="0">
                  <a:pos x="2066" y="205"/>
                </a:cxn>
                <a:cxn ang="0">
                  <a:pos x="2095" y="266"/>
                </a:cxn>
                <a:cxn ang="0">
                  <a:pos x="2120" y="327"/>
                </a:cxn>
                <a:cxn ang="0">
                  <a:pos x="2167" y="378"/>
                </a:cxn>
                <a:cxn ang="0">
                  <a:pos x="2207" y="320"/>
                </a:cxn>
                <a:cxn ang="0">
                  <a:pos x="2232" y="255"/>
                </a:cxn>
                <a:cxn ang="0">
                  <a:pos x="2253" y="187"/>
                </a:cxn>
                <a:cxn ang="0">
                  <a:pos x="2286" y="126"/>
                </a:cxn>
                <a:cxn ang="0">
                  <a:pos x="2336" y="155"/>
                </a:cxn>
                <a:cxn ang="0">
                  <a:pos x="2361" y="227"/>
                </a:cxn>
                <a:cxn ang="0">
                  <a:pos x="2383" y="309"/>
                </a:cxn>
                <a:cxn ang="0">
                  <a:pos x="2408" y="389"/>
                </a:cxn>
                <a:cxn ang="0">
                  <a:pos x="2444" y="446"/>
                </a:cxn>
                <a:cxn ang="0">
                  <a:pos x="2480" y="381"/>
                </a:cxn>
                <a:cxn ang="0">
                  <a:pos x="2502" y="288"/>
                </a:cxn>
                <a:cxn ang="0">
                  <a:pos x="2527" y="173"/>
                </a:cxn>
                <a:cxn ang="0">
                  <a:pos x="2552" y="68"/>
                </a:cxn>
                <a:cxn ang="0">
                  <a:pos x="2581" y="0"/>
                </a:cxn>
                <a:cxn ang="0">
                  <a:pos x="2613" y="65"/>
                </a:cxn>
                <a:cxn ang="0">
                  <a:pos x="2639" y="191"/>
                </a:cxn>
                <a:cxn ang="0">
                  <a:pos x="2664" y="363"/>
                </a:cxn>
                <a:cxn ang="0">
                  <a:pos x="2685" y="540"/>
                </a:cxn>
                <a:cxn ang="0">
                  <a:pos x="2711" y="666"/>
                </a:cxn>
                <a:cxn ang="0">
                  <a:pos x="2743" y="666"/>
                </a:cxn>
              </a:cxnLst>
              <a:rect l="0" t="0" r="r" b="b"/>
              <a:pathLst>
                <a:path w="2750" h="698">
                  <a:moveTo>
                    <a:pt x="0" y="259"/>
                  </a:moveTo>
                  <a:lnTo>
                    <a:pt x="3" y="255"/>
                  </a:lnTo>
                  <a:lnTo>
                    <a:pt x="7" y="255"/>
                  </a:lnTo>
                  <a:lnTo>
                    <a:pt x="11" y="252"/>
                  </a:lnTo>
                  <a:lnTo>
                    <a:pt x="14" y="248"/>
                  </a:lnTo>
                  <a:lnTo>
                    <a:pt x="18" y="248"/>
                  </a:lnTo>
                  <a:lnTo>
                    <a:pt x="21" y="245"/>
                  </a:lnTo>
                  <a:lnTo>
                    <a:pt x="25" y="241"/>
                  </a:lnTo>
                  <a:lnTo>
                    <a:pt x="29" y="241"/>
                  </a:lnTo>
                  <a:lnTo>
                    <a:pt x="32" y="237"/>
                  </a:lnTo>
                  <a:lnTo>
                    <a:pt x="36" y="237"/>
                  </a:lnTo>
                  <a:lnTo>
                    <a:pt x="39" y="234"/>
                  </a:lnTo>
                  <a:lnTo>
                    <a:pt x="43" y="234"/>
                  </a:lnTo>
                  <a:lnTo>
                    <a:pt x="47" y="234"/>
                  </a:lnTo>
                  <a:lnTo>
                    <a:pt x="50" y="230"/>
                  </a:lnTo>
                  <a:lnTo>
                    <a:pt x="54" y="230"/>
                  </a:lnTo>
                  <a:lnTo>
                    <a:pt x="57" y="230"/>
                  </a:lnTo>
                  <a:lnTo>
                    <a:pt x="61" y="230"/>
                  </a:lnTo>
                  <a:lnTo>
                    <a:pt x="65" y="230"/>
                  </a:lnTo>
                  <a:lnTo>
                    <a:pt x="68" y="230"/>
                  </a:lnTo>
                  <a:lnTo>
                    <a:pt x="72" y="230"/>
                  </a:lnTo>
                  <a:lnTo>
                    <a:pt x="75" y="230"/>
                  </a:lnTo>
                  <a:lnTo>
                    <a:pt x="79" y="230"/>
                  </a:lnTo>
                  <a:lnTo>
                    <a:pt x="83" y="230"/>
                  </a:lnTo>
                  <a:lnTo>
                    <a:pt x="86" y="230"/>
                  </a:lnTo>
                  <a:lnTo>
                    <a:pt x="90" y="230"/>
                  </a:lnTo>
                  <a:lnTo>
                    <a:pt x="93" y="234"/>
                  </a:lnTo>
                  <a:lnTo>
                    <a:pt x="97" y="234"/>
                  </a:lnTo>
                  <a:lnTo>
                    <a:pt x="101" y="237"/>
                  </a:lnTo>
                  <a:lnTo>
                    <a:pt x="104" y="237"/>
                  </a:lnTo>
                  <a:lnTo>
                    <a:pt x="108" y="241"/>
                  </a:lnTo>
                  <a:lnTo>
                    <a:pt x="111" y="241"/>
                  </a:lnTo>
                  <a:lnTo>
                    <a:pt x="115" y="245"/>
                  </a:lnTo>
                  <a:lnTo>
                    <a:pt x="119" y="245"/>
                  </a:lnTo>
                  <a:lnTo>
                    <a:pt x="122" y="248"/>
                  </a:lnTo>
                  <a:lnTo>
                    <a:pt x="126" y="252"/>
                  </a:lnTo>
                  <a:lnTo>
                    <a:pt x="129" y="255"/>
                  </a:lnTo>
                  <a:lnTo>
                    <a:pt x="133" y="255"/>
                  </a:lnTo>
                  <a:lnTo>
                    <a:pt x="137" y="259"/>
                  </a:lnTo>
                  <a:lnTo>
                    <a:pt x="140" y="263"/>
                  </a:lnTo>
                  <a:lnTo>
                    <a:pt x="144" y="263"/>
                  </a:lnTo>
                  <a:lnTo>
                    <a:pt x="147" y="266"/>
                  </a:lnTo>
                  <a:lnTo>
                    <a:pt x="151" y="270"/>
                  </a:lnTo>
                  <a:lnTo>
                    <a:pt x="155" y="273"/>
                  </a:lnTo>
                  <a:lnTo>
                    <a:pt x="158" y="273"/>
                  </a:lnTo>
                  <a:lnTo>
                    <a:pt x="162" y="277"/>
                  </a:lnTo>
                  <a:lnTo>
                    <a:pt x="165" y="281"/>
                  </a:lnTo>
                  <a:lnTo>
                    <a:pt x="169" y="281"/>
                  </a:lnTo>
                  <a:lnTo>
                    <a:pt x="173" y="284"/>
                  </a:lnTo>
                  <a:lnTo>
                    <a:pt x="176" y="284"/>
                  </a:lnTo>
                  <a:lnTo>
                    <a:pt x="180" y="288"/>
                  </a:lnTo>
                  <a:lnTo>
                    <a:pt x="183" y="288"/>
                  </a:lnTo>
                  <a:lnTo>
                    <a:pt x="187" y="288"/>
                  </a:lnTo>
                  <a:lnTo>
                    <a:pt x="191" y="291"/>
                  </a:lnTo>
                  <a:lnTo>
                    <a:pt x="194" y="291"/>
                  </a:lnTo>
                  <a:lnTo>
                    <a:pt x="198" y="291"/>
                  </a:lnTo>
                  <a:lnTo>
                    <a:pt x="201" y="291"/>
                  </a:lnTo>
                  <a:lnTo>
                    <a:pt x="205" y="291"/>
                  </a:lnTo>
                  <a:lnTo>
                    <a:pt x="209" y="291"/>
                  </a:lnTo>
                  <a:lnTo>
                    <a:pt x="212" y="291"/>
                  </a:lnTo>
                  <a:lnTo>
                    <a:pt x="216" y="291"/>
                  </a:lnTo>
                  <a:lnTo>
                    <a:pt x="219" y="291"/>
                  </a:lnTo>
                  <a:lnTo>
                    <a:pt x="223" y="291"/>
                  </a:lnTo>
                  <a:lnTo>
                    <a:pt x="227" y="291"/>
                  </a:lnTo>
                  <a:lnTo>
                    <a:pt x="230" y="288"/>
                  </a:lnTo>
                  <a:lnTo>
                    <a:pt x="234" y="288"/>
                  </a:lnTo>
                  <a:lnTo>
                    <a:pt x="237" y="288"/>
                  </a:lnTo>
                  <a:lnTo>
                    <a:pt x="241" y="284"/>
                  </a:lnTo>
                  <a:lnTo>
                    <a:pt x="245" y="284"/>
                  </a:lnTo>
                  <a:lnTo>
                    <a:pt x="248" y="281"/>
                  </a:lnTo>
                  <a:lnTo>
                    <a:pt x="252" y="277"/>
                  </a:lnTo>
                  <a:lnTo>
                    <a:pt x="255" y="277"/>
                  </a:lnTo>
                  <a:lnTo>
                    <a:pt x="259" y="273"/>
                  </a:lnTo>
                  <a:lnTo>
                    <a:pt x="263" y="270"/>
                  </a:lnTo>
                  <a:lnTo>
                    <a:pt x="266" y="270"/>
                  </a:lnTo>
                  <a:lnTo>
                    <a:pt x="270" y="266"/>
                  </a:lnTo>
                  <a:lnTo>
                    <a:pt x="273" y="263"/>
                  </a:lnTo>
                  <a:lnTo>
                    <a:pt x="277" y="259"/>
                  </a:lnTo>
                  <a:lnTo>
                    <a:pt x="281" y="259"/>
                  </a:lnTo>
                  <a:lnTo>
                    <a:pt x="284" y="255"/>
                  </a:lnTo>
                  <a:lnTo>
                    <a:pt x="288" y="252"/>
                  </a:lnTo>
                  <a:lnTo>
                    <a:pt x="291" y="248"/>
                  </a:lnTo>
                  <a:lnTo>
                    <a:pt x="295" y="245"/>
                  </a:lnTo>
                  <a:lnTo>
                    <a:pt x="299" y="245"/>
                  </a:lnTo>
                  <a:lnTo>
                    <a:pt x="302" y="241"/>
                  </a:lnTo>
                  <a:lnTo>
                    <a:pt x="306" y="241"/>
                  </a:lnTo>
                  <a:lnTo>
                    <a:pt x="309" y="237"/>
                  </a:lnTo>
                  <a:lnTo>
                    <a:pt x="313" y="237"/>
                  </a:lnTo>
                  <a:lnTo>
                    <a:pt x="317" y="234"/>
                  </a:lnTo>
                  <a:lnTo>
                    <a:pt x="320" y="230"/>
                  </a:lnTo>
                  <a:lnTo>
                    <a:pt x="324" y="230"/>
                  </a:lnTo>
                  <a:lnTo>
                    <a:pt x="327" y="230"/>
                  </a:lnTo>
                  <a:lnTo>
                    <a:pt x="331" y="227"/>
                  </a:lnTo>
                  <a:lnTo>
                    <a:pt x="335" y="227"/>
                  </a:lnTo>
                  <a:lnTo>
                    <a:pt x="338" y="227"/>
                  </a:lnTo>
                  <a:lnTo>
                    <a:pt x="342" y="227"/>
                  </a:lnTo>
                  <a:lnTo>
                    <a:pt x="345" y="227"/>
                  </a:lnTo>
                  <a:lnTo>
                    <a:pt x="349" y="227"/>
                  </a:lnTo>
                  <a:lnTo>
                    <a:pt x="353" y="227"/>
                  </a:lnTo>
                  <a:lnTo>
                    <a:pt x="356" y="227"/>
                  </a:lnTo>
                  <a:lnTo>
                    <a:pt x="360" y="227"/>
                  </a:lnTo>
                  <a:lnTo>
                    <a:pt x="363" y="227"/>
                  </a:lnTo>
                  <a:lnTo>
                    <a:pt x="367" y="227"/>
                  </a:lnTo>
                  <a:lnTo>
                    <a:pt x="371" y="230"/>
                  </a:lnTo>
                  <a:lnTo>
                    <a:pt x="374" y="230"/>
                  </a:lnTo>
                  <a:lnTo>
                    <a:pt x="378" y="234"/>
                  </a:lnTo>
                  <a:lnTo>
                    <a:pt x="381" y="234"/>
                  </a:lnTo>
                  <a:lnTo>
                    <a:pt x="385" y="237"/>
                  </a:lnTo>
                  <a:lnTo>
                    <a:pt x="389" y="237"/>
                  </a:lnTo>
                  <a:lnTo>
                    <a:pt x="392" y="241"/>
                  </a:lnTo>
                  <a:lnTo>
                    <a:pt x="396" y="245"/>
                  </a:lnTo>
                  <a:lnTo>
                    <a:pt x="399" y="245"/>
                  </a:lnTo>
                  <a:lnTo>
                    <a:pt x="403" y="248"/>
                  </a:lnTo>
                  <a:lnTo>
                    <a:pt x="407" y="252"/>
                  </a:lnTo>
                  <a:lnTo>
                    <a:pt x="410" y="255"/>
                  </a:lnTo>
                  <a:lnTo>
                    <a:pt x="414" y="259"/>
                  </a:lnTo>
                  <a:lnTo>
                    <a:pt x="417" y="259"/>
                  </a:lnTo>
                  <a:lnTo>
                    <a:pt x="421" y="263"/>
                  </a:lnTo>
                  <a:lnTo>
                    <a:pt x="425" y="266"/>
                  </a:lnTo>
                  <a:lnTo>
                    <a:pt x="428" y="270"/>
                  </a:lnTo>
                  <a:lnTo>
                    <a:pt x="432" y="273"/>
                  </a:lnTo>
                  <a:lnTo>
                    <a:pt x="435" y="273"/>
                  </a:lnTo>
                  <a:lnTo>
                    <a:pt x="439" y="277"/>
                  </a:lnTo>
                  <a:lnTo>
                    <a:pt x="443" y="281"/>
                  </a:lnTo>
                  <a:lnTo>
                    <a:pt x="446" y="281"/>
                  </a:lnTo>
                  <a:lnTo>
                    <a:pt x="450" y="284"/>
                  </a:lnTo>
                  <a:lnTo>
                    <a:pt x="453" y="288"/>
                  </a:lnTo>
                  <a:lnTo>
                    <a:pt x="457" y="288"/>
                  </a:lnTo>
                  <a:lnTo>
                    <a:pt x="461" y="291"/>
                  </a:lnTo>
                  <a:lnTo>
                    <a:pt x="464" y="291"/>
                  </a:lnTo>
                  <a:lnTo>
                    <a:pt x="468" y="295"/>
                  </a:lnTo>
                  <a:lnTo>
                    <a:pt x="471" y="295"/>
                  </a:lnTo>
                  <a:lnTo>
                    <a:pt x="475" y="295"/>
                  </a:lnTo>
                  <a:lnTo>
                    <a:pt x="479" y="295"/>
                  </a:lnTo>
                  <a:lnTo>
                    <a:pt x="482" y="295"/>
                  </a:lnTo>
                  <a:lnTo>
                    <a:pt x="486" y="295"/>
                  </a:lnTo>
                  <a:lnTo>
                    <a:pt x="489" y="295"/>
                  </a:lnTo>
                  <a:lnTo>
                    <a:pt x="493" y="295"/>
                  </a:lnTo>
                  <a:lnTo>
                    <a:pt x="497" y="295"/>
                  </a:lnTo>
                  <a:lnTo>
                    <a:pt x="500" y="295"/>
                  </a:lnTo>
                  <a:lnTo>
                    <a:pt x="504" y="295"/>
                  </a:lnTo>
                  <a:lnTo>
                    <a:pt x="507" y="291"/>
                  </a:lnTo>
                  <a:lnTo>
                    <a:pt x="511" y="291"/>
                  </a:lnTo>
                  <a:lnTo>
                    <a:pt x="515" y="291"/>
                  </a:lnTo>
                  <a:lnTo>
                    <a:pt x="518" y="288"/>
                  </a:lnTo>
                  <a:lnTo>
                    <a:pt x="522" y="288"/>
                  </a:lnTo>
                  <a:lnTo>
                    <a:pt x="525" y="284"/>
                  </a:lnTo>
                  <a:lnTo>
                    <a:pt x="529" y="281"/>
                  </a:lnTo>
                  <a:lnTo>
                    <a:pt x="533" y="281"/>
                  </a:lnTo>
                  <a:lnTo>
                    <a:pt x="536" y="277"/>
                  </a:lnTo>
                  <a:lnTo>
                    <a:pt x="540" y="273"/>
                  </a:lnTo>
                  <a:lnTo>
                    <a:pt x="543" y="270"/>
                  </a:lnTo>
                  <a:lnTo>
                    <a:pt x="547" y="270"/>
                  </a:lnTo>
                  <a:lnTo>
                    <a:pt x="551" y="266"/>
                  </a:lnTo>
                  <a:lnTo>
                    <a:pt x="554" y="263"/>
                  </a:lnTo>
                  <a:lnTo>
                    <a:pt x="558" y="259"/>
                  </a:lnTo>
                  <a:lnTo>
                    <a:pt x="561" y="255"/>
                  </a:lnTo>
                  <a:lnTo>
                    <a:pt x="565" y="252"/>
                  </a:lnTo>
                  <a:lnTo>
                    <a:pt x="569" y="248"/>
                  </a:lnTo>
                  <a:lnTo>
                    <a:pt x="572" y="248"/>
                  </a:lnTo>
                  <a:lnTo>
                    <a:pt x="576" y="245"/>
                  </a:lnTo>
                  <a:lnTo>
                    <a:pt x="579" y="241"/>
                  </a:lnTo>
                  <a:lnTo>
                    <a:pt x="583" y="237"/>
                  </a:lnTo>
                  <a:lnTo>
                    <a:pt x="587" y="234"/>
                  </a:lnTo>
                  <a:lnTo>
                    <a:pt x="590" y="234"/>
                  </a:lnTo>
                  <a:lnTo>
                    <a:pt x="594" y="230"/>
                  </a:lnTo>
                  <a:lnTo>
                    <a:pt x="597" y="230"/>
                  </a:lnTo>
                  <a:lnTo>
                    <a:pt x="601" y="227"/>
                  </a:lnTo>
                  <a:lnTo>
                    <a:pt x="605" y="227"/>
                  </a:lnTo>
                  <a:lnTo>
                    <a:pt x="608" y="223"/>
                  </a:lnTo>
                  <a:lnTo>
                    <a:pt x="612" y="223"/>
                  </a:lnTo>
                  <a:lnTo>
                    <a:pt x="615" y="223"/>
                  </a:lnTo>
                  <a:lnTo>
                    <a:pt x="619" y="223"/>
                  </a:lnTo>
                  <a:lnTo>
                    <a:pt x="623" y="219"/>
                  </a:lnTo>
                  <a:lnTo>
                    <a:pt x="626" y="219"/>
                  </a:lnTo>
                  <a:lnTo>
                    <a:pt x="630" y="219"/>
                  </a:lnTo>
                  <a:lnTo>
                    <a:pt x="633" y="223"/>
                  </a:lnTo>
                  <a:lnTo>
                    <a:pt x="637" y="223"/>
                  </a:lnTo>
                  <a:lnTo>
                    <a:pt x="641" y="223"/>
                  </a:lnTo>
                  <a:lnTo>
                    <a:pt x="644" y="223"/>
                  </a:lnTo>
                  <a:lnTo>
                    <a:pt x="648" y="227"/>
                  </a:lnTo>
                  <a:lnTo>
                    <a:pt x="651" y="227"/>
                  </a:lnTo>
                  <a:lnTo>
                    <a:pt x="655" y="230"/>
                  </a:lnTo>
                  <a:lnTo>
                    <a:pt x="659" y="230"/>
                  </a:lnTo>
                  <a:lnTo>
                    <a:pt x="662" y="234"/>
                  </a:lnTo>
                  <a:lnTo>
                    <a:pt x="666" y="234"/>
                  </a:lnTo>
                  <a:lnTo>
                    <a:pt x="669" y="237"/>
                  </a:lnTo>
                  <a:lnTo>
                    <a:pt x="673" y="241"/>
                  </a:lnTo>
                  <a:lnTo>
                    <a:pt x="677" y="245"/>
                  </a:lnTo>
                  <a:lnTo>
                    <a:pt x="680" y="245"/>
                  </a:lnTo>
                  <a:lnTo>
                    <a:pt x="684" y="248"/>
                  </a:lnTo>
                  <a:lnTo>
                    <a:pt x="687" y="252"/>
                  </a:lnTo>
                  <a:lnTo>
                    <a:pt x="691" y="255"/>
                  </a:lnTo>
                  <a:lnTo>
                    <a:pt x="695" y="259"/>
                  </a:lnTo>
                  <a:lnTo>
                    <a:pt x="698" y="263"/>
                  </a:lnTo>
                  <a:lnTo>
                    <a:pt x="702" y="266"/>
                  </a:lnTo>
                  <a:lnTo>
                    <a:pt x="705" y="270"/>
                  </a:lnTo>
                  <a:lnTo>
                    <a:pt x="709" y="273"/>
                  </a:lnTo>
                  <a:lnTo>
                    <a:pt x="713" y="273"/>
                  </a:lnTo>
                  <a:lnTo>
                    <a:pt x="716" y="277"/>
                  </a:lnTo>
                  <a:lnTo>
                    <a:pt x="720" y="281"/>
                  </a:lnTo>
                  <a:lnTo>
                    <a:pt x="723" y="284"/>
                  </a:lnTo>
                  <a:lnTo>
                    <a:pt x="727" y="288"/>
                  </a:lnTo>
                  <a:lnTo>
                    <a:pt x="731" y="288"/>
                  </a:lnTo>
                  <a:lnTo>
                    <a:pt x="734" y="291"/>
                  </a:lnTo>
                  <a:lnTo>
                    <a:pt x="738" y="291"/>
                  </a:lnTo>
                  <a:lnTo>
                    <a:pt x="741" y="295"/>
                  </a:lnTo>
                  <a:lnTo>
                    <a:pt x="745" y="295"/>
                  </a:lnTo>
                  <a:lnTo>
                    <a:pt x="749" y="299"/>
                  </a:lnTo>
                  <a:lnTo>
                    <a:pt x="752" y="299"/>
                  </a:lnTo>
                  <a:lnTo>
                    <a:pt x="756" y="299"/>
                  </a:lnTo>
                  <a:lnTo>
                    <a:pt x="759" y="302"/>
                  </a:lnTo>
                  <a:lnTo>
                    <a:pt x="763" y="302"/>
                  </a:lnTo>
                  <a:lnTo>
                    <a:pt x="767" y="302"/>
                  </a:lnTo>
                  <a:lnTo>
                    <a:pt x="770" y="302"/>
                  </a:lnTo>
                  <a:lnTo>
                    <a:pt x="774" y="302"/>
                  </a:lnTo>
                  <a:lnTo>
                    <a:pt x="777" y="299"/>
                  </a:lnTo>
                  <a:lnTo>
                    <a:pt x="781" y="299"/>
                  </a:lnTo>
                  <a:lnTo>
                    <a:pt x="785" y="299"/>
                  </a:lnTo>
                  <a:lnTo>
                    <a:pt x="788" y="295"/>
                  </a:lnTo>
                  <a:lnTo>
                    <a:pt x="792" y="295"/>
                  </a:lnTo>
                  <a:lnTo>
                    <a:pt x="795" y="291"/>
                  </a:lnTo>
                  <a:lnTo>
                    <a:pt x="799" y="291"/>
                  </a:lnTo>
                  <a:lnTo>
                    <a:pt x="803" y="288"/>
                  </a:lnTo>
                  <a:lnTo>
                    <a:pt x="806" y="284"/>
                  </a:lnTo>
                  <a:lnTo>
                    <a:pt x="810" y="284"/>
                  </a:lnTo>
                  <a:lnTo>
                    <a:pt x="813" y="281"/>
                  </a:lnTo>
                  <a:lnTo>
                    <a:pt x="817" y="277"/>
                  </a:lnTo>
                  <a:lnTo>
                    <a:pt x="821" y="273"/>
                  </a:lnTo>
                  <a:lnTo>
                    <a:pt x="824" y="270"/>
                  </a:lnTo>
                  <a:lnTo>
                    <a:pt x="828" y="266"/>
                  </a:lnTo>
                  <a:lnTo>
                    <a:pt x="831" y="263"/>
                  </a:lnTo>
                  <a:lnTo>
                    <a:pt x="835" y="259"/>
                  </a:lnTo>
                  <a:lnTo>
                    <a:pt x="839" y="255"/>
                  </a:lnTo>
                  <a:lnTo>
                    <a:pt x="842" y="252"/>
                  </a:lnTo>
                  <a:lnTo>
                    <a:pt x="846" y="248"/>
                  </a:lnTo>
                  <a:lnTo>
                    <a:pt x="849" y="248"/>
                  </a:lnTo>
                  <a:lnTo>
                    <a:pt x="853" y="245"/>
                  </a:lnTo>
                  <a:lnTo>
                    <a:pt x="857" y="241"/>
                  </a:lnTo>
                  <a:lnTo>
                    <a:pt x="860" y="237"/>
                  </a:lnTo>
                  <a:lnTo>
                    <a:pt x="864" y="234"/>
                  </a:lnTo>
                  <a:lnTo>
                    <a:pt x="867" y="230"/>
                  </a:lnTo>
                  <a:lnTo>
                    <a:pt x="871" y="227"/>
                  </a:lnTo>
                  <a:lnTo>
                    <a:pt x="875" y="227"/>
                  </a:lnTo>
                  <a:lnTo>
                    <a:pt x="878" y="223"/>
                  </a:lnTo>
                  <a:lnTo>
                    <a:pt x="882" y="223"/>
                  </a:lnTo>
                  <a:lnTo>
                    <a:pt x="885" y="219"/>
                  </a:lnTo>
                  <a:lnTo>
                    <a:pt x="889" y="219"/>
                  </a:lnTo>
                  <a:lnTo>
                    <a:pt x="893" y="216"/>
                  </a:lnTo>
                  <a:lnTo>
                    <a:pt x="896" y="216"/>
                  </a:lnTo>
                  <a:lnTo>
                    <a:pt x="900" y="216"/>
                  </a:lnTo>
                  <a:lnTo>
                    <a:pt x="903" y="216"/>
                  </a:lnTo>
                  <a:lnTo>
                    <a:pt x="907" y="216"/>
                  </a:lnTo>
                  <a:lnTo>
                    <a:pt x="911" y="216"/>
                  </a:lnTo>
                  <a:lnTo>
                    <a:pt x="914" y="216"/>
                  </a:lnTo>
                  <a:lnTo>
                    <a:pt x="918" y="216"/>
                  </a:lnTo>
                  <a:lnTo>
                    <a:pt x="921" y="219"/>
                  </a:lnTo>
                  <a:lnTo>
                    <a:pt x="925" y="219"/>
                  </a:lnTo>
                  <a:lnTo>
                    <a:pt x="929" y="223"/>
                  </a:lnTo>
                  <a:lnTo>
                    <a:pt x="932" y="223"/>
                  </a:lnTo>
                  <a:lnTo>
                    <a:pt x="936" y="227"/>
                  </a:lnTo>
                  <a:lnTo>
                    <a:pt x="939" y="227"/>
                  </a:lnTo>
                  <a:lnTo>
                    <a:pt x="943" y="230"/>
                  </a:lnTo>
                  <a:lnTo>
                    <a:pt x="947" y="234"/>
                  </a:lnTo>
                  <a:lnTo>
                    <a:pt x="950" y="237"/>
                  </a:lnTo>
                  <a:lnTo>
                    <a:pt x="954" y="241"/>
                  </a:lnTo>
                  <a:lnTo>
                    <a:pt x="957" y="245"/>
                  </a:lnTo>
                  <a:lnTo>
                    <a:pt x="961" y="245"/>
                  </a:lnTo>
                  <a:lnTo>
                    <a:pt x="965" y="248"/>
                  </a:lnTo>
                  <a:lnTo>
                    <a:pt x="968" y="252"/>
                  </a:lnTo>
                  <a:lnTo>
                    <a:pt x="972" y="255"/>
                  </a:lnTo>
                  <a:lnTo>
                    <a:pt x="975" y="259"/>
                  </a:lnTo>
                  <a:lnTo>
                    <a:pt x="979" y="263"/>
                  </a:lnTo>
                  <a:lnTo>
                    <a:pt x="983" y="266"/>
                  </a:lnTo>
                  <a:lnTo>
                    <a:pt x="986" y="270"/>
                  </a:lnTo>
                  <a:lnTo>
                    <a:pt x="990" y="273"/>
                  </a:lnTo>
                  <a:lnTo>
                    <a:pt x="993" y="277"/>
                  </a:lnTo>
                  <a:lnTo>
                    <a:pt x="997" y="281"/>
                  </a:lnTo>
                  <a:lnTo>
                    <a:pt x="1001" y="284"/>
                  </a:lnTo>
                  <a:lnTo>
                    <a:pt x="1004" y="288"/>
                  </a:lnTo>
                  <a:lnTo>
                    <a:pt x="1008" y="291"/>
                  </a:lnTo>
                  <a:lnTo>
                    <a:pt x="1011" y="295"/>
                  </a:lnTo>
                  <a:lnTo>
                    <a:pt x="1015" y="299"/>
                  </a:lnTo>
                  <a:lnTo>
                    <a:pt x="1019" y="299"/>
                  </a:lnTo>
                  <a:lnTo>
                    <a:pt x="1022" y="302"/>
                  </a:lnTo>
                  <a:lnTo>
                    <a:pt x="1026" y="302"/>
                  </a:lnTo>
                  <a:lnTo>
                    <a:pt x="1029" y="306"/>
                  </a:lnTo>
                  <a:lnTo>
                    <a:pt x="1033" y="306"/>
                  </a:lnTo>
                  <a:lnTo>
                    <a:pt x="1037" y="306"/>
                  </a:lnTo>
                  <a:lnTo>
                    <a:pt x="1040" y="306"/>
                  </a:lnTo>
                  <a:lnTo>
                    <a:pt x="1044" y="306"/>
                  </a:lnTo>
                  <a:lnTo>
                    <a:pt x="1047" y="309"/>
                  </a:lnTo>
                  <a:lnTo>
                    <a:pt x="1051" y="306"/>
                  </a:lnTo>
                  <a:lnTo>
                    <a:pt x="1055" y="306"/>
                  </a:lnTo>
                  <a:lnTo>
                    <a:pt x="1058" y="306"/>
                  </a:lnTo>
                  <a:lnTo>
                    <a:pt x="1062" y="306"/>
                  </a:lnTo>
                  <a:lnTo>
                    <a:pt x="1065" y="302"/>
                  </a:lnTo>
                  <a:lnTo>
                    <a:pt x="1069" y="302"/>
                  </a:lnTo>
                  <a:lnTo>
                    <a:pt x="1073" y="299"/>
                  </a:lnTo>
                  <a:lnTo>
                    <a:pt x="1076" y="295"/>
                  </a:lnTo>
                  <a:lnTo>
                    <a:pt x="1080" y="291"/>
                  </a:lnTo>
                  <a:lnTo>
                    <a:pt x="1083" y="291"/>
                  </a:lnTo>
                  <a:lnTo>
                    <a:pt x="1087" y="288"/>
                  </a:lnTo>
                  <a:lnTo>
                    <a:pt x="1091" y="284"/>
                  </a:lnTo>
                  <a:lnTo>
                    <a:pt x="1094" y="281"/>
                  </a:lnTo>
                  <a:lnTo>
                    <a:pt x="1098" y="277"/>
                  </a:lnTo>
                  <a:lnTo>
                    <a:pt x="1101" y="273"/>
                  </a:lnTo>
                  <a:lnTo>
                    <a:pt x="1105" y="270"/>
                  </a:lnTo>
                  <a:lnTo>
                    <a:pt x="1109" y="266"/>
                  </a:lnTo>
                  <a:lnTo>
                    <a:pt x="1112" y="263"/>
                  </a:lnTo>
                  <a:lnTo>
                    <a:pt x="1116" y="259"/>
                  </a:lnTo>
                  <a:lnTo>
                    <a:pt x="1119" y="255"/>
                  </a:lnTo>
                  <a:lnTo>
                    <a:pt x="1123" y="252"/>
                  </a:lnTo>
                  <a:lnTo>
                    <a:pt x="1127" y="248"/>
                  </a:lnTo>
                  <a:lnTo>
                    <a:pt x="1130" y="245"/>
                  </a:lnTo>
                  <a:lnTo>
                    <a:pt x="1134" y="241"/>
                  </a:lnTo>
                  <a:lnTo>
                    <a:pt x="1137" y="237"/>
                  </a:lnTo>
                  <a:lnTo>
                    <a:pt x="1141" y="234"/>
                  </a:lnTo>
                  <a:lnTo>
                    <a:pt x="1145" y="230"/>
                  </a:lnTo>
                  <a:lnTo>
                    <a:pt x="1148" y="227"/>
                  </a:lnTo>
                  <a:lnTo>
                    <a:pt x="1152" y="223"/>
                  </a:lnTo>
                  <a:lnTo>
                    <a:pt x="1155" y="219"/>
                  </a:lnTo>
                  <a:lnTo>
                    <a:pt x="1159" y="216"/>
                  </a:lnTo>
                  <a:lnTo>
                    <a:pt x="1163" y="216"/>
                  </a:lnTo>
                  <a:lnTo>
                    <a:pt x="1166" y="212"/>
                  </a:lnTo>
                  <a:lnTo>
                    <a:pt x="1170" y="212"/>
                  </a:lnTo>
                  <a:lnTo>
                    <a:pt x="1173" y="209"/>
                  </a:lnTo>
                  <a:lnTo>
                    <a:pt x="1177" y="209"/>
                  </a:lnTo>
                  <a:lnTo>
                    <a:pt x="1181" y="209"/>
                  </a:lnTo>
                  <a:lnTo>
                    <a:pt x="1184" y="209"/>
                  </a:lnTo>
                  <a:lnTo>
                    <a:pt x="1188" y="209"/>
                  </a:lnTo>
                  <a:lnTo>
                    <a:pt x="1191" y="209"/>
                  </a:lnTo>
                  <a:lnTo>
                    <a:pt x="1195" y="209"/>
                  </a:lnTo>
                  <a:lnTo>
                    <a:pt x="1199" y="212"/>
                  </a:lnTo>
                  <a:lnTo>
                    <a:pt x="1202" y="212"/>
                  </a:lnTo>
                  <a:lnTo>
                    <a:pt x="1206" y="216"/>
                  </a:lnTo>
                  <a:lnTo>
                    <a:pt x="1209" y="216"/>
                  </a:lnTo>
                  <a:lnTo>
                    <a:pt x="1213" y="219"/>
                  </a:lnTo>
                  <a:lnTo>
                    <a:pt x="1217" y="223"/>
                  </a:lnTo>
                  <a:lnTo>
                    <a:pt x="1220" y="223"/>
                  </a:lnTo>
                  <a:lnTo>
                    <a:pt x="1224" y="227"/>
                  </a:lnTo>
                  <a:lnTo>
                    <a:pt x="1227" y="230"/>
                  </a:lnTo>
                  <a:lnTo>
                    <a:pt x="1231" y="234"/>
                  </a:lnTo>
                  <a:lnTo>
                    <a:pt x="1235" y="237"/>
                  </a:lnTo>
                  <a:lnTo>
                    <a:pt x="1238" y="241"/>
                  </a:lnTo>
                  <a:lnTo>
                    <a:pt x="1242" y="245"/>
                  </a:lnTo>
                  <a:lnTo>
                    <a:pt x="1245" y="248"/>
                  </a:lnTo>
                  <a:lnTo>
                    <a:pt x="1249" y="252"/>
                  </a:lnTo>
                  <a:lnTo>
                    <a:pt x="1253" y="255"/>
                  </a:lnTo>
                  <a:lnTo>
                    <a:pt x="1253" y="259"/>
                  </a:lnTo>
                  <a:lnTo>
                    <a:pt x="1256" y="263"/>
                  </a:lnTo>
                  <a:lnTo>
                    <a:pt x="1260" y="266"/>
                  </a:lnTo>
                  <a:lnTo>
                    <a:pt x="1263" y="270"/>
                  </a:lnTo>
                  <a:lnTo>
                    <a:pt x="1267" y="273"/>
                  </a:lnTo>
                  <a:lnTo>
                    <a:pt x="1271" y="277"/>
                  </a:lnTo>
                  <a:lnTo>
                    <a:pt x="1274" y="281"/>
                  </a:lnTo>
                  <a:lnTo>
                    <a:pt x="1274" y="284"/>
                  </a:lnTo>
                  <a:lnTo>
                    <a:pt x="1278" y="288"/>
                  </a:lnTo>
                  <a:lnTo>
                    <a:pt x="1281" y="291"/>
                  </a:lnTo>
                  <a:lnTo>
                    <a:pt x="1285" y="295"/>
                  </a:lnTo>
                  <a:lnTo>
                    <a:pt x="1289" y="299"/>
                  </a:lnTo>
                  <a:lnTo>
                    <a:pt x="1292" y="302"/>
                  </a:lnTo>
                  <a:lnTo>
                    <a:pt x="1296" y="306"/>
                  </a:lnTo>
                  <a:lnTo>
                    <a:pt x="1299" y="306"/>
                  </a:lnTo>
                  <a:lnTo>
                    <a:pt x="1303" y="309"/>
                  </a:lnTo>
                  <a:lnTo>
                    <a:pt x="1307" y="313"/>
                  </a:lnTo>
                  <a:lnTo>
                    <a:pt x="1310" y="313"/>
                  </a:lnTo>
                  <a:lnTo>
                    <a:pt x="1314" y="313"/>
                  </a:lnTo>
                  <a:lnTo>
                    <a:pt x="1317" y="317"/>
                  </a:lnTo>
                  <a:lnTo>
                    <a:pt x="1321" y="317"/>
                  </a:lnTo>
                  <a:lnTo>
                    <a:pt x="1325" y="317"/>
                  </a:lnTo>
                  <a:lnTo>
                    <a:pt x="1328" y="317"/>
                  </a:lnTo>
                  <a:lnTo>
                    <a:pt x="1332" y="317"/>
                  </a:lnTo>
                  <a:lnTo>
                    <a:pt x="1335" y="313"/>
                  </a:lnTo>
                  <a:lnTo>
                    <a:pt x="1339" y="313"/>
                  </a:lnTo>
                  <a:lnTo>
                    <a:pt x="1343" y="309"/>
                  </a:lnTo>
                  <a:lnTo>
                    <a:pt x="1346" y="309"/>
                  </a:lnTo>
                  <a:lnTo>
                    <a:pt x="1350" y="306"/>
                  </a:lnTo>
                  <a:lnTo>
                    <a:pt x="1353" y="302"/>
                  </a:lnTo>
                  <a:lnTo>
                    <a:pt x="1357" y="302"/>
                  </a:lnTo>
                  <a:lnTo>
                    <a:pt x="1361" y="299"/>
                  </a:lnTo>
                  <a:lnTo>
                    <a:pt x="1364" y="295"/>
                  </a:lnTo>
                  <a:lnTo>
                    <a:pt x="1368" y="291"/>
                  </a:lnTo>
                  <a:lnTo>
                    <a:pt x="1371" y="288"/>
                  </a:lnTo>
                  <a:lnTo>
                    <a:pt x="1375" y="284"/>
                  </a:lnTo>
                  <a:lnTo>
                    <a:pt x="1379" y="281"/>
                  </a:lnTo>
                  <a:lnTo>
                    <a:pt x="1382" y="277"/>
                  </a:lnTo>
                  <a:lnTo>
                    <a:pt x="1382" y="273"/>
                  </a:lnTo>
                  <a:lnTo>
                    <a:pt x="1386" y="270"/>
                  </a:lnTo>
                  <a:lnTo>
                    <a:pt x="1389" y="266"/>
                  </a:lnTo>
                  <a:lnTo>
                    <a:pt x="1393" y="263"/>
                  </a:lnTo>
                  <a:lnTo>
                    <a:pt x="1397" y="259"/>
                  </a:lnTo>
                  <a:lnTo>
                    <a:pt x="1397" y="255"/>
                  </a:lnTo>
                  <a:lnTo>
                    <a:pt x="1400" y="252"/>
                  </a:lnTo>
                  <a:lnTo>
                    <a:pt x="1404" y="248"/>
                  </a:lnTo>
                  <a:lnTo>
                    <a:pt x="1407" y="245"/>
                  </a:lnTo>
                  <a:lnTo>
                    <a:pt x="1407" y="241"/>
                  </a:lnTo>
                  <a:lnTo>
                    <a:pt x="1411" y="237"/>
                  </a:lnTo>
                  <a:lnTo>
                    <a:pt x="1415" y="234"/>
                  </a:lnTo>
                  <a:lnTo>
                    <a:pt x="1418" y="230"/>
                  </a:lnTo>
                  <a:lnTo>
                    <a:pt x="1422" y="227"/>
                  </a:lnTo>
                  <a:lnTo>
                    <a:pt x="1425" y="223"/>
                  </a:lnTo>
                  <a:lnTo>
                    <a:pt x="1425" y="219"/>
                  </a:lnTo>
                  <a:lnTo>
                    <a:pt x="1429" y="216"/>
                  </a:lnTo>
                  <a:lnTo>
                    <a:pt x="1433" y="212"/>
                  </a:lnTo>
                  <a:lnTo>
                    <a:pt x="1436" y="209"/>
                  </a:lnTo>
                  <a:lnTo>
                    <a:pt x="1440" y="209"/>
                  </a:lnTo>
                  <a:lnTo>
                    <a:pt x="1443" y="205"/>
                  </a:lnTo>
                  <a:lnTo>
                    <a:pt x="1447" y="201"/>
                  </a:lnTo>
                  <a:lnTo>
                    <a:pt x="1451" y="201"/>
                  </a:lnTo>
                  <a:lnTo>
                    <a:pt x="1454" y="201"/>
                  </a:lnTo>
                  <a:lnTo>
                    <a:pt x="1458" y="198"/>
                  </a:lnTo>
                  <a:lnTo>
                    <a:pt x="1461" y="198"/>
                  </a:lnTo>
                  <a:lnTo>
                    <a:pt x="1465" y="198"/>
                  </a:lnTo>
                  <a:lnTo>
                    <a:pt x="1469" y="198"/>
                  </a:lnTo>
                  <a:lnTo>
                    <a:pt x="1472" y="201"/>
                  </a:lnTo>
                  <a:lnTo>
                    <a:pt x="1476" y="201"/>
                  </a:lnTo>
                  <a:lnTo>
                    <a:pt x="1479" y="201"/>
                  </a:lnTo>
                  <a:lnTo>
                    <a:pt x="1483" y="205"/>
                  </a:lnTo>
                  <a:lnTo>
                    <a:pt x="1487" y="205"/>
                  </a:lnTo>
                  <a:lnTo>
                    <a:pt x="1490" y="209"/>
                  </a:lnTo>
                  <a:lnTo>
                    <a:pt x="1494" y="212"/>
                  </a:lnTo>
                  <a:lnTo>
                    <a:pt x="1497" y="216"/>
                  </a:lnTo>
                  <a:lnTo>
                    <a:pt x="1501" y="219"/>
                  </a:lnTo>
                  <a:lnTo>
                    <a:pt x="1505" y="223"/>
                  </a:lnTo>
                  <a:lnTo>
                    <a:pt x="1508" y="227"/>
                  </a:lnTo>
                  <a:lnTo>
                    <a:pt x="1512" y="230"/>
                  </a:lnTo>
                  <a:lnTo>
                    <a:pt x="1515" y="234"/>
                  </a:lnTo>
                  <a:lnTo>
                    <a:pt x="1519" y="237"/>
                  </a:lnTo>
                  <a:lnTo>
                    <a:pt x="1519" y="241"/>
                  </a:lnTo>
                  <a:lnTo>
                    <a:pt x="1523" y="245"/>
                  </a:lnTo>
                  <a:lnTo>
                    <a:pt x="1526" y="248"/>
                  </a:lnTo>
                  <a:lnTo>
                    <a:pt x="1526" y="252"/>
                  </a:lnTo>
                  <a:lnTo>
                    <a:pt x="1530" y="255"/>
                  </a:lnTo>
                  <a:lnTo>
                    <a:pt x="1533" y="259"/>
                  </a:lnTo>
                  <a:lnTo>
                    <a:pt x="1537" y="263"/>
                  </a:lnTo>
                  <a:lnTo>
                    <a:pt x="1537" y="266"/>
                  </a:lnTo>
                  <a:lnTo>
                    <a:pt x="1541" y="270"/>
                  </a:lnTo>
                  <a:lnTo>
                    <a:pt x="1544" y="273"/>
                  </a:lnTo>
                  <a:lnTo>
                    <a:pt x="1544" y="277"/>
                  </a:lnTo>
                  <a:lnTo>
                    <a:pt x="1548" y="281"/>
                  </a:lnTo>
                  <a:lnTo>
                    <a:pt x="1551" y="284"/>
                  </a:lnTo>
                  <a:lnTo>
                    <a:pt x="1555" y="288"/>
                  </a:lnTo>
                  <a:lnTo>
                    <a:pt x="1555" y="291"/>
                  </a:lnTo>
                  <a:lnTo>
                    <a:pt x="1559" y="295"/>
                  </a:lnTo>
                  <a:lnTo>
                    <a:pt x="1562" y="299"/>
                  </a:lnTo>
                  <a:lnTo>
                    <a:pt x="1566" y="302"/>
                  </a:lnTo>
                  <a:lnTo>
                    <a:pt x="1569" y="306"/>
                  </a:lnTo>
                  <a:lnTo>
                    <a:pt x="1573" y="309"/>
                  </a:lnTo>
                  <a:lnTo>
                    <a:pt x="1577" y="313"/>
                  </a:lnTo>
                  <a:lnTo>
                    <a:pt x="1580" y="317"/>
                  </a:lnTo>
                  <a:lnTo>
                    <a:pt x="1584" y="320"/>
                  </a:lnTo>
                  <a:lnTo>
                    <a:pt x="1587" y="324"/>
                  </a:lnTo>
                  <a:lnTo>
                    <a:pt x="1591" y="324"/>
                  </a:lnTo>
                  <a:lnTo>
                    <a:pt x="1595" y="327"/>
                  </a:lnTo>
                  <a:lnTo>
                    <a:pt x="1598" y="327"/>
                  </a:lnTo>
                  <a:lnTo>
                    <a:pt x="1602" y="327"/>
                  </a:lnTo>
                  <a:lnTo>
                    <a:pt x="1605" y="327"/>
                  </a:lnTo>
                  <a:lnTo>
                    <a:pt x="1609" y="327"/>
                  </a:lnTo>
                  <a:lnTo>
                    <a:pt x="1613" y="327"/>
                  </a:lnTo>
                  <a:lnTo>
                    <a:pt x="1616" y="324"/>
                  </a:lnTo>
                  <a:lnTo>
                    <a:pt x="1620" y="324"/>
                  </a:lnTo>
                  <a:lnTo>
                    <a:pt x="1623" y="320"/>
                  </a:lnTo>
                  <a:lnTo>
                    <a:pt x="1627" y="317"/>
                  </a:lnTo>
                  <a:lnTo>
                    <a:pt x="1631" y="313"/>
                  </a:lnTo>
                  <a:lnTo>
                    <a:pt x="1634" y="313"/>
                  </a:lnTo>
                  <a:lnTo>
                    <a:pt x="1638" y="309"/>
                  </a:lnTo>
                  <a:lnTo>
                    <a:pt x="1641" y="306"/>
                  </a:lnTo>
                  <a:lnTo>
                    <a:pt x="1645" y="302"/>
                  </a:lnTo>
                  <a:lnTo>
                    <a:pt x="1649" y="299"/>
                  </a:lnTo>
                  <a:lnTo>
                    <a:pt x="1649" y="295"/>
                  </a:lnTo>
                  <a:lnTo>
                    <a:pt x="1652" y="291"/>
                  </a:lnTo>
                  <a:lnTo>
                    <a:pt x="1656" y="288"/>
                  </a:lnTo>
                  <a:lnTo>
                    <a:pt x="1656" y="284"/>
                  </a:lnTo>
                  <a:lnTo>
                    <a:pt x="1659" y="281"/>
                  </a:lnTo>
                  <a:lnTo>
                    <a:pt x="1663" y="277"/>
                  </a:lnTo>
                  <a:lnTo>
                    <a:pt x="1663" y="273"/>
                  </a:lnTo>
                  <a:lnTo>
                    <a:pt x="1667" y="270"/>
                  </a:lnTo>
                  <a:lnTo>
                    <a:pt x="1667" y="266"/>
                  </a:lnTo>
                  <a:lnTo>
                    <a:pt x="1670" y="263"/>
                  </a:lnTo>
                  <a:lnTo>
                    <a:pt x="1674" y="259"/>
                  </a:lnTo>
                  <a:lnTo>
                    <a:pt x="1674" y="255"/>
                  </a:lnTo>
                  <a:lnTo>
                    <a:pt x="1677" y="252"/>
                  </a:lnTo>
                  <a:lnTo>
                    <a:pt x="1681" y="248"/>
                  </a:lnTo>
                  <a:lnTo>
                    <a:pt x="1681" y="245"/>
                  </a:lnTo>
                  <a:lnTo>
                    <a:pt x="1685" y="241"/>
                  </a:lnTo>
                  <a:lnTo>
                    <a:pt x="1685" y="237"/>
                  </a:lnTo>
                  <a:lnTo>
                    <a:pt x="1688" y="234"/>
                  </a:lnTo>
                  <a:lnTo>
                    <a:pt x="1692" y="230"/>
                  </a:lnTo>
                  <a:lnTo>
                    <a:pt x="1695" y="227"/>
                  </a:lnTo>
                  <a:lnTo>
                    <a:pt x="1695" y="223"/>
                  </a:lnTo>
                  <a:lnTo>
                    <a:pt x="1699" y="219"/>
                  </a:lnTo>
                  <a:lnTo>
                    <a:pt x="1703" y="216"/>
                  </a:lnTo>
                  <a:lnTo>
                    <a:pt x="1706" y="212"/>
                  </a:lnTo>
                  <a:lnTo>
                    <a:pt x="1706" y="209"/>
                  </a:lnTo>
                  <a:lnTo>
                    <a:pt x="1710" y="205"/>
                  </a:lnTo>
                  <a:lnTo>
                    <a:pt x="1713" y="201"/>
                  </a:lnTo>
                  <a:lnTo>
                    <a:pt x="1717" y="198"/>
                  </a:lnTo>
                  <a:lnTo>
                    <a:pt x="1721" y="194"/>
                  </a:lnTo>
                  <a:lnTo>
                    <a:pt x="1724" y="191"/>
                  </a:lnTo>
                  <a:lnTo>
                    <a:pt x="1728" y="187"/>
                  </a:lnTo>
                  <a:lnTo>
                    <a:pt x="1731" y="187"/>
                  </a:lnTo>
                  <a:lnTo>
                    <a:pt x="1735" y="183"/>
                  </a:lnTo>
                  <a:lnTo>
                    <a:pt x="1739" y="183"/>
                  </a:lnTo>
                  <a:lnTo>
                    <a:pt x="1742" y="183"/>
                  </a:lnTo>
                  <a:lnTo>
                    <a:pt x="1746" y="183"/>
                  </a:lnTo>
                  <a:lnTo>
                    <a:pt x="1749" y="183"/>
                  </a:lnTo>
                  <a:lnTo>
                    <a:pt x="1753" y="187"/>
                  </a:lnTo>
                  <a:lnTo>
                    <a:pt x="1757" y="187"/>
                  </a:lnTo>
                  <a:lnTo>
                    <a:pt x="1760" y="191"/>
                  </a:lnTo>
                  <a:lnTo>
                    <a:pt x="1764" y="191"/>
                  </a:lnTo>
                  <a:lnTo>
                    <a:pt x="1767" y="194"/>
                  </a:lnTo>
                  <a:lnTo>
                    <a:pt x="1771" y="198"/>
                  </a:lnTo>
                  <a:lnTo>
                    <a:pt x="1775" y="201"/>
                  </a:lnTo>
                  <a:lnTo>
                    <a:pt x="1778" y="205"/>
                  </a:lnTo>
                  <a:lnTo>
                    <a:pt x="1782" y="209"/>
                  </a:lnTo>
                  <a:lnTo>
                    <a:pt x="1785" y="212"/>
                  </a:lnTo>
                  <a:lnTo>
                    <a:pt x="1785" y="216"/>
                  </a:lnTo>
                  <a:lnTo>
                    <a:pt x="1789" y="219"/>
                  </a:lnTo>
                  <a:lnTo>
                    <a:pt x="1793" y="223"/>
                  </a:lnTo>
                  <a:lnTo>
                    <a:pt x="1793" y="227"/>
                  </a:lnTo>
                  <a:lnTo>
                    <a:pt x="1796" y="230"/>
                  </a:lnTo>
                  <a:lnTo>
                    <a:pt x="1796" y="234"/>
                  </a:lnTo>
                  <a:lnTo>
                    <a:pt x="1800" y="237"/>
                  </a:lnTo>
                  <a:lnTo>
                    <a:pt x="1803" y="241"/>
                  </a:lnTo>
                  <a:lnTo>
                    <a:pt x="1803" y="245"/>
                  </a:lnTo>
                  <a:lnTo>
                    <a:pt x="1807" y="248"/>
                  </a:lnTo>
                  <a:lnTo>
                    <a:pt x="1807" y="252"/>
                  </a:lnTo>
                  <a:lnTo>
                    <a:pt x="1811" y="255"/>
                  </a:lnTo>
                  <a:lnTo>
                    <a:pt x="1811" y="259"/>
                  </a:lnTo>
                  <a:lnTo>
                    <a:pt x="1814" y="263"/>
                  </a:lnTo>
                  <a:lnTo>
                    <a:pt x="1818" y="266"/>
                  </a:lnTo>
                  <a:lnTo>
                    <a:pt x="1818" y="270"/>
                  </a:lnTo>
                  <a:lnTo>
                    <a:pt x="1821" y="273"/>
                  </a:lnTo>
                  <a:lnTo>
                    <a:pt x="1821" y="277"/>
                  </a:lnTo>
                  <a:lnTo>
                    <a:pt x="1821" y="281"/>
                  </a:lnTo>
                  <a:lnTo>
                    <a:pt x="1825" y="284"/>
                  </a:lnTo>
                  <a:lnTo>
                    <a:pt x="1829" y="288"/>
                  </a:lnTo>
                  <a:lnTo>
                    <a:pt x="1829" y="291"/>
                  </a:lnTo>
                  <a:lnTo>
                    <a:pt x="1832" y="295"/>
                  </a:lnTo>
                  <a:lnTo>
                    <a:pt x="1836" y="299"/>
                  </a:lnTo>
                  <a:lnTo>
                    <a:pt x="1836" y="302"/>
                  </a:lnTo>
                  <a:lnTo>
                    <a:pt x="1839" y="306"/>
                  </a:lnTo>
                  <a:lnTo>
                    <a:pt x="1839" y="309"/>
                  </a:lnTo>
                  <a:lnTo>
                    <a:pt x="1843" y="313"/>
                  </a:lnTo>
                  <a:lnTo>
                    <a:pt x="1847" y="317"/>
                  </a:lnTo>
                  <a:lnTo>
                    <a:pt x="1847" y="320"/>
                  </a:lnTo>
                  <a:lnTo>
                    <a:pt x="1850" y="324"/>
                  </a:lnTo>
                  <a:lnTo>
                    <a:pt x="1854" y="327"/>
                  </a:lnTo>
                  <a:lnTo>
                    <a:pt x="1857" y="331"/>
                  </a:lnTo>
                  <a:lnTo>
                    <a:pt x="1861" y="335"/>
                  </a:lnTo>
                  <a:lnTo>
                    <a:pt x="1865" y="338"/>
                  </a:lnTo>
                  <a:lnTo>
                    <a:pt x="1868" y="342"/>
                  </a:lnTo>
                  <a:lnTo>
                    <a:pt x="1872" y="342"/>
                  </a:lnTo>
                  <a:lnTo>
                    <a:pt x="1875" y="345"/>
                  </a:lnTo>
                  <a:lnTo>
                    <a:pt x="1879" y="345"/>
                  </a:lnTo>
                  <a:lnTo>
                    <a:pt x="1883" y="345"/>
                  </a:lnTo>
                  <a:lnTo>
                    <a:pt x="1886" y="345"/>
                  </a:lnTo>
                  <a:lnTo>
                    <a:pt x="1890" y="345"/>
                  </a:lnTo>
                  <a:lnTo>
                    <a:pt x="1893" y="342"/>
                  </a:lnTo>
                  <a:lnTo>
                    <a:pt x="1897" y="342"/>
                  </a:lnTo>
                  <a:lnTo>
                    <a:pt x="1901" y="338"/>
                  </a:lnTo>
                  <a:lnTo>
                    <a:pt x="1904" y="335"/>
                  </a:lnTo>
                  <a:lnTo>
                    <a:pt x="1908" y="331"/>
                  </a:lnTo>
                  <a:lnTo>
                    <a:pt x="1911" y="327"/>
                  </a:lnTo>
                  <a:lnTo>
                    <a:pt x="1915" y="324"/>
                  </a:lnTo>
                  <a:lnTo>
                    <a:pt x="1919" y="320"/>
                  </a:lnTo>
                  <a:lnTo>
                    <a:pt x="1922" y="317"/>
                  </a:lnTo>
                  <a:lnTo>
                    <a:pt x="1922" y="313"/>
                  </a:lnTo>
                  <a:lnTo>
                    <a:pt x="1926" y="309"/>
                  </a:lnTo>
                  <a:lnTo>
                    <a:pt x="1926" y="306"/>
                  </a:lnTo>
                  <a:lnTo>
                    <a:pt x="1929" y="302"/>
                  </a:lnTo>
                  <a:lnTo>
                    <a:pt x="1933" y="299"/>
                  </a:lnTo>
                  <a:lnTo>
                    <a:pt x="1933" y="295"/>
                  </a:lnTo>
                  <a:lnTo>
                    <a:pt x="1937" y="291"/>
                  </a:lnTo>
                  <a:lnTo>
                    <a:pt x="1937" y="288"/>
                  </a:lnTo>
                  <a:lnTo>
                    <a:pt x="1940" y="284"/>
                  </a:lnTo>
                  <a:lnTo>
                    <a:pt x="1940" y="281"/>
                  </a:lnTo>
                  <a:lnTo>
                    <a:pt x="1944" y="277"/>
                  </a:lnTo>
                  <a:lnTo>
                    <a:pt x="1944" y="273"/>
                  </a:lnTo>
                  <a:lnTo>
                    <a:pt x="1947" y="270"/>
                  </a:lnTo>
                  <a:lnTo>
                    <a:pt x="1947" y="266"/>
                  </a:lnTo>
                  <a:lnTo>
                    <a:pt x="1951" y="263"/>
                  </a:lnTo>
                  <a:lnTo>
                    <a:pt x="1951" y="259"/>
                  </a:lnTo>
                  <a:lnTo>
                    <a:pt x="1955" y="255"/>
                  </a:lnTo>
                  <a:lnTo>
                    <a:pt x="1955" y="252"/>
                  </a:lnTo>
                  <a:lnTo>
                    <a:pt x="1958" y="248"/>
                  </a:lnTo>
                  <a:lnTo>
                    <a:pt x="1958" y="245"/>
                  </a:lnTo>
                  <a:lnTo>
                    <a:pt x="1962" y="241"/>
                  </a:lnTo>
                  <a:lnTo>
                    <a:pt x="1962" y="237"/>
                  </a:lnTo>
                  <a:lnTo>
                    <a:pt x="1965" y="234"/>
                  </a:lnTo>
                  <a:lnTo>
                    <a:pt x="1965" y="230"/>
                  </a:lnTo>
                  <a:lnTo>
                    <a:pt x="1969" y="227"/>
                  </a:lnTo>
                  <a:lnTo>
                    <a:pt x="1969" y="223"/>
                  </a:lnTo>
                  <a:lnTo>
                    <a:pt x="1969" y="219"/>
                  </a:lnTo>
                  <a:lnTo>
                    <a:pt x="1973" y="216"/>
                  </a:lnTo>
                  <a:lnTo>
                    <a:pt x="1976" y="212"/>
                  </a:lnTo>
                  <a:lnTo>
                    <a:pt x="1976" y="209"/>
                  </a:lnTo>
                  <a:lnTo>
                    <a:pt x="1980" y="205"/>
                  </a:lnTo>
                  <a:lnTo>
                    <a:pt x="1980" y="201"/>
                  </a:lnTo>
                  <a:lnTo>
                    <a:pt x="1983" y="198"/>
                  </a:lnTo>
                  <a:lnTo>
                    <a:pt x="1987" y="194"/>
                  </a:lnTo>
                  <a:lnTo>
                    <a:pt x="1987" y="191"/>
                  </a:lnTo>
                  <a:lnTo>
                    <a:pt x="1991" y="187"/>
                  </a:lnTo>
                  <a:lnTo>
                    <a:pt x="1994" y="183"/>
                  </a:lnTo>
                  <a:lnTo>
                    <a:pt x="1994" y="180"/>
                  </a:lnTo>
                  <a:lnTo>
                    <a:pt x="1998" y="176"/>
                  </a:lnTo>
                  <a:lnTo>
                    <a:pt x="2001" y="173"/>
                  </a:lnTo>
                  <a:lnTo>
                    <a:pt x="2005" y="169"/>
                  </a:lnTo>
                  <a:lnTo>
                    <a:pt x="2009" y="165"/>
                  </a:lnTo>
                  <a:lnTo>
                    <a:pt x="2012" y="162"/>
                  </a:lnTo>
                  <a:lnTo>
                    <a:pt x="2016" y="162"/>
                  </a:lnTo>
                  <a:lnTo>
                    <a:pt x="2019" y="162"/>
                  </a:lnTo>
                  <a:lnTo>
                    <a:pt x="2023" y="162"/>
                  </a:lnTo>
                  <a:lnTo>
                    <a:pt x="2027" y="162"/>
                  </a:lnTo>
                  <a:lnTo>
                    <a:pt x="2030" y="162"/>
                  </a:lnTo>
                  <a:lnTo>
                    <a:pt x="2034" y="165"/>
                  </a:lnTo>
                  <a:lnTo>
                    <a:pt x="2037" y="165"/>
                  </a:lnTo>
                  <a:lnTo>
                    <a:pt x="2041" y="169"/>
                  </a:lnTo>
                  <a:lnTo>
                    <a:pt x="2045" y="173"/>
                  </a:lnTo>
                  <a:lnTo>
                    <a:pt x="2048" y="176"/>
                  </a:lnTo>
                  <a:lnTo>
                    <a:pt x="2052" y="180"/>
                  </a:lnTo>
                  <a:lnTo>
                    <a:pt x="2055" y="183"/>
                  </a:lnTo>
                  <a:lnTo>
                    <a:pt x="2055" y="187"/>
                  </a:lnTo>
                  <a:lnTo>
                    <a:pt x="2059" y="191"/>
                  </a:lnTo>
                  <a:lnTo>
                    <a:pt x="2059" y="194"/>
                  </a:lnTo>
                  <a:lnTo>
                    <a:pt x="2063" y="198"/>
                  </a:lnTo>
                  <a:lnTo>
                    <a:pt x="2063" y="201"/>
                  </a:lnTo>
                  <a:lnTo>
                    <a:pt x="2066" y="205"/>
                  </a:lnTo>
                  <a:lnTo>
                    <a:pt x="2070" y="209"/>
                  </a:lnTo>
                  <a:lnTo>
                    <a:pt x="2070" y="212"/>
                  </a:lnTo>
                  <a:lnTo>
                    <a:pt x="2070" y="216"/>
                  </a:lnTo>
                  <a:lnTo>
                    <a:pt x="2073" y="219"/>
                  </a:lnTo>
                  <a:lnTo>
                    <a:pt x="2077" y="223"/>
                  </a:lnTo>
                  <a:lnTo>
                    <a:pt x="2077" y="227"/>
                  </a:lnTo>
                  <a:lnTo>
                    <a:pt x="2077" y="230"/>
                  </a:lnTo>
                  <a:lnTo>
                    <a:pt x="2081" y="234"/>
                  </a:lnTo>
                  <a:lnTo>
                    <a:pt x="2081" y="237"/>
                  </a:lnTo>
                  <a:lnTo>
                    <a:pt x="2081" y="241"/>
                  </a:lnTo>
                  <a:lnTo>
                    <a:pt x="2084" y="245"/>
                  </a:lnTo>
                  <a:lnTo>
                    <a:pt x="2088" y="248"/>
                  </a:lnTo>
                  <a:lnTo>
                    <a:pt x="2088" y="252"/>
                  </a:lnTo>
                  <a:lnTo>
                    <a:pt x="2088" y="255"/>
                  </a:lnTo>
                  <a:lnTo>
                    <a:pt x="2091" y="259"/>
                  </a:lnTo>
                  <a:lnTo>
                    <a:pt x="2091" y="263"/>
                  </a:lnTo>
                  <a:lnTo>
                    <a:pt x="2095" y="266"/>
                  </a:lnTo>
                  <a:lnTo>
                    <a:pt x="2095" y="270"/>
                  </a:lnTo>
                  <a:lnTo>
                    <a:pt x="2095" y="273"/>
                  </a:lnTo>
                  <a:lnTo>
                    <a:pt x="2099" y="277"/>
                  </a:lnTo>
                  <a:lnTo>
                    <a:pt x="2099" y="281"/>
                  </a:lnTo>
                  <a:lnTo>
                    <a:pt x="2099" y="284"/>
                  </a:lnTo>
                  <a:lnTo>
                    <a:pt x="2102" y="288"/>
                  </a:lnTo>
                  <a:lnTo>
                    <a:pt x="2102" y="291"/>
                  </a:lnTo>
                  <a:lnTo>
                    <a:pt x="2106" y="295"/>
                  </a:lnTo>
                  <a:lnTo>
                    <a:pt x="2106" y="299"/>
                  </a:lnTo>
                  <a:lnTo>
                    <a:pt x="2109" y="302"/>
                  </a:lnTo>
                  <a:lnTo>
                    <a:pt x="2109" y="306"/>
                  </a:lnTo>
                  <a:lnTo>
                    <a:pt x="2113" y="309"/>
                  </a:lnTo>
                  <a:lnTo>
                    <a:pt x="2113" y="313"/>
                  </a:lnTo>
                  <a:lnTo>
                    <a:pt x="2113" y="317"/>
                  </a:lnTo>
                  <a:lnTo>
                    <a:pt x="2117" y="320"/>
                  </a:lnTo>
                  <a:lnTo>
                    <a:pt x="2120" y="324"/>
                  </a:lnTo>
                  <a:lnTo>
                    <a:pt x="2120" y="327"/>
                  </a:lnTo>
                  <a:lnTo>
                    <a:pt x="2120" y="331"/>
                  </a:lnTo>
                  <a:lnTo>
                    <a:pt x="2124" y="335"/>
                  </a:lnTo>
                  <a:lnTo>
                    <a:pt x="2124" y="338"/>
                  </a:lnTo>
                  <a:lnTo>
                    <a:pt x="2127" y="342"/>
                  </a:lnTo>
                  <a:lnTo>
                    <a:pt x="2131" y="345"/>
                  </a:lnTo>
                  <a:lnTo>
                    <a:pt x="2131" y="349"/>
                  </a:lnTo>
                  <a:lnTo>
                    <a:pt x="2135" y="353"/>
                  </a:lnTo>
                  <a:lnTo>
                    <a:pt x="2138" y="356"/>
                  </a:lnTo>
                  <a:lnTo>
                    <a:pt x="2138" y="360"/>
                  </a:lnTo>
                  <a:lnTo>
                    <a:pt x="2142" y="363"/>
                  </a:lnTo>
                  <a:lnTo>
                    <a:pt x="2145" y="367"/>
                  </a:lnTo>
                  <a:lnTo>
                    <a:pt x="2149" y="371"/>
                  </a:lnTo>
                  <a:lnTo>
                    <a:pt x="2153" y="374"/>
                  </a:lnTo>
                  <a:lnTo>
                    <a:pt x="2156" y="378"/>
                  </a:lnTo>
                  <a:lnTo>
                    <a:pt x="2160" y="378"/>
                  </a:lnTo>
                  <a:lnTo>
                    <a:pt x="2163" y="378"/>
                  </a:lnTo>
                  <a:lnTo>
                    <a:pt x="2167" y="378"/>
                  </a:lnTo>
                  <a:lnTo>
                    <a:pt x="2171" y="374"/>
                  </a:lnTo>
                  <a:lnTo>
                    <a:pt x="2174" y="371"/>
                  </a:lnTo>
                  <a:lnTo>
                    <a:pt x="2178" y="371"/>
                  </a:lnTo>
                  <a:lnTo>
                    <a:pt x="2181" y="367"/>
                  </a:lnTo>
                  <a:lnTo>
                    <a:pt x="2185" y="363"/>
                  </a:lnTo>
                  <a:lnTo>
                    <a:pt x="2189" y="360"/>
                  </a:lnTo>
                  <a:lnTo>
                    <a:pt x="2189" y="356"/>
                  </a:lnTo>
                  <a:lnTo>
                    <a:pt x="2192" y="353"/>
                  </a:lnTo>
                  <a:lnTo>
                    <a:pt x="2192" y="349"/>
                  </a:lnTo>
                  <a:lnTo>
                    <a:pt x="2196" y="345"/>
                  </a:lnTo>
                  <a:lnTo>
                    <a:pt x="2199" y="342"/>
                  </a:lnTo>
                  <a:lnTo>
                    <a:pt x="2199" y="338"/>
                  </a:lnTo>
                  <a:lnTo>
                    <a:pt x="2199" y="335"/>
                  </a:lnTo>
                  <a:lnTo>
                    <a:pt x="2203" y="331"/>
                  </a:lnTo>
                  <a:lnTo>
                    <a:pt x="2207" y="327"/>
                  </a:lnTo>
                  <a:lnTo>
                    <a:pt x="2207" y="324"/>
                  </a:lnTo>
                  <a:lnTo>
                    <a:pt x="2207" y="320"/>
                  </a:lnTo>
                  <a:lnTo>
                    <a:pt x="2210" y="317"/>
                  </a:lnTo>
                  <a:lnTo>
                    <a:pt x="2210" y="313"/>
                  </a:lnTo>
                  <a:lnTo>
                    <a:pt x="2210" y="309"/>
                  </a:lnTo>
                  <a:lnTo>
                    <a:pt x="2214" y="306"/>
                  </a:lnTo>
                  <a:lnTo>
                    <a:pt x="2214" y="302"/>
                  </a:lnTo>
                  <a:lnTo>
                    <a:pt x="2217" y="299"/>
                  </a:lnTo>
                  <a:lnTo>
                    <a:pt x="2217" y="295"/>
                  </a:lnTo>
                  <a:lnTo>
                    <a:pt x="2217" y="291"/>
                  </a:lnTo>
                  <a:lnTo>
                    <a:pt x="2221" y="288"/>
                  </a:lnTo>
                  <a:lnTo>
                    <a:pt x="2221" y="284"/>
                  </a:lnTo>
                  <a:lnTo>
                    <a:pt x="2225" y="281"/>
                  </a:lnTo>
                  <a:lnTo>
                    <a:pt x="2225" y="277"/>
                  </a:lnTo>
                  <a:lnTo>
                    <a:pt x="2225" y="273"/>
                  </a:lnTo>
                  <a:lnTo>
                    <a:pt x="2228" y="266"/>
                  </a:lnTo>
                  <a:lnTo>
                    <a:pt x="2228" y="263"/>
                  </a:lnTo>
                  <a:lnTo>
                    <a:pt x="2232" y="259"/>
                  </a:lnTo>
                  <a:lnTo>
                    <a:pt x="2232" y="255"/>
                  </a:lnTo>
                  <a:lnTo>
                    <a:pt x="2232" y="252"/>
                  </a:lnTo>
                  <a:lnTo>
                    <a:pt x="2235" y="248"/>
                  </a:lnTo>
                  <a:lnTo>
                    <a:pt x="2235" y="245"/>
                  </a:lnTo>
                  <a:lnTo>
                    <a:pt x="2235" y="241"/>
                  </a:lnTo>
                  <a:lnTo>
                    <a:pt x="2239" y="234"/>
                  </a:lnTo>
                  <a:lnTo>
                    <a:pt x="2239" y="230"/>
                  </a:lnTo>
                  <a:lnTo>
                    <a:pt x="2243" y="227"/>
                  </a:lnTo>
                  <a:lnTo>
                    <a:pt x="2243" y="223"/>
                  </a:lnTo>
                  <a:lnTo>
                    <a:pt x="2243" y="219"/>
                  </a:lnTo>
                  <a:lnTo>
                    <a:pt x="2246" y="216"/>
                  </a:lnTo>
                  <a:lnTo>
                    <a:pt x="2246" y="212"/>
                  </a:lnTo>
                  <a:lnTo>
                    <a:pt x="2250" y="209"/>
                  </a:lnTo>
                  <a:lnTo>
                    <a:pt x="2250" y="205"/>
                  </a:lnTo>
                  <a:lnTo>
                    <a:pt x="2250" y="201"/>
                  </a:lnTo>
                  <a:lnTo>
                    <a:pt x="2253" y="194"/>
                  </a:lnTo>
                  <a:lnTo>
                    <a:pt x="2253" y="191"/>
                  </a:lnTo>
                  <a:lnTo>
                    <a:pt x="2253" y="187"/>
                  </a:lnTo>
                  <a:lnTo>
                    <a:pt x="2257" y="183"/>
                  </a:lnTo>
                  <a:lnTo>
                    <a:pt x="2257" y="180"/>
                  </a:lnTo>
                  <a:lnTo>
                    <a:pt x="2261" y="176"/>
                  </a:lnTo>
                  <a:lnTo>
                    <a:pt x="2261" y="173"/>
                  </a:lnTo>
                  <a:lnTo>
                    <a:pt x="2264" y="169"/>
                  </a:lnTo>
                  <a:lnTo>
                    <a:pt x="2264" y="165"/>
                  </a:lnTo>
                  <a:lnTo>
                    <a:pt x="2268" y="162"/>
                  </a:lnTo>
                  <a:lnTo>
                    <a:pt x="2268" y="158"/>
                  </a:lnTo>
                  <a:lnTo>
                    <a:pt x="2268" y="155"/>
                  </a:lnTo>
                  <a:lnTo>
                    <a:pt x="2271" y="151"/>
                  </a:lnTo>
                  <a:lnTo>
                    <a:pt x="2275" y="147"/>
                  </a:lnTo>
                  <a:lnTo>
                    <a:pt x="2275" y="144"/>
                  </a:lnTo>
                  <a:lnTo>
                    <a:pt x="2279" y="140"/>
                  </a:lnTo>
                  <a:lnTo>
                    <a:pt x="2279" y="137"/>
                  </a:lnTo>
                  <a:lnTo>
                    <a:pt x="2282" y="133"/>
                  </a:lnTo>
                  <a:lnTo>
                    <a:pt x="2286" y="129"/>
                  </a:lnTo>
                  <a:lnTo>
                    <a:pt x="2286" y="126"/>
                  </a:lnTo>
                  <a:lnTo>
                    <a:pt x="2289" y="122"/>
                  </a:lnTo>
                  <a:lnTo>
                    <a:pt x="2293" y="119"/>
                  </a:lnTo>
                  <a:lnTo>
                    <a:pt x="2297" y="119"/>
                  </a:lnTo>
                  <a:lnTo>
                    <a:pt x="2300" y="115"/>
                  </a:lnTo>
                  <a:lnTo>
                    <a:pt x="2304" y="115"/>
                  </a:lnTo>
                  <a:lnTo>
                    <a:pt x="2307" y="119"/>
                  </a:lnTo>
                  <a:lnTo>
                    <a:pt x="2311" y="119"/>
                  </a:lnTo>
                  <a:lnTo>
                    <a:pt x="2315" y="122"/>
                  </a:lnTo>
                  <a:lnTo>
                    <a:pt x="2318" y="126"/>
                  </a:lnTo>
                  <a:lnTo>
                    <a:pt x="2322" y="129"/>
                  </a:lnTo>
                  <a:lnTo>
                    <a:pt x="2325" y="133"/>
                  </a:lnTo>
                  <a:lnTo>
                    <a:pt x="2325" y="137"/>
                  </a:lnTo>
                  <a:lnTo>
                    <a:pt x="2329" y="140"/>
                  </a:lnTo>
                  <a:lnTo>
                    <a:pt x="2329" y="144"/>
                  </a:lnTo>
                  <a:lnTo>
                    <a:pt x="2333" y="147"/>
                  </a:lnTo>
                  <a:lnTo>
                    <a:pt x="2336" y="151"/>
                  </a:lnTo>
                  <a:lnTo>
                    <a:pt x="2336" y="155"/>
                  </a:lnTo>
                  <a:lnTo>
                    <a:pt x="2336" y="158"/>
                  </a:lnTo>
                  <a:lnTo>
                    <a:pt x="2340" y="162"/>
                  </a:lnTo>
                  <a:lnTo>
                    <a:pt x="2340" y="165"/>
                  </a:lnTo>
                  <a:lnTo>
                    <a:pt x="2340" y="169"/>
                  </a:lnTo>
                  <a:lnTo>
                    <a:pt x="2343" y="173"/>
                  </a:lnTo>
                  <a:lnTo>
                    <a:pt x="2343" y="176"/>
                  </a:lnTo>
                  <a:lnTo>
                    <a:pt x="2347" y="180"/>
                  </a:lnTo>
                  <a:lnTo>
                    <a:pt x="2347" y="187"/>
                  </a:lnTo>
                  <a:lnTo>
                    <a:pt x="2347" y="191"/>
                  </a:lnTo>
                  <a:lnTo>
                    <a:pt x="2351" y="194"/>
                  </a:lnTo>
                  <a:lnTo>
                    <a:pt x="2351" y="198"/>
                  </a:lnTo>
                  <a:lnTo>
                    <a:pt x="2354" y="201"/>
                  </a:lnTo>
                  <a:lnTo>
                    <a:pt x="2354" y="209"/>
                  </a:lnTo>
                  <a:lnTo>
                    <a:pt x="2354" y="212"/>
                  </a:lnTo>
                  <a:lnTo>
                    <a:pt x="2358" y="216"/>
                  </a:lnTo>
                  <a:lnTo>
                    <a:pt x="2358" y="219"/>
                  </a:lnTo>
                  <a:lnTo>
                    <a:pt x="2361" y="227"/>
                  </a:lnTo>
                  <a:lnTo>
                    <a:pt x="2361" y="230"/>
                  </a:lnTo>
                  <a:lnTo>
                    <a:pt x="2361" y="234"/>
                  </a:lnTo>
                  <a:lnTo>
                    <a:pt x="2365" y="241"/>
                  </a:lnTo>
                  <a:lnTo>
                    <a:pt x="2365" y="245"/>
                  </a:lnTo>
                  <a:lnTo>
                    <a:pt x="2365" y="248"/>
                  </a:lnTo>
                  <a:lnTo>
                    <a:pt x="2369" y="255"/>
                  </a:lnTo>
                  <a:lnTo>
                    <a:pt x="2369" y="259"/>
                  </a:lnTo>
                  <a:lnTo>
                    <a:pt x="2372" y="266"/>
                  </a:lnTo>
                  <a:lnTo>
                    <a:pt x="2372" y="270"/>
                  </a:lnTo>
                  <a:lnTo>
                    <a:pt x="2372" y="273"/>
                  </a:lnTo>
                  <a:lnTo>
                    <a:pt x="2376" y="281"/>
                  </a:lnTo>
                  <a:lnTo>
                    <a:pt x="2376" y="284"/>
                  </a:lnTo>
                  <a:lnTo>
                    <a:pt x="2379" y="291"/>
                  </a:lnTo>
                  <a:lnTo>
                    <a:pt x="2379" y="295"/>
                  </a:lnTo>
                  <a:lnTo>
                    <a:pt x="2379" y="302"/>
                  </a:lnTo>
                  <a:lnTo>
                    <a:pt x="2383" y="306"/>
                  </a:lnTo>
                  <a:lnTo>
                    <a:pt x="2383" y="309"/>
                  </a:lnTo>
                  <a:lnTo>
                    <a:pt x="2383" y="317"/>
                  </a:lnTo>
                  <a:lnTo>
                    <a:pt x="2387" y="320"/>
                  </a:lnTo>
                  <a:lnTo>
                    <a:pt x="2387" y="327"/>
                  </a:lnTo>
                  <a:lnTo>
                    <a:pt x="2390" y="331"/>
                  </a:lnTo>
                  <a:lnTo>
                    <a:pt x="2390" y="335"/>
                  </a:lnTo>
                  <a:lnTo>
                    <a:pt x="2390" y="342"/>
                  </a:lnTo>
                  <a:lnTo>
                    <a:pt x="2394" y="345"/>
                  </a:lnTo>
                  <a:lnTo>
                    <a:pt x="2394" y="349"/>
                  </a:lnTo>
                  <a:lnTo>
                    <a:pt x="2397" y="356"/>
                  </a:lnTo>
                  <a:lnTo>
                    <a:pt x="2397" y="360"/>
                  </a:lnTo>
                  <a:lnTo>
                    <a:pt x="2397" y="363"/>
                  </a:lnTo>
                  <a:lnTo>
                    <a:pt x="2401" y="367"/>
                  </a:lnTo>
                  <a:lnTo>
                    <a:pt x="2401" y="374"/>
                  </a:lnTo>
                  <a:lnTo>
                    <a:pt x="2405" y="378"/>
                  </a:lnTo>
                  <a:lnTo>
                    <a:pt x="2405" y="381"/>
                  </a:lnTo>
                  <a:lnTo>
                    <a:pt x="2405" y="385"/>
                  </a:lnTo>
                  <a:lnTo>
                    <a:pt x="2408" y="389"/>
                  </a:lnTo>
                  <a:lnTo>
                    <a:pt x="2408" y="392"/>
                  </a:lnTo>
                  <a:lnTo>
                    <a:pt x="2408" y="396"/>
                  </a:lnTo>
                  <a:lnTo>
                    <a:pt x="2412" y="399"/>
                  </a:lnTo>
                  <a:lnTo>
                    <a:pt x="2412" y="403"/>
                  </a:lnTo>
                  <a:lnTo>
                    <a:pt x="2415" y="407"/>
                  </a:lnTo>
                  <a:lnTo>
                    <a:pt x="2415" y="410"/>
                  </a:lnTo>
                  <a:lnTo>
                    <a:pt x="2415" y="414"/>
                  </a:lnTo>
                  <a:lnTo>
                    <a:pt x="2419" y="417"/>
                  </a:lnTo>
                  <a:lnTo>
                    <a:pt x="2423" y="421"/>
                  </a:lnTo>
                  <a:lnTo>
                    <a:pt x="2423" y="425"/>
                  </a:lnTo>
                  <a:lnTo>
                    <a:pt x="2426" y="428"/>
                  </a:lnTo>
                  <a:lnTo>
                    <a:pt x="2426" y="432"/>
                  </a:lnTo>
                  <a:lnTo>
                    <a:pt x="2430" y="435"/>
                  </a:lnTo>
                  <a:lnTo>
                    <a:pt x="2433" y="439"/>
                  </a:lnTo>
                  <a:lnTo>
                    <a:pt x="2437" y="443"/>
                  </a:lnTo>
                  <a:lnTo>
                    <a:pt x="2441" y="446"/>
                  </a:lnTo>
                  <a:lnTo>
                    <a:pt x="2444" y="446"/>
                  </a:lnTo>
                  <a:lnTo>
                    <a:pt x="2448" y="443"/>
                  </a:lnTo>
                  <a:lnTo>
                    <a:pt x="2451" y="439"/>
                  </a:lnTo>
                  <a:lnTo>
                    <a:pt x="2455" y="435"/>
                  </a:lnTo>
                  <a:lnTo>
                    <a:pt x="2459" y="432"/>
                  </a:lnTo>
                  <a:lnTo>
                    <a:pt x="2462" y="428"/>
                  </a:lnTo>
                  <a:lnTo>
                    <a:pt x="2466" y="425"/>
                  </a:lnTo>
                  <a:lnTo>
                    <a:pt x="2466" y="421"/>
                  </a:lnTo>
                  <a:lnTo>
                    <a:pt x="2466" y="417"/>
                  </a:lnTo>
                  <a:lnTo>
                    <a:pt x="2469" y="414"/>
                  </a:lnTo>
                  <a:lnTo>
                    <a:pt x="2469" y="410"/>
                  </a:lnTo>
                  <a:lnTo>
                    <a:pt x="2469" y="407"/>
                  </a:lnTo>
                  <a:lnTo>
                    <a:pt x="2473" y="403"/>
                  </a:lnTo>
                  <a:lnTo>
                    <a:pt x="2473" y="399"/>
                  </a:lnTo>
                  <a:lnTo>
                    <a:pt x="2477" y="396"/>
                  </a:lnTo>
                  <a:lnTo>
                    <a:pt x="2477" y="392"/>
                  </a:lnTo>
                  <a:lnTo>
                    <a:pt x="2477" y="389"/>
                  </a:lnTo>
                  <a:lnTo>
                    <a:pt x="2480" y="381"/>
                  </a:lnTo>
                  <a:lnTo>
                    <a:pt x="2480" y="378"/>
                  </a:lnTo>
                  <a:lnTo>
                    <a:pt x="2484" y="374"/>
                  </a:lnTo>
                  <a:lnTo>
                    <a:pt x="2484" y="367"/>
                  </a:lnTo>
                  <a:lnTo>
                    <a:pt x="2484" y="363"/>
                  </a:lnTo>
                  <a:lnTo>
                    <a:pt x="2487" y="360"/>
                  </a:lnTo>
                  <a:lnTo>
                    <a:pt x="2487" y="353"/>
                  </a:lnTo>
                  <a:lnTo>
                    <a:pt x="2491" y="349"/>
                  </a:lnTo>
                  <a:lnTo>
                    <a:pt x="2491" y="342"/>
                  </a:lnTo>
                  <a:lnTo>
                    <a:pt x="2491" y="335"/>
                  </a:lnTo>
                  <a:lnTo>
                    <a:pt x="2495" y="331"/>
                  </a:lnTo>
                  <a:lnTo>
                    <a:pt x="2495" y="324"/>
                  </a:lnTo>
                  <a:lnTo>
                    <a:pt x="2495" y="317"/>
                  </a:lnTo>
                  <a:lnTo>
                    <a:pt x="2498" y="313"/>
                  </a:lnTo>
                  <a:lnTo>
                    <a:pt x="2498" y="306"/>
                  </a:lnTo>
                  <a:lnTo>
                    <a:pt x="2502" y="299"/>
                  </a:lnTo>
                  <a:lnTo>
                    <a:pt x="2502" y="291"/>
                  </a:lnTo>
                  <a:lnTo>
                    <a:pt x="2502" y="288"/>
                  </a:lnTo>
                  <a:lnTo>
                    <a:pt x="2505" y="281"/>
                  </a:lnTo>
                  <a:lnTo>
                    <a:pt x="2505" y="273"/>
                  </a:lnTo>
                  <a:lnTo>
                    <a:pt x="2509" y="266"/>
                  </a:lnTo>
                  <a:lnTo>
                    <a:pt x="2509" y="259"/>
                  </a:lnTo>
                  <a:lnTo>
                    <a:pt x="2509" y="252"/>
                  </a:lnTo>
                  <a:lnTo>
                    <a:pt x="2513" y="245"/>
                  </a:lnTo>
                  <a:lnTo>
                    <a:pt x="2513" y="241"/>
                  </a:lnTo>
                  <a:lnTo>
                    <a:pt x="2513" y="234"/>
                  </a:lnTo>
                  <a:lnTo>
                    <a:pt x="2516" y="227"/>
                  </a:lnTo>
                  <a:lnTo>
                    <a:pt x="2516" y="219"/>
                  </a:lnTo>
                  <a:lnTo>
                    <a:pt x="2520" y="212"/>
                  </a:lnTo>
                  <a:lnTo>
                    <a:pt x="2520" y="205"/>
                  </a:lnTo>
                  <a:lnTo>
                    <a:pt x="2520" y="198"/>
                  </a:lnTo>
                  <a:lnTo>
                    <a:pt x="2523" y="191"/>
                  </a:lnTo>
                  <a:lnTo>
                    <a:pt x="2523" y="183"/>
                  </a:lnTo>
                  <a:lnTo>
                    <a:pt x="2527" y="176"/>
                  </a:lnTo>
                  <a:lnTo>
                    <a:pt x="2527" y="173"/>
                  </a:lnTo>
                  <a:lnTo>
                    <a:pt x="2527" y="165"/>
                  </a:lnTo>
                  <a:lnTo>
                    <a:pt x="2531" y="158"/>
                  </a:lnTo>
                  <a:lnTo>
                    <a:pt x="2531" y="151"/>
                  </a:lnTo>
                  <a:lnTo>
                    <a:pt x="2534" y="144"/>
                  </a:lnTo>
                  <a:lnTo>
                    <a:pt x="2534" y="137"/>
                  </a:lnTo>
                  <a:lnTo>
                    <a:pt x="2534" y="129"/>
                  </a:lnTo>
                  <a:lnTo>
                    <a:pt x="2538" y="126"/>
                  </a:lnTo>
                  <a:lnTo>
                    <a:pt x="2538" y="119"/>
                  </a:lnTo>
                  <a:lnTo>
                    <a:pt x="2538" y="111"/>
                  </a:lnTo>
                  <a:lnTo>
                    <a:pt x="2541" y="108"/>
                  </a:lnTo>
                  <a:lnTo>
                    <a:pt x="2541" y="101"/>
                  </a:lnTo>
                  <a:lnTo>
                    <a:pt x="2545" y="93"/>
                  </a:lnTo>
                  <a:lnTo>
                    <a:pt x="2545" y="90"/>
                  </a:lnTo>
                  <a:lnTo>
                    <a:pt x="2545" y="83"/>
                  </a:lnTo>
                  <a:lnTo>
                    <a:pt x="2549" y="79"/>
                  </a:lnTo>
                  <a:lnTo>
                    <a:pt x="2549" y="72"/>
                  </a:lnTo>
                  <a:lnTo>
                    <a:pt x="2552" y="68"/>
                  </a:lnTo>
                  <a:lnTo>
                    <a:pt x="2552" y="61"/>
                  </a:lnTo>
                  <a:lnTo>
                    <a:pt x="2552" y="57"/>
                  </a:lnTo>
                  <a:lnTo>
                    <a:pt x="2556" y="54"/>
                  </a:lnTo>
                  <a:lnTo>
                    <a:pt x="2556" y="47"/>
                  </a:lnTo>
                  <a:lnTo>
                    <a:pt x="2556" y="43"/>
                  </a:lnTo>
                  <a:lnTo>
                    <a:pt x="2559" y="39"/>
                  </a:lnTo>
                  <a:lnTo>
                    <a:pt x="2559" y="36"/>
                  </a:lnTo>
                  <a:lnTo>
                    <a:pt x="2563" y="32"/>
                  </a:lnTo>
                  <a:lnTo>
                    <a:pt x="2563" y="29"/>
                  </a:lnTo>
                  <a:lnTo>
                    <a:pt x="2563" y="25"/>
                  </a:lnTo>
                  <a:lnTo>
                    <a:pt x="2567" y="21"/>
                  </a:lnTo>
                  <a:lnTo>
                    <a:pt x="2567" y="18"/>
                  </a:lnTo>
                  <a:lnTo>
                    <a:pt x="2570" y="14"/>
                  </a:lnTo>
                  <a:lnTo>
                    <a:pt x="2570" y="11"/>
                  </a:lnTo>
                  <a:lnTo>
                    <a:pt x="2574" y="7"/>
                  </a:lnTo>
                  <a:lnTo>
                    <a:pt x="2577" y="3"/>
                  </a:lnTo>
                  <a:lnTo>
                    <a:pt x="2581" y="0"/>
                  </a:lnTo>
                  <a:lnTo>
                    <a:pt x="2585" y="0"/>
                  </a:lnTo>
                  <a:lnTo>
                    <a:pt x="2588" y="3"/>
                  </a:lnTo>
                  <a:lnTo>
                    <a:pt x="2592" y="3"/>
                  </a:lnTo>
                  <a:lnTo>
                    <a:pt x="2595" y="7"/>
                  </a:lnTo>
                  <a:lnTo>
                    <a:pt x="2595" y="11"/>
                  </a:lnTo>
                  <a:lnTo>
                    <a:pt x="2599" y="14"/>
                  </a:lnTo>
                  <a:lnTo>
                    <a:pt x="2599" y="18"/>
                  </a:lnTo>
                  <a:lnTo>
                    <a:pt x="2603" y="21"/>
                  </a:lnTo>
                  <a:lnTo>
                    <a:pt x="2603" y="25"/>
                  </a:lnTo>
                  <a:lnTo>
                    <a:pt x="2606" y="29"/>
                  </a:lnTo>
                  <a:lnTo>
                    <a:pt x="2606" y="32"/>
                  </a:lnTo>
                  <a:lnTo>
                    <a:pt x="2606" y="39"/>
                  </a:lnTo>
                  <a:lnTo>
                    <a:pt x="2610" y="43"/>
                  </a:lnTo>
                  <a:lnTo>
                    <a:pt x="2610" y="47"/>
                  </a:lnTo>
                  <a:lnTo>
                    <a:pt x="2613" y="54"/>
                  </a:lnTo>
                  <a:lnTo>
                    <a:pt x="2613" y="57"/>
                  </a:lnTo>
                  <a:lnTo>
                    <a:pt x="2613" y="65"/>
                  </a:lnTo>
                  <a:lnTo>
                    <a:pt x="2617" y="68"/>
                  </a:lnTo>
                  <a:lnTo>
                    <a:pt x="2617" y="75"/>
                  </a:lnTo>
                  <a:lnTo>
                    <a:pt x="2621" y="83"/>
                  </a:lnTo>
                  <a:lnTo>
                    <a:pt x="2621" y="86"/>
                  </a:lnTo>
                  <a:lnTo>
                    <a:pt x="2621" y="93"/>
                  </a:lnTo>
                  <a:lnTo>
                    <a:pt x="2624" y="101"/>
                  </a:lnTo>
                  <a:lnTo>
                    <a:pt x="2624" y="108"/>
                  </a:lnTo>
                  <a:lnTo>
                    <a:pt x="2624" y="115"/>
                  </a:lnTo>
                  <a:lnTo>
                    <a:pt x="2628" y="122"/>
                  </a:lnTo>
                  <a:lnTo>
                    <a:pt x="2628" y="133"/>
                  </a:lnTo>
                  <a:lnTo>
                    <a:pt x="2631" y="140"/>
                  </a:lnTo>
                  <a:lnTo>
                    <a:pt x="2631" y="147"/>
                  </a:lnTo>
                  <a:lnTo>
                    <a:pt x="2631" y="158"/>
                  </a:lnTo>
                  <a:lnTo>
                    <a:pt x="2635" y="165"/>
                  </a:lnTo>
                  <a:lnTo>
                    <a:pt x="2635" y="173"/>
                  </a:lnTo>
                  <a:lnTo>
                    <a:pt x="2639" y="183"/>
                  </a:lnTo>
                  <a:lnTo>
                    <a:pt x="2639" y="191"/>
                  </a:lnTo>
                  <a:lnTo>
                    <a:pt x="2639" y="201"/>
                  </a:lnTo>
                  <a:lnTo>
                    <a:pt x="2642" y="212"/>
                  </a:lnTo>
                  <a:lnTo>
                    <a:pt x="2642" y="219"/>
                  </a:lnTo>
                  <a:lnTo>
                    <a:pt x="2642" y="230"/>
                  </a:lnTo>
                  <a:lnTo>
                    <a:pt x="2646" y="241"/>
                  </a:lnTo>
                  <a:lnTo>
                    <a:pt x="2646" y="248"/>
                  </a:lnTo>
                  <a:lnTo>
                    <a:pt x="2649" y="259"/>
                  </a:lnTo>
                  <a:lnTo>
                    <a:pt x="2649" y="270"/>
                  </a:lnTo>
                  <a:lnTo>
                    <a:pt x="2649" y="281"/>
                  </a:lnTo>
                  <a:lnTo>
                    <a:pt x="2653" y="291"/>
                  </a:lnTo>
                  <a:lnTo>
                    <a:pt x="2653" y="302"/>
                  </a:lnTo>
                  <a:lnTo>
                    <a:pt x="2657" y="313"/>
                  </a:lnTo>
                  <a:lnTo>
                    <a:pt x="2657" y="324"/>
                  </a:lnTo>
                  <a:lnTo>
                    <a:pt x="2657" y="331"/>
                  </a:lnTo>
                  <a:lnTo>
                    <a:pt x="2660" y="342"/>
                  </a:lnTo>
                  <a:lnTo>
                    <a:pt x="2660" y="353"/>
                  </a:lnTo>
                  <a:lnTo>
                    <a:pt x="2664" y="363"/>
                  </a:lnTo>
                  <a:lnTo>
                    <a:pt x="2664" y="374"/>
                  </a:lnTo>
                  <a:lnTo>
                    <a:pt x="2664" y="385"/>
                  </a:lnTo>
                  <a:lnTo>
                    <a:pt x="2667" y="396"/>
                  </a:lnTo>
                  <a:lnTo>
                    <a:pt x="2667" y="407"/>
                  </a:lnTo>
                  <a:lnTo>
                    <a:pt x="2667" y="417"/>
                  </a:lnTo>
                  <a:lnTo>
                    <a:pt x="2671" y="428"/>
                  </a:lnTo>
                  <a:lnTo>
                    <a:pt x="2671" y="439"/>
                  </a:lnTo>
                  <a:lnTo>
                    <a:pt x="2675" y="450"/>
                  </a:lnTo>
                  <a:lnTo>
                    <a:pt x="2675" y="461"/>
                  </a:lnTo>
                  <a:lnTo>
                    <a:pt x="2675" y="471"/>
                  </a:lnTo>
                  <a:lnTo>
                    <a:pt x="2678" y="479"/>
                  </a:lnTo>
                  <a:lnTo>
                    <a:pt x="2678" y="489"/>
                  </a:lnTo>
                  <a:lnTo>
                    <a:pt x="2682" y="500"/>
                  </a:lnTo>
                  <a:lnTo>
                    <a:pt x="2682" y="511"/>
                  </a:lnTo>
                  <a:lnTo>
                    <a:pt x="2682" y="522"/>
                  </a:lnTo>
                  <a:lnTo>
                    <a:pt x="2685" y="529"/>
                  </a:lnTo>
                  <a:lnTo>
                    <a:pt x="2685" y="540"/>
                  </a:lnTo>
                  <a:lnTo>
                    <a:pt x="2685" y="547"/>
                  </a:lnTo>
                  <a:lnTo>
                    <a:pt x="2689" y="558"/>
                  </a:lnTo>
                  <a:lnTo>
                    <a:pt x="2689" y="565"/>
                  </a:lnTo>
                  <a:lnTo>
                    <a:pt x="2693" y="576"/>
                  </a:lnTo>
                  <a:lnTo>
                    <a:pt x="2693" y="583"/>
                  </a:lnTo>
                  <a:lnTo>
                    <a:pt x="2693" y="590"/>
                  </a:lnTo>
                  <a:lnTo>
                    <a:pt x="2696" y="601"/>
                  </a:lnTo>
                  <a:lnTo>
                    <a:pt x="2696" y="608"/>
                  </a:lnTo>
                  <a:lnTo>
                    <a:pt x="2700" y="615"/>
                  </a:lnTo>
                  <a:lnTo>
                    <a:pt x="2700" y="623"/>
                  </a:lnTo>
                  <a:lnTo>
                    <a:pt x="2700" y="630"/>
                  </a:lnTo>
                  <a:lnTo>
                    <a:pt x="2703" y="637"/>
                  </a:lnTo>
                  <a:lnTo>
                    <a:pt x="2703" y="644"/>
                  </a:lnTo>
                  <a:lnTo>
                    <a:pt x="2707" y="648"/>
                  </a:lnTo>
                  <a:lnTo>
                    <a:pt x="2707" y="655"/>
                  </a:lnTo>
                  <a:lnTo>
                    <a:pt x="2707" y="659"/>
                  </a:lnTo>
                  <a:lnTo>
                    <a:pt x="2711" y="666"/>
                  </a:lnTo>
                  <a:lnTo>
                    <a:pt x="2711" y="669"/>
                  </a:lnTo>
                  <a:lnTo>
                    <a:pt x="2711" y="673"/>
                  </a:lnTo>
                  <a:lnTo>
                    <a:pt x="2714" y="680"/>
                  </a:lnTo>
                  <a:lnTo>
                    <a:pt x="2714" y="684"/>
                  </a:lnTo>
                  <a:lnTo>
                    <a:pt x="2718" y="687"/>
                  </a:lnTo>
                  <a:lnTo>
                    <a:pt x="2718" y="691"/>
                  </a:lnTo>
                  <a:lnTo>
                    <a:pt x="2721" y="695"/>
                  </a:lnTo>
                  <a:lnTo>
                    <a:pt x="2725" y="698"/>
                  </a:lnTo>
                  <a:lnTo>
                    <a:pt x="2729" y="698"/>
                  </a:lnTo>
                  <a:lnTo>
                    <a:pt x="2732" y="695"/>
                  </a:lnTo>
                  <a:lnTo>
                    <a:pt x="2736" y="691"/>
                  </a:lnTo>
                  <a:lnTo>
                    <a:pt x="2736" y="687"/>
                  </a:lnTo>
                  <a:lnTo>
                    <a:pt x="2739" y="684"/>
                  </a:lnTo>
                  <a:lnTo>
                    <a:pt x="2739" y="680"/>
                  </a:lnTo>
                  <a:lnTo>
                    <a:pt x="2743" y="677"/>
                  </a:lnTo>
                  <a:lnTo>
                    <a:pt x="2743" y="673"/>
                  </a:lnTo>
                  <a:lnTo>
                    <a:pt x="2743" y="666"/>
                  </a:lnTo>
                  <a:lnTo>
                    <a:pt x="2747" y="662"/>
                  </a:lnTo>
                  <a:lnTo>
                    <a:pt x="2747" y="655"/>
                  </a:lnTo>
                  <a:lnTo>
                    <a:pt x="2750" y="648"/>
                  </a:lnTo>
                  <a:lnTo>
                    <a:pt x="2750" y="64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7" name="Freeform 125"/>
            <p:cNvSpPr>
              <a:spLocks/>
            </p:cNvSpPr>
            <p:nvPr/>
          </p:nvSpPr>
          <p:spPr bwMode="auto">
            <a:xfrm>
              <a:off x="3499" y="1048"/>
              <a:ext cx="177" cy="2405"/>
            </a:xfrm>
            <a:custGeom>
              <a:avLst/>
              <a:gdLst/>
              <a:ahLst/>
              <a:cxnLst>
                <a:cxn ang="0">
                  <a:pos x="0" y="2397"/>
                </a:cxn>
                <a:cxn ang="0">
                  <a:pos x="4" y="2379"/>
                </a:cxn>
                <a:cxn ang="0">
                  <a:pos x="7" y="2361"/>
                </a:cxn>
                <a:cxn ang="0">
                  <a:pos x="11" y="2340"/>
                </a:cxn>
                <a:cxn ang="0">
                  <a:pos x="11" y="2315"/>
                </a:cxn>
                <a:cxn ang="0">
                  <a:pos x="15" y="2293"/>
                </a:cxn>
                <a:cxn ang="0">
                  <a:pos x="18" y="2264"/>
                </a:cxn>
                <a:cxn ang="0">
                  <a:pos x="22" y="2235"/>
                </a:cxn>
                <a:cxn ang="0">
                  <a:pos x="25" y="2203"/>
                </a:cxn>
                <a:cxn ang="0">
                  <a:pos x="25" y="2171"/>
                </a:cxn>
                <a:cxn ang="0">
                  <a:pos x="29" y="2138"/>
                </a:cxn>
                <a:cxn ang="0">
                  <a:pos x="33" y="2102"/>
                </a:cxn>
                <a:cxn ang="0">
                  <a:pos x="36" y="2063"/>
                </a:cxn>
                <a:cxn ang="0">
                  <a:pos x="36" y="2023"/>
                </a:cxn>
                <a:cxn ang="0">
                  <a:pos x="40" y="1983"/>
                </a:cxn>
                <a:cxn ang="0">
                  <a:pos x="43" y="1940"/>
                </a:cxn>
                <a:cxn ang="0">
                  <a:pos x="47" y="1897"/>
                </a:cxn>
                <a:cxn ang="0">
                  <a:pos x="47" y="1850"/>
                </a:cxn>
                <a:cxn ang="0">
                  <a:pos x="51" y="1803"/>
                </a:cxn>
                <a:cxn ang="0">
                  <a:pos x="54" y="1753"/>
                </a:cxn>
                <a:cxn ang="0">
                  <a:pos x="58" y="1706"/>
                </a:cxn>
                <a:cxn ang="0">
                  <a:pos x="61" y="1656"/>
                </a:cxn>
                <a:cxn ang="0">
                  <a:pos x="61" y="1602"/>
                </a:cxn>
                <a:cxn ang="0">
                  <a:pos x="65" y="1551"/>
                </a:cxn>
                <a:cxn ang="0">
                  <a:pos x="69" y="1497"/>
                </a:cxn>
                <a:cxn ang="0">
                  <a:pos x="72" y="1443"/>
                </a:cxn>
                <a:cxn ang="0">
                  <a:pos x="72" y="1389"/>
                </a:cxn>
                <a:cxn ang="0">
                  <a:pos x="76" y="1335"/>
                </a:cxn>
                <a:cxn ang="0">
                  <a:pos x="79" y="1281"/>
                </a:cxn>
                <a:cxn ang="0">
                  <a:pos x="83" y="1224"/>
                </a:cxn>
                <a:cxn ang="0">
                  <a:pos x="87" y="1170"/>
                </a:cxn>
                <a:cxn ang="0">
                  <a:pos x="87" y="1112"/>
                </a:cxn>
                <a:cxn ang="0">
                  <a:pos x="90" y="1058"/>
                </a:cxn>
                <a:cxn ang="0">
                  <a:pos x="94" y="1004"/>
                </a:cxn>
                <a:cxn ang="0">
                  <a:pos x="97" y="950"/>
                </a:cxn>
                <a:cxn ang="0">
                  <a:pos x="97" y="896"/>
                </a:cxn>
                <a:cxn ang="0">
                  <a:pos x="101" y="842"/>
                </a:cxn>
                <a:cxn ang="0">
                  <a:pos x="105" y="788"/>
                </a:cxn>
                <a:cxn ang="0">
                  <a:pos x="108" y="738"/>
                </a:cxn>
                <a:cxn ang="0">
                  <a:pos x="112" y="684"/>
                </a:cxn>
                <a:cxn ang="0">
                  <a:pos x="112" y="637"/>
                </a:cxn>
                <a:cxn ang="0">
                  <a:pos x="115" y="587"/>
                </a:cxn>
                <a:cxn ang="0">
                  <a:pos x="119" y="540"/>
                </a:cxn>
                <a:cxn ang="0">
                  <a:pos x="123" y="493"/>
                </a:cxn>
                <a:cxn ang="0">
                  <a:pos x="123" y="450"/>
                </a:cxn>
                <a:cxn ang="0">
                  <a:pos x="126" y="407"/>
                </a:cxn>
                <a:cxn ang="0">
                  <a:pos x="130" y="364"/>
                </a:cxn>
                <a:cxn ang="0">
                  <a:pos x="133" y="324"/>
                </a:cxn>
                <a:cxn ang="0">
                  <a:pos x="133" y="288"/>
                </a:cxn>
                <a:cxn ang="0">
                  <a:pos x="137" y="252"/>
                </a:cxn>
                <a:cxn ang="0">
                  <a:pos x="141" y="220"/>
                </a:cxn>
                <a:cxn ang="0">
                  <a:pos x="144" y="187"/>
                </a:cxn>
                <a:cxn ang="0">
                  <a:pos x="148" y="158"/>
                </a:cxn>
                <a:cxn ang="0">
                  <a:pos x="148" y="133"/>
                </a:cxn>
                <a:cxn ang="0">
                  <a:pos x="151" y="108"/>
                </a:cxn>
                <a:cxn ang="0">
                  <a:pos x="155" y="86"/>
                </a:cxn>
                <a:cxn ang="0">
                  <a:pos x="159" y="65"/>
                </a:cxn>
                <a:cxn ang="0">
                  <a:pos x="159" y="50"/>
                </a:cxn>
                <a:cxn ang="0">
                  <a:pos x="162" y="36"/>
                </a:cxn>
                <a:cxn ang="0">
                  <a:pos x="166" y="22"/>
                </a:cxn>
                <a:cxn ang="0">
                  <a:pos x="169" y="14"/>
                </a:cxn>
                <a:cxn ang="0">
                  <a:pos x="173" y="7"/>
                </a:cxn>
                <a:cxn ang="0">
                  <a:pos x="177" y="0"/>
                </a:cxn>
              </a:cxnLst>
              <a:rect l="0" t="0" r="r" b="b"/>
              <a:pathLst>
                <a:path w="177" h="2405">
                  <a:moveTo>
                    <a:pt x="0" y="2405"/>
                  </a:moveTo>
                  <a:lnTo>
                    <a:pt x="0" y="2397"/>
                  </a:lnTo>
                  <a:lnTo>
                    <a:pt x="4" y="2387"/>
                  </a:lnTo>
                  <a:lnTo>
                    <a:pt x="4" y="2379"/>
                  </a:lnTo>
                  <a:lnTo>
                    <a:pt x="4" y="2369"/>
                  </a:lnTo>
                  <a:lnTo>
                    <a:pt x="7" y="2361"/>
                  </a:lnTo>
                  <a:lnTo>
                    <a:pt x="7" y="2351"/>
                  </a:lnTo>
                  <a:lnTo>
                    <a:pt x="11" y="2340"/>
                  </a:lnTo>
                  <a:lnTo>
                    <a:pt x="11" y="2329"/>
                  </a:lnTo>
                  <a:lnTo>
                    <a:pt x="11" y="2315"/>
                  </a:lnTo>
                  <a:lnTo>
                    <a:pt x="15" y="2304"/>
                  </a:lnTo>
                  <a:lnTo>
                    <a:pt x="15" y="2293"/>
                  </a:lnTo>
                  <a:lnTo>
                    <a:pt x="18" y="2279"/>
                  </a:lnTo>
                  <a:lnTo>
                    <a:pt x="18" y="2264"/>
                  </a:lnTo>
                  <a:lnTo>
                    <a:pt x="18" y="2250"/>
                  </a:lnTo>
                  <a:lnTo>
                    <a:pt x="22" y="2235"/>
                  </a:lnTo>
                  <a:lnTo>
                    <a:pt x="22" y="2221"/>
                  </a:lnTo>
                  <a:lnTo>
                    <a:pt x="25" y="2203"/>
                  </a:lnTo>
                  <a:lnTo>
                    <a:pt x="25" y="2189"/>
                  </a:lnTo>
                  <a:lnTo>
                    <a:pt x="25" y="2171"/>
                  </a:lnTo>
                  <a:lnTo>
                    <a:pt x="29" y="2156"/>
                  </a:lnTo>
                  <a:lnTo>
                    <a:pt x="29" y="2138"/>
                  </a:lnTo>
                  <a:lnTo>
                    <a:pt x="29" y="2120"/>
                  </a:lnTo>
                  <a:lnTo>
                    <a:pt x="33" y="2102"/>
                  </a:lnTo>
                  <a:lnTo>
                    <a:pt x="33" y="2084"/>
                  </a:lnTo>
                  <a:lnTo>
                    <a:pt x="36" y="2063"/>
                  </a:lnTo>
                  <a:lnTo>
                    <a:pt x="36" y="2045"/>
                  </a:lnTo>
                  <a:lnTo>
                    <a:pt x="36" y="2023"/>
                  </a:lnTo>
                  <a:lnTo>
                    <a:pt x="40" y="2005"/>
                  </a:lnTo>
                  <a:lnTo>
                    <a:pt x="40" y="1983"/>
                  </a:lnTo>
                  <a:lnTo>
                    <a:pt x="43" y="1962"/>
                  </a:lnTo>
                  <a:lnTo>
                    <a:pt x="43" y="1940"/>
                  </a:lnTo>
                  <a:lnTo>
                    <a:pt x="43" y="1919"/>
                  </a:lnTo>
                  <a:lnTo>
                    <a:pt x="47" y="1897"/>
                  </a:lnTo>
                  <a:lnTo>
                    <a:pt x="47" y="1872"/>
                  </a:lnTo>
                  <a:lnTo>
                    <a:pt x="47" y="1850"/>
                  </a:lnTo>
                  <a:lnTo>
                    <a:pt x="51" y="1825"/>
                  </a:lnTo>
                  <a:lnTo>
                    <a:pt x="51" y="1803"/>
                  </a:lnTo>
                  <a:lnTo>
                    <a:pt x="54" y="1778"/>
                  </a:lnTo>
                  <a:lnTo>
                    <a:pt x="54" y="1753"/>
                  </a:lnTo>
                  <a:lnTo>
                    <a:pt x="54" y="1731"/>
                  </a:lnTo>
                  <a:lnTo>
                    <a:pt x="58" y="1706"/>
                  </a:lnTo>
                  <a:lnTo>
                    <a:pt x="58" y="1681"/>
                  </a:lnTo>
                  <a:lnTo>
                    <a:pt x="61" y="1656"/>
                  </a:lnTo>
                  <a:lnTo>
                    <a:pt x="61" y="1631"/>
                  </a:lnTo>
                  <a:lnTo>
                    <a:pt x="61" y="1602"/>
                  </a:lnTo>
                  <a:lnTo>
                    <a:pt x="65" y="1577"/>
                  </a:lnTo>
                  <a:lnTo>
                    <a:pt x="65" y="1551"/>
                  </a:lnTo>
                  <a:lnTo>
                    <a:pt x="69" y="1523"/>
                  </a:lnTo>
                  <a:lnTo>
                    <a:pt x="69" y="1497"/>
                  </a:lnTo>
                  <a:lnTo>
                    <a:pt x="69" y="1472"/>
                  </a:lnTo>
                  <a:lnTo>
                    <a:pt x="72" y="1443"/>
                  </a:lnTo>
                  <a:lnTo>
                    <a:pt x="72" y="1418"/>
                  </a:lnTo>
                  <a:lnTo>
                    <a:pt x="72" y="1389"/>
                  </a:lnTo>
                  <a:lnTo>
                    <a:pt x="76" y="1361"/>
                  </a:lnTo>
                  <a:lnTo>
                    <a:pt x="76" y="1335"/>
                  </a:lnTo>
                  <a:lnTo>
                    <a:pt x="79" y="1307"/>
                  </a:lnTo>
                  <a:lnTo>
                    <a:pt x="79" y="1281"/>
                  </a:lnTo>
                  <a:lnTo>
                    <a:pt x="79" y="1253"/>
                  </a:lnTo>
                  <a:lnTo>
                    <a:pt x="83" y="1224"/>
                  </a:lnTo>
                  <a:lnTo>
                    <a:pt x="83" y="1195"/>
                  </a:lnTo>
                  <a:lnTo>
                    <a:pt x="87" y="1170"/>
                  </a:lnTo>
                  <a:lnTo>
                    <a:pt x="87" y="1141"/>
                  </a:lnTo>
                  <a:lnTo>
                    <a:pt x="87" y="1112"/>
                  </a:lnTo>
                  <a:lnTo>
                    <a:pt x="90" y="1087"/>
                  </a:lnTo>
                  <a:lnTo>
                    <a:pt x="90" y="1058"/>
                  </a:lnTo>
                  <a:lnTo>
                    <a:pt x="90" y="1029"/>
                  </a:lnTo>
                  <a:lnTo>
                    <a:pt x="94" y="1004"/>
                  </a:lnTo>
                  <a:lnTo>
                    <a:pt x="94" y="975"/>
                  </a:lnTo>
                  <a:lnTo>
                    <a:pt x="97" y="950"/>
                  </a:lnTo>
                  <a:lnTo>
                    <a:pt x="97" y="921"/>
                  </a:lnTo>
                  <a:lnTo>
                    <a:pt x="97" y="896"/>
                  </a:lnTo>
                  <a:lnTo>
                    <a:pt x="101" y="867"/>
                  </a:lnTo>
                  <a:lnTo>
                    <a:pt x="101" y="842"/>
                  </a:lnTo>
                  <a:lnTo>
                    <a:pt x="105" y="813"/>
                  </a:lnTo>
                  <a:lnTo>
                    <a:pt x="105" y="788"/>
                  </a:lnTo>
                  <a:lnTo>
                    <a:pt x="105" y="763"/>
                  </a:lnTo>
                  <a:lnTo>
                    <a:pt x="108" y="738"/>
                  </a:lnTo>
                  <a:lnTo>
                    <a:pt x="108" y="709"/>
                  </a:lnTo>
                  <a:lnTo>
                    <a:pt x="112" y="684"/>
                  </a:lnTo>
                  <a:lnTo>
                    <a:pt x="112" y="659"/>
                  </a:lnTo>
                  <a:lnTo>
                    <a:pt x="112" y="637"/>
                  </a:lnTo>
                  <a:lnTo>
                    <a:pt x="115" y="612"/>
                  </a:lnTo>
                  <a:lnTo>
                    <a:pt x="115" y="587"/>
                  </a:lnTo>
                  <a:lnTo>
                    <a:pt x="115" y="562"/>
                  </a:lnTo>
                  <a:lnTo>
                    <a:pt x="119" y="540"/>
                  </a:lnTo>
                  <a:lnTo>
                    <a:pt x="119" y="515"/>
                  </a:lnTo>
                  <a:lnTo>
                    <a:pt x="123" y="493"/>
                  </a:lnTo>
                  <a:lnTo>
                    <a:pt x="123" y="472"/>
                  </a:lnTo>
                  <a:lnTo>
                    <a:pt x="123" y="450"/>
                  </a:lnTo>
                  <a:lnTo>
                    <a:pt x="126" y="428"/>
                  </a:lnTo>
                  <a:lnTo>
                    <a:pt x="126" y="407"/>
                  </a:lnTo>
                  <a:lnTo>
                    <a:pt x="130" y="385"/>
                  </a:lnTo>
                  <a:lnTo>
                    <a:pt x="130" y="364"/>
                  </a:lnTo>
                  <a:lnTo>
                    <a:pt x="130" y="346"/>
                  </a:lnTo>
                  <a:lnTo>
                    <a:pt x="133" y="324"/>
                  </a:lnTo>
                  <a:lnTo>
                    <a:pt x="133" y="306"/>
                  </a:lnTo>
                  <a:lnTo>
                    <a:pt x="133" y="288"/>
                  </a:lnTo>
                  <a:lnTo>
                    <a:pt x="137" y="270"/>
                  </a:lnTo>
                  <a:lnTo>
                    <a:pt x="137" y="252"/>
                  </a:lnTo>
                  <a:lnTo>
                    <a:pt x="141" y="234"/>
                  </a:lnTo>
                  <a:lnTo>
                    <a:pt x="141" y="220"/>
                  </a:lnTo>
                  <a:lnTo>
                    <a:pt x="141" y="202"/>
                  </a:lnTo>
                  <a:lnTo>
                    <a:pt x="144" y="187"/>
                  </a:lnTo>
                  <a:lnTo>
                    <a:pt x="144" y="173"/>
                  </a:lnTo>
                  <a:lnTo>
                    <a:pt x="148" y="158"/>
                  </a:lnTo>
                  <a:lnTo>
                    <a:pt x="148" y="144"/>
                  </a:lnTo>
                  <a:lnTo>
                    <a:pt x="148" y="133"/>
                  </a:lnTo>
                  <a:lnTo>
                    <a:pt x="151" y="119"/>
                  </a:lnTo>
                  <a:lnTo>
                    <a:pt x="151" y="108"/>
                  </a:lnTo>
                  <a:lnTo>
                    <a:pt x="155" y="97"/>
                  </a:lnTo>
                  <a:lnTo>
                    <a:pt x="155" y="86"/>
                  </a:lnTo>
                  <a:lnTo>
                    <a:pt x="155" y="76"/>
                  </a:lnTo>
                  <a:lnTo>
                    <a:pt x="159" y="65"/>
                  </a:lnTo>
                  <a:lnTo>
                    <a:pt x="159" y="58"/>
                  </a:lnTo>
                  <a:lnTo>
                    <a:pt x="159" y="50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6" y="29"/>
                  </a:lnTo>
                  <a:lnTo>
                    <a:pt x="166" y="22"/>
                  </a:lnTo>
                  <a:lnTo>
                    <a:pt x="166" y="18"/>
                  </a:lnTo>
                  <a:lnTo>
                    <a:pt x="169" y="14"/>
                  </a:lnTo>
                  <a:lnTo>
                    <a:pt x="169" y="11"/>
                  </a:lnTo>
                  <a:lnTo>
                    <a:pt x="173" y="7"/>
                  </a:lnTo>
                  <a:lnTo>
                    <a:pt x="173" y="4"/>
                  </a:lnTo>
                  <a:lnTo>
                    <a:pt x="177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8" name="Freeform 126"/>
            <p:cNvSpPr>
              <a:spLocks/>
            </p:cNvSpPr>
            <p:nvPr/>
          </p:nvSpPr>
          <p:spPr bwMode="auto">
            <a:xfrm>
              <a:off x="3676" y="1048"/>
              <a:ext cx="1533" cy="2462"/>
            </a:xfrm>
            <a:custGeom>
              <a:avLst/>
              <a:gdLst/>
              <a:ahLst/>
              <a:cxnLst>
                <a:cxn ang="0">
                  <a:pos x="18" y="58"/>
                </a:cxn>
                <a:cxn ang="0">
                  <a:pos x="36" y="202"/>
                </a:cxn>
                <a:cxn ang="0">
                  <a:pos x="50" y="428"/>
                </a:cxn>
                <a:cxn ang="0">
                  <a:pos x="68" y="709"/>
                </a:cxn>
                <a:cxn ang="0">
                  <a:pos x="86" y="1029"/>
                </a:cxn>
                <a:cxn ang="0">
                  <a:pos x="100" y="1361"/>
                </a:cxn>
                <a:cxn ang="0">
                  <a:pos x="118" y="1681"/>
                </a:cxn>
                <a:cxn ang="0">
                  <a:pos x="136" y="1962"/>
                </a:cxn>
                <a:cxn ang="0">
                  <a:pos x="151" y="2189"/>
                </a:cxn>
                <a:cxn ang="0">
                  <a:pos x="169" y="2351"/>
                </a:cxn>
                <a:cxn ang="0">
                  <a:pos x="187" y="2441"/>
                </a:cxn>
                <a:cxn ang="0">
                  <a:pos x="212" y="2444"/>
                </a:cxn>
                <a:cxn ang="0">
                  <a:pos x="230" y="2372"/>
                </a:cxn>
                <a:cxn ang="0">
                  <a:pos x="248" y="2264"/>
                </a:cxn>
                <a:cxn ang="0">
                  <a:pos x="262" y="2138"/>
                </a:cxn>
                <a:cxn ang="0">
                  <a:pos x="280" y="2012"/>
                </a:cxn>
                <a:cxn ang="0">
                  <a:pos x="298" y="1904"/>
                </a:cxn>
                <a:cxn ang="0">
                  <a:pos x="313" y="1821"/>
                </a:cxn>
                <a:cxn ang="0">
                  <a:pos x="334" y="1771"/>
                </a:cxn>
                <a:cxn ang="0">
                  <a:pos x="367" y="1796"/>
                </a:cxn>
                <a:cxn ang="0">
                  <a:pos x="381" y="1854"/>
                </a:cxn>
                <a:cxn ang="0">
                  <a:pos x="399" y="1929"/>
                </a:cxn>
                <a:cxn ang="0">
                  <a:pos x="414" y="2009"/>
                </a:cxn>
                <a:cxn ang="0">
                  <a:pos x="432" y="2088"/>
                </a:cxn>
                <a:cxn ang="0">
                  <a:pos x="450" y="2153"/>
                </a:cxn>
                <a:cxn ang="0">
                  <a:pos x="468" y="2196"/>
                </a:cxn>
                <a:cxn ang="0">
                  <a:pos x="507" y="2185"/>
                </a:cxn>
                <a:cxn ang="0">
                  <a:pos x="525" y="2142"/>
                </a:cxn>
                <a:cxn ang="0">
                  <a:pos x="540" y="2084"/>
                </a:cxn>
                <a:cxn ang="0">
                  <a:pos x="558" y="2023"/>
                </a:cxn>
                <a:cxn ang="0">
                  <a:pos x="576" y="1965"/>
                </a:cxn>
                <a:cxn ang="0">
                  <a:pos x="590" y="1919"/>
                </a:cxn>
                <a:cxn ang="0">
                  <a:pos x="622" y="1879"/>
                </a:cxn>
                <a:cxn ang="0">
                  <a:pos x="655" y="1915"/>
                </a:cxn>
                <a:cxn ang="0">
                  <a:pos x="673" y="1958"/>
                </a:cxn>
                <a:cxn ang="0">
                  <a:pos x="691" y="2009"/>
                </a:cxn>
                <a:cxn ang="0">
                  <a:pos x="709" y="2055"/>
                </a:cxn>
                <a:cxn ang="0">
                  <a:pos x="727" y="2099"/>
                </a:cxn>
                <a:cxn ang="0">
                  <a:pos x="756" y="2138"/>
                </a:cxn>
                <a:cxn ang="0">
                  <a:pos x="795" y="2113"/>
                </a:cxn>
                <a:cxn ang="0">
                  <a:pos x="817" y="2070"/>
                </a:cxn>
                <a:cxn ang="0">
                  <a:pos x="835" y="2027"/>
                </a:cxn>
                <a:cxn ang="0">
                  <a:pos x="853" y="1983"/>
                </a:cxn>
                <a:cxn ang="0">
                  <a:pos x="878" y="1940"/>
                </a:cxn>
                <a:cxn ang="0">
                  <a:pos x="921" y="1933"/>
                </a:cxn>
                <a:cxn ang="0">
                  <a:pos x="954" y="1976"/>
                </a:cxn>
                <a:cxn ang="0">
                  <a:pos x="975" y="2019"/>
                </a:cxn>
                <a:cxn ang="0">
                  <a:pos x="997" y="2063"/>
                </a:cxn>
                <a:cxn ang="0">
                  <a:pos x="1029" y="2106"/>
                </a:cxn>
                <a:cxn ang="0">
                  <a:pos x="1072" y="2091"/>
                </a:cxn>
                <a:cxn ang="0">
                  <a:pos x="1101" y="2048"/>
                </a:cxn>
                <a:cxn ang="0">
                  <a:pos x="1126" y="2005"/>
                </a:cxn>
                <a:cxn ang="0">
                  <a:pos x="1155" y="1962"/>
                </a:cxn>
                <a:cxn ang="0">
                  <a:pos x="1198" y="1955"/>
                </a:cxn>
                <a:cxn ang="0">
                  <a:pos x="1238" y="1994"/>
                </a:cxn>
                <a:cxn ang="0">
                  <a:pos x="1263" y="2037"/>
                </a:cxn>
                <a:cxn ang="0">
                  <a:pos x="1296" y="2081"/>
                </a:cxn>
                <a:cxn ang="0">
                  <a:pos x="1339" y="2088"/>
                </a:cxn>
                <a:cxn ang="0">
                  <a:pos x="1378" y="2048"/>
                </a:cxn>
                <a:cxn ang="0">
                  <a:pos x="1407" y="2005"/>
                </a:cxn>
                <a:cxn ang="0">
                  <a:pos x="1447" y="1965"/>
                </a:cxn>
                <a:cxn ang="0">
                  <a:pos x="1490" y="1976"/>
                </a:cxn>
                <a:cxn ang="0">
                  <a:pos x="1526" y="2016"/>
                </a:cxn>
              </a:cxnLst>
              <a:rect l="0" t="0" r="r" b="b"/>
              <a:pathLst>
                <a:path w="1533" h="2462">
                  <a:moveTo>
                    <a:pt x="0" y="0"/>
                  </a:moveTo>
                  <a:lnTo>
                    <a:pt x="3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4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21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32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9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7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4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5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82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3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100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8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1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8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6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9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6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4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51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4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62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9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2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7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12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30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7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5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3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80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1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8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6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9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6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4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7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4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60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7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0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5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8" y="1875"/>
                  </a:lnTo>
                  <a:lnTo>
                    <a:pt x="388" y="1883"/>
                  </a:lnTo>
                  <a:lnTo>
                    <a:pt x="392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403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10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4" y="2052"/>
                  </a:lnTo>
                  <a:lnTo>
                    <a:pt x="424" y="2055"/>
                  </a:lnTo>
                  <a:lnTo>
                    <a:pt x="428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5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2" y="2127"/>
                  </a:lnTo>
                  <a:lnTo>
                    <a:pt x="442" y="2131"/>
                  </a:lnTo>
                  <a:lnTo>
                    <a:pt x="446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3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0" y="2181"/>
                  </a:lnTo>
                  <a:lnTo>
                    <a:pt x="460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8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4" y="2171"/>
                  </a:lnTo>
                  <a:lnTo>
                    <a:pt x="514" y="2167"/>
                  </a:lnTo>
                  <a:lnTo>
                    <a:pt x="514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22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5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32" y="2120"/>
                  </a:lnTo>
                  <a:lnTo>
                    <a:pt x="532" y="2113"/>
                  </a:lnTo>
                  <a:lnTo>
                    <a:pt x="532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40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3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0" y="2055"/>
                  </a:lnTo>
                  <a:lnTo>
                    <a:pt x="550" y="2048"/>
                  </a:lnTo>
                  <a:lnTo>
                    <a:pt x="550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8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5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8" y="1991"/>
                  </a:lnTo>
                  <a:lnTo>
                    <a:pt x="568" y="1983"/>
                  </a:lnTo>
                  <a:lnTo>
                    <a:pt x="568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6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83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6" y="1933"/>
                  </a:lnTo>
                  <a:lnTo>
                    <a:pt x="586" y="1929"/>
                  </a:lnTo>
                  <a:lnTo>
                    <a:pt x="586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601" y="1904"/>
                  </a:lnTo>
                  <a:lnTo>
                    <a:pt x="601" y="1901"/>
                  </a:lnTo>
                  <a:lnTo>
                    <a:pt x="604" y="1897"/>
                  </a:lnTo>
                  <a:lnTo>
                    <a:pt x="608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3"/>
                  </a:lnTo>
                  <a:lnTo>
                    <a:pt x="637" y="1886"/>
                  </a:lnTo>
                  <a:lnTo>
                    <a:pt x="640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8" y="1919"/>
                  </a:lnTo>
                  <a:lnTo>
                    <a:pt x="658" y="1922"/>
                  </a:lnTo>
                  <a:lnTo>
                    <a:pt x="662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9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6" y="1965"/>
                  </a:lnTo>
                  <a:lnTo>
                    <a:pt x="676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7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4" y="2012"/>
                  </a:lnTo>
                  <a:lnTo>
                    <a:pt x="694" y="2016"/>
                  </a:lnTo>
                  <a:lnTo>
                    <a:pt x="694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5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12" y="2063"/>
                  </a:lnTo>
                  <a:lnTo>
                    <a:pt x="712" y="2066"/>
                  </a:lnTo>
                  <a:lnTo>
                    <a:pt x="712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3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30" y="2106"/>
                  </a:lnTo>
                  <a:lnTo>
                    <a:pt x="730" y="2109"/>
                  </a:lnTo>
                  <a:lnTo>
                    <a:pt x="734" y="2113"/>
                  </a:lnTo>
                  <a:lnTo>
                    <a:pt x="738" y="2117"/>
                  </a:lnTo>
                  <a:lnTo>
                    <a:pt x="738" y="2120"/>
                  </a:lnTo>
                  <a:lnTo>
                    <a:pt x="741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2" y="2102"/>
                  </a:lnTo>
                  <a:lnTo>
                    <a:pt x="806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7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0" y="2063"/>
                  </a:lnTo>
                  <a:lnTo>
                    <a:pt x="824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8" y="2019"/>
                  </a:lnTo>
                  <a:lnTo>
                    <a:pt x="838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9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6" y="1980"/>
                  </a:lnTo>
                  <a:lnTo>
                    <a:pt x="856" y="1976"/>
                  </a:lnTo>
                  <a:lnTo>
                    <a:pt x="860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7" y="1962"/>
                  </a:lnTo>
                  <a:lnTo>
                    <a:pt x="867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4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9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6" y="1962"/>
                  </a:lnTo>
                  <a:lnTo>
                    <a:pt x="946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4" y="1976"/>
                  </a:lnTo>
                  <a:lnTo>
                    <a:pt x="954" y="1980"/>
                  </a:lnTo>
                  <a:lnTo>
                    <a:pt x="957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4" y="1998"/>
                  </a:lnTo>
                  <a:lnTo>
                    <a:pt x="964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72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9" y="2027"/>
                  </a:lnTo>
                  <a:lnTo>
                    <a:pt x="979" y="2030"/>
                  </a:lnTo>
                  <a:lnTo>
                    <a:pt x="982" y="2034"/>
                  </a:lnTo>
                  <a:lnTo>
                    <a:pt x="982" y="2037"/>
                  </a:lnTo>
                  <a:lnTo>
                    <a:pt x="982" y="2041"/>
                  </a:lnTo>
                  <a:lnTo>
                    <a:pt x="986" y="2045"/>
                  </a:lnTo>
                  <a:lnTo>
                    <a:pt x="990" y="2048"/>
                  </a:lnTo>
                  <a:lnTo>
                    <a:pt x="990" y="2052"/>
                  </a:lnTo>
                  <a:lnTo>
                    <a:pt x="993" y="2055"/>
                  </a:lnTo>
                  <a:lnTo>
                    <a:pt x="993" y="2059"/>
                  </a:lnTo>
                  <a:lnTo>
                    <a:pt x="997" y="2063"/>
                  </a:lnTo>
                  <a:lnTo>
                    <a:pt x="997" y="2066"/>
                  </a:lnTo>
                  <a:lnTo>
                    <a:pt x="1000" y="2070"/>
                  </a:lnTo>
                  <a:lnTo>
                    <a:pt x="1000" y="2073"/>
                  </a:lnTo>
                  <a:lnTo>
                    <a:pt x="1004" y="2077"/>
                  </a:lnTo>
                  <a:lnTo>
                    <a:pt x="1008" y="2081"/>
                  </a:lnTo>
                  <a:lnTo>
                    <a:pt x="1008" y="2084"/>
                  </a:lnTo>
                  <a:lnTo>
                    <a:pt x="1011" y="2088"/>
                  </a:lnTo>
                  <a:lnTo>
                    <a:pt x="1015" y="2091"/>
                  </a:lnTo>
                  <a:lnTo>
                    <a:pt x="1018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6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9"/>
                  </a:lnTo>
                  <a:lnTo>
                    <a:pt x="1054" y="2106"/>
                  </a:lnTo>
                  <a:lnTo>
                    <a:pt x="1058" y="2106"/>
                  </a:lnTo>
                  <a:lnTo>
                    <a:pt x="1062" y="2102"/>
                  </a:lnTo>
                  <a:lnTo>
                    <a:pt x="1065" y="2099"/>
                  </a:lnTo>
                  <a:lnTo>
                    <a:pt x="1069" y="2095"/>
                  </a:lnTo>
                  <a:lnTo>
                    <a:pt x="1072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3" y="2081"/>
                  </a:lnTo>
                  <a:lnTo>
                    <a:pt x="1083" y="2077"/>
                  </a:lnTo>
                  <a:lnTo>
                    <a:pt x="1087" y="2073"/>
                  </a:lnTo>
                  <a:lnTo>
                    <a:pt x="1090" y="2070"/>
                  </a:lnTo>
                  <a:lnTo>
                    <a:pt x="1090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101" y="2052"/>
                  </a:lnTo>
                  <a:lnTo>
                    <a:pt x="1101" y="2048"/>
                  </a:lnTo>
                  <a:lnTo>
                    <a:pt x="1105" y="2045"/>
                  </a:lnTo>
                  <a:lnTo>
                    <a:pt x="1105" y="2041"/>
                  </a:lnTo>
                  <a:lnTo>
                    <a:pt x="1108" y="2037"/>
                  </a:lnTo>
                  <a:lnTo>
                    <a:pt x="1108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9" y="2019"/>
                  </a:lnTo>
                  <a:lnTo>
                    <a:pt x="1119" y="2016"/>
                  </a:lnTo>
                  <a:lnTo>
                    <a:pt x="1123" y="2012"/>
                  </a:lnTo>
                  <a:lnTo>
                    <a:pt x="1123" y="2009"/>
                  </a:lnTo>
                  <a:lnTo>
                    <a:pt x="1126" y="2005"/>
                  </a:lnTo>
                  <a:lnTo>
                    <a:pt x="1126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7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4" y="1976"/>
                  </a:lnTo>
                  <a:lnTo>
                    <a:pt x="1148" y="1973"/>
                  </a:lnTo>
                  <a:lnTo>
                    <a:pt x="1152" y="1969"/>
                  </a:lnTo>
                  <a:lnTo>
                    <a:pt x="1155" y="1965"/>
                  </a:lnTo>
                  <a:lnTo>
                    <a:pt x="1155" y="1962"/>
                  </a:lnTo>
                  <a:lnTo>
                    <a:pt x="1159" y="1958"/>
                  </a:lnTo>
                  <a:lnTo>
                    <a:pt x="1162" y="1955"/>
                  </a:lnTo>
                  <a:lnTo>
                    <a:pt x="1166" y="1955"/>
                  </a:lnTo>
                  <a:lnTo>
                    <a:pt x="1170" y="1951"/>
                  </a:lnTo>
                  <a:lnTo>
                    <a:pt x="1173" y="1951"/>
                  </a:lnTo>
                  <a:lnTo>
                    <a:pt x="1177" y="1947"/>
                  </a:lnTo>
                  <a:lnTo>
                    <a:pt x="1180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1" y="1951"/>
                  </a:lnTo>
                  <a:lnTo>
                    <a:pt x="1195" y="1951"/>
                  </a:lnTo>
                  <a:lnTo>
                    <a:pt x="1198" y="1955"/>
                  </a:lnTo>
                  <a:lnTo>
                    <a:pt x="1202" y="1955"/>
                  </a:lnTo>
                  <a:lnTo>
                    <a:pt x="1206" y="1958"/>
                  </a:lnTo>
                  <a:lnTo>
                    <a:pt x="1209" y="1962"/>
                  </a:lnTo>
                  <a:lnTo>
                    <a:pt x="1213" y="1965"/>
                  </a:lnTo>
                  <a:lnTo>
                    <a:pt x="1216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7" y="1980"/>
                  </a:lnTo>
                  <a:lnTo>
                    <a:pt x="1231" y="1983"/>
                  </a:lnTo>
                  <a:lnTo>
                    <a:pt x="1231" y="1987"/>
                  </a:lnTo>
                  <a:lnTo>
                    <a:pt x="1234" y="1991"/>
                  </a:lnTo>
                  <a:lnTo>
                    <a:pt x="1238" y="1994"/>
                  </a:lnTo>
                  <a:lnTo>
                    <a:pt x="1238" y="1998"/>
                  </a:lnTo>
                  <a:lnTo>
                    <a:pt x="1242" y="2001"/>
                  </a:lnTo>
                  <a:lnTo>
                    <a:pt x="1242" y="2005"/>
                  </a:lnTo>
                  <a:lnTo>
                    <a:pt x="1245" y="2009"/>
                  </a:lnTo>
                  <a:lnTo>
                    <a:pt x="1249" y="2012"/>
                  </a:lnTo>
                  <a:lnTo>
                    <a:pt x="1249" y="2016"/>
                  </a:lnTo>
                  <a:lnTo>
                    <a:pt x="1252" y="2019"/>
                  </a:lnTo>
                  <a:lnTo>
                    <a:pt x="1256" y="2023"/>
                  </a:lnTo>
                  <a:lnTo>
                    <a:pt x="1256" y="2027"/>
                  </a:lnTo>
                  <a:lnTo>
                    <a:pt x="1260" y="2030"/>
                  </a:lnTo>
                  <a:lnTo>
                    <a:pt x="1260" y="2034"/>
                  </a:lnTo>
                  <a:lnTo>
                    <a:pt x="1263" y="2037"/>
                  </a:lnTo>
                  <a:lnTo>
                    <a:pt x="1267" y="2041"/>
                  </a:lnTo>
                  <a:lnTo>
                    <a:pt x="1267" y="2045"/>
                  </a:lnTo>
                  <a:lnTo>
                    <a:pt x="1270" y="2048"/>
                  </a:lnTo>
                  <a:lnTo>
                    <a:pt x="1274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1" y="2063"/>
                  </a:lnTo>
                  <a:lnTo>
                    <a:pt x="1285" y="2066"/>
                  </a:lnTo>
                  <a:lnTo>
                    <a:pt x="1285" y="2070"/>
                  </a:lnTo>
                  <a:lnTo>
                    <a:pt x="1288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299" y="2084"/>
                  </a:lnTo>
                  <a:lnTo>
                    <a:pt x="1303" y="2084"/>
                  </a:lnTo>
                  <a:lnTo>
                    <a:pt x="1306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7" y="2091"/>
                  </a:lnTo>
                  <a:lnTo>
                    <a:pt x="1321" y="2091"/>
                  </a:lnTo>
                  <a:lnTo>
                    <a:pt x="1324" y="2091"/>
                  </a:lnTo>
                  <a:lnTo>
                    <a:pt x="1328" y="2091"/>
                  </a:lnTo>
                  <a:lnTo>
                    <a:pt x="1332" y="2091"/>
                  </a:lnTo>
                  <a:lnTo>
                    <a:pt x="1335" y="2088"/>
                  </a:lnTo>
                  <a:lnTo>
                    <a:pt x="1339" y="2088"/>
                  </a:lnTo>
                  <a:lnTo>
                    <a:pt x="1342" y="2084"/>
                  </a:lnTo>
                  <a:lnTo>
                    <a:pt x="1346" y="2081"/>
                  </a:lnTo>
                  <a:lnTo>
                    <a:pt x="1350" y="2081"/>
                  </a:lnTo>
                  <a:lnTo>
                    <a:pt x="1353" y="2077"/>
                  </a:lnTo>
                  <a:lnTo>
                    <a:pt x="1357" y="2073"/>
                  </a:lnTo>
                  <a:lnTo>
                    <a:pt x="1360" y="2070"/>
                  </a:lnTo>
                  <a:lnTo>
                    <a:pt x="1364" y="2066"/>
                  </a:lnTo>
                  <a:lnTo>
                    <a:pt x="1368" y="2063"/>
                  </a:lnTo>
                  <a:lnTo>
                    <a:pt x="1371" y="2059"/>
                  </a:lnTo>
                  <a:lnTo>
                    <a:pt x="1371" y="2055"/>
                  </a:lnTo>
                  <a:lnTo>
                    <a:pt x="1375" y="2052"/>
                  </a:lnTo>
                  <a:lnTo>
                    <a:pt x="1378" y="2048"/>
                  </a:lnTo>
                  <a:lnTo>
                    <a:pt x="1378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9" y="2034"/>
                  </a:lnTo>
                  <a:lnTo>
                    <a:pt x="1389" y="2030"/>
                  </a:lnTo>
                  <a:lnTo>
                    <a:pt x="1393" y="2027"/>
                  </a:lnTo>
                  <a:lnTo>
                    <a:pt x="1396" y="2023"/>
                  </a:lnTo>
                  <a:lnTo>
                    <a:pt x="1396" y="2019"/>
                  </a:lnTo>
                  <a:lnTo>
                    <a:pt x="1400" y="2016"/>
                  </a:lnTo>
                  <a:lnTo>
                    <a:pt x="1404" y="2012"/>
                  </a:lnTo>
                  <a:lnTo>
                    <a:pt x="1404" y="2009"/>
                  </a:lnTo>
                  <a:lnTo>
                    <a:pt x="1407" y="2005"/>
                  </a:lnTo>
                  <a:lnTo>
                    <a:pt x="1411" y="2001"/>
                  </a:lnTo>
                  <a:lnTo>
                    <a:pt x="1414" y="1998"/>
                  </a:lnTo>
                  <a:lnTo>
                    <a:pt x="1414" y="1994"/>
                  </a:lnTo>
                  <a:lnTo>
                    <a:pt x="1418" y="1991"/>
                  </a:lnTo>
                  <a:lnTo>
                    <a:pt x="1422" y="1987"/>
                  </a:lnTo>
                  <a:lnTo>
                    <a:pt x="1425" y="1983"/>
                  </a:lnTo>
                  <a:lnTo>
                    <a:pt x="1429" y="1980"/>
                  </a:lnTo>
                  <a:lnTo>
                    <a:pt x="1432" y="1976"/>
                  </a:lnTo>
                  <a:lnTo>
                    <a:pt x="1436" y="1973"/>
                  </a:lnTo>
                  <a:lnTo>
                    <a:pt x="1440" y="1969"/>
                  </a:lnTo>
                  <a:lnTo>
                    <a:pt x="1443" y="1969"/>
                  </a:lnTo>
                  <a:lnTo>
                    <a:pt x="1447" y="1965"/>
                  </a:lnTo>
                  <a:lnTo>
                    <a:pt x="1450" y="1965"/>
                  </a:lnTo>
                  <a:lnTo>
                    <a:pt x="1454" y="1962"/>
                  </a:lnTo>
                  <a:lnTo>
                    <a:pt x="1458" y="1962"/>
                  </a:lnTo>
                  <a:lnTo>
                    <a:pt x="1461" y="1962"/>
                  </a:lnTo>
                  <a:lnTo>
                    <a:pt x="1465" y="1962"/>
                  </a:lnTo>
                  <a:lnTo>
                    <a:pt x="1468" y="1962"/>
                  </a:lnTo>
                  <a:lnTo>
                    <a:pt x="1472" y="1965"/>
                  </a:lnTo>
                  <a:lnTo>
                    <a:pt x="1476" y="1965"/>
                  </a:lnTo>
                  <a:lnTo>
                    <a:pt x="1479" y="1969"/>
                  </a:lnTo>
                  <a:lnTo>
                    <a:pt x="1483" y="1969"/>
                  </a:lnTo>
                  <a:lnTo>
                    <a:pt x="1486" y="1973"/>
                  </a:lnTo>
                  <a:lnTo>
                    <a:pt x="1490" y="1976"/>
                  </a:lnTo>
                  <a:lnTo>
                    <a:pt x="1494" y="1976"/>
                  </a:lnTo>
                  <a:lnTo>
                    <a:pt x="1497" y="1980"/>
                  </a:lnTo>
                  <a:lnTo>
                    <a:pt x="1501" y="1983"/>
                  </a:lnTo>
                  <a:lnTo>
                    <a:pt x="1504" y="1987"/>
                  </a:lnTo>
                  <a:lnTo>
                    <a:pt x="1508" y="1991"/>
                  </a:lnTo>
                  <a:lnTo>
                    <a:pt x="1512" y="1994"/>
                  </a:lnTo>
                  <a:lnTo>
                    <a:pt x="1515" y="1998"/>
                  </a:lnTo>
                  <a:lnTo>
                    <a:pt x="1515" y="2001"/>
                  </a:lnTo>
                  <a:lnTo>
                    <a:pt x="1519" y="2005"/>
                  </a:lnTo>
                  <a:lnTo>
                    <a:pt x="1522" y="2009"/>
                  </a:lnTo>
                  <a:lnTo>
                    <a:pt x="1526" y="2012"/>
                  </a:lnTo>
                  <a:lnTo>
                    <a:pt x="1526" y="2016"/>
                  </a:lnTo>
                  <a:lnTo>
                    <a:pt x="1530" y="2019"/>
                  </a:lnTo>
                  <a:lnTo>
                    <a:pt x="1533" y="2023"/>
                  </a:lnTo>
                  <a:lnTo>
                    <a:pt x="1533" y="202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9" name="Freeform 127"/>
            <p:cNvSpPr>
              <a:spLocks/>
            </p:cNvSpPr>
            <p:nvPr/>
          </p:nvSpPr>
          <p:spPr bwMode="auto">
            <a:xfrm>
              <a:off x="749" y="2812"/>
              <a:ext cx="2826" cy="547"/>
            </a:xfrm>
            <a:custGeom>
              <a:avLst/>
              <a:gdLst/>
              <a:ahLst/>
              <a:cxnLst>
                <a:cxn ang="0">
                  <a:pos x="57" y="288"/>
                </a:cxn>
                <a:cxn ang="0">
                  <a:pos x="119" y="273"/>
                </a:cxn>
                <a:cxn ang="0">
                  <a:pos x="180" y="234"/>
                </a:cxn>
                <a:cxn ang="0">
                  <a:pos x="241" y="237"/>
                </a:cxn>
                <a:cxn ang="0">
                  <a:pos x="302" y="277"/>
                </a:cxn>
                <a:cxn ang="0">
                  <a:pos x="363" y="291"/>
                </a:cxn>
                <a:cxn ang="0">
                  <a:pos x="425" y="252"/>
                </a:cxn>
                <a:cxn ang="0">
                  <a:pos x="486" y="227"/>
                </a:cxn>
                <a:cxn ang="0">
                  <a:pos x="547" y="252"/>
                </a:cxn>
                <a:cxn ang="0">
                  <a:pos x="608" y="295"/>
                </a:cxn>
                <a:cxn ang="0">
                  <a:pos x="669" y="281"/>
                </a:cxn>
                <a:cxn ang="0">
                  <a:pos x="731" y="234"/>
                </a:cxn>
                <a:cxn ang="0">
                  <a:pos x="792" y="227"/>
                </a:cxn>
                <a:cxn ang="0">
                  <a:pos x="853" y="277"/>
                </a:cxn>
                <a:cxn ang="0">
                  <a:pos x="914" y="302"/>
                </a:cxn>
                <a:cxn ang="0">
                  <a:pos x="975" y="259"/>
                </a:cxn>
                <a:cxn ang="0">
                  <a:pos x="1037" y="216"/>
                </a:cxn>
                <a:cxn ang="0">
                  <a:pos x="1098" y="245"/>
                </a:cxn>
                <a:cxn ang="0">
                  <a:pos x="1159" y="299"/>
                </a:cxn>
                <a:cxn ang="0">
                  <a:pos x="1220" y="291"/>
                </a:cxn>
                <a:cxn ang="0">
                  <a:pos x="1278" y="234"/>
                </a:cxn>
                <a:cxn ang="0">
                  <a:pos x="1339" y="212"/>
                </a:cxn>
                <a:cxn ang="0">
                  <a:pos x="1397" y="263"/>
                </a:cxn>
                <a:cxn ang="0">
                  <a:pos x="1454" y="313"/>
                </a:cxn>
                <a:cxn ang="0">
                  <a:pos x="1515" y="284"/>
                </a:cxn>
                <a:cxn ang="0">
                  <a:pos x="1562" y="223"/>
                </a:cxn>
                <a:cxn ang="0">
                  <a:pos x="1623" y="205"/>
                </a:cxn>
                <a:cxn ang="0">
                  <a:pos x="1674" y="263"/>
                </a:cxn>
                <a:cxn ang="0">
                  <a:pos x="1724" y="324"/>
                </a:cxn>
                <a:cxn ang="0">
                  <a:pos x="1785" y="299"/>
                </a:cxn>
                <a:cxn ang="0">
                  <a:pos x="1825" y="237"/>
                </a:cxn>
                <a:cxn ang="0">
                  <a:pos x="1879" y="183"/>
                </a:cxn>
                <a:cxn ang="0">
                  <a:pos x="1933" y="230"/>
                </a:cxn>
                <a:cxn ang="0">
                  <a:pos x="1969" y="291"/>
                </a:cxn>
                <a:cxn ang="0">
                  <a:pos x="2019" y="345"/>
                </a:cxn>
                <a:cxn ang="0">
                  <a:pos x="2070" y="299"/>
                </a:cxn>
                <a:cxn ang="0">
                  <a:pos x="2102" y="237"/>
                </a:cxn>
                <a:cxn ang="0">
                  <a:pos x="2138" y="176"/>
                </a:cxn>
                <a:cxn ang="0">
                  <a:pos x="2196" y="187"/>
                </a:cxn>
                <a:cxn ang="0">
                  <a:pos x="2225" y="248"/>
                </a:cxn>
                <a:cxn ang="0">
                  <a:pos x="2250" y="309"/>
                </a:cxn>
                <a:cxn ang="0">
                  <a:pos x="2289" y="371"/>
                </a:cxn>
                <a:cxn ang="0">
                  <a:pos x="2340" y="335"/>
                </a:cxn>
                <a:cxn ang="0">
                  <a:pos x="2365" y="273"/>
                </a:cxn>
                <a:cxn ang="0">
                  <a:pos x="2390" y="205"/>
                </a:cxn>
                <a:cxn ang="0">
                  <a:pos x="2415" y="140"/>
                </a:cxn>
                <a:cxn ang="0">
                  <a:pos x="2469" y="140"/>
                </a:cxn>
                <a:cxn ang="0">
                  <a:pos x="2495" y="209"/>
                </a:cxn>
                <a:cxn ang="0">
                  <a:pos x="2516" y="291"/>
                </a:cxn>
                <a:cxn ang="0">
                  <a:pos x="2541" y="374"/>
                </a:cxn>
                <a:cxn ang="0">
                  <a:pos x="2570" y="435"/>
                </a:cxn>
                <a:cxn ang="0">
                  <a:pos x="2613" y="399"/>
                </a:cxn>
                <a:cxn ang="0">
                  <a:pos x="2639" y="313"/>
                </a:cxn>
                <a:cxn ang="0">
                  <a:pos x="2660" y="198"/>
                </a:cxn>
                <a:cxn ang="0">
                  <a:pos x="2685" y="90"/>
                </a:cxn>
                <a:cxn ang="0">
                  <a:pos x="2711" y="14"/>
                </a:cxn>
                <a:cxn ang="0">
                  <a:pos x="2750" y="47"/>
                </a:cxn>
                <a:cxn ang="0">
                  <a:pos x="2775" y="165"/>
                </a:cxn>
                <a:cxn ang="0">
                  <a:pos x="2797" y="331"/>
                </a:cxn>
                <a:cxn ang="0">
                  <a:pos x="2822" y="511"/>
                </a:cxn>
              </a:cxnLst>
              <a:rect l="0" t="0" r="r" b="b"/>
              <a:pathLst>
                <a:path w="2826" h="547">
                  <a:moveTo>
                    <a:pt x="0" y="259"/>
                  </a:moveTo>
                  <a:lnTo>
                    <a:pt x="3" y="263"/>
                  </a:lnTo>
                  <a:lnTo>
                    <a:pt x="7" y="266"/>
                  </a:lnTo>
                  <a:lnTo>
                    <a:pt x="11" y="270"/>
                  </a:lnTo>
                  <a:lnTo>
                    <a:pt x="14" y="270"/>
                  </a:lnTo>
                  <a:lnTo>
                    <a:pt x="18" y="273"/>
                  </a:lnTo>
                  <a:lnTo>
                    <a:pt x="21" y="273"/>
                  </a:lnTo>
                  <a:lnTo>
                    <a:pt x="25" y="277"/>
                  </a:lnTo>
                  <a:lnTo>
                    <a:pt x="29" y="277"/>
                  </a:lnTo>
                  <a:lnTo>
                    <a:pt x="32" y="281"/>
                  </a:lnTo>
                  <a:lnTo>
                    <a:pt x="36" y="281"/>
                  </a:lnTo>
                  <a:lnTo>
                    <a:pt x="39" y="284"/>
                  </a:lnTo>
                  <a:lnTo>
                    <a:pt x="43" y="284"/>
                  </a:lnTo>
                  <a:lnTo>
                    <a:pt x="47" y="284"/>
                  </a:lnTo>
                  <a:lnTo>
                    <a:pt x="50" y="288"/>
                  </a:lnTo>
                  <a:lnTo>
                    <a:pt x="54" y="288"/>
                  </a:lnTo>
                  <a:lnTo>
                    <a:pt x="57" y="288"/>
                  </a:lnTo>
                  <a:lnTo>
                    <a:pt x="61" y="288"/>
                  </a:lnTo>
                  <a:lnTo>
                    <a:pt x="65" y="291"/>
                  </a:lnTo>
                  <a:lnTo>
                    <a:pt x="68" y="291"/>
                  </a:lnTo>
                  <a:lnTo>
                    <a:pt x="72" y="291"/>
                  </a:lnTo>
                  <a:lnTo>
                    <a:pt x="75" y="288"/>
                  </a:lnTo>
                  <a:lnTo>
                    <a:pt x="79" y="288"/>
                  </a:lnTo>
                  <a:lnTo>
                    <a:pt x="83" y="288"/>
                  </a:lnTo>
                  <a:lnTo>
                    <a:pt x="86" y="288"/>
                  </a:lnTo>
                  <a:lnTo>
                    <a:pt x="90" y="288"/>
                  </a:lnTo>
                  <a:lnTo>
                    <a:pt x="93" y="284"/>
                  </a:lnTo>
                  <a:lnTo>
                    <a:pt x="97" y="284"/>
                  </a:lnTo>
                  <a:lnTo>
                    <a:pt x="101" y="284"/>
                  </a:lnTo>
                  <a:lnTo>
                    <a:pt x="104" y="281"/>
                  </a:lnTo>
                  <a:lnTo>
                    <a:pt x="108" y="281"/>
                  </a:lnTo>
                  <a:lnTo>
                    <a:pt x="111" y="277"/>
                  </a:lnTo>
                  <a:lnTo>
                    <a:pt x="115" y="277"/>
                  </a:lnTo>
                  <a:lnTo>
                    <a:pt x="119" y="273"/>
                  </a:lnTo>
                  <a:lnTo>
                    <a:pt x="122" y="270"/>
                  </a:lnTo>
                  <a:lnTo>
                    <a:pt x="126" y="270"/>
                  </a:lnTo>
                  <a:lnTo>
                    <a:pt x="129" y="266"/>
                  </a:lnTo>
                  <a:lnTo>
                    <a:pt x="133" y="263"/>
                  </a:lnTo>
                  <a:lnTo>
                    <a:pt x="137" y="263"/>
                  </a:lnTo>
                  <a:lnTo>
                    <a:pt x="140" y="259"/>
                  </a:lnTo>
                  <a:lnTo>
                    <a:pt x="144" y="255"/>
                  </a:lnTo>
                  <a:lnTo>
                    <a:pt x="147" y="252"/>
                  </a:lnTo>
                  <a:lnTo>
                    <a:pt x="151" y="252"/>
                  </a:lnTo>
                  <a:lnTo>
                    <a:pt x="155" y="248"/>
                  </a:lnTo>
                  <a:lnTo>
                    <a:pt x="158" y="248"/>
                  </a:lnTo>
                  <a:lnTo>
                    <a:pt x="162" y="245"/>
                  </a:lnTo>
                  <a:lnTo>
                    <a:pt x="165" y="241"/>
                  </a:lnTo>
                  <a:lnTo>
                    <a:pt x="169" y="241"/>
                  </a:lnTo>
                  <a:lnTo>
                    <a:pt x="173" y="237"/>
                  </a:lnTo>
                  <a:lnTo>
                    <a:pt x="176" y="237"/>
                  </a:lnTo>
                  <a:lnTo>
                    <a:pt x="180" y="234"/>
                  </a:lnTo>
                  <a:lnTo>
                    <a:pt x="183" y="234"/>
                  </a:lnTo>
                  <a:lnTo>
                    <a:pt x="187" y="234"/>
                  </a:lnTo>
                  <a:lnTo>
                    <a:pt x="191" y="230"/>
                  </a:lnTo>
                  <a:lnTo>
                    <a:pt x="194" y="230"/>
                  </a:lnTo>
                  <a:lnTo>
                    <a:pt x="198" y="230"/>
                  </a:lnTo>
                  <a:lnTo>
                    <a:pt x="201" y="230"/>
                  </a:lnTo>
                  <a:lnTo>
                    <a:pt x="205" y="230"/>
                  </a:lnTo>
                  <a:lnTo>
                    <a:pt x="209" y="230"/>
                  </a:lnTo>
                  <a:lnTo>
                    <a:pt x="212" y="230"/>
                  </a:lnTo>
                  <a:lnTo>
                    <a:pt x="216" y="230"/>
                  </a:lnTo>
                  <a:lnTo>
                    <a:pt x="219" y="230"/>
                  </a:lnTo>
                  <a:lnTo>
                    <a:pt x="223" y="230"/>
                  </a:lnTo>
                  <a:lnTo>
                    <a:pt x="227" y="230"/>
                  </a:lnTo>
                  <a:lnTo>
                    <a:pt x="230" y="234"/>
                  </a:lnTo>
                  <a:lnTo>
                    <a:pt x="234" y="234"/>
                  </a:lnTo>
                  <a:lnTo>
                    <a:pt x="237" y="234"/>
                  </a:lnTo>
                  <a:lnTo>
                    <a:pt x="241" y="237"/>
                  </a:lnTo>
                  <a:lnTo>
                    <a:pt x="245" y="237"/>
                  </a:lnTo>
                  <a:lnTo>
                    <a:pt x="248" y="241"/>
                  </a:lnTo>
                  <a:lnTo>
                    <a:pt x="252" y="245"/>
                  </a:lnTo>
                  <a:lnTo>
                    <a:pt x="255" y="245"/>
                  </a:lnTo>
                  <a:lnTo>
                    <a:pt x="259" y="248"/>
                  </a:lnTo>
                  <a:lnTo>
                    <a:pt x="263" y="248"/>
                  </a:lnTo>
                  <a:lnTo>
                    <a:pt x="266" y="252"/>
                  </a:lnTo>
                  <a:lnTo>
                    <a:pt x="270" y="255"/>
                  </a:lnTo>
                  <a:lnTo>
                    <a:pt x="273" y="255"/>
                  </a:lnTo>
                  <a:lnTo>
                    <a:pt x="277" y="259"/>
                  </a:lnTo>
                  <a:lnTo>
                    <a:pt x="281" y="263"/>
                  </a:lnTo>
                  <a:lnTo>
                    <a:pt x="284" y="266"/>
                  </a:lnTo>
                  <a:lnTo>
                    <a:pt x="288" y="266"/>
                  </a:lnTo>
                  <a:lnTo>
                    <a:pt x="291" y="270"/>
                  </a:lnTo>
                  <a:lnTo>
                    <a:pt x="295" y="273"/>
                  </a:lnTo>
                  <a:lnTo>
                    <a:pt x="299" y="273"/>
                  </a:lnTo>
                  <a:lnTo>
                    <a:pt x="302" y="277"/>
                  </a:lnTo>
                  <a:lnTo>
                    <a:pt x="306" y="281"/>
                  </a:lnTo>
                  <a:lnTo>
                    <a:pt x="309" y="281"/>
                  </a:lnTo>
                  <a:lnTo>
                    <a:pt x="313" y="284"/>
                  </a:lnTo>
                  <a:lnTo>
                    <a:pt x="317" y="284"/>
                  </a:lnTo>
                  <a:lnTo>
                    <a:pt x="320" y="288"/>
                  </a:lnTo>
                  <a:lnTo>
                    <a:pt x="324" y="288"/>
                  </a:lnTo>
                  <a:lnTo>
                    <a:pt x="327" y="288"/>
                  </a:lnTo>
                  <a:lnTo>
                    <a:pt x="331" y="291"/>
                  </a:lnTo>
                  <a:lnTo>
                    <a:pt x="335" y="291"/>
                  </a:lnTo>
                  <a:lnTo>
                    <a:pt x="338" y="291"/>
                  </a:lnTo>
                  <a:lnTo>
                    <a:pt x="342" y="291"/>
                  </a:lnTo>
                  <a:lnTo>
                    <a:pt x="345" y="291"/>
                  </a:lnTo>
                  <a:lnTo>
                    <a:pt x="349" y="291"/>
                  </a:lnTo>
                  <a:lnTo>
                    <a:pt x="353" y="291"/>
                  </a:lnTo>
                  <a:lnTo>
                    <a:pt x="356" y="291"/>
                  </a:lnTo>
                  <a:lnTo>
                    <a:pt x="360" y="291"/>
                  </a:lnTo>
                  <a:lnTo>
                    <a:pt x="363" y="291"/>
                  </a:lnTo>
                  <a:lnTo>
                    <a:pt x="367" y="291"/>
                  </a:lnTo>
                  <a:lnTo>
                    <a:pt x="371" y="288"/>
                  </a:lnTo>
                  <a:lnTo>
                    <a:pt x="374" y="288"/>
                  </a:lnTo>
                  <a:lnTo>
                    <a:pt x="378" y="284"/>
                  </a:lnTo>
                  <a:lnTo>
                    <a:pt x="381" y="284"/>
                  </a:lnTo>
                  <a:lnTo>
                    <a:pt x="385" y="281"/>
                  </a:lnTo>
                  <a:lnTo>
                    <a:pt x="389" y="281"/>
                  </a:lnTo>
                  <a:lnTo>
                    <a:pt x="392" y="277"/>
                  </a:lnTo>
                  <a:lnTo>
                    <a:pt x="396" y="273"/>
                  </a:lnTo>
                  <a:lnTo>
                    <a:pt x="399" y="273"/>
                  </a:lnTo>
                  <a:lnTo>
                    <a:pt x="403" y="270"/>
                  </a:lnTo>
                  <a:lnTo>
                    <a:pt x="407" y="266"/>
                  </a:lnTo>
                  <a:lnTo>
                    <a:pt x="410" y="266"/>
                  </a:lnTo>
                  <a:lnTo>
                    <a:pt x="414" y="263"/>
                  </a:lnTo>
                  <a:lnTo>
                    <a:pt x="417" y="259"/>
                  </a:lnTo>
                  <a:lnTo>
                    <a:pt x="421" y="255"/>
                  </a:lnTo>
                  <a:lnTo>
                    <a:pt x="425" y="252"/>
                  </a:lnTo>
                  <a:lnTo>
                    <a:pt x="428" y="252"/>
                  </a:lnTo>
                  <a:lnTo>
                    <a:pt x="432" y="248"/>
                  </a:lnTo>
                  <a:lnTo>
                    <a:pt x="435" y="245"/>
                  </a:lnTo>
                  <a:lnTo>
                    <a:pt x="439" y="245"/>
                  </a:lnTo>
                  <a:lnTo>
                    <a:pt x="443" y="241"/>
                  </a:lnTo>
                  <a:lnTo>
                    <a:pt x="446" y="237"/>
                  </a:lnTo>
                  <a:lnTo>
                    <a:pt x="450" y="237"/>
                  </a:lnTo>
                  <a:lnTo>
                    <a:pt x="453" y="234"/>
                  </a:lnTo>
                  <a:lnTo>
                    <a:pt x="457" y="234"/>
                  </a:lnTo>
                  <a:lnTo>
                    <a:pt x="461" y="230"/>
                  </a:lnTo>
                  <a:lnTo>
                    <a:pt x="464" y="230"/>
                  </a:lnTo>
                  <a:lnTo>
                    <a:pt x="468" y="227"/>
                  </a:lnTo>
                  <a:lnTo>
                    <a:pt x="471" y="227"/>
                  </a:lnTo>
                  <a:lnTo>
                    <a:pt x="475" y="227"/>
                  </a:lnTo>
                  <a:lnTo>
                    <a:pt x="479" y="227"/>
                  </a:lnTo>
                  <a:lnTo>
                    <a:pt x="482" y="227"/>
                  </a:lnTo>
                  <a:lnTo>
                    <a:pt x="486" y="227"/>
                  </a:lnTo>
                  <a:lnTo>
                    <a:pt x="489" y="227"/>
                  </a:lnTo>
                  <a:lnTo>
                    <a:pt x="493" y="227"/>
                  </a:lnTo>
                  <a:lnTo>
                    <a:pt x="497" y="227"/>
                  </a:lnTo>
                  <a:lnTo>
                    <a:pt x="500" y="227"/>
                  </a:lnTo>
                  <a:lnTo>
                    <a:pt x="504" y="227"/>
                  </a:lnTo>
                  <a:lnTo>
                    <a:pt x="507" y="230"/>
                  </a:lnTo>
                  <a:lnTo>
                    <a:pt x="511" y="230"/>
                  </a:lnTo>
                  <a:lnTo>
                    <a:pt x="515" y="230"/>
                  </a:lnTo>
                  <a:lnTo>
                    <a:pt x="518" y="234"/>
                  </a:lnTo>
                  <a:lnTo>
                    <a:pt x="522" y="234"/>
                  </a:lnTo>
                  <a:lnTo>
                    <a:pt x="525" y="237"/>
                  </a:lnTo>
                  <a:lnTo>
                    <a:pt x="529" y="237"/>
                  </a:lnTo>
                  <a:lnTo>
                    <a:pt x="533" y="241"/>
                  </a:lnTo>
                  <a:lnTo>
                    <a:pt x="536" y="245"/>
                  </a:lnTo>
                  <a:lnTo>
                    <a:pt x="540" y="248"/>
                  </a:lnTo>
                  <a:lnTo>
                    <a:pt x="543" y="248"/>
                  </a:lnTo>
                  <a:lnTo>
                    <a:pt x="547" y="252"/>
                  </a:lnTo>
                  <a:lnTo>
                    <a:pt x="551" y="255"/>
                  </a:lnTo>
                  <a:lnTo>
                    <a:pt x="554" y="259"/>
                  </a:lnTo>
                  <a:lnTo>
                    <a:pt x="558" y="263"/>
                  </a:lnTo>
                  <a:lnTo>
                    <a:pt x="561" y="263"/>
                  </a:lnTo>
                  <a:lnTo>
                    <a:pt x="565" y="266"/>
                  </a:lnTo>
                  <a:lnTo>
                    <a:pt x="569" y="270"/>
                  </a:lnTo>
                  <a:lnTo>
                    <a:pt x="572" y="273"/>
                  </a:lnTo>
                  <a:lnTo>
                    <a:pt x="576" y="277"/>
                  </a:lnTo>
                  <a:lnTo>
                    <a:pt x="579" y="277"/>
                  </a:lnTo>
                  <a:lnTo>
                    <a:pt x="583" y="281"/>
                  </a:lnTo>
                  <a:lnTo>
                    <a:pt x="587" y="284"/>
                  </a:lnTo>
                  <a:lnTo>
                    <a:pt x="590" y="284"/>
                  </a:lnTo>
                  <a:lnTo>
                    <a:pt x="594" y="288"/>
                  </a:lnTo>
                  <a:lnTo>
                    <a:pt x="597" y="288"/>
                  </a:lnTo>
                  <a:lnTo>
                    <a:pt x="601" y="291"/>
                  </a:lnTo>
                  <a:lnTo>
                    <a:pt x="605" y="291"/>
                  </a:lnTo>
                  <a:lnTo>
                    <a:pt x="608" y="295"/>
                  </a:lnTo>
                  <a:lnTo>
                    <a:pt x="612" y="295"/>
                  </a:lnTo>
                  <a:lnTo>
                    <a:pt x="615" y="295"/>
                  </a:lnTo>
                  <a:lnTo>
                    <a:pt x="619" y="295"/>
                  </a:lnTo>
                  <a:lnTo>
                    <a:pt x="623" y="295"/>
                  </a:lnTo>
                  <a:lnTo>
                    <a:pt x="626" y="295"/>
                  </a:lnTo>
                  <a:lnTo>
                    <a:pt x="630" y="295"/>
                  </a:lnTo>
                  <a:lnTo>
                    <a:pt x="633" y="295"/>
                  </a:lnTo>
                  <a:lnTo>
                    <a:pt x="637" y="295"/>
                  </a:lnTo>
                  <a:lnTo>
                    <a:pt x="641" y="295"/>
                  </a:lnTo>
                  <a:lnTo>
                    <a:pt x="644" y="295"/>
                  </a:lnTo>
                  <a:lnTo>
                    <a:pt x="648" y="291"/>
                  </a:lnTo>
                  <a:lnTo>
                    <a:pt x="651" y="291"/>
                  </a:lnTo>
                  <a:lnTo>
                    <a:pt x="655" y="288"/>
                  </a:lnTo>
                  <a:lnTo>
                    <a:pt x="659" y="288"/>
                  </a:lnTo>
                  <a:lnTo>
                    <a:pt x="662" y="284"/>
                  </a:lnTo>
                  <a:lnTo>
                    <a:pt x="666" y="284"/>
                  </a:lnTo>
                  <a:lnTo>
                    <a:pt x="669" y="281"/>
                  </a:lnTo>
                  <a:lnTo>
                    <a:pt x="673" y="277"/>
                  </a:lnTo>
                  <a:lnTo>
                    <a:pt x="677" y="277"/>
                  </a:lnTo>
                  <a:lnTo>
                    <a:pt x="680" y="273"/>
                  </a:lnTo>
                  <a:lnTo>
                    <a:pt x="684" y="270"/>
                  </a:lnTo>
                  <a:lnTo>
                    <a:pt x="687" y="266"/>
                  </a:lnTo>
                  <a:lnTo>
                    <a:pt x="691" y="263"/>
                  </a:lnTo>
                  <a:lnTo>
                    <a:pt x="695" y="263"/>
                  </a:lnTo>
                  <a:lnTo>
                    <a:pt x="698" y="259"/>
                  </a:lnTo>
                  <a:lnTo>
                    <a:pt x="702" y="255"/>
                  </a:lnTo>
                  <a:lnTo>
                    <a:pt x="705" y="252"/>
                  </a:lnTo>
                  <a:lnTo>
                    <a:pt x="709" y="248"/>
                  </a:lnTo>
                  <a:lnTo>
                    <a:pt x="713" y="245"/>
                  </a:lnTo>
                  <a:lnTo>
                    <a:pt x="716" y="241"/>
                  </a:lnTo>
                  <a:lnTo>
                    <a:pt x="720" y="241"/>
                  </a:lnTo>
                  <a:lnTo>
                    <a:pt x="723" y="237"/>
                  </a:lnTo>
                  <a:lnTo>
                    <a:pt x="727" y="234"/>
                  </a:lnTo>
                  <a:lnTo>
                    <a:pt x="731" y="234"/>
                  </a:lnTo>
                  <a:lnTo>
                    <a:pt x="734" y="230"/>
                  </a:lnTo>
                  <a:lnTo>
                    <a:pt x="738" y="230"/>
                  </a:lnTo>
                  <a:lnTo>
                    <a:pt x="741" y="227"/>
                  </a:lnTo>
                  <a:lnTo>
                    <a:pt x="745" y="227"/>
                  </a:lnTo>
                  <a:lnTo>
                    <a:pt x="749" y="223"/>
                  </a:lnTo>
                  <a:lnTo>
                    <a:pt x="752" y="223"/>
                  </a:lnTo>
                  <a:lnTo>
                    <a:pt x="756" y="223"/>
                  </a:lnTo>
                  <a:lnTo>
                    <a:pt x="759" y="223"/>
                  </a:lnTo>
                  <a:lnTo>
                    <a:pt x="763" y="219"/>
                  </a:lnTo>
                  <a:lnTo>
                    <a:pt x="767" y="219"/>
                  </a:lnTo>
                  <a:lnTo>
                    <a:pt x="770" y="219"/>
                  </a:lnTo>
                  <a:lnTo>
                    <a:pt x="774" y="223"/>
                  </a:lnTo>
                  <a:lnTo>
                    <a:pt x="777" y="223"/>
                  </a:lnTo>
                  <a:lnTo>
                    <a:pt x="781" y="223"/>
                  </a:lnTo>
                  <a:lnTo>
                    <a:pt x="785" y="223"/>
                  </a:lnTo>
                  <a:lnTo>
                    <a:pt x="788" y="227"/>
                  </a:lnTo>
                  <a:lnTo>
                    <a:pt x="792" y="227"/>
                  </a:lnTo>
                  <a:lnTo>
                    <a:pt x="795" y="230"/>
                  </a:lnTo>
                  <a:lnTo>
                    <a:pt x="799" y="230"/>
                  </a:lnTo>
                  <a:lnTo>
                    <a:pt x="803" y="234"/>
                  </a:lnTo>
                  <a:lnTo>
                    <a:pt x="806" y="234"/>
                  </a:lnTo>
                  <a:lnTo>
                    <a:pt x="810" y="237"/>
                  </a:lnTo>
                  <a:lnTo>
                    <a:pt x="813" y="241"/>
                  </a:lnTo>
                  <a:lnTo>
                    <a:pt x="817" y="245"/>
                  </a:lnTo>
                  <a:lnTo>
                    <a:pt x="821" y="248"/>
                  </a:lnTo>
                  <a:lnTo>
                    <a:pt x="824" y="248"/>
                  </a:lnTo>
                  <a:lnTo>
                    <a:pt x="828" y="252"/>
                  </a:lnTo>
                  <a:lnTo>
                    <a:pt x="831" y="255"/>
                  </a:lnTo>
                  <a:lnTo>
                    <a:pt x="835" y="259"/>
                  </a:lnTo>
                  <a:lnTo>
                    <a:pt x="839" y="263"/>
                  </a:lnTo>
                  <a:lnTo>
                    <a:pt x="842" y="266"/>
                  </a:lnTo>
                  <a:lnTo>
                    <a:pt x="846" y="270"/>
                  </a:lnTo>
                  <a:lnTo>
                    <a:pt x="849" y="273"/>
                  </a:lnTo>
                  <a:lnTo>
                    <a:pt x="853" y="277"/>
                  </a:lnTo>
                  <a:lnTo>
                    <a:pt x="857" y="277"/>
                  </a:lnTo>
                  <a:lnTo>
                    <a:pt x="860" y="281"/>
                  </a:lnTo>
                  <a:lnTo>
                    <a:pt x="864" y="284"/>
                  </a:lnTo>
                  <a:lnTo>
                    <a:pt x="867" y="288"/>
                  </a:lnTo>
                  <a:lnTo>
                    <a:pt x="871" y="291"/>
                  </a:lnTo>
                  <a:lnTo>
                    <a:pt x="875" y="291"/>
                  </a:lnTo>
                  <a:lnTo>
                    <a:pt x="878" y="295"/>
                  </a:lnTo>
                  <a:lnTo>
                    <a:pt x="882" y="295"/>
                  </a:lnTo>
                  <a:lnTo>
                    <a:pt x="885" y="299"/>
                  </a:lnTo>
                  <a:lnTo>
                    <a:pt x="889" y="299"/>
                  </a:lnTo>
                  <a:lnTo>
                    <a:pt x="893" y="299"/>
                  </a:lnTo>
                  <a:lnTo>
                    <a:pt x="896" y="302"/>
                  </a:lnTo>
                  <a:lnTo>
                    <a:pt x="900" y="302"/>
                  </a:lnTo>
                  <a:lnTo>
                    <a:pt x="903" y="302"/>
                  </a:lnTo>
                  <a:lnTo>
                    <a:pt x="907" y="302"/>
                  </a:lnTo>
                  <a:lnTo>
                    <a:pt x="911" y="302"/>
                  </a:lnTo>
                  <a:lnTo>
                    <a:pt x="914" y="302"/>
                  </a:lnTo>
                  <a:lnTo>
                    <a:pt x="918" y="299"/>
                  </a:lnTo>
                  <a:lnTo>
                    <a:pt x="921" y="299"/>
                  </a:lnTo>
                  <a:lnTo>
                    <a:pt x="925" y="299"/>
                  </a:lnTo>
                  <a:lnTo>
                    <a:pt x="929" y="295"/>
                  </a:lnTo>
                  <a:lnTo>
                    <a:pt x="932" y="295"/>
                  </a:lnTo>
                  <a:lnTo>
                    <a:pt x="936" y="291"/>
                  </a:lnTo>
                  <a:lnTo>
                    <a:pt x="939" y="291"/>
                  </a:lnTo>
                  <a:lnTo>
                    <a:pt x="943" y="288"/>
                  </a:lnTo>
                  <a:lnTo>
                    <a:pt x="947" y="284"/>
                  </a:lnTo>
                  <a:lnTo>
                    <a:pt x="950" y="281"/>
                  </a:lnTo>
                  <a:lnTo>
                    <a:pt x="954" y="281"/>
                  </a:lnTo>
                  <a:lnTo>
                    <a:pt x="957" y="277"/>
                  </a:lnTo>
                  <a:lnTo>
                    <a:pt x="961" y="273"/>
                  </a:lnTo>
                  <a:lnTo>
                    <a:pt x="965" y="270"/>
                  </a:lnTo>
                  <a:lnTo>
                    <a:pt x="968" y="266"/>
                  </a:lnTo>
                  <a:lnTo>
                    <a:pt x="972" y="263"/>
                  </a:lnTo>
                  <a:lnTo>
                    <a:pt x="975" y="259"/>
                  </a:lnTo>
                  <a:lnTo>
                    <a:pt x="979" y="255"/>
                  </a:lnTo>
                  <a:lnTo>
                    <a:pt x="983" y="252"/>
                  </a:lnTo>
                  <a:lnTo>
                    <a:pt x="986" y="248"/>
                  </a:lnTo>
                  <a:lnTo>
                    <a:pt x="990" y="245"/>
                  </a:lnTo>
                  <a:lnTo>
                    <a:pt x="993" y="241"/>
                  </a:lnTo>
                  <a:lnTo>
                    <a:pt x="997" y="237"/>
                  </a:lnTo>
                  <a:lnTo>
                    <a:pt x="1001" y="234"/>
                  </a:lnTo>
                  <a:lnTo>
                    <a:pt x="1004" y="234"/>
                  </a:lnTo>
                  <a:lnTo>
                    <a:pt x="1008" y="230"/>
                  </a:lnTo>
                  <a:lnTo>
                    <a:pt x="1011" y="227"/>
                  </a:lnTo>
                  <a:lnTo>
                    <a:pt x="1015" y="227"/>
                  </a:lnTo>
                  <a:lnTo>
                    <a:pt x="1019" y="223"/>
                  </a:lnTo>
                  <a:lnTo>
                    <a:pt x="1022" y="223"/>
                  </a:lnTo>
                  <a:lnTo>
                    <a:pt x="1026" y="219"/>
                  </a:lnTo>
                  <a:lnTo>
                    <a:pt x="1029" y="219"/>
                  </a:lnTo>
                  <a:lnTo>
                    <a:pt x="1033" y="216"/>
                  </a:lnTo>
                  <a:lnTo>
                    <a:pt x="1037" y="216"/>
                  </a:lnTo>
                  <a:lnTo>
                    <a:pt x="1040" y="216"/>
                  </a:lnTo>
                  <a:lnTo>
                    <a:pt x="1044" y="216"/>
                  </a:lnTo>
                  <a:lnTo>
                    <a:pt x="1047" y="216"/>
                  </a:lnTo>
                  <a:lnTo>
                    <a:pt x="1051" y="216"/>
                  </a:lnTo>
                  <a:lnTo>
                    <a:pt x="1055" y="216"/>
                  </a:lnTo>
                  <a:lnTo>
                    <a:pt x="1058" y="216"/>
                  </a:lnTo>
                  <a:lnTo>
                    <a:pt x="1062" y="219"/>
                  </a:lnTo>
                  <a:lnTo>
                    <a:pt x="1065" y="219"/>
                  </a:lnTo>
                  <a:lnTo>
                    <a:pt x="1069" y="223"/>
                  </a:lnTo>
                  <a:lnTo>
                    <a:pt x="1073" y="223"/>
                  </a:lnTo>
                  <a:lnTo>
                    <a:pt x="1076" y="227"/>
                  </a:lnTo>
                  <a:lnTo>
                    <a:pt x="1080" y="230"/>
                  </a:lnTo>
                  <a:lnTo>
                    <a:pt x="1083" y="230"/>
                  </a:lnTo>
                  <a:lnTo>
                    <a:pt x="1087" y="234"/>
                  </a:lnTo>
                  <a:lnTo>
                    <a:pt x="1091" y="237"/>
                  </a:lnTo>
                  <a:lnTo>
                    <a:pt x="1094" y="241"/>
                  </a:lnTo>
                  <a:lnTo>
                    <a:pt x="1098" y="245"/>
                  </a:lnTo>
                  <a:lnTo>
                    <a:pt x="1101" y="248"/>
                  </a:lnTo>
                  <a:lnTo>
                    <a:pt x="1105" y="252"/>
                  </a:lnTo>
                  <a:lnTo>
                    <a:pt x="1109" y="255"/>
                  </a:lnTo>
                  <a:lnTo>
                    <a:pt x="1112" y="259"/>
                  </a:lnTo>
                  <a:lnTo>
                    <a:pt x="1116" y="263"/>
                  </a:lnTo>
                  <a:lnTo>
                    <a:pt x="1119" y="266"/>
                  </a:lnTo>
                  <a:lnTo>
                    <a:pt x="1123" y="270"/>
                  </a:lnTo>
                  <a:lnTo>
                    <a:pt x="1127" y="273"/>
                  </a:lnTo>
                  <a:lnTo>
                    <a:pt x="1130" y="277"/>
                  </a:lnTo>
                  <a:lnTo>
                    <a:pt x="1134" y="281"/>
                  </a:lnTo>
                  <a:lnTo>
                    <a:pt x="1137" y="284"/>
                  </a:lnTo>
                  <a:lnTo>
                    <a:pt x="1141" y="288"/>
                  </a:lnTo>
                  <a:lnTo>
                    <a:pt x="1145" y="291"/>
                  </a:lnTo>
                  <a:lnTo>
                    <a:pt x="1148" y="291"/>
                  </a:lnTo>
                  <a:lnTo>
                    <a:pt x="1152" y="295"/>
                  </a:lnTo>
                  <a:lnTo>
                    <a:pt x="1155" y="299"/>
                  </a:lnTo>
                  <a:lnTo>
                    <a:pt x="1159" y="299"/>
                  </a:lnTo>
                  <a:lnTo>
                    <a:pt x="1163" y="302"/>
                  </a:lnTo>
                  <a:lnTo>
                    <a:pt x="1166" y="302"/>
                  </a:lnTo>
                  <a:lnTo>
                    <a:pt x="1170" y="306"/>
                  </a:lnTo>
                  <a:lnTo>
                    <a:pt x="1173" y="306"/>
                  </a:lnTo>
                  <a:lnTo>
                    <a:pt x="1177" y="306"/>
                  </a:lnTo>
                  <a:lnTo>
                    <a:pt x="1181" y="306"/>
                  </a:lnTo>
                  <a:lnTo>
                    <a:pt x="1184" y="309"/>
                  </a:lnTo>
                  <a:lnTo>
                    <a:pt x="1188" y="306"/>
                  </a:lnTo>
                  <a:lnTo>
                    <a:pt x="1191" y="306"/>
                  </a:lnTo>
                  <a:lnTo>
                    <a:pt x="1195" y="306"/>
                  </a:lnTo>
                  <a:lnTo>
                    <a:pt x="1199" y="306"/>
                  </a:lnTo>
                  <a:lnTo>
                    <a:pt x="1202" y="306"/>
                  </a:lnTo>
                  <a:lnTo>
                    <a:pt x="1206" y="302"/>
                  </a:lnTo>
                  <a:lnTo>
                    <a:pt x="1209" y="299"/>
                  </a:lnTo>
                  <a:lnTo>
                    <a:pt x="1213" y="299"/>
                  </a:lnTo>
                  <a:lnTo>
                    <a:pt x="1217" y="295"/>
                  </a:lnTo>
                  <a:lnTo>
                    <a:pt x="1220" y="291"/>
                  </a:lnTo>
                  <a:lnTo>
                    <a:pt x="1224" y="291"/>
                  </a:lnTo>
                  <a:lnTo>
                    <a:pt x="1227" y="288"/>
                  </a:lnTo>
                  <a:lnTo>
                    <a:pt x="1231" y="284"/>
                  </a:lnTo>
                  <a:lnTo>
                    <a:pt x="1235" y="281"/>
                  </a:lnTo>
                  <a:lnTo>
                    <a:pt x="1238" y="277"/>
                  </a:lnTo>
                  <a:lnTo>
                    <a:pt x="1242" y="273"/>
                  </a:lnTo>
                  <a:lnTo>
                    <a:pt x="1245" y="270"/>
                  </a:lnTo>
                  <a:lnTo>
                    <a:pt x="1249" y="266"/>
                  </a:lnTo>
                  <a:lnTo>
                    <a:pt x="1253" y="263"/>
                  </a:lnTo>
                  <a:lnTo>
                    <a:pt x="1256" y="259"/>
                  </a:lnTo>
                  <a:lnTo>
                    <a:pt x="1260" y="255"/>
                  </a:lnTo>
                  <a:lnTo>
                    <a:pt x="1263" y="252"/>
                  </a:lnTo>
                  <a:lnTo>
                    <a:pt x="1267" y="248"/>
                  </a:lnTo>
                  <a:lnTo>
                    <a:pt x="1271" y="245"/>
                  </a:lnTo>
                  <a:lnTo>
                    <a:pt x="1274" y="241"/>
                  </a:lnTo>
                  <a:lnTo>
                    <a:pt x="1278" y="237"/>
                  </a:lnTo>
                  <a:lnTo>
                    <a:pt x="1278" y="234"/>
                  </a:lnTo>
                  <a:lnTo>
                    <a:pt x="1281" y="230"/>
                  </a:lnTo>
                  <a:lnTo>
                    <a:pt x="1285" y="227"/>
                  </a:lnTo>
                  <a:lnTo>
                    <a:pt x="1289" y="223"/>
                  </a:lnTo>
                  <a:lnTo>
                    <a:pt x="1292" y="219"/>
                  </a:lnTo>
                  <a:lnTo>
                    <a:pt x="1296" y="219"/>
                  </a:lnTo>
                  <a:lnTo>
                    <a:pt x="1299" y="216"/>
                  </a:lnTo>
                  <a:lnTo>
                    <a:pt x="1303" y="212"/>
                  </a:lnTo>
                  <a:lnTo>
                    <a:pt x="1307" y="212"/>
                  </a:lnTo>
                  <a:lnTo>
                    <a:pt x="1310" y="212"/>
                  </a:lnTo>
                  <a:lnTo>
                    <a:pt x="1314" y="209"/>
                  </a:lnTo>
                  <a:lnTo>
                    <a:pt x="1317" y="209"/>
                  </a:lnTo>
                  <a:lnTo>
                    <a:pt x="1321" y="209"/>
                  </a:lnTo>
                  <a:lnTo>
                    <a:pt x="1325" y="209"/>
                  </a:lnTo>
                  <a:lnTo>
                    <a:pt x="1328" y="209"/>
                  </a:lnTo>
                  <a:lnTo>
                    <a:pt x="1332" y="209"/>
                  </a:lnTo>
                  <a:lnTo>
                    <a:pt x="1335" y="209"/>
                  </a:lnTo>
                  <a:lnTo>
                    <a:pt x="1339" y="212"/>
                  </a:lnTo>
                  <a:lnTo>
                    <a:pt x="1343" y="212"/>
                  </a:lnTo>
                  <a:lnTo>
                    <a:pt x="1346" y="216"/>
                  </a:lnTo>
                  <a:lnTo>
                    <a:pt x="1350" y="216"/>
                  </a:lnTo>
                  <a:lnTo>
                    <a:pt x="1353" y="219"/>
                  </a:lnTo>
                  <a:lnTo>
                    <a:pt x="1357" y="223"/>
                  </a:lnTo>
                  <a:lnTo>
                    <a:pt x="1361" y="227"/>
                  </a:lnTo>
                  <a:lnTo>
                    <a:pt x="1364" y="230"/>
                  </a:lnTo>
                  <a:lnTo>
                    <a:pt x="1368" y="230"/>
                  </a:lnTo>
                  <a:lnTo>
                    <a:pt x="1371" y="234"/>
                  </a:lnTo>
                  <a:lnTo>
                    <a:pt x="1375" y="237"/>
                  </a:lnTo>
                  <a:lnTo>
                    <a:pt x="1379" y="241"/>
                  </a:lnTo>
                  <a:lnTo>
                    <a:pt x="1382" y="245"/>
                  </a:lnTo>
                  <a:lnTo>
                    <a:pt x="1386" y="248"/>
                  </a:lnTo>
                  <a:lnTo>
                    <a:pt x="1389" y="252"/>
                  </a:lnTo>
                  <a:lnTo>
                    <a:pt x="1389" y="255"/>
                  </a:lnTo>
                  <a:lnTo>
                    <a:pt x="1393" y="259"/>
                  </a:lnTo>
                  <a:lnTo>
                    <a:pt x="1397" y="263"/>
                  </a:lnTo>
                  <a:lnTo>
                    <a:pt x="1400" y="266"/>
                  </a:lnTo>
                  <a:lnTo>
                    <a:pt x="1404" y="270"/>
                  </a:lnTo>
                  <a:lnTo>
                    <a:pt x="1407" y="273"/>
                  </a:lnTo>
                  <a:lnTo>
                    <a:pt x="1407" y="277"/>
                  </a:lnTo>
                  <a:lnTo>
                    <a:pt x="1411" y="281"/>
                  </a:lnTo>
                  <a:lnTo>
                    <a:pt x="1415" y="284"/>
                  </a:lnTo>
                  <a:lnTo>
                    <a:pt x="1418" y="288"/>
                  </a:lnTo>
                  <a:lnTo>
                    <a:pt x="1422" y="291"/>
                  </a:lnTo>
                  <a:lnTo>
                    <a:pt x="1425" y="295"/>
                  </a:lnTo>
                  <a:lnTo>
                    <a:pt x="1429" y="299"/>
                  </a:lnTo>
                  <a:lnTo>
                    <a:pt x="1433" y="302"/>
                  </a:lnTo>
                  <a:lnTo>
                    <a:pt x="1436" y="306"/>
                  </a:lnTo>
                  <a:lnTo>
                    <a:pt x="1440" y="309"/>
                  </a:lnTo>
                  <a:lnTo>
                    <a:pt x="1443" y="309"/>
                  </a:lnTo>
                  <a:lnTo>
                    <a:pt x="1447" y="313"/>
                  </a:lnTo>
                  <a:lnTo>
                    <a:pt x="1451" y="313"/>
                  </a:lnTo>
                  <a:lnTo>
                    <a:pt x="1454" y="313"/>
                  </a:lnTo>
                  <a:lnTo>
                    <a:pt x="1458" y="317"/>
                  </a:lnTo>
                  <a:lnTo>
                    <a:pt x="1461" y="317"/>
                  </a:lnTo>
                  <a:lnTo>
                    <a:pt x="1465" y="317"/>
                  </a:lnTo>
                  <a:lnTo>
                    <a:pt x="1469" y="317"/>
                  </a:lnTo>
                  <a:lnTo>
                    <a:pt x="1472" y="317"/>
                  </a:lnTo>
                  <a:lnTo>
                    <a:pt x="1476" y="313"/>
                  </a:lnTo>
                  <a:lnTo>
                    <a:pt x="1479" y="313"/>
                  </a:lnTo>
                  <a:lnTo>
                    <a:pt x="1483" y="309"/>
                  </a:lnTo>
                  <a:lnTo>
                    <a:pt x="1487" y="309"/>
                  </a:lnTo>
                  <a:lnTo>
                    <a:pt x="1490" y="306"/>
                  </a:lnTo>
                  <a:lnTo>
                    <a:pt x="1494" y="302"/>
                  </a:lnTo>
                  <a:lnTo>
                    <a:pt x="1497" y="299"/>
                  </a:lnTo>
                  <a:lnTo>
                    <a:pt x="1501" y="295"/>
                  </a:lnTo>
                  <a:lnTo>
                    <a:pt x="1505" y="295"/>
                  </a:lnTo>
                  <a:lnTo>
                    <a:pt x="1508" y="291"/>
                  </a:lnTo>
                  <a:lnTo>
                    <a:pt x="1512" y="288"/>
                  </a:lnTo>
                  <a:lnTo>
                    <a:pt x="1515" y="284"/>
                  </a:lnTo>
                  <a:lnTo>
                    <a:pt x="1519" y="281"/>
                  </a:lnTo>
                  <a:lnTo>
                    <a:pt x="1519" y="277"/>
                  </a:lnTo>
                  <a:lnTo>
                    <a:pt x="1523" y="273"/>
                  </a:lnTo>
                  <a:lnTo>
                    <a:pt x="1526" y="270"/>
                  </a:lnTo>
                  <a:lnTo>
                    <a:pt x="1530" y="266"/>
                  </a:lnTo>
                  <a:lnTo>
                    <a:pt x="1533" y="263"/>
                  </a:lnTo>
                  <a:lnTo>
                    <a:pt x="1533" y="259"/>
                  </a:lnTo>
                  <a:lnTo>
                    <a:pt x="1537" y="255"/>
                  </a:lnTo>
                  <a:lnTo>
                    <a:pt x="1541" y="252"/>
                  </a:lnTo>
                  <a:lnTo>
                    <a:pt x="1544" y="248"/>
                  </a:lnTo>
                  <a:lnTo>
                    <a:pt x="1544" y="245"/>
                  </a:lnTo>
                  <a:lnTo>
                    <a:pt x="1548" y="241"/>
                  </a:lnTo>
                  <a:lnTo>
                    <a:pt x="1551" y="237"/>
                  </a:lnTo>
                  <a:lnTo>
                    <a:pt x="1555" y="234"/>
                  </a:lnTo>
                  <a:lnTo>
                    <a:pt x="1555" y="230"/>
                  </a:lnTo>
                  <a:lnTo>
                    <a:pt x="1559" y="227"/>
                  </a:lnTo>
                  <a:lnTo>
                    <a:pt x="1562" y="223"/>
                  </a:lnTo>
                  <a:lnTo>
                    <a:pt x="1566" y="219"/>
                  </a:lnTo>
                  <a:lnTo>
                    <a:pt x="1569" y="216"/>
                  </a:lnTo>
                  <a:lnTo>
                    <a:pt x="1573" y="212"/>
                  </a:lnTo>
                  <a:lnTo>
                    <a:pt x="1577" y="209"/>
                  </a:lnTo>
                  <a:lnTo>
                    <a:pt x="1580" y="205"/>
                  </a:lnTo>
                  <a:lnTo>
                    <a:pt x="1584" y="205"/>
                  </a:lnTo>
                  <a:lnTo>
                    <a:pt x="1587" y="201"/>
                  </a:lnTo>
                  <a:lnTo>
                    <a:pt x="1591" y="201"/>
                  </a:lnTo>
                  <a:lnTo>
                    <a:pt x="1595" y="201"/>
                  </a:lnTo>
                  <a:lnTo>
                    <a:pt x="1598" y="198"/>
                  </a:lnTo>
                  <a:lnTo>
                    <a:pt x="1602" y="198"/>
                  </a:lnTo>
                  <a:lnTo>
                    <a:pt x="1605" y="198"/>
                  </a:lnTo>
                  <a:lnTo>
                    <a:pt x="1609" y="198"/>
                  </a:lnTo>
                  <a:lnTo>
                    <a:pt x="1613" y="201"/>
                  </a:lnTo>
                  <a:lnTo>
                    <a:pt x="1616" y="201"/>
                  </a:lnTo>
                  <a:lnTo>
                    <a:pt x="1620" y="201"/>
                  </a:lnTo>
                  <a:lnTo>
                    <a:pt x="1623" y="205"/>
                  </a:lnTo>
                  <a:lnTo>
                    <a:pt x="1627" y="209"/>
                  </a:lnTo>
                  <a:lnTo>
                    <a:pt x="1631" y="212"/>
                  </a:lnTo>
                  <a:lnTo>
                    <a:pt x="1634" y="212"/>
                  </a:lnTo>
                  <a:lnTo>
                    <a:pt x="1638" y="216"/>
                  </a:lnTo>
                  <a:lnTo>
                    <a:pt x="1641" y="219"/>
                  </a:lnTo>
                  <a:lnTo>
                    <a:pt x="1645" y="223"/>
                  </a:lnTo>
                  <a:lnTo>
                    <a:pt x="1649" y="227"/>
                  </a:lnTo>
                  <a:lnTo>
                    <a:pt x="1652" y="230"/>
                  </a:lnTo>
                  <a:lnTo>
                    <a:pt x="1656" y="234"/>
                  </a:lnTo>
                  <a:lnTo>
                    <a:pt x="1656" y="237"/>
                  </a:lnTo>
                  <a:lnTo>
                    <a:pt x="1659" y="241"/>
                  </a:lnTo>
                  <a:lnTo>
                    <a:pt x="1663" y="245"/>
                  </a:lnTo>
                  <a:lnTo>
                    <a:pt x="1667" y="248"/>
                  </a:lnTo>
                  <a:lnTo>
                    <a:pt x="1667" y="252"/>
                  </a:lnTo>
                  <a:lnTo>
                    <a:pt x="1670" y="255"/>
                  </a:lnTo>
                  <a:lnTo>
                    <a:pt x="1674" y="259"/>
                  </a:lnTo>
                  <a:lnTo>
                    <a:pt x="1674" y="263"/>
                  </a:lnTo>
                  <a:lnTo>
                    <a:pt x="1677" y="266"/>
                  </a:lnTo>
                  <a:lnTo>
                    <a:pt x="1681" y="270"/>
                  </a:lnTo>
                  <a:lnTo>
                    <a:pt x="1681" y="273"/>
                  </a:lnTo>
                  <a:lnTo>
                    <a:pt x="1685" y="277"/>
                  </a:lnTo>
                  <a:lnTo>
                    <a:pt x="1688" y="281"/>
                  </a:lnTo>
                  <a:lnTo>
                    <a:pt x="1692" y="284"/>
                  </a:lnTo>
                  <a:lnTo>
                    <a:pt x="1692" y="288"/>
                  </a:lnTo>
                  <a:lnTo>
                    <a:pt x="1695" y="291"/>
                  </a:lnTo>
                  <a:lnTo>
                    <a:pt x="1699" y="295"/>
                  </a:lnTo>
                  <a:lnTo>
                    <a:pt x="1703" y="299"/>
                  </a:lnTo>
                  <a:lnTo>
                    <a:pt x="1706" y="302"/>
                  </a:lnTo>
                  <a:lnTo>
                    <a:pt x="1706" y="306"/>
                  </a:lnTo>
                  <a:lnTo>
                    <a:pt x="1710" y="309"/>
                  </a:lnTo>
                  <a:lnTo>
                    <a:pt x="1713" y="313"/>
                  </a:lnTo>
                  <a:lnTo>
                    <a:pt x="1717" y="317"/>
                  </a:lnTo>
                  <a:lnTo>
                    <a:pt x="1721" y="320"/>
                  </a:lnTo>
                  <a:lnTo>
                    <a:pt x="1724" y="324"/>
                  </a:lnTo>
                  <a:lnTo>
                    <a:pt x="1728" y="324"/>
                  </a:lnTo>
                  <a:lnTo>
                    <a:pt x="1731" y="324"/>
                  </a:lnTo>
                  <a:lnTo>
                    <a:pt x="1735" y="327"/>
                  </a:lnTo>
                  <a:lnTo>
                    <a:pt x="1739" y="327"/>
                  </a:lnTo>
                  <a:lnTo>
                    <a:pt x="1742" y="327"/>
                  </a:lnTo>
                  <a:lnTo>
                    <a:pt x="1746" y="327"/>
                  </a:lnTo>
                  <a:lnTo>
                    <a:pt x="1749" y="327"/>
                  </a:lnTo>
                  <a:lnTo>
                    <a:pt x="1753" y="327"/>
                  </a:lnTo>
                  <a:lnTo>
                    <a:pt x="1757" y="324"/>
                  </a:lnTo>
                  <a:lnTo>
                    <a:pt x="1760" y="324"/>
                  </a:lnTo>
                  <a:lnTo>
                    <a:pt x="1764" y="320"/>
                  </a:lnTo>
                  <a:lnTo>
                    <a:pt x="1767" y="317"/>
                  </a:lnTo>
                  <a:lnTo>
                    <a:pt x="1771" y="313"/>
                  </a:lnTo>
                  <a:lnTo>
                    <a:pt x="1775" y="309"/>
                  </a:lnTo>
                  <a:lnTo>
                    <a:pt x="1778" y="306"/>
                  </a:lnTo>
                  <a:lnTo>
                    <a:pt x="1782" y="302"/>
                  </a:lnTo>
                  <a:lnTo>
                    <a:pt x="1785" y="299"/>
                  </a:lnTo>
                  <a:lnTo>
                    <a:pt x="1789" y="295"/>
                  </a:lnTo>
                  <a:lnTo>
                    <a:pt x="1793" y="291"/>
                  </a:lnTo>
                  <a:lnTo>
                    <a:pt x="1793" y="288"/>
                  </a:lnTo>
                  <a:lnTo>
                    <a:pt x="1796" y="284"/>
                  </a:lnTo>
                  <a:lnTo>
                    <a:pt x="1800" y="281"/>
                  </a:lnTo>
                  <a:lnTo>
                    <a:pt x="1803" y="277"/>
                  </a:lnTo>
                  <a:lnTo>
                    <a:pt x="1803" y="273"/>
                  </a:lnTo>
                  <a:lnTo>
                    <a:pt x="1807" y="270"/>
                  </a:lnTo>
                  <a:lnTo>
                    <a:pt x="1807" y="266"/>
                  </a:lnTo>
                  <a:lnTo>
                    <a:pt x="1811" y="263"/>
                  </a:lnTo>
                  <a:lnTo>
                    <a:pt x="1814" y="259"/>
                  </a:lnTo>
                  <a:lnTo>
                    <a:pt x="1814" y="255"/>
                  </a:lnTo>
                  <a:lnTo>
                    <a:pt x="1818" y="252"/>
                  </a:lnTo>
                  <a:lnTo>
                    <a:pt x="1821" y="248"/>
                  </a:lnTo>
                  <a:lnTo>
                    <a:pt x="1821" y="245"/>
                  </a:lnTo>
                  <a:lnTo>
                    <a:pt x="1825" y="241"/>
                  </a:lnTo>
                  <a:lnTo>
                    <a:pt x="1825" y="237"/>
                  </a:lnTo>
                  <a:lnTo>
                    <a:pt x="1829" y="234"/>
                  </a:lnTo>
                  <a:lnTo>
                    <a:pt x="1832" y="230"/>
                  </a:lnTo>
                  <a:lnTo>
                    <a:pt x="1836" y="227"/>
                  </a:lnTo>
                  <a:lnTo>
                    <a:pt x="1836" y="223"/>
                  </a:lnTo>
                  <a:lnTo>
                    <a:pt x="1839" y="219"/>
                  </a:lnTo>
                  <a:lnTo>
                    <a:pt x="1839" y="216"/>
                  </a:lnTo>
                  <a:lnTo>
                    <a:pt x="1843" y="212"/>
                  </a:lnTo>
                  <a:lnTo>
                    <a:pt x="1847" y="209"/>
                  </a:lnTo>
                  <a:lnTo>
                    <a:pt x="1850" y="205"/>
                  </a:lnTo>
                  <a:lnTo>
                    <a:pt x="1854" y="201"/>
                  </a:lnTo>
                  <a:lnTo>
                    <a:pt x="1857" y="198"/>
                  </a:lnTo>
                  <a:lnTo>
                    <a:pt x="1861" y="194"/>
                  </a:lnTo>
                  <a:lnTo>
                    <a:pt x="1865" y="191"/>
                  </a:lnTo>
                  <a:lnTo>
                    <a:pt x="1868" y="187"/>
                  </a:lnTo>
                  <a:lnTo>
                    <a:pt x="1872" y="187"/>
                  </a:lnTo>
                  <a:lnTo>
                    <a:pt x="1875" y="183"/>
                  </a:lnTo>
                  <a:lnTo>
                    <a:pt x="1879" y="183"/>
                  </a:lnTo>
                  <a:lnTo>
                    <a:pt x="1883" y="183"/>
                  </a:lnTo>
                  <a:lnTo>
                    <a:pt x="1886" y="183"/>
                  </a:lnTo>
                  <a:lnTo>
                    <a:pt x="1890" y="187"/>
                  </a:lnTo>
                  <a:lnTo>
                    <a:pt x="1893" y="187"/>
                  </a:lnTo>
                  <a:lnTo>
                    <a:pt x="1897" y="187"/>
                  </a:lnTo>
                  <a:lnTo>
                    <a:pt x="1901" y="191"/>
                  </a:lnTo>
                  <a:lnTo>
                    <a:pt x="1904" y="194"/>
                  </a:lnTo>
                  <a:lnTo>
                    <a:pt x="1908" y="198"/>
                  </a:lnTo>
                  <a:lnTo>
                    <a:pt x="1911" y="201"/>
                  </a:lnTo>
                  <a:lnTo>
                    <a:pt x="1915" y="205"/>
                  </a:lnTo>
                  <a:lnTo>
                    <a:pt x="1919" y="209"/>
                  </a:lnTo>
                  <a:lnTo>
                    <a:pt x="1922" y="212"/>
                  </a:lnTo>
                  <a:lnTo>
                    <a:pt x="1926" y="216"/>
                  </a:lnTo>
                  <a:lnTo>
                    <a:pt x="1926" y="219"/>
                  </a:lnTo>
                  <a:lnTo>
                    <a:pt x="1929" y="223"/>
                  </a:lnTo>
                  <a:lnTo>
                    <a:pt x="1933" y="227"/>
                  </a:lnTo>
                  <a:lnTo>
                    <a:pt x="1933" y="230"/>
                  </a:lnTo>
                  <a:lnTo>
                    <a:pt x="1937" y="234"/>
                  </a:lnTo>
                  <a:lnTo>
                    <a:pt x="1940" y="237"/>
                  </a:lnTo>
                  <a:lnTo>
                    <a:pt x="1940" y="241"/>
                  </a:lnTo>
                  <a:lnTo>
                    <a:pt x="1944" y="245"/>
                  </a:lnTo>
                  <a:lnTo>
                    <a:pt x="1947" y="248"/>
                  </a:lnTo>
                  <a:lnTo>
                    <a:pt x="1947" y="252"/>
                  </a:lnTo>
                  <a:lnTo>
                    <a:pt x="1947" y="255"/>
                  </a:lnTo>
                  <a:lnTo>
                    <a:pt x="1951" y="259"/>
                  </a:lnTo>
                  <a:lnTo>
                    <a:pt x="1951" y="263"/>
                  </a:lnTo>
                  <a:lnTo>
                    <a:pt x="1955" y="266"/>
                  </a:lnTo>
                  <a:lnTo>
                    <a:pt x="1958" y="270"/>
                  </a:lnTo>
                  <a:lnTo>
                    <a:pt x="1958" y="273"/>
                  </a:lnTo>
                  <a:lnTo>
                    <a:pt x="1962" y="277"/>
                  </a:lnTo>
                  <a:lnTo>
                    <a:pt x="1962" y="281"/>
                  </a:lnTo>
                  <a:lnTo>
                    <a:pt x="1965" y="284"/>
                  </a:lnTo>
                  <a:lnTo>
                    <a:pt x="1965" y="288"/>
                  </a:lnTo>
                  <a:lnTo>
                    <a:pt x="1969" y="291"/>
                  </a:lnTo>
                  <a:lnTo>
                    <a:pt x="1969" y="295"/>
                  </a:lnTo>
                  <a:lnTo>
                    <a:pt x="1973" y="299"/>
                  </a:lnTo>
                  <a:lnTo>
                    <a:pt x="1976" y="302"/>
                  </a:lnTo>
                  <a:lnTo>
                    <a:pt x="1976" y="306"/>
                  </a:lnTo>
                  <a:lnTo>
                    <a:pt x="1980" y="309"/>
                  </a:lnTo>
                  <a:lnTo>
                    <a:pt x="1983" y="313"/>
                  </a:lnTo>
                  <a:lnTo>
                    <a:pt x="1983" y="317"/>
                  </a:lnTo>
                  <a:lnTo>
                    <a:pt x="1987" y="320"/>
                  </a:lnTo>
                  <a:lnTo>
                    <a:pt x="1991" y="324"/>
                  </a:lnTo>
                  <a:lnTo>
                    <a:pt x="1994" y="327"/>
                  </a:lnTo>
                  <a:lnTo>
                    <a:pt x="1998" y="331"/>
                  </a:lnTo>
                  <a:lnTo>
                    <a:pt x="2001" y="335"/>
                  </a:lnTo>
                  <a:lnTo>
                    <a:pt x="2005" y="338"/>
                  </a:lnTo>
                  <a:lnTo>
                    <a:pt x="2009" y="342"/>
                  </a:lnTo>
                  <a:lnTo>
                    <a:pt x="2012" y="345"/>
                  </a:lnTo>
                  <a:lnTo>
                    <a:pt x="2016" y="345"/>
                  </a:lnTo>
                  <a:lnTo>
                    <a:pt x="2019" y="345"/>
                  </a:lnTo>
                  <a:lnTo>
                    <a:pt x="2023" y="345"/>
                  </a:lnTo>
                  <a:lnTo>
                    <a:pt x="2027" y="345"/>
                  </a:lnTo>
                  <a:lnTo>
                    <a:pt x="2030" y="345"/>
                  </a:lnTo>
                  <a:lnTo>
                    <a:pt x="2034" y="342"/>
                  </a:lnTo>
                  <a:lnTo>
                    <a:pt x="2037" y="342"/>
                  </a:lnTo>
                  <a:lnTo>
                    <a:pt x="2041" y="338"/>
                  </a:lnTo>
                  <a:lnTo>
                    <a:pt x="2045" y="335"/>
                  </a:lnTo>
                  <a:lnTo>
                    <a:pt x="2048" y="331"/>
                  </a:lnTo>
                  <a:lnTo>
                    <a:pt x="2052" y="327"/>
                  </a:lnTo>
                  <a:lnTo>
                    <a:pt x="2055" y="324"/>
                  </a:lnTo>
                  <a:lnTo>
                    <a:pt x="2059" y="320"/>
                  </a:lnTo>
                  <a:lnTo>
                    <a:pt x="2059" y="317"/>
                  </a:lnTo>
                  <a:lnTo>
                    <a:pt x="2063" y="313"/>
                  </a:lnTo>
                  <a:lnTo>
                    <a:pt x="2066" y="309"/>
                  </a:lnTo>
                  <a:lnTo>
                    <a:pt x="2066" y="306"/>
                  </a:lnTo>
                  <a:lnTo>
                    <a:pt x="2070" y="302"/>
                  </a:lnTo>
                  <a:lnTo>
                    <a:pt x="2070" y="299"/>
                  </a:lnTo>
                  <a:lnTo>
                    <a:pt x="2073" y="295"/>
                  </a:lnTo>
                  <a:lnTo>
                    <a:pt x="2077" y="291"/>
                  </a:lnTo>
                  <a:lnTo>
                    <a:pt x="2077" y="288"/>
                  </a:lnTo>
                  <a:lnTo>
                    <a:pt x="2081" y="284"/>
                  </a:lnTo>
                  <a:lnTo>
                    <a:pt x="2081" y="281"/>
                  </a:lnTo>
                  <a:lnTo>
                    <a:pt x="2081" y="277"/>
                  </a:lnTo>
                  <a:lnTo>
                    <a:pt x="2084" y="273"/>
                  </a:lnTo>
                  <a:lnTo>
                    <a:pt x="2088" y="270"/>
                  </a:lnTo>
                  <a:lnTo>
                    <a:pt x="2088" y="266"/>
                  </a:lnTo>
                  <a:lnTo>
                    <a:pt x="2088" y="263"/>
                  </a:lnTo>
                  <a:lnTo>
                    <a:pt x="2091" y="259"/>
                  </a:lnTo>
                  <a:lnTo>
                    <a:pt x="2095" y="255"/>
                  </a:lnTo>
                  <a:lnTo>
                    <a:pt x="2095" y="252"/>
                  </a:lnTo>
                  <a:lnTo>
                    <a:pt x="2095" y="248"/>
                  </a:lnTo>
                  <a:lnTo>
                    <a:pt x="2099" y="245"/>
                  </a:lnTo>
                  <a:lnTo>
                    <a:pt x="2099" y="241"/>
                  </a:lnTo>
                  <a:lnTo>
                    <a:pt x="2102" y="237"/>
                  </a:lnTo>
                  <a:lnTo>
                    <a:pt x="2102" y="234"/>
                  </a:lnTo>
                  <a:lnTo>
                    <a:pt x="2106" y="230"/>
                  </a:lnTo>
                  <a:lnTo>
                    <a:pt x="2106" y="227"/>
                  </a:lnTo>
                  <a:lnTo>
                    <a:pt x="2109" y="223"/>
                  </a:lnTo>
                  <a:lnTo>
                    <a:pt x="2109" y="219"/>
                  </a:lnTo>
                  <a:lnTo>
                    <a:pt x="2113" y="216"/>
                  </a:lnTo>
                  <a:lnTo>
                    <a:pt x="2113" y="212"/>
                  </a:lnTo>
                  <a:lnTo>
                    <a:pt x="2117" y="209"/>
                  </a:lnTo>
                  <a:lnTo>
                    <a:pt x="2120" y="205"/>
                  </a:lnTo>
                  <a:lnTo>
                    <a:pt x="2120" y="201"/>
                  </a:lnTo>
                  <a:lnTo>
                    <a:pt x="2124" y="198"/>
                  </a:lnTo>
                  <a:lnTo>
                    <a:pt x="2124" y="194"/>
                  </a:lnTo>
                  <a:lnTo>
                    <a:pt x="2127" y="191"/>
                  </a:lnTo>
                  <a:lnTo>
                    <a:pt x="2131" y="187"/>
                  </a:lnTo>
                  <a:lnTo>
                    <a:pt x="2131" y="183"/>
                  </a:lnTo>
                  <a:lnTo>
                    <a:pt x="2135" y="180"/>
                  </a:lnTo>
                  <a:lnTo>
                    <a:pt x="2138" y="176"/>
                  </a:lnTo>
                  <a:lnTo>
                    <a:pt x="2142" y="173"/>
                  </a:lnTo>
                  <a:lnTo>
                    <a:pt x="2145" y="169"/>
                  </a:lnTo>
                  <a:lnTo>
                    <a:pt x="2149" y="165"/>
                  </a:lnTo>
                  <a:lnTo>
                    <a:pt x="2153" y="162"/>
                  </a:lnTo>
                  <a:lnTo>
                    <a:pt x="2156" y="162"/>
                  </a:lnTo>
                  <a:lnTo>
                    <a:pt x="2160" y="162"/>
                  </a:lnTo>
                  <a:lnTo>
                    <a:pt x="2163" y="162"/>
                  </a:lnTo>
                  <a:lnTo>
                    <a:pt x="2167" y="162"/>
                  </a:lnTo>
                  <a:lnTo>
                    <a:pt x="2171" y="162"/>
                  </a:lnTo>
                  <a:lnTo>
                    <a:pt x="2174" y="165"/>
                  </a:lnTo>
                  <a:lnTo>
                    <a:pt x="2178" y="165"/>
                  </a:lnTo>
                  <a:lnTo>
                    <a:pt x="2181" y="169"/>
                  </a:lnTo>
                  <a:lnTo>
                    <a:pt x="2185" y="173"/>
                  </a:lnTo>
                  <a:lnTo>
                    <a:pt x="2189" y="176"/>
                  </a:lnTo>
                  <a:lnTo>
                    <a:pt x="2192" y="180"/>
                  </a:lnTo>
                  <a:lnTo>
                    <a:pt x="2192" y="183"/>
                  </a:lnTo>
                  <a:lnTo>
                    <a:pt x="2196" y="187"/>
                  </a:lnTo>
                  <a:lnTo>
                    <a:pt x="2199" y="191"/>
                  </a:lnTo>
                  <a:lnTo>
                    <a:pt x="2199" y="194"/>
                  </a:lnTo>
                  <a:lnTo>
                    <a:pt x="2203" y="198"/>
                  </a:lnTo>
                  <a:lnTo>
                    <a:pt x="2203" y="201"/>
                  </a:lnTo>
                  <a:lnTo>
                    <a:pt x="2207" y="205"/>
                  </a:lnTo>
                  <a:lnTo>
                    <a:pt x="2207" y="209"/>
                  </a:lnTo>
                  <a:lnTo>
                    <a:pt x="2210" y="212"/>
                  </a:lnTo>
                  <a:lnTo>
                    <a:pt x="2210" y="216"/>
                  </a:lnTo>
                  <a:lnTo>
                    <a:pt x="2214" y="219"/>
                  </a:lnTo>
                  <a:lnTo>
                    <a:pt x="2214" y="223"/>
                  </a:lnTo>
                  <a:lnTo>
                    <a:pt x="2217" y="227"/>
                  </a:lnTo>
                  <a:lnTo>
                    <a:pt x="2217" y="230"/>
                  </a:lnTo>
                  <a:lnTo>
                    <a:pt x="2217" y="234"/>
                  </a:lnTo>
                  <a:lnTo>
                    <a:pt x="2221" y="237"/>
                  </a:lnTo>
                  <a:lnTo>
                    <a:pt x="2221" y="241"/>
                  </a:lnTo>
                  <a:lnTo>
                    <a:pt x="2225" y="245"/>
                  </a:lnTo>
                  <a:lnTo>
                    <a:pt x="2225" y="248"/>
                  </a:lnTo>
                  <a:lnTo>
                    <a:pt x="2228" y="252"/>
                  </a:lnTo>
                  <a:lnTo>
                    <a:pt x="2228" y="255"/>
                  </a:lnTo>
                  <a:lnTo>
                    <a:pt x="2232" y="259"/>
                  </a:lnTo>
                  <a:lnTo>
                    <a:pt x="2232" y="263"/>
                  </a:lnTo>
                  <a:lnTo>
                    <a:pt x="2232" y="266"/>
                  </a:lnTo>
                  <a:lnTo>
                    <a:pt x="2235" y="270"/>
                  </a:lnTo>
                  <a:lnTo>
                    <a:pt x="2235" y="273"/>
                  </a:lnTo>
                  <a:lnTo>
                    <a:pt x="2235" y="277"/>
                  </a:lnTo>
                  <a:lnTo>
                    <a:pt x="2239" y="281"/>
                  </a:lnTo>
                  <a:lnTo>
                    <a:pt x="2239" y="284"/>
                  </a:lnTo>
                  <a:lnTo>
                    <a:pt x="2243" y="288"/>
                  </a:lnTo>
                  <a:lnTo>
                    <a:pt x="2243" y="291"/>
                  </a:lnTo>
                  <a:lnTo>
                    <a:pt x="2243" y="295"/>
                  </a:lnTo>
                  <a:lnTo>
                    <a:pt x="2246" y="299"/>
                  </a:lnTo>
                  <a:lnTo>
                    <a:pt x="2250" y="302"/>
                  </a:lnTo>
                  <a:lnTo>
                    <a:pt x="2250" y="306"/>
                  </a:lnTo>
                  <a:lnTo>
                    <a:pt x="2250" y="309"/>
                  </a:lnTo>
                  <a:lnTo>
                    <a:pt x="2253" y="313"/>
                  </a:lnTo>
                  <a:lnTo>
                    <a:pt x="2253" y="317"/>
                  </a:lnTo>
                  <a:lnTo>
                    <a:pt x="2253" y="320"/>
                  </a:lnTo>
                  <a:lnTo>
                    <a:pt x="2257" y="324"/>
                  </a:lnTo>
                  <a:lnTo>
                    <a:pt x="2261" y="327"/>
                  </a:lnTo>
                  <a:lnTo>
                    <a:pt x="2261" y="331"/>
                  </a:lnTo>
                  <a:lnTo>
                    <a:pt x="2261" y="335"/>
                  </a:lnTo>
                  <a:lnTo>
                    <a:pt x="2264" y="338"/>
                  </a:lnTo>
                  <a:lnTo>
                    <a:pt x="2268" y="342"/>
                  </a:lnTo>
                  <a:lnTo>
                    <a:pt x="2268" y="345"/>
                  </a:lnTo>
                  <a:lnTo>
                    <a:pt x="2271" y="349"/>
                  </a:lnTo>
                  <a:lnTo>
                    <a:pt x="2275" y="353"/>
                  </a:lnTo>
                  <a:lnTo>
                    <a:pt x="2275" y="356"/>
                  </a:lnTo>
                  <a:lnTo>
                    <a:pt x="2279" y="360"/>
                  </a:lnTo>
                  <a:lnTo>
                    <a:pt x="2282" y="363"/>
                  </a:lnTo>
                  <a:lnTo>
                    <a:pt x="2286" y="367"/>
                  </a:lnTo>
                  <a:lnTo>
                    <a:pt x="2289" y="371"/>
                  </a:lnTo>
                  <a:lnTo>
                    <a:pt x="2293" y="374"/>
                  </a:lnTo>
                  <a:lnTo>
                    <a:pt x="2297" y="378"/>
                  </a:lnTo>
                  <a:lnTo>
                    <a:pt x="2300" y="378"/>
                  </a:lnTo>
                  <a:lnTo>
                    <a:pt x="2304" y="378"/>
                  </a:lnTo>
                  <a:lnTo>
                    <a:pt x="2307" y="378"/>
                  </a:lnTo>
                  <a:lnTo>
                    <a:pt x="2311" y="374"/>
                  </a:lnTo>
                  <a:lnTo>
                    <a:pt x="2315" y="371"/>
                  </a:lnTo>
                  <a:lnTo>
                    <a:pt x="2318" y="367"/>
                  </a:lnTo>
                  <a:lnTo>
                    <a:pt x="2322" y="363"/>
                  </a:lnTo>
                  <a:lnTo>
                    <a:pt x="2325" y="360"/>
                  </a:lnTo>
                  <a:lnTo>
                    <a:pt x="2329" y="356"/>
                  </a:lnTo>
                  <a:lnTo>
                    <a:pt x="2333" y="353"/>
                  </a:lnTo>
                  <a:lnTo>
                    <a:pt x="2333" y="349"/>
                  </a:lnTo>
                  <a:lnTo>
                    <a:pt x="2336" y="345"/>
                  </a:lnTo>
                  <a:lnTo>
                    <a:pt x="2336" y="342"/>
                  </a:lnTo>
                  <a:lnTo>
                    <a:pt x="2340" y="338"/>
                  </a:lnTo>
                  <a:lnTo>
                    <a:pt x="2340" y="335"/>
                  </a:lnTo>
                  <a:lnTo>
                    <a:pt x="2343" y="331"/>
                  </a:lnTo>
                  <a:lnTo>
                    <a:pt x="2343" y="327"/>
                  </a:lnTo>
                  <a:lnTo>
                    <a:pt x="2347" y="324"/>
                  </a:lnTo>
                  <a:lnTo>
                    <a:pt x="2347" y="320"/>
                  </a:lnTo>
                  <a:lnTo>
                    <a:pt x="2347" y="317"/>
                  </a:lnTo>
                  <a:lnTo>
                    <a:pt x="2351" y="313"/>
                  </a:lnTo>
                  <a:lnTo>
                    <a:pt x="2351" y="309"/>
                  </a:lnTo>
                  <a:lnTo>
                    <a:pt x="2354" y="306"/>
                  </a:lnTo>
                  <a:lnTo>
                    <a:pt x="2354" y="302"/>
                  </a:lnTo>
                  <a:lnTo>
                    <a:pt x="2354" y="299"/>
                  </a:lnTo>
                  <a:lnTo>
                    <a:pt x="2358" y="295"/>
                  </a:lnTo>
                  <a:lnTo>
                    <a:pt x="2358" y="291"/>
                  </a:lnTo>
                  <a:lnTo>
                    <a:pt x="2361" y="288"/>
                  </a:lnTo>
                  <a:lnTo>
                    <a:pt x="2361" y="284"/>
                  </a:lnTo>
                  <a:lnTo>
                    <a:pt x="2361" y="281"/>
                  </a:lnTo>
                  <a:lnTo>
                    <a:pt x="2365" y="277"/>
                  </a:lnTo>
                  <a:lnTo>
                    <a:pt x="2365" y="273"/>
                  </a:lnTo>
                  <a:lnTo>
                    <a:pt x="2365" y="266"/>
                  </a:lnTo>
                  <a:lnTo>
                    <a:pt x="2369" y="263"/>
                  </a:lnTo>
                  <a:lnTo>
                    <a:pt x="2369" y="259"/>
                  </a:lnTo>
                  <a:lnTo>
                    <a:pt x="2372" y="255"/>
                  </a:lnTo>
                  <a:lnTo>
                    <a:pt x="2372" y="252"/>
                  </a:lnTo>
                  <a:lnTo>
                    <a:pt x="2372" y="248"/>
                  </a:lnTo>
                  <a:lnTo>
                    <a:pt x="2376" y="245"/>
                  </a:lnTo>
                  <a:lnTo>
                    <a:pt x="2376" y="241"/>
                  </a:lnTo>
                  <a:lnTo>
                    <a:pt x="2379" y="234"/>
                  </a:lnTo>
                  <a:lnTo>
                    <a:pt x="2379" y="230"/>
                  </a:lnTo>
                  <a:lnTo>
                    <a:pt x="2379" y="227"/>
                  </a:lnTo>
                  <a:lnTo>
                    <a:pt x="2383" y="223"/>
                  </a:lnTo>
                  <a:lnTo>
                    <a:pt x="2383" y="219"/>
                  </a:lnTo>
                  <a:lnTo>
                    <a:pt x="2383" y="216"/>
                  </a:lnTo>
                  <a:lnTo>
                    <a:pt x="2387" y="212"/>
                  </a:lnTo>
                  <a:lnTo>
                    <a:pt x="2387" y="209"/>
                  </a:lnTo>
                  <a:lnTo>
                    <a:pt x="2390" y="205"/>
                  </a:lnTo>
                  <a:lnTo>
                    <a:pt x="2390" y="201"/>
                  </a:lnTo>
                  <a:lnTo>
                    <a:pt x="2390" y="194"/>
                  </a:lnTo>
                  <a:lnTo>
                    <a:pt x="2394" y="191"/>
                  </a:lnTo>
                  <a:lnTo>
                    <a:pt x="2394" y="187"/>
                  </a:lnTo>
                  <a:lnTo>
                    <a:pt x="2397" y="183"/>
                  </a:lnTo>
                  <a:lnTo>
                    <a:pt x="2397" y="180"/>
                  </a:lnTo>
                  <a:lnTo>
                    <a:pt x="2397" y="176"/>
                  </a:lnTo>
                  <a:lnTo>
                    <a:pt x="2401" y="173"/>
                  </a:lnTo>
                  <a:lnTo>
                    <a:pt x="2405" y="169"/>
                  </a:lnTo>
                  <a:lnTo>
                    <a:pt x="2405" y="165"/>
                  </a:lnTo>
                  <a:lnTo>
                    <a:pt x="2405" y="162"/>
                  </a:lnTo>
                  <a:lnTo>
                    <a:pt x="2408" y="158"/>
                  </a:lnTo>
                  <a:lnTo>
                    <a:pt x="2408" y="155"/>
                  </a:lnTo>
                  <a:lnTo>
                    <a:pt x="2408" y="151"/>
                  </a:lnTo>
                  <a:lnTo>
                    <a:pt x="2412" y="147"/>
                  </a:lnTo>
                  <a:lnTo>
                    <a:pt x="2415" y="144"/>
                  </a:lnTo>
                  <a:lnTo>
                    <a:pt x="2415" y="140"/>
                  </a:lnTo>
                  <a:lnTo>
                    <a:pt x="2419" y="137"/>
                  </a:lnTo>
                  <a:lnTo>
                    <a:pt x="2423" y="133"/>
                  </a:lnTo>
                  <a:lnTo>
                    <a:pt x="2423" y="129"/>
                  </a:lnTo>
                  <a:lnTo>
                    <a:pt x="2426" y="126"/>
                  </a:lnTo>
                  <a:lnTo>
                    <a:pt x="2430" y="122"/>
                  </a:lnTo>
                  <a:lnTo>
                    <a:pt x="2433" y="119"/>
                  </a:lnTo>
                  <a:lnTo>
                    <a:pt x="2437" y="119"/>
                  </a:lnTo>
                  <a:lnTo>
                    <a:pt x="2441" y="115"/>
                  </a:lnTo>
                  <a:lnTo>
                    <a:pt x="2444" y="115"/>
                  </a:lnTo>
                  <a:lnTo>
                    <a:pt x="2448" y="119"/>
                  </a:lnTo>
                  <a:lnTo>
                    <a:pt x="2451" y="122"/>
                  </a:lnTo>
                  <a:lnTo>
                    <a:pt x="2455" y="122"/>
                  </a:lnTo>
                  <a:lnTo>
                    <a:pt x="2459" y="126"/>
                  </a:lnTo>
                  <a:lnTo>
                    <a:pt x="2462" y="129"/>
                  </a:lnTo>
                  <a:lnTo>
                    <a:pt x="2466" y="133"/>
                  </a:lnTo>
                  <a:lnTo>
                    <a:pt x="2466" y="137"/>
                  </a:lnTo>
                  <a:lnTo>
                    <a:pt x="2469" y="140"/>
                  </a:lnTo>
                  <a:lnTo>
                    <a:pt x="2469" y="144"/>
                  </a:lnTo>
                  <a:lnTo>
                    <a:pt x="2469" y="147"/>
                  </a:lnTo>
                  <a:lnTo>
                    <a:pt x="2473" y="151"/>
                  </a:lnTo>
                  <a:lnTo>
                    <a:pt x="2477" y="155"/>
                  </a:lnTo>
                  <a:lnTo>
                    <a:pt x="2477" y="158"/>
                  </a:lnTo>
                  <a:lnTo>
                    <a:pt x="2477" y="162"/>
                  </a:lnTo>
                  <a:lnTo>
                    <a:pt x="2480" y="165"/>
                  </a:lnTo>
                  <a:lnTo>
                    <a:pt x="2480" y="169"/>
                  </a:lnTo>
                  <a:lnTo>
                    <a:pt x="2484" y="173"/>
                  </a:lnTo>
                  <a:lnTo>
                    <a:pt x="2484" y="176"/>
                  </a:lnTo>
                  <a:lnTo>
                    <a:pt x="2484" y="180"/>
                  </a:lnTo>
                  <a:lnTo>
                    <a:pt x="2487" y="187"/>
                  </a:lnTo>
                  <a:lnTo>
                    <a:pt x="2487" y="191"/>
                  </a:lnTo>
                  <a:lnTo>
                    <a:pt x="2491" y="194"/>
                  </a:lnTo>
                  <a:lnTo>
                    <a:pt x="2491" y="198"/>
                  </a:lnTo>
                  <a:lnTo>
                    <a:pt x="2491" y="201"/>
                  </a:lnTo>
                  <a:lnTo>
                    <a:pt x="2495" y="209"/>
                  </a:lnTo>
                  <a:lnTo>
                    <a:pt x="2495" y="212"/>
                  </a:lnTo>
                  <a:lnTo>
                    <a:pt x="2495" y="216"/>
                  </a:lnTo>
                  <a:lnTo>
                    <a:pt x="2498" y="219"/>
                  </a:lnTo>
                  <a:lnTo>
                    <a:pt x="2498" y="227"/>
                  </a:lnTo>
                  <a:lnTo>
                    <a:pt x="2502" y="230"/>
                  </a:lnTo>
                  <a:lnTo>
                    <a:pt x="2502" y="234"/>
                  </a:lnTo>
                  <a:lnTo>
                    <a:pt x="2502" y="241"/>
                  </a:lnTo>
                  <a:lnTo>
                    <a:pt x="2505" y="245"/>
                  </a:lnTo>
                  <a:lnTo>
                    <a:pt x="2505" y="248"/>
                  </a:lnTo>
                  <a:lnTo>
                    <a:pt x="2509" y="255"/>
                  </a:lnTo>
                  <a:lnTo>
                    <a:pt x="2509" y="259"/>
                  </a:lnTo>
                  <a:lnTo>
                    <a:pt x="2509" y="266"/>
                  </a:lnTo>
                  <a:lnTo>
                    <a:pt x="2513" y="270"/>
                  </a:lnTo>
                  <a:lnTo>
                    <a:pt x="2513" y="273"/>
                  </a:lnTo>
                  <a:lnTo>
                    <a:pt x="2513" y="281"/>
                  </a:lnTo>
                  <a:lnTo>
                    <a:pt x="2516" y="284"/>
                  </a:lnTo>
                  <a:lnTo>
                    <a:pt x="2516" y="291"/>
                  </a:lnTo>
                  <a:lnTo>
                    <a:pt x="2520" y="295"/>
                  </a:lnTo>
                  <a:lnTo>
                    <a:pt x="2520" y="302"/>
                  </a:lnTo>
                  <a:lnTo>
                    <a:pt x="2520" y="306"/>
                  </a:lnTo>
                  <a:lnTo>
                    <a:pt x="2523" y="309"/>
                  </a:lnTo>
                  <a:lnTo>
                    <a:pt x="2523" y="317"/>
                  </a:lnTo>
                  <a:lnTo>
                    <a:pt x="2527" y="320"/>
                  </a:lnTo>
                  <a:lnTo>
                    <a:pt x="2527" y="327"/>
                  </a:lnTo>
                  <a:lnTo>
                    <a:pt x="2527" y="331"/>
                  </a:lnTo>
                  <a:lnTo>
                    <a:pt x="2531" y="335"/>
                  </a:lnTo>
                  <a:lnTo>
                    <a:pt x="2531" y="342"/>
                  </a:lnTo>
                  <a:lnTo>
                    <a:pt x="2534" y="345"/>
                  </a:lnTo>
                  <a:lnTo>
                    <a:pt x="2534" y="349"/>
                  </a:lnTo>
                  <a:lnTo>
                    <a:pt x="2534" y="356"/>
                  </a:lnTo>
                  <a:lnTo>
                    <a:pt x="2538" y="360"/>
                  </a:lnTo>
                  <a:lnTo>
                    <a:pt x="2538" y="363"/>
                  </a:lnTo>
                  <a:lnTo>
                    <a:pt x="2538" y="367"/>
                  </a:lnTo>
                  <a:lnTo>
                    <a:pt x="2541" y="374"/>
                  </a:lnTo>
                  <a:lnTo>
                    <a:pt x="2541" y="378"/>
                  </a:lnTo>
                  <a:lnTo>
                    <a:pt x="2545" y="381"/>
                  </a:lnTo>
                  <a:lnTo>
                    <a:pt x="2545" y="385"/>
                  </a:lnTo>
                  <a:lnTo>
                    <a:pt x="2545" y="389"/>
                  </a:lnTo>
                  <a:lnTo>
                    <a:pt x="2549" y="392"/>
                  </a:lnTo>
                  <a:lnTo>
                    <a:pt x="2549" y="396"/>
                  </a:lnTo>
                  <a:lnTo>
                    <a:pt x="2552" y="399"/>
                  </a:lnTo>
                  <a:lnTo>
                    <a:pt x="2552" y="403"/>
                  </a:lnTo>
                  <a:lnTo>
                    <a:pt x="2552" y="407"/>
                  </a:lnTo>
                  <a:lnTo>
                    <a:pt x="2556" y="410"/>
                  </a:lnTo>
                  <a:lnTo>
                    <a:pt x="2556" y="414"/>
                  </a:lnTo>
                  <a:lnTo>
                    <a:pt x="2556" y="417"/>
                  </a:lnTo>
                  <a:lnTo>
                    <a:pt x="2559" y="421"/>
                  </a:lnTo>
                  <a:lnTo>
                    <a:pt x="2563" y="425"/>
                  </a:lnTo>
                  <a:lnTo>
                    <a:pt x="2563" y="428"/>
                  </a:lnTo>
                  <a:lnTo>
                    <a:pt x="2567" y="432"/>
                  </a:lnTo>
                  <a:lnTo>
                    <a:pt x="2570" y="435"/>
                  </a:lnTo>
                  <a:lnTo>
                    <a:pt x="2574" y="439"/>
                  </a:lnTo>
                  <a:lnTo>
                    <a:pt x="2577" y="443"/>
                  </a:lnTo>
                  <a:lnTo>
                    <a:pt x="2581" y="446"/>
                  </a:lnTo>
                  <a:lnTo>
                    <a:pt x="2585" y="443"/>
                  </a:lnTo>
                  <a:lnTo>
                    <a:pt x="2588" y="443"/>
                  </a:lnTo>
                  <a:lnTo>
                    <a:pt x="2592" y="439"/>
                  </a:lnTo>
                  <a:lnTo>
                    <a:pt x="2595" y="435"/>
                  </a:lnTo>
                  <a:lnTo>
                    <a:pt x="2599" y="432"/>
                  </a:lnTo>
                  <a:lnTo>
                    <a:pt x="2599" y="428"/>
                  </a:lnTo>
                  <a:lnTo>
                    <a:pt x="2603" y="425"/>
                  </a:lnTo>
                  <a:lnTo>
                    <a:pt x="2606" y="421"/>
                  </a:lnTo>
                  <a:lnTo>
                    <a:pt x="2606" y="417"/>
                  </a:lnTo>
                  <a:lnTo>
                    <a:pt x="2606" y="414"/>
                  </a:lnTo>
                  <a:lnTo>
                    <a:pt x="2610" y="410"/>
                  </a:lnTo>
                  <a:lnTo>
                    <a:pt x="2610" y="407"/>
                  </a:lnTo>
                  <a:lnTo>
                    <a:pt x="2613" y="403"/>
                  </a:lnTo>
                  <a:lnTo>
                    <a:pt x="2613" y="399"/>
                  </a:lnTo>
                  <a:lnTo>
                    <a:pt x="2613" y="396"/>
                  </a:lnTo>
                  <a:lnTo>
                    <a:pt x="2617" y="392"/>
                  </a:lnTo>
                  <a:lnTo>
                    <a:pt x="2617" y="389"/>
                  </a:lnTo>
                  <a:lnTo>
                    <a:pt x="2621" y="381"/>
                  </a:lnTo>
                  <a:lnTo>
                    <a:pt x="2621" y="378"/>
                  </a:lnTo>
                  <a:lnTo>
                    <a:pt x="2621" y="374"/>
                  </a:lnTo>
                  <a:lnTo>
                    <a:pt x="2624" y="367"/>
                  </a:lnTo>
                  <a:lnTo>
                    <a:pt x="2624" y="363"/>
                  </a:lnTo>
                  <a:lnTo>
                    <a:pt x="2624" y="360"/>
                  </a:lnTo>
                  <a:lnTo>
                    <a:pt x="2628" y="353"/>
                  </a:lnTo>
                  <a:lnTo>
                    <a:pt x="2628" y="349"/>
                  </a:lnTo>
                  <a:lnTo>
                    <a:pt x="2631" y="342"/>
                  </a:lnTo>
                  <a:lnTo>
                    <a:pt x="2631" y="335"/>
                  </a:lnTo>
                  <a:lnTo>
                    <a:pt x="2631" y="331"/>
                  </a:lnTo>
                  <a:lnTo>
                    <a:pt x="2635" y="324"/>
                  </a:lnTo>
                  <a:lnTo>
                    <a:pt x="2635" y="317"/>
                  </a:lnTo>
                  <a:lnTo>
                    <a:pt x="2639" y="313"/>
                  </a:lnTo>
                  <a:lnTo>
                    <a:pt x="2639" y="306"/>
                  </a:lnTo>
                  <a:lnTo>
                    <a:pt x="2639" y="299"/>
                  </a:lnTo>
                  <a:lnTo>
                    <a:pt x="2642" y="291"/>
                  </a:lnTo>
                  <a:lnTo>
                    <a:pt x="2642" y="288"/>
                  </a:lnTo>
                  <a:lnTo>
                    <a:pt x="2642" y="281"/>
                  </a:lnTo>
                  <a:lnTo>
                    <a:pt x="2646" y="273"/>
                  </a:lnTo>
                  <a:lnTo>
                    <a:pt x="2646" y="266"/>
                  </a:lnTo>
                  <a:lnTo>
                    <a:pt x="2649" y="259"/>
                  </a:lnTo>
                  <a:lnTo>
                    <a:pt x="2649" y="252"/>
                  </a:lnTo>
                  <a:lnTo>
                    <a:pt x="2649" y="245"/>
                  </a:lnTo>
                  <a:lnTo>
                    <a:pt x="2653" y="241"/>
                  </a:lnTo>
                  <a:lnTo>
                    <a:pt x="2653" y="234"/>
                  </a:lnTo>
                  <a:lnTo>
                    <a:pt x="2657" y="227"/>
                  </a:lnTo>
                  <a:lnTo>
                    <a:pt x="2657" y="219"/>
                  </a:lnTo>
                  <a:lnTo>
                    <a:pt x="2657" y="212"/>
                  </a:lnTo>
                  <a:lnTo>
                    <a:pt x="2660" y="205"/>
                  </a:lnTo>
                  <a:lnTo>
                    <a:pt x="2660" y="198"/>
                  </a:lnTo>
                  <a:lnTo>
                    <a:pt x="2664" y="191"/>
                  </a:lnTo>
                  <a:lnTo>
                    <a:pt x="2664" y="183"/>
                  </a:lnTo>
                  <a:lnTo>
                    <a:pt x="2664" y="176"/>
                  </a:lnTo>
                  <a:lnTo>
                    <a:pt x="2667" y="173"/>
                  </a:lnTo>
                  <a:lnTo>
                    <a:pt x="2667" y="165"/>
                  </a:lnTo>
                  <a:lnTo>
                    <a:pt x="2667" y="158"/>
                  </a:lnTo>
                  <a:lnTo>
                    <a:pt x="2671" y="151"/>
                  </a:lnTo>
                  <a:lnTo>
                    <a:pt x="2671" y="144"/>
                  </a:lnTo>
                  <a:lnTo>
                    <a:pt x="2675" y="137"/>
                  </a:lnTo>
                  <a:lnTo>
                    <a:pt x="2675" y="129"/>
                  </a:lnTo>
                  <a:lnTo>
                    <a:pt x="2675" y="126"/>
                  </a:lnTo>
                  <a:lnTo>
                    <a:pt x="2678" y="119"/>
                  </a:lnTo>
                  <a:lnTo>
                    <a:pt x="2678" y="111"/>
                  </a:lnTo>
                  <a:lnTo>
                    <a:pt x="2682" y="108"/>
                  </a:lnTo>
                  <a:lnTo>
                    <a:pt x="2682" y="101"/>
                  </a:lnTo>
                  <a:lnTo>
                    <a:pt x="2682" y="93"/>
                  </a:lnTo>
                  <a:lnTo>
                    <a:pt x="2685" y="90"/>
                  </a:lnTo>
                  <a:lnTo>
                    <a:pt x="2685" y="83"/>
                  </a:lnTo>
                  <a:lnTo>
                    <a:pt x="2685" y="79"/>
                  </a:lnTo>
                  <a:lnTo>
                    <a:pt x="2689" y="72"/>
                  </a:lnTo>
                  <a:lnTo>
                    <a:pt x="2689" y="68"/>
                  </a:lnTo>
                  <a:lnTo>
                    <a:pt x="2693" y="61"/>
                  </a:lnTo>
                  <a:lnTo>
                    <a:pt x="2693" y="57"/>
                  </a:lnTo>
                  <a:lnTo>
                    <a:pt x="2693" y="54"/>
                  </a:lnTo>
                  <a:lnTo>
                    <a:pt x="2696" y="47"/>
                  </a:lnTo>
                  <a:lnTo>
                    <a:pt x="2696" y="43"/>
                  </a:lnTo>
                  <a:lnTo>
                    <a:pt x="2700" y="39"/>
                  </a:lnTo>
                  <a:lnTo>
                    <a:pt x="2700" y="36"/>
                  </a:lnTo>
                  <a:lnTo>
                    <a:pt x="2700" y="32"/>
                  </a:lnTo>
                  <a:lnTo>
                    <a:pt x="2703" y="29"/>
                  </a:lnTo>
                  <a:lnTo>
                    <a:pt x="2703" y="25"/>
                  </a:lnTo>
                  <a:lnTo>
                    <a:pt x="2707" y="21"/>
                  </a:lnTo>
                  <a:lnTo>
                    <a:pt x="2707" y="18"/>
                  </a:lnTo>
                  <a:lnTo>
                    <a:pt x="2711" y="14"/>
                  </a:lnTo>
                  <a:lnTo>
                    <a:pt x="2711" y="11"/>
                  </a:lnTo>
                  <a:lnTo>
                    <a:pt x="2714" y="7"/>
                  </a:lnTo>
                  <a:lnTo>
                    <a:pt x="2718" y="3"/>
                  </a:lnTo>
                  <a:lnTo>
                    <a:pt x="2721" y="0"/>
                  </a:lnTo>
                  <a:lnTo>
                    <a:pt x="2725" y="0"/>
                  </a:lnTo>
                  <a:lnTo>
                    <a:pt x="2729" y="3"/>
                  </a:lnTo>
                  <a:lnTo>
                    <a:pt x="2732" y="7"/>
                  </a:lnTo>
                  <a:lnTo>
                    <a:pt x="2736" y="11"/>
                  </a:lnTo>
                  <a:lnTo>
                    <a:pt x="2739" y="14"/>
                  </a:lnTo>
                  <a:lnTo>
                    <a:pt x="2739" y="18"/>
                  </a:lnTo>
                  <a:lnTo>
                    <a:pt x="2743" y="21"/>
                  </a:lnTo>
                  <a:lnTo>
                    <a:pt x="2743" y="25"/>
                  </a:lnTo>
                  <a:lnTo>
                    <a:pt x="2743" y="29"/>
                  </a:lnTo>
                  <a:lnTo>
                    <a:pt x="2747" y="32"/>
                  </a:lnTo>
                  <a:lnTo>
                    <a:pt x="2747" y="39"/>
                  </a:lnTo>
                  <a:lnTo>
                    <a:pt x="2750" y="43"/>
                  </a:lnTo>
                  <a:lnTo>
                    <a:pt x="2750" y="47"/>
                  </a:lnTo>
                  <a:lnTo>
                    <a:pt x="2750" y="54"/>
                  </a:lnTo>
                  <a:lnTo>
                    <a:pt x="2754" y="57"/>
                  </a:lnTo>
                  <a:lnTo>
                    <a:pt x="2754" y="65"/>
                  </a:lnTo>
                  <a:lnTo>
                    <a:pt x="2754" y="68"/>
                  </a:lnTo>
                  <a:lnTo>
                    <a:pt x="2757" y="75"/>
                  </a:lnTo>
                  <a:lnTo>
                    <a:pt x="2757" y="83"/>
                  </a:lnTo>
                  <a:lnTo>
                    <a:pt x="2761" y="86"/>
                  </a:lnTo>
                  <a:lnTo>
                    <a:pt x="2761" y="93"/>
                  </a:lnTo>
                  <a:lnTo>
                    <a:pt x="2761" y="101"/>
                  </a:lnTo>
                  <a:lnTo>
                    <a:pt x="2765" y="108"/>
                  </a:lnTo>
                  <a:lnTo>
                    <a:pt x="2765" y="115"/>
                  </a:lnTo>
                  <a:lnTo>
                    <a:pt x="2768" y="122"/>
                  </a:lnTo>
                  <a:lnTo>
                    <a:pt x="2768" y="133"/>
                  </a:lnTo>
                  <a:lnTo>
                    <a:pt x="2768" y="140"/>
                  </a:lnTo>
                  <a:lnTo>
                    <a:pt x="2772" y="147"/>
                  </a:lnTo>
                  <a:lnTo>
                    <a:pt x="2772" y="158"/>
                  </a:lnTo>
                  <a:lnTo>
                    <a:pt x="2775" y="165"/>
                  </a:lnTo>
                  <a:lnTo>
                    <a:pt x="2775" y="173"/>
                  </a:lnTo>
                  <a:lnTo>
                    <a:pt x="2775" y="183"/>
                  </a:lnTo>
                  <a:lnTo>
                    <a:pt x="2779" y="191"/>
                  </a:lnTo>
                  <a:lnTo>
                    <a:pt x="2779" y="201"/>
                  </a:lnTo>
                  <a:lnTo>
                    <a:pt x="2779" y="212"/>
                  </a:lnTo>
                  <a:lnTo>
                    <a:pt x="2783" y="219"/>
                  </a:lnTo>
                  <a:lnTo>
                    <a:pt x="2783" y="230"/>
                  </a:lnTo>
                  <a:lnTo>
                    <a:pt x="2786" y="241"/>
                  </a:lnTo>
                  <a:lnTo>
                    <a:pt x="2786" y="248"/>
                  </a:lnTo>
                  <a:lnTo>
                    <a:pt x="2786" y="259"/>
                  </a:lnTo>
                  <a:lnTo>
                    <a:pt x="2790" y="270"/>
                  </a:lnTo>
                  <a:lnTo>
                    <a:pt x="2790" y="281"/>
                  </a:lnTo>
                  <a:lnTo>
                    <a:pt x="2793" y="291"/>
                  </a:lnTo>
                  <a:lnTo>
                    <a:pt x="2793" y="302"/>
                  </a:lnTo>
                  <a:lnTo>
                    <a:pt x="2793" y="313"/>
                  </a:lnTo>
                  <a:lnTo>
                    <a:pt x="2797" y="324"/>
                  </a:lnTo>
                  <a:lnTo>
                    <a:pt x="2797" y="331"/>
                  </a:lnTo>
                  <a:lnTo>
                    <a:pt x="2797" y="342"/>
                  </a:lnTo>
                  <a:lnTo>
                    <a:pt x="2801" y="353"/>
                  </a:lnTo>
                  <a:lnTo>
                    <a:pt x="2801" y="363"/>
                  </a:lnTo>
                  <a:lnTo>
                    <a:pt x="2804" y="374"/>
                  </a:lnTo>
                  <a:lnTo>
                    <a:pt x="2804" y="385"/>
                  </a:lnTo>
                  <a:lnTo>
                    <a:pt x="2804" y="396"/>
                  </a:lnTo>
                  <a:lnTo>
                    <a:pt x="2808" y="407"/>
                  </a:lnTo>
                  <a:lnTo>
                    <a:pt x="2808" y="417"/>
                  </a:lnTo>
                  <a:lnTo>
                    <a:pt x="2811" y="428"/>
                  </a:lnTo>
                  <a:lnTo>
                    <a:pt x="2811" y="439"/>
                  </a:lnTo>
                  <a:lnTo>
                    <a:pt x="2811" y="450"/>
                  </a:lnTo>
                  <a:lnTo>
                    <a:pt x="2815" y="461"/>
                  </a:lnTo>
                  <a:lnTo>
                    <a:pt x="2815" y="471"/>
                  </a:lnTo>
                  <a:lnTo>
                    <a:pt x="2819" y="479"/>
                  </a:lnTo>
                  <a:lnTo>
                    <a:pt x="2819" y="489"/>
                  </a:lnTo>
                  <a:lnTo>
                    <a:pt x="2819" y="500"/>
                  </a:lnTo>
                  <a:lnTo>
                    <a:pt x="2822" y="511"/>
                  </a:lnTo>
                  <a:lnTo>
                    <a:pt x="2822" y="522"/>
                  </a:lnTo>
                  <a:lnTo>
                    <a:pt x="2822" y="529"/>
                  </a:lnTo>
                  <a:lnTo>
                    <a:pt x="2826" y="540"/>
                  </a:lnTo>
                  <a:lnTo>
                    <a:pt x="2826" y="547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0" name="Freeform 128"/>
            <p:cNvSpPr>
              <a:spLocks/>
            </p:cNvSpPr>
            <p:nvPr/>
          </p:nvSpPr>
          <p:spPr bwMode="auto">
            <a:xfrm>
              <a:off x="3575" y="1048"/>
              <a:ext cx="237" cy="2462"/>
            </a:xfrm>
            <a:custGeom>
              <a:avLst/>
              <a:gdLst/>
              <a:ahLst/>
              <a:cxnLst>
                <a:cxn ang="0">
                  <a:pos x="3" y="2329"/>
                </a:cxn>
                <a:cxn ang="0">
                  <a:pos x="7" y="2354"/>
                </a:cxn>
                <a:cxn ang="0">
                  <a:pos x="11" y="2379"/>
                </a:cxn>
                <a:cxn ang="0">
                  <a:pos x="14" y="2401"/>
                </a:cxn>
                <a:cxn ang="0">
                  <a:pos x="21" y="2419"/>
                </a:cxn>
                <a:cxn ang="0">
                  <a:pos x="25" y="2433"/>
                </a:cxn>
                <a:cxn ang="0">
                  <a:pos x="29" y="2448"/>
                </a:cxn>
                <a:cxn ang="0">
                  <a:pos x="36" y="2459"/>
                </a:cxn>
                <a:cxn ang="0">
                  <a:pos x="47" y="2459"/>
                </a:cxn>
                <a:cxn ang="0">
                  <a:pos x="54" y="2448"/>
                </a:cxn>
                <a:cxn ang="0">
                  <a:pos x="57" y="2437"/>
                </a:cxn>
                <a:cxn ang="0">
                  <a:pos x="61" y="2419"/>
                </a:cxn>
                <a:cxn ang="0">
                  <a:pos x="65" y="2397"/>
                </a:cxn>
                <a:cxn ang="0">
                  <a:pos x="68" y="2369"/>
                </a:cxn>
                <a:cxn ang="0">
                  <a:pos x="72" y="2340"/>
                </a:cxn>
                <a:cxn ang="0">
                  <a:pos x="79" y="2304"/>
                </a:cxn>
                <a:cxn ang="0">
                  <a:pos x="83" y="2264"/>
                </a:cxn>
                <a:cxn ang="0">
                  <a:pos x="86" y="2221"/>
                </a:cxn>
                <a:cxn ang="0">
                  <a:pos x="90" y="2171"/>
                </a:cxn>
                <a:cxn ang="0">
                  <a:pos x="93" y="2120"/>
                </a:cxn>
                <a:cxn ang="0">
                  <a:pos x="97" y="2063"/>
                </a:cxn>
                <a:cxn ang="0">
                  <a:pos x="101" y="2005"/>
                </a:cxn>
                <a:cxn ang="0">
                  <a:pos x="108" y="1940"/>
                </a:cxn>
                <a:cxn ang="0">
                  <a:pos x="111" y="1872"/>
                </a:cxn>
                <a:cxn ang="0">
                  <a:pos x="115" y="1803"/>
                </a:cxn>
                <a:cxn ang="0">
                  <a:pos x="119" y="1731"/>
                </a:cxn>
                <a:cxn ang="0">
                  <a:pos x="122" y="1656"/>
                </a:cxn>
                <a:cxn ang="0">
                  <a:pos x="126" y="1577"/>
                </a:cxn>
                <a:cxn ang="0">
                  <a:pos x="133" y="1497"/>
                </a:cxn>
                <a:cxn ang="0">
                  <a:pos x="137" y="1418"/>
                </a:cxn>
                <a:cxn ang="0">
                  <a:pos x="140" y="1335"/>
                </a:cxn>
                <a:cxn ang="0">
                  <a:pos x="144" y="1253"/>
                </a:cxn>
                <a:cxn ang="0">
                  <a:pos x="147" y="1170"/>
                </a:cxn>
                <a:cxn ang="0">
                  <a:pos x="151" y="1087"/>
                </a:cxn>
                <a:cxn ang="0">
                  <a:pos x="158" y="1004"/>
                </a:cxn>
                <a:cxn ang="0">
                  <a:pos x="162" y="921"/>
                </a:cxn>
                <a:cxn ang="0">
                  <a:pos x="165" y="842"/>
                </a:cxn>
                <a:cxn ang="0">
                  <a:pos x="169" y="763"/>
                </a:cxn>
                <a:cxn ang="0">
                  <a:pos x="173" y="684"/>
                </a:cxn>
                <a:cxn ang="0">
                  <a:pos x="176" y="612"/>
                </a:cxn>
                <a:cxn ang="0">
                  <a:pos x="183" y="540"/>
                </a:cxn>
                <a:cxn ang="0">
                  <a:pos x="187" y="472"/>
                </a:cxn>
                <a:cxn ang="0">
                  <a:pos x="191" y="407"/>
                </a:cxn>
                <a:cxn ang="0">
                  <a:pos x="194" y="346"/>
                </a:cxn>
                <a:cxn ang="0">
                  <a:pos x="198" y="288"/>
                </a:cxn>
                <a:cxn ang="0">
                  <a:pos x="201" y="234"/>
                </a:cxn>
                <a:cxn ang="0">
                  <a:pos x="209" y="187"/>
                </a:cxn>
                <a:cxn ang="0">
                  <a:pos x="212" y="144"/>
                </a:cxn>
                <a:cxn ang="0">
                  <a:pos x="216" y="108"/>
                </a:cxn>
                <a:cxn ang="0">
                  <a:pos x="219" y="76"/>
                </a:cxn>
                <a:cxn ang="0">
                  <a:pos x="223" y="50"/>
                </a:cxn>
                <a:cxn ang="0">
                  <a:pos x="227" y="29"/>
                </a:cxn>
                <a:cxn ang="0">
                  <a:pos x="230" y="14"/>
                </a:cxn>
                <a:cxn ang="0">
                  <a:pos x="237" y="4"/>
                </a:cxn>
              </a:cxnLst>
              <a:rect l="0" t="0" r="r" b="b"/>
              <a:pathLst>
                <a:path w="237" h="2462">
                  <a:moveTo>
                    <a:pt x="0" y="2311"/>
                  </a:moveTo>
                  <a:lnTo>
                    <a:pt x="3" y="2322"/>
                  </a:lnTo>
                  <a:lnTo>
                    <a:pt x="3" y="2329"/>
                  </a:lnTo>
                  <a:lnTo>
                    <a:pt x="3" y="2340"/>
                  </a:lnTo>
                  <a:lnTo>
                    <a:pt x="7" y="2347"/>
                  </a:lnTo>
                  <a:lnTo>
                    <a:pt x="7" y="2354"/>
                  </a:lnTo>
                  <a:lnTo>
                    <a:pt x="11" y="2365"/>
                  </a:lnTo>
                  <a:lnTo>
                    <a:pt x="11" y="2372"/>
                  </a:lnTo>
                  <a:lnTo>
                    <a:pt x="11" y="2379"/>
                  </a:lnTo>
                  <a:lnTo>
                    <a:pt x="14" y="2387"/>
                  </a:lnTo>
                  <a:lnTo>
                    <a:pt x="14" y="2394"/>
                  </a:lnTo>
                  <a:lnTo>
                    <a:pt x="14" y="2401"/>
                  </a:lnTo>
                  <a:lnTo>
                    <a:pt x="18" y="2408"/>
                  </a:lnTo>
                  <a:lnTo>
                    <a:pt x="18" y="2412"/>
                  </a:lnTo>
                  <a:lnTo>
                    <a:pt x="21" y="2419"/>
                  </a:lnTo>
                  <a:lnTo>
                    <a:pt x="21" y="2423"/>
                  </a:lnTo>
                  <a:lnTo>
                    <a:pt x="21" y="2430"/>
                  </a:lnTo>
                  <a:lnTo>
                    <a:pt x="25" y="2433"/>
                  </a:lnTo>
                  <a:lnTo>
                    <a:pt x="25" y="2437"/>
                  </a:lnTo>
                  <a:lnTo>
                    <a:pt x="29" y="2444"/>
                  </a:lnTo>
                  <a:lnTo>
                    <a:pt x="29" y="2448"/>
                  </a:lnTo>
                  <a:lnTo>
                    <a:pt x="32" y="2451"/>
                  </a:lnTo>
                  <a:lnTo>
                    <a:pt x="32" y="2455"/>
                  </a:lnTo>
                  <a:lnTo>
                    <a:pt x="36" y="2459"/>
                  </a:lnTo>
                  <a:lnTo>
                    <a:pt x="39" y="2462"/>
                  </a:lnTo>
                  <a:lnTo>
                    <a:pt x="43" y="2462"/>
                  </a:lnTo>
                  <a:lnTo>
                    <a:pt x="47" y="2459"/>
                  </a:lnTo>
                  <a:lnTo>
                    <a:pt x="50" y="2455"/>
                  </a:lnTo>
                  <a:lnTo>
                    <a:pt x="50" y="2451"/>
                  </a:lnTo>
                  <a:lnTo>
                    <a:pt x="54" y="2448"/>
                  </a:lnTo>
                  <a:lnTo>
                    <a:pt x="54" y="2444"/>
                  </a:lnTo>
                  <a:lnTo>
                    <a:pt x="54" y="2441"/>
                  </a:lnTo>
                  <a:lnTo>
                    <a:pt x="57" y="2437"/>
                  </a:lnTo>
                  <a:lnTo>
                    <a:pt x="57" y="2430"/>
                  </a:lnTo>
                  <a:lnTo>
                    <a:pt x="57" y="2426"/>
                  </a:lnTo>
                  <a:lnTo>
                    <a:pt x="61" y="2419"/>
                  </a:lnTo>
                  <a:lnTo>
                    <a:pt x="61" y="2412"/>
                  </a:lnTo>
                  <a:lnTo>
                    <a:pt x="65" y="2405"/>
                  </a:lnTo>
                  <a:lnTo>
                    <a:pt x="65" y="2397"/>
                  </a:lnTo>
                  <a:lnTo>
                    <a:pt x="65" y="2387"/>
                  </a:lnTo>
                  <a:lnTo>
                    <a:pt x="68" y="2379"/>
                  </a:lnTo>
                  <a:lnTo>
                    <a:pt x="68" y="2369"/>
                  </a:lnTo>
                  <a:lnTo>
                    <a:pt x="72" y="2361"/>
                  </a:lnTo>
                  <a:lnTo>
                    <a:pt x="72" y="2351"/>
                  </a:lnTo>
                  <a:lnTo>
                    <a:pt x="72" y="2340"/>
                  </a:lnTo>
                  <a:lnTo>
                    <a:pt x="75" y="2329"/>
                  </a:lnTo>
                  <a:lnTo>
                    <a:pt x="75" y="2315"/>
                  </a:lnTo>
                  <a:lnTo>
                    <a:pt x="79" y="2304"/>
                  </a:lnTo>
                  <a:lnTo>
                    <a:pt x="79" y="2293"/>
                  </a:lnTo>
                  <a:lnTo>
                    <a:pt x="79" y="2279"/>
                  </a:lnTo>
                  <a:lnTo>
                    <a:pt x="83" y="2264"/>
                  </a:lnTo>
                  <a:lnTo>
                    <a:pt x="83" y="2250"/>
                  </a:lnTo>
                  <a:lnTo>
                    <a:pt x="83" y="2235"/>
                  </a:lnTo>
                  <a:lnTo>
                    <a:pt x="86" y="2221"/>
                  </a:lnTo>
                  <a:lnTo>
                    <a:pt x="86" y="2203"/>
                  </a:lnTo>
                  <a:lnTo>
                    <a:pt x="90" y="2189"/>
                  </a:lnTo>
                  <a:lnTo>
                    <a:pt x="90" y="2171"/>
                  </a:lnTo>
                  <a:lnTo>
                    <a:pt x="90" y="2156"/>
                  </a:lnTo>
                  <a:lnTo>
                    <a:pt x="93" y="2138"/>
                  </a:lnTo>
                  <a:lnTo>
                    <a:pt x="93" y="2120"/>
                  </a:lnTo>
                  <a:lnTo>
                    <a:pt x="97" y="2102"/>
                  </a:lnTo>
                  <a:lnTo>
                    <a:pt x="97" y="2084"/>
                  </a:lnTo>
                  <a:lnTo>
                    <a:pt x="97" y="2063"/>
                  </a:lnTo>
                  <a:lnTo>
                    <a:pt x="101" y="2045"/>
                  </a:lnTo>
                  <a:lnTo>
                    <a:pt x="101" y="2023"/>
                  </a:lnTo>
                  <a:lnTo>
                    <a:pt x="101" y="2005"/>
                  </a:lnTo>
                  <a:lnTo>
                    <a:pt x="104" y="1983"/>
                  </a:lnTo>
                  <a:lnTo>
                    <a:pt x="104" y="1962"/>
                  </a:lnTo>
                  <a:lnTo>
                    <a:pt x="108" y="1940"/>
                  </a:lnTo>
                  <a:lnTo>
                    <a:pt x="108" y="1919"/>
                  </a:lnTo>
                  <a:lnTo>
                    <a:pt x="108" y="1897"/>
                  </a:lnTo>
                  <a:lnTo>
                    <a:pt x="111" y="1872"/>
                  </a:lnTo>
                  <a:lnTo>
                    <a:pt x="111" y="1850"/>
                  </a:lnTo>
                  <a:lnTo>
                    <a:pt x="115" y="1825"/>
                  </a:lnTo>
                  <a:lnTo>
                    <a:pt x="115" y="1803"/>
                  </a:lnTo>
                  <a:lnTo>
                    <a:pt x="115" y="1778"/>
                  </a:lnTo>
                  <a:lnTo>
                    <a:pt x="119" y="1753"/>
                  </a:lnTo>
                  <a:lnTo>
                    <a:pt x="119" y="1731"/>
                  </a:lnTo>
                  <a:lnTo>
                    <a:pt x="122" y="1706"/>
                  </a:lnTo>
                  <a:lnTo>
                    <a:pt x="122" y="1681"/>
                  </a:lnTo>
                  <a:lnTo>
                    <a:pt x="122" y="1656"/>
                  </a:lnTo>
                  <a:lnTo>
                    <a:pt x="126" y="1631"/>
                  </a:lnTo>
                  <a:lnTo>
                    <a:pt x="126" y="1602"/>
                  </a:lnTo>
                  <a:lnTo>
                    <a:pt x="126" y="1577"/>
                  </a:lnTo>
                  <a:lnTo>
                    <a:pt x="129" y="1551"/>
                  </a:lnTo>
                  <a:lnTo>
                    <a:pt x="129" y="1523"/>
                  </a:lnTo>
                  <a:lnTo>
                    <a:pt x="133" y="1497"/>
                  </a:lnTo>
                  <a:lnTo>
                    <a:pt x="133" y="1472"/>
                  </a:lnTo>
                  <a:lnTo>
                    <a:pt x="133" y="1443"/>
                  </a:lnTo>
                  <a:lnTo>
                    <a:pt x="137" y="1418"/>
                  </a:lnTo>
                  <a:lnTo>
                    <a:pt x="137" y="1389"/>
                  </a:lnTo>
                  <a:lnTo>
                    <a:pt x="140" y="1361"/>
                  </a:lnTo>
                  <a:lnTo>
                    <a:pt x="140" y="1335"/>
                  </a:lnTo>
                  <a:lnTo>
                    <a:pt x="140" y="1307"/>
                  </a:lnTo>
                  <a:lnTo>
                    <a:pt x="144" y="1281"/>
                  </a:lnTo>
                  <a:lnTo>
                    <a:pt x="144" y="1253"/>
                  </a:lnTo>
                  <a:lnTo>
                    <a:pt x="144" y="1224"/>
                  </a:lnTo>
                  <a:lnTo>
                    <a:pt x="147" y="1195"/>
                  </a:lnTo>
                  <a:lnTo>
                    <a:pt x="147" y="1170"/>
                  </a:lnTo>
                  <a:lnTo>
                    <a:pt x="151" y="1141"/>
                  </a:lnTo>
                  <a:lnTo>
                    <a:pt x="151" y="1112"/>
                  </a:lnTo>
                  <a:lnTo>
                    <a:pt x="151" y="1087"/>
                  </a:lnTo>
                  <a:lnTo>
                    <a:pt x="155" y="1058"/>
                  </a:lnTo>
                  <a:lnTo>
                    <a:pt x="155" y="1029"/>
                  </a:lnTo>
                  <a:lnTo>
                    <a:pt x="158" y="1004"/>
                  </a:lnTo>
                  <a:lnTo>
                    <a:pt x="158" y="975"/>
                  </a:lnTo>
                  <a:lnTo>
                    <a:pt x="158" y="950"/>
                  </a:lnTo>
                  <a:lnTo>
                    <a:pt x="162" y="921"/>
                  </a:lnTo>
                  <a:lnTo>
                    <a:pt x="162" y="896"/>
                  </a:lnTo>
                  <a:lnTo>
                    <a:pt x="165" y="867"/>
                  </a:lnTo>
                  <a:lnTo>
                    <a:pt x="165" y="842"/>
                  </a:lnTo>
                  <a:lnTo>
                    <a:pt x="165" y="813"/>
                  </a:lnTo>
                  <a:lnTo>
                    <a:pt x="169" y="788"/>
                  </a:lnTo>
                  <a:lnTo>
                    <a:pt x="169" y="763"/>
                  </a:lnTo>
                  <a:lnTo>
                    <a:pt x="169" y="738"/>
                  </a:lnTo>
                  <a:lnTo>
                    <a:pt x="173" y="709"/>
                  </a:lnTo>
                  <a:lnTo>
                    <a:pt x="173" y="684"/>
                  </a:lnTo>
                  <a:lnTo>
                    <a:pt x="176" y="659"/>
                  </a:lnTo>
                  <a:lnTo>
                    <a:pt x="176" y="637"/>
                  </a:lnTo>
                  <a:lnTo>
                    <a:pt x="176" y="612"/>
                  </a:lnTo>
                  <a:lnTo>
                    <a:pt x="180" y="587"/>
                  </a:lnTo>
                  <a:lnTo>
                    <a:pt x="180" y="562"/>
                  </a:lnTo>
                  <a:lnTo>
                    <a:pt x="183" y="540"/>
                  </a:lnTo>
                  <a:lnTo>
                    <a:pt x="183" y="515"/>
                  </a:lnTo>
                  <a:lnTo>
                    <a:pt x="183" y="493"/>
                  </a:lnTo>
                  <a:lnTo>
                    <a:pt x="187" y="472"/>
                  </a:lnTo>
                  <a:lnTo>
                    <a:pt x="187" y="450"/>
                  </a:lnTo>
                  <a:lnTo>
                    <a:pt x="187" y="428"/>
                  </a:lnTo>
                  <a:lnTo>
                    <a:pt x="191" y="407"/>
                  </a:lnTo>
                  <a:lnTo>
                    <a:pt x="191" y="385"/>
                  </a:lnTo>
                  <a:lnTo>
                    <a:pt x="194" y="364"/>
                  </a:lnTo>
                  <a:lnTo>
                    <a:pt x="194" y="346"/>
                  </a:lnTo>
                  <a:lnTo>
                    <a:pt x="194" y="324"/>
                  </a:lnTo>
                  <a:lnTo>
                    <a:pt x="198" y="306"/>
                  </a:lnTo>
                  <a:lnTo>
                    <a:pt x="198" y="288"/>
                  </a:lnTo>
                  <a:lnTo>
                    <a:pt x="201" y="270"/>
                  </a:lnTo>
                  <a:lnTo>
                    <a:pt x="201" y="252"/>
                  </a:lnTo>
                  <a:lnTo>
                    <a:pt x="201" y="234"/>
                  </a:lnTo>
                  <a:lnTo>
                    <a:pt x="205" y="220"/>
                  </a:lnTo>
                  <a:lnTo>
                    <a:pt x="205" y="202"/>
                  </a:lnTo>
                  <a:lnTo>
                    <a:pt x="209" y="187"/>
                  </a:lnTo>
                  <a:lnTo>
                    <a:pt x="209" y="173"/>
                  </a:lnTo>
                  <a:lnTo>
                    <a:pt x="209" y="158"/>
                  </a:lnTo>
                  <a:lnTo>
                    <a:pt x="212" y="144"/>
                  </a:lnTo>
                  <a:lnTo>
                    <a:pt x="212" y="133"/>
                  </a:lnTo>
                  <a:lnTo>
                    <a:pt x="212" y="119"/>
                  </a:lnTo>
                  <a:lnTo>
                    <a:pt x="216" y="108"/>
                  </a:lnTo>
                  <a:lnTo>
                    <a:pt x="216" y="97"/>
                  </a:lnTo>
                  <a:lnTo>
                    <a:pt x="219" y="86"/>
                  </a:lnTo>
                  <a:lnTo>
                    <a:pt x="219" y="76"/>
                  </a:lnTo>
                  <a:lnTo>
                    <a:pt x="219" y="65"/>
                  </a:lnTo>
                  <a:lnTo>
                    <a:pt x="223" y="58"/>
                  </a:lnTo>
                  <a:lnTo>
                    <a:pt x="223" y="50"/>
                  </a:lnTo>
                  <a:lnTo>
                    <a:pt x="227" y="40"/>
                  </a:lnTo>
                  <a:lnTo>
                    <a:pt x="227" y="36"/>
                  </a:lnTo>
                  <a:lnTo>
                    <a:pt x="227" y="29"/>
                  </a:lnTo>
                  <a:lnTo>
                    <a:pt x="230" y="22"/>
                  </a:lnTo>
                  <a:lnTo>
                    <a:pt x="230" y="18"/>
                  </a:lnTo>
                  <a:lnTo>
                    <a:pt x="230" y="14"/>
                  </a:lnTo>
                  <a:lnTo>
                    <a:pt x="234" y="11"/>
                  </a:lnTo>
                  <a:lnTo>
                    <a:pt x="234" y="7"/>
                  </a:lnTo>
                  <a:lnTo>
                    <a:pt x="237" y="4"/>
                  </a:lnTo>
                  <a:lnTo>
                    <a:pt x="237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1" name="Freeform 129"/>
            <p:cNvSpPr>
              <a:spLocks/>
            </p:cNvSpPr>
            <p:nvPr/>
          </p:nvSpPr>
          <p:spPr bwMode="auto">
            <a:xfrm>
              <a:off x="3816" y="1048"/>
              <a:ext cx="1393" cy="2462"/>
            </a:xfrm>
            <a:custGeom>
              <a:avLst/>
              <a:gdLst/>
              <a:ahLst/>
              <a:cxnLst>
                <a:cxn ang="0">
                  <a:pos x="18" y="58"/>
                </a:cxn>
                <a:cxn ang="0">
                  <a:pos x="32" y="202"/>
                </a:cxn>
                <a:cxn ang="0">
                  <a:pos x="50" y="428"/>
                </a:cxn>
                <a:cxn ang="0">
                  <a:pos x="68" y="709"/>
                </a:cxn>
                <a:cxn ang="0">
                  <a:pos x="83" y="1029"/>
                </a:cxn>
                <a:cxn ang="0">
                  <a:pos x="101" y="1361"/>
                </a:cxn>
                <a:cxn ang="0">
                  <a:pos x="119" y="1681"/>
                </a:cxn>
                <a:cxn ang="0">
                  <a:pos x="133" y="1962"/>
                </a:cxn>
                <a:cxn ang="0">
                  <a:pos x="151" y="2189"/>
                </a:cxn>
                <a:cxn ang="0">
                  <a:pos x="169" y="2351"/>
                </a:cxn>
                <a:cxn ang="0">
                  <a:pos x="184" y="2441"/>
                </a:cxn>
                <a:cxn ang="0">
                  <a:pos x="212" y="2444"/>
                </a:cxn>
                <a:cxn ang="0">
                  <a:pos x="230" y="2372"/>
                </a:cxn>
                <a:cxn ang="0">
                  <a:pos x="245" y="2264"/>
                </a:cxn>
                <a:cxn ang="0">
                  <a:pos x="263" y="2138"/>
                </a:cxn>
                <a:cxn ang="0">
                  <a:pos x="281" y="2012"/>
                </a:cxn>
                <a:cxn ang="0">
                  <a:pos x="295" y="1904"/>
                </a:cxn>
                <a:cxn ang="0">
                  <a:pos x="313" y="1821"/>
                </a:cxn>
                <a:cxn ang="0">
                  <a:pos x="331" y="1771"/>
                </a:cxn>
                <a:cxn ang="0">
                  <a:pos x="364" y="1793"/>
                </a:cxn>
                <a:cxn ang="0">
                  <a:pos x="382" y="1847"/>
                </a:cxn>
                <a:cxn ang="0">
                  <a:pos x="396" y="1922"/>
                </a:cxn>
                <a:cxn ang="0">
                  <a:pos x="414" y="2005"/>
                </a:cxn>
                <a:cxn ang="0">
                  <a:pos x="428" y="2081"/>
                </a:cxn>
                <a:cxn ang="0">
                  <a:pos x="446" y="2145"/>
                </a:cxn>
                <a:cxn ang="0">
                  <a:pos x="464" y="2192"/>
                </a:cxn>
                <a:cxn ang="0">
                  <a:pos x="504" y="2192"/>
                </a:cxn>
                <a:cxn ang="0">
                  <a:pos x="522" y="2149"/>
                </a:cxn>
                <a:cxn ang="0">
                  <a:pos x="536" y="2095"/>
                </a:cxn>
                <a:cxn ang="0">
                  <a:pos x="554" y="2034"/>
                </a:cxn>
                <a:cxn ang="0">
                  <a:pos x="572" y="1976"/>
                </a:cxn>
                <a:cxn ang="0">
                  <a:pos x="587" y="1926"/>
                </a:cxn>
                <a:cxn ang="0">
                  <a:pos x="616" y="1883"/>
                </a:cxn>
                <a:cxn ang="0">
                  <a:pos x="652" y="1908"/>
                </a:cxn>
                <a:cxn ang="0">
                  <a:pos x="670" y="1951"/>
                </a:cxn>
                <a:cxn ang="0">
                  <a:pos x="688" y="1998"/>
                </a:cxn>
                <a:cxn ang="0">
                  <a:pos x="706" y="2048"/>
                </a:cxn>
                <a:cxn ang="0">
                  <a:pos x="720" y="2091"/>
                </a:cxn>
                <a:cxn ang="0">
                  <a:pos x="749" y="2135"/>
                </a:cxn>
                <a:cxn ang="0">
                  <a:pos x="792" y="2120"/>
                </a:cxn>
                <a:cxn ang="0">
                  <a:pos x="814" y="2077"/>
                </a:cxn>
                <a:cxn ang="0">
                  <a:pos x="832" y="2034"/>
                </a:cxn>
                <a:cxn ang="0">
                  <a:pos x="850" y="1991"/>
                </a:cxn>
                <a:cxn ang="0">
                  <a:pos x="875" y="1947"/>
                </a:cxn>
                <a:cxn ang="0">
                  <a:pos x="914" y="1929"/>
                </a:cxn>
                <a:cxn ang="0">
                  <a:pos x="947" y="1969"/>
                </a:cxn>
                <a:cxn ang="0">
                  <a:pos x="968" y="2012"/>
                </a:cxn>
                <a:cxn ang="0">
                  <a:pos x="990" y="2055"/>
                </a:cxn>
                <a:cxn ang="0">
                  <a:pos x="1022" y="2099"/>
                </a:cxn>
                <a:cxn ang="0">
                  <a:pos x="1066" y="2099"/>
                </a:cxn>
                <a:cxn ang="0">
                  <a:pos x="1098" y="2055"/>
                </a:cxn>
                <a:cxn ang="0">
                  <a:pos x="1120" y="2012"/>
                </a:cxn>
                <a:cxn ang="0">
                  <a:pos x="1148" y="1969"/>
                </a:cxn>
                <a:cxn ang="0">
                  <a:pos x="1192" y="1951"/>
                </a:cxn>
                <a:cxn ang="0">
                  <a:pos x="1231" y="1987"/>
                </a:cxn>
                <a:cxn ang="0">
                  <a:pos x="1256" y="2030"/>
                </a:cxn>
                <a:cxn ang="0">
                  <a:pos x="1289" y="2073"/>
                </a:cxn>
                <a:cxn ang="0">
                  <a:pos x="1332" y="2088"/>
                </a:cxn>
                <a:cxn ang="0">
                  <a:pos x="1375" y="2052"/>
                </a:cxn>
              </a:cxnLst>
              <a:rect l="0" t="0" r="r" b="b"/>
              <a:pathLst>
                <a:path w="1393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2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9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7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5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6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4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9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20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7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5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3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4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2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400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8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5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6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3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1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8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86"/>
                  </a:lnTo>
                  <a:lnTo>
                    <a:pt x="641" y="1890"/>
                  </a:lnTo>
                  <a:lnTo>
                    <a:pt x="644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9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7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6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4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2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9" y="2019"/>
                  </a:lnTo>
                  <a:lnTo>
                    <a:pt x="839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2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50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3" y="1983"/>
                  </a:lnTo>
                  <a:lnTo>
                    <a:pt x="857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8" y="1958"/>
                  </a:lnTo>
                  <a:lnTo>
                    <a:pt x="868" y="1955"/>
                  </a:lnTo>
                  <a:lnTo>
                    <a:pt x="871" y="1951"/>
                  </a:lnTo>
                  <a:lnTo>
                    <a:pt x="875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2" y="1933"/>
                  </a:lnTo>
                  <a:lnTo>
                    <a:pt x="925" y="1937"/>
                  </a:lnTo>
                  <a:lnTo>
                    <a:pt x="929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6" y="1951"/>
                  </a:lnTo>
                  <a:lnTo>
                    <a:pt x="940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7" y="1965"/>
                  </a:lnTo>
                  <a:lnTo>
                    <a:pt x="947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1" y="1998"/>
                  </a:lnTo>
                  <a:lnTo>
                    <a:pt x="965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9" y="2030"/>
                  </a:lnTo>
                  <a:lnTo>
                    <a:pt x="979" y="2034"/>
                  </a:lnTo>
                  <a:lnTo>
                    <a:pt x="983" y="2037"/>
                  </a:lnTo>
                  <a:lnTo>
                    <a:pt x="983" y="2041"/>
                  </a:lnTo>
                  <a:lnTo>
                    <a:pt x="986" y="2045"/>
                  </a:lnTo>
                  <a:lnTo>
                    <a:pt x="986" y="2048"/>
                  </a:lnTo>
                  <a:lnTo>
                    <a:pt x="990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7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4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5" y="2091"/>
                  </a:lnTo>
                  <a:lnTo>
                    <a:pt x="1019" y="2095"/>
                  </a:lnTo>
                  <a:lnTo>
                    <a:pt x="1022" y="2099"/>
                  </a:lnTo>
                  <a:lnTo>
                    <a:pt x="1026" y="2102"/>
                  </a:lnTo>
                  <a:lnTo>
                    <a:pt x="1030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1" y="2109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102"/>
                  </a:lnTo>
                  <a:lnTo>
                    <a:pt x="1066" y="2099"/>
                  </a:lnTo>
                  <a:lnTo>
                    <a:pt x="1069" y="2095"/>
                  </a:lnTo>
                  <a:lnTo>
                    <a:pt x="1073" y="2091"/>
                  </a:lnTo>
                  <a:lnTo>
                    <a:pt x="1076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7" y="2073"/>
                  </a:lnTo>
                  <a:lnTo>
                    <a:pt x="1091" y="2070"/>
                  </a:lnTo>
                  <a:lnTo>
                    <a:pt x="1091" y="2066"/>
                  </a:lnTo>
                  <a:lnTo>
                    <a:pt x="1094" y="2063"/>
                  </a:lnTo>
                  <a:lnTo>
                    <a:pt x="1094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5" y="2041"/>
                  </a:lnTo>
                  <a:lnTo>
                    <a:pt x="1109" y="2037"/>
                  </a:lnTo>
                  <a:lnTo>
                    <a:pt x="1109" y="2034"/>
                  </a:lnTo>
                  <a:lnTo>
                    <a:pt x="1112" y="2030"/>
                  </a:lnTo>
                  <a:lnTo>
                    <a:pt x="1112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20" y="2016"/>
                  </a:lnTo>
                  <a:lnTo>
                    <a:pt x="1120" y="2012"/>
                  </a:lnTo>
                  <a:lnTo>
                    <a:pt x="1123" y="2009"/>
                  </a:lnTo>
                  <a:lnTo>
                    <a:pt x="1127" y="2005"/>
                  </a:lnTo>
                  <a:lnTo>
                    <a:pt x="1127" y="2001"/>
                  </a:lnTo>
                  <a:lnTo>
                    <a:pt x="1130" y="1998"/>
                  </a:lnTo>
                  <a:lnTo>
                    <a:pt x="1134" y="1994"/>
                  </a:lnTo>
                  <a:lnTo>
                    <a:pt x="1134" y="1991"/>
                  </a:lnTo>
                  <a:lnTo>
                    <a:pt x="1138" y="1987"/>
                  </a:lnTo>
                  <a:lnTo>
                    <a:pt x="1141" y="1983"/>
                  </a:lnTo>
                  <a:lnTo>
                    <a:pt x="1141" y="1980"/>
                  </a:lnTo>
                  <a:lnTo>
                    <a:pt x="1145" y="1976"/>
                  </a:lnTo>
                  <a:lnTo>
                    <a:pt x="1145" y="1973"/>
                  </a:lnTo>
                  <a:lnTo>
                    <a:pt x="1148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59" y="1958"/>
                  </a:lnTo>
                  <a:lnTo>
                    <a:pt x="1163" y="1955"/>
                  </a:lnTo>
                  <a:lnTo>
                    <a:pt x="1166" y="1951"/>
                  </a:lnTo>
                  <a:lnTo>
                    <a:pt x="1170" y="1951"/>
                  </a:lnTo>
                  <a:lnTo>
                    <a:pt x="1174" y="1951"/>
                  </a:lnTo>
                  <a:lnTo>
                    <a:pt x="1177" y="1947"/>
                  </a:lnTo>
                  <a:lnTo>
                    <a:pt x="1181" y="1947"/>
                  </a:lnTo>
                  <a:lnTo>
                    <a:pt x="1184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5" y="1951"/>
                  </a:lnTo>
                  <a:lnTo>
                    <a:pt x="1199" y="1955"/>
                  </a:lnTo>
                  <a:lnTo>
                    <a:pt x="1202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3" y="1965"/>
                  </a:lnTo>
                  <a:lnTo>
                    <a:pt x="1217" y="1969"/>
                  </a:lnTo>
                  <a:lnTo>
                    <a:pt x="1220" y="1973"/>
                  </a:lnTo>
                  <a:lnTo>
                    <a:pt x="1224" y="1976"/>
                  </a:lnTo>
                  <a:lnTo>
                    <a:pt x="1228" y="1980"/>
                  </a:lnTo>
                  <a:lnTo>
                    <a:pt x="1228" y="1983"/>
                  </a:lnTo>
                  <a:lnTo>
                    <a:pt x="1231" y="1987"/>
                  </a:lnTo>
                  <a:lnTo>
                    <a:pt x="1231" y="1991"/>
                  </a:lnTo>
                  <a:lnTo>
                    <a:pt x="1235" y="1994"/>
                  </a:lnTo>
                  <a:lnTo>
                    <a:pt x="1238" y="1998"/>
                  </a:lnTo>
                  <a:lnTo>
                    <a:pt x="1238" y="2001"/>
                  </a:lnTo>
                  <a:lnTo>
                    <a:pt x="1242" y="2005"/>
                  </a:lnTo>
                  <a:lnTo>
                    <a:pt x="1246" y="2009"/>
                  </a:lnTo>
                  <a:lnTo>
                    <a:pt x="1246" y="2012"/>
                  </a:lnTo>
                  <a:lnTo>
                    <a:pt x="1249" y="2016"/>
                  </a:lnTo>
                  <a:lnTo>
                    <a:pt x="1253" y="2019"/>
                  </a:lnTo>
                  <a:lnTo>
                    <a:pt x="1253" y="2023"/>
                  </a:lnTo>
                  <a:lnTo>
                    <a:pt x="1256" y="2027"/>
                  </a:lnTo>
                  <a:lnTo>
                    <a:pt x="1256" y="2030"/>
                  </a:lnTo>
                  <a:lnTo>
                    <a:pt x="1260" y="2034"/>
                  </a:lnTo>
                  <a:lnTo>
                    <a:pt x="1264" y="2037"/>
                  </a:lnTo>
                  <a:lnTo>
                    <a:pt x="1264" y="2041"/>
                  </a:lnTo>
                  <a:lnTo>
                    <a:pt x="1267" y="2045"/>
                  </a:lnTo>
                  <a:lnTo>
                    <a:pt x="1271" y="2048"/>
                  </a:lnTo>
                  <a:lnTo>
                    <a:pt x="1271" y="2052"/>
                  </a:lnTo>
                  <a:lnTo>
                    <a:pt x="1274" y="2055"/>
                  </a:lnTo>
                  <a:lnTo>
                    <a:pt x="1278" y="2059"/>
                  </a:lnTo>
                  <a:lnTo>
                    <a:pt x="1282" y="2063"/>
                  </a:lnTo>
                  <a:lnTo>
                    <a:pt x="1282" y="2066"/>
                  </a:lnTo>
                  <a:lnTo>
                    <a:pt x="1285" y="2070"/>
                  </a:lnTo>
                  <a:lnTo>
                    <a:pt x="1289" y="2073"/>
                  </a:lnTo>
                  <a:lnTo>
                    <a:pt x="1292" y="2077"/>
                  </a:lnTo>
                  <a:lnTo>
                    <a:pt x="1296" y="2081"/>
                  </a:lnTo>
                  <a:lnTo>
                    <a:pt x="1300" y="2084"/>
                  </a:lnTo>
                  <a:lnTo>
                    <a:pt x="1303" y="2088"/>
                  </a:lnTo>
                  <a:lnTo>
                    <a:pt x="1307" y="2088"/>
                  </a:lnTo>
                  <a:lnTo>
                    <a:pt x="1310" y="2091"/>
                  </a:lnTo>
                  <a:lnTo>
                    <a:pt x="1314" y="2091"/>
                  </a:lnTo>
                  <a:lnTo>
                    <a:pt x="1318" y="2091"/>
                  </a:lnTo>
                  <a:lnTo>
                    <a:pt x="1321" y="2091"/>
                  </a:lnTo>
                  <a:lnTo>
                    <a:pt x="1325" y="2091"/>
                  </a:lnTo>
                  <a:lnTo>
                    <a:pt x="1328" y="2091"/>
                  </a:lnTo>
                  <a:lnTo>
                    <a:pt x="1332" y="2088"/>
                  </a:lnTo>
                  <a:lnTo>
                    <a:pt x="1336" y="2088"/>
                  </a:lnTo>
                  <a:lnTo>
                    <a:pt x="1339" y="2088"/>
                  </a:lnTo>
                  <a:lnTo>
                    <a:pt x="1343" y="2084"/>
                  </a:lnTo>
                  <a:lnTo>
                    <a:pt x="1346" y="2081"/>
                  </a:lnTo>
                  <a:lnTo>
                    <a:pt x="1350" y="2077"/>
                  </a:lnTo>
                  <a:lnTo>
                    <a:pt x="1354" y="2073"/>
                  </a:lnTo>
                  <a:lnTo>
                    <a:pt x="1357" y="2070"/>
                  </a:lnTo>
                  <a:lnTo>
                    <a:pt x="1361" y="2066"/>
                  </a:lnTo>
                  <a:lnTo>
                    <a:pt x="1364" y="2063"/>
                  </a:lnTo>
                  <a:lnTo>
                    <a:pt x="1368" y="2059"/>
                  </a:lnTo>
                  <a:lnTo>
                    <a:pt x="1372" y="2055"/>
                  </a:lnTo>
                  <a:lnTo>
                    <a:pt x="1375" y="2052"/>
                  </a:lnTo>
                  <a:lnTo>
                    <a:pt x="1375" y="2048"/>
                  </a:lnTo>
                  <a:lnTo>
                    <a:pt x="1379" y="2045"/>
                  </a:lnTo>
                  <a:lnTo>
                    <a:pt x="1382" y="2041"/>
                  </a:lnTo>
                  <a:lnTo>
                    <a:pt x="1386" y="2037"/>
                  </a:lnTo>
                  <a:lnTo>
                    <a:pt x="1386" y="2034"/>
                  </a:lnTo>
                  <a:lnTo>
                    <a:pt x="1390" y="2030"/>
                  </a:lnTo>
                  <a:lnTo>
                    <a:pt x="1393" y="2027"/>
                  </a:lnTo>
                  <a:lnTo>
                    <a:pt x="1393" y="2023"/>
                  </a:lnTo>
                  <a:lnTo>
                    <a:pt x="1393" y="2023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2" name="Freeform 130"/>
            <p:cNvSpPr>
              <a:spLocks/>
            </p:cNvSpPr>
            <p:nvPr/>
          </p:nvSpPr>
          <p:spPr bwMode="auto">
            <a:xfrm>
              <a:off x="749" y="2812"/>
              <a:ext cx="2912" cy="446"/>
            </a:xfrm>
            <a:custGeom>
              <a:avLst/>
              <a:gdLst/>
              <a:ahLst/>
              <a:cxnLst>
                <a:cxn ang="0">
                  <a:pos x="57" y="234"/>
                </a:cxn>
                <a:cxn ang="0">
                  <a:pos x="119" y="248"/>
                </a:cxn>
                <a:cxn ang="0">
                  <a:pos x="180" y="284"/>
                </a:cxn>
                <a:cxn ang="0">
                  <a:pos x="241" y="281"/>
                </a:cxn>
                <a:cxn ang="0">
                  <a:pos x="302" y="245"/>
                </a:cxn>
                <a:cxn ang="0">
                  <a:pos x="363" y="230"/>
                </a:cxn>
                <a:cxn ang="0">
                  <a:pos x="425" y="266"/>
                </a:cxn>
                <a:cxn ang="0">
                  <a:pos x="486" y="291"/>
                </a:cxn>
                <a:cxn ang="0">
                  <a:pos x="547" y="266"/>
                </a:cxn>
                <a:cxn ang="0">
                  <a:pos x="608" y="227"/>
                </a:cxn>
                <a:cxn ang="0">
                  <a:pos x="669" y="241"/>
                </a:cxn>
                <a:cxn ang="0">
                  <a:pos x="731" y="284"/>
                </a:cxn>
                <a:cxn ang="0">
                  <a:pos x="792" y="291"/>
                </a:cxn>
                <a:cxn ang="0">
                  <a:pos x="853" y="245"/>
                </a:cxn>
                <a:cxn ang="0">
                  <a:pos x="914" y="223"/>
                </a:cxn>
                <a:cxn ang="0">
                  <a:pos x="975" y="263"/>
                </a:cxn>
                <a:cxn ang="0">
                  <a:pos x="1037" y="302"/>
                </a:cxn>
                <a:cxn ang="0">
                  <a:pos x="1098" y="273"/>
                </a:cxn>
                <a:cxn ang="0">
                  <a:pos x="1159" y="223"/>
                </a:cxn>
                <a:cxn ang="0">
                  <a:pos x="1220" y="230"/>
                </a:cxn>
                <a:cxn ang="0">
                  <a:pos x="1281" y="288"/>
                </a:cxn>
                <a:cxn ang="0">
                  <a:pos x="1343" y="302"/>
                </a:cxn>
                <a:cxn ang="0">
                  <a:pos x="1404" y="252"/>
                </a:cxn>
                <a:cxn ang="0">
                  <a:pos x="1461" y="209"/>
                </a:cxn>
                <a:cxn ang="0">
                  <a:pos x="1523" y="248"/>
                </a:cxn>
                <a:cxn ang="0">
                  <a:pos x="1580" y="309"/>
                </a:cxn>
                <a:cxn ang="0">
                  <a:pos x="1641" y="295"/>
                </a:cxn>
                <a:cxn ang="0">
                  <a:pos x="1692" y="234"/>
                </a:cxn>
                <a:cxn ang="0">
                  <a:pos x="1753" y="201"/>
                </a:cxn>
                <a:cxn ang="0">
                  <a:pos x="1811" y="255"/>
                </a:cxn>
                <a:cxn ang="0">
                  <a:pos x="1857" y="317"/>
                </a:cxn>
                <a:cxn ang="0">
                  <a:pos x="1919" y="306"/>
                </a:cxn>
                <a:cxn ang="0">
                  <a:pos x="1962" y="245"/>
                </a:cxn>
                <a:cxn ang="0">
                  <a:pos x="2009" y="187"/>
                </a:cxn>
                <a:cxn ang="0">
                  <a:pos x="2066" y="219"/>
                </a:cxn>
                <a:cxn ang="0">
                  <a:pos x="2102" y="281"/>
                </a:cxn>
                <a:cxn ang="0">
                  <a:pos x="2149" y="342"/>
                </a:cxn>
                <a:cxn ang="0">
                  <a:pos x="2207" y="309"/>
                </a:cxn>
                <a:cxn ang="0">
                  <a:pos x="2235" y="248"/>
                </a:cxn>
                <a:cxn ang="0">
                  <a:pos x="2268" y="187"/>
                </a:cxn>
                <a:cxn ang="0">
                  <a:pos x="2325" y="176"/>
                </a:cxn>
                <a:cxn ang="0">
                  <a:pos x="2361" y="237"/>
                </a:cxn>
                <a:cxn ang="0">
                  <a:pos x="2387" y="299"/>
                </a:cxn>
                <a:cxn ang="0">
                  <a:pos x="2419" y="360"/>
                </a:cxn>
                <a:cxn ang="0">
                  <a:pos x="2473" y="349"/>
                </a:cxn>
                <a:cxn ang="0">
                  <a:pos x="2498" y="288"/>
                </a:cxn>
                <a:cxn ang="0">
                  <a:pos x="2523" y="219"/>
                </a:cxn>
                <a:cxn ang="0">
                  <a:pos x="2549" y="155"/>
                </a:cxn>
                <a:cxn ang="0">
                  <a:pos x="2599" y="129"/>
                </a:cxn>
                <a:cxn ang="0">
                  <a:pos x="2628" y="194"/>
                </a:cxn>
                <a:cxn ang="0">
                  <a:pos x="2653" y="273"/>
                </a:cxn>
                <a:cxn ang="0">
                  <a:pos x="2675" y="360"/>
                </a:cxn>
                <a:cxn ang="0">
                  <a:pos x="2700" y="425"/>
                </a:cxn>
                <a:cxn ang="0">
                  <a:pos x="2747" y="414"/>
                </a:cxn>
                <a:cxn ang="0">
                  <a:pos x="2772" y="335"/>
                </a:cxn>
                <a:cxn ang="0">
                  <a:pos x="2793" y="227"/>
                </a:cxn>
                <a:cxn ang="0">
                  <a:pos x="2819" y="111"/>
                </a:cxn>
                <a:cxn ang="0">
                  <a:pos x="2840" y="29"/>
                </a:cxn>
                <a:cxn ang="0">
                  <a:pos x="2883" y="29"/>
                </a:cxn>
                <a:cxn ang="0">
                  <a:pos x="2909" y="133"/>
                </a:cxn>
              </a:cxnLst>
              <a:rect l="0" t="0" r="r" b="b"/>
              <a:pathLst>
                <a:path w="2912" h="446">
                  <a:moveTo>
                    <a:pt x="0" y="259"/>
                  </a:moveTo>
                  <a:lnTo>
                    <a:pt x="3" y="259"/>
                  </a:lnTo>
                  <a:lnTo>
                    <a:pt x="7" y="255"/>
                  </a:lnTo>
                  <a:lnTo>
                    <a:pt x="11" y="252"/>
                  </a:lnTo>
                  <a:lnTo>
                    <a:pt x="14" y="252"/>
                  </a:lnTo>
                  <a:lnTo>
                    <a:pt x="18" y="248"/>
                  </a:lnTo>
                  <a:lnTo>
                    <a:pt x="21" y="245"/>
                  </a:lnTo>
                  <a:lnTo>
                    <a:pt x="25" y="245"/>
                  </a:lnTo>
                  <a:lnTo>
                    <a:pt x="29" y="241"/>
                  </a:lnTo>
                  <a:lnTo>
                    <a:pt x="32" y="241"/>
                  </a:lnTo>
                  <a:lnTo>
                    <a:pt x="36" y="237"/>
                  </a:lnTo>
                  <a:lnTo>
                    <a:pt x="39" y="237"/>
                  </a:lnTo>
                  <a:lnTo>
                    <a:pt x="43" y="237"/>
                  </a:lnTo>
                  <a:lnTo>
                    <a:pt x="47" y="234"/>
                  </a:lnTo>
                  <a:lnTo>
                    <a:pt x="50" y="234"/>
                  </a:lnTo>
                  <a:lnTo>
                    <a:pt x="54" y="234"/>
                  </a:lnTo>
                  <a:lnTo>
                    <a:pt x="57" y="234"/>
                  </a:lnTo>
                  <a:lnTo>
                    <a:pt x="61" y="230"/>
                  </a:lnTo>
                  <a:lnTo>
                    <a:pt x="65" y="230"/>
                  </a:lnTo>
                  <a:lnTo>
                    <a:pt x="68" y="230"/>
                  </a:lnTo>
                  <a:lnTo>
                    <a:pt x="72" y="230"/>
                  </a:lnTo>
                  <a:lnTo>
                    <a:pt x="75" y="230"/>
                  </a:lnTo>
                  <a:lnTo>
                    <a:pt x="79" y="234"/>
                  </a:lnTo>
                  <a:lnTo>
                    <a:pt x="83" y="234"/>
                  </a:lnTo>
                  <a:lnTo>
                    <a:pt x="86" y="234"/>
                  </a:lnTo>
                  <a:lnTo>
                    <a:pt x="90" y="234"/>
                  </a:lnTo>
                  <a:lnTo>
                    <a:pt x="93" y="234"/>
                  </a:lnTo>
                  <a:lnTo>
                    <a:pt x="97" y="237"/>
                  </a:lnTo>
                  <a:lnTo>
                    <a:pt x="101" y="237"/>
                  </a:lnTo>
                  <a:lnTo>
                    <a:pt x="104" y="241"/>
                  </a:lnTo>
                  <a:lnTo>
                    <a:pt x="108" y="241"/>
                  </a:lnTo>
                  <a:lnTo>
                    <a:pt x="111" y="245"/>
                  </a:lnTo>
                  <a:lnTo>
                    <a:pt x="115" y="245"/>
                  </a:lnTo>
                  <a:lnTo>
                    <a:pt x="119" y="248"/>
                  </a:lnTo>
                  <a:lnTo>
                    <a:pt x="122" y="252"/>
                  </a:lnTo>
                  <a:lnTo>
                    <a:pt x="126" y="252"/>
                  </a:lnTo>
                  <a:lnTo>
                    <a:pt x="129" y="255"/>
                  </a:lnTo>
                  <a:lnTo>
                    <a:pt x="133" y="255"/>
                  </a:lnTo>
                  <a:lnTo>
                    <a:pt x="137" y="259"/>
                  </a:lnTo>
                  <a:lnTo>
                    <a:pt x="140" y="263"/>
                  </a:lnTo>
                  <a:lnTo>
                    <a:pt x="144" y="263"/>
                  </a:lnTo>
                  <a:lnTo>
                    <a:pt x="147" y="266"/>
                  </a:lnTo>
                  <a:lnTo>
                    <a:pt x="151" y="270"/>
                  </a:lnTo>
                  <a:lnTo>
                    <a:pt x="155" y="270"/>
                  </a:lnTo>
                  <a:lnTo>
                    <a:pt x="158" y="273"/>
                  </a:lnTo>
                  <a:lnTo>
                    <a:pt x="162" y="273"/>
                  </a:lnTo>
                  <a:lnTo>
                    <a:pt x="165" y="277"/>
                  </a:lnTo>
                  <a:lnTo>
                    <a:pt x="169" y="277"/>
                  </a:lnTo>
                  <a:lnTo>
                    <a:pt x="173" y="281"/>
                  </a:lnTo>
                  <a:lnTo>
                    <a:pt x="176" y="281"/>
                  </a:lnTo>
                  <a:lnTo>
                    <a:pt x="180" y="284"/>
                  </a:lnTo>
                  <a:lnTo>
                    <a:pt x="183" y="284"/>
                  </a:lnTo>
                  <a:lnTo>
                    <a:pt x="187" y="288"/>
                  </a:lnTo>
                  <a:lnTo>
                    <a:pt x="191" y="288"/>
                  </a:lnTo>
                  <a:lnTo>
                    <a:pt x="194" y="288"/>
                  </a:lnTo>
                  <a:lnTo>
                    <a:pt x="198" y="288"/>
                  </a:lnTo>
                  <a:lnTo>
                    <a:pt x="201" y="288"/>
                  </a:lnTo>
                  <a:lnTo>
                    <a:pt x="205" y="291"/>
                  </a:lnTo>
                  <a:lnTo>
                    <a:pt x="209" y="291"/>
                  </a:lnTo>
                  <a:lnTo>
                    <a:pt x="212" y="291"/>
                  </a:lnTo>
                  <a:lnTo>
                    <a:pt x="216" y="288"/>
                  </a:lnTo>
                  <a:lnTo>
                    <a:pt x="219" y="288"/>
                  </a:lnTo>
                  <a:lnTo>
                    <a:pt x="223" y="288"/>
                  </a:lnTo>
                  <a:lnTo>
                    <a:pt x="227" y="288"/>
                  </a:lnTo>
                  <a:lnTo>
                    <a:pt x="230" y="288"/>
                  </a:lnTo>
                  <a:lnTo>
                    <a:pt x="234" y="284"/>
                  </a:lnTo>
                  <a:lnTo>
                    <a:pt x="237" y="284"/>
                  </a:lnTo>
                  <a:lnTo>
                    <a:pt x="241" y="281"/>
                  </a:lnTo>
                  <a:lnTo>
                    <a:pt x="245" y="281"/>
                  </a:lnTo>
                  <a:lnTo>
                    <a:pt x="248" y="277"/>
                  </a:lnTo>
                  <a:lnTo>
                    <a:pt x="252" y="277"/>
                  </a:lnTo>
                  <a:lnTo>
                    <a:pt x="255" y="273"/>
                  </a:lnTo>
                  <a:lnTo>
                    <a:pt x="259" y="273"/>
                  </a:lnTo>
                  <a:lnTo>
                    <a:pt x="263" y="270"/>
                  </a:lnTo>
                  <a:lnTo>
                    <a:pt x="266" y="266"/>
                  </a:lnTo>
                  <a:lnTo>
                    <a:pt x="270" y="266"/>
                  </a:lnTo>
                  <a:lnTo>
                    <a:pt x="273" y="263"/>
                  </a:lnTo>
                  <a:lnTo>
                    <a:pt x="277" y="259"/>
                  </a:lnTo>
                  <a:lnTo>
                    <a:pt x="281" y="259"/>
                  </a:lnTo>
                  <a:lnTo>
                    <a:pt x="284" y="255"/>
                  </a:lnTo>
                  <a:lnTo>
                    <a:pt x="288" y="252"/>
                  </a:lnTo>
                  <a:lnTo>
                    <a:pt x="291" y="252"/>
                  </a:lnTo>
                  <a:lnTo>
                    <a:pt x="295" y="248"/>
                  </a:lnTo>
                  <a:lnTo>
                    <a:pt x="299" y="245"/>
                  </a:lnTo>
                  <a:lnTo>
                    <a:pt x="302" y="245"/>
                  </a:lnTo>
                  <a:lnTo>
                    <a:pt x="306" y="241"/>
                  </a:lnTo>
                  <a:lnTo>
                    <a:pt x="309" y="241"/>
                  </a:lnTo>
                  <a:lnTo>
                    <a:pt x="313" y="237"/>
                  </a:lnTo>
                  <a:lnTo>
                    <a:pt x="317" y="237"/>
                  </a:lnTo>
                  <a:lnTo>
                    <a:pt x="320" y="234"/>
                  </a:lnTo>
                  <a:lnTo>
                    <a:pt x="324" y="234"/>
                  </a:lnTo>
                  <a:lnTo>
                    <a:pt x="327" y="230"/>
                  </a:lnTo>
                  <a:lnTo>
                    <a:pt x="331" y="230"/>
                  </a:lnTo>
                  <a:lnTo>
                    <a:pt x="335" y="230"/>
                  </a:lnTo>
                  <a:lnTo>
                    <a:pt x="338" y="230"/>
                  </a:lnTo>
                  <a:lnTo>
                    <a:pt x="342" y="230"/>
                  </a:lnTo>
                  <a:lnTo>
                    <a:pt x="345" y="230"/>
                  </a:lnTo>
                  <a:lnTo>
                    <a:pt x="349" y="230"/>
                  </a:lnTo>
                  <a:lnTo>
                    <a:pt x="353" y="230"/>
                  </a:lnTo>
                  <a:lnTo>
                    <a:pt x="356" y="230"/>
                  </a:lnTo>
                  <a:lnTo>
                    <a:pt x="360" y="230"/>
                  </a:lnTo>
                  <a:lnTo>
                    <a:pt x="363" y="230"/>
                  </a:lnTo>
                  <a:lnTo>
                    <a:pt x="367" y="230"/>
                  </a:lnTo>
                  <a:lnTo>
                    <a:pt x="371" y="234"/>
                  </a:lnTo>
                  <a:lnTo>
                    <a:pt x="374" y="234"/>
                  </a:lnTo>
                  <a:lnTo>
                    <a:pt x="378" y="234"/>
                  </a:lnTo>
                  <a:lnTo>
                    <a:pt x="381" y="237"/>
                  </a:lnTo>
                  <a:lnTo>
                    <a:pt x="385" y="237"/>
                  </a:lnTo>
                  <a:lnTo>
                    <a:pt x="389" y="241"/>
                  </a:lnTo>
                  <a:lnTo>
                    <a:pt x="392" y="245"/>
                  </a:lnTo>
                  <a:lnTo>
                    <a:pt x="396" y="245"/>
                  </a:lnTo>
                  <a:lnTo>
                    <a:pt x="399" y="248"/>
                  </a:lnTo>
                  <a:lnTo>
                    <a:pt x="403" y="252"/>
                  </a:lnTo>
                  <a:lnTo>
                    <a:pt x="407" y="252"/>
                  </a:lnTo>
                  <a:lnTo>
                    <a:pt x="410" y="255"/>
                  </a:lnTo>
                  <a:lnTo>
                    <a:pt x="414" y="259"/>
                  </a:lnTo>
                  <a:lnTo>
                    <a:pt x="417" y="259"/>
                  </a:lnTo>
                  <a:lnTo>
                    <a:pt x="421" y="263"/>
                  </a:lnTo>
                  <a:lnTo>
                    <a:pt x="425" y="266"/>
                  </a:lnTo>
                  <a:lnTo>
                    <a:pt x="428" y="266"/>
                  </a:lnTo>
                  <a:lnTo>
                    <a:pt x="432" y="270"/>
                  </a:lnTo>
                  <a:lnTo>
                    <a:pt x="435" y="273"/>
                  </a:lnTo>
                  <a:lnTo>
                    <a:pt x="439" y="277"/>
                  </a:lnTo>
                  <a:lnTo>
                    <a:pt x="443" y="277"/>
                  </a:lnTo>
                  <a:lnTo>
                    <a:pt x="446" y="281"/>
                  </a:lnTo>
                  <a:lnTo>
                    <a:pt x="450" y="281"/>
                  </a:lnTo>
                  <a:lnTo>
                    <a:pt x="453" y="284"/>
                  </a:lnTo>
                  <a:lnTo>
                    <a:pt x="457" y="284"/>
                  </a:lnTo>
                  <a:lnTo>
                    <a:pt x="461" y="288"/>
                  </a:lnTo>
                  <a:lnTo>
                    <a:pt x="464" y="288"/>
                  </a:lnTo>
                  <a:lnTo>
                    <a:pt x="468" y="291"/>
                  </a:lnTo>
                  <a:lnTo>
                    <a:pt x="471" y="291"/>
                  </a:lnTo>
                  <a:lnTo>
                    <a:pt x="475" y="291"/>
                  </a:lnTo>
                  <a:lnTo>
                    <a:pt x="479" y="291"/>
                  </a:lnTo>
                  <a:lnTo>
                    <a:pt x="482" y="291"/>
                  </a:lnTo>
                  <a:lnTo>
                    <a:pt x="486" y="291"/>
                  </a:lnTo>
                  <a:lnTo>
                    <a:pt x="489" y="291"/>
                  </a:lnTo>
                  <a:lnTo>
                    <a:pt x="493" y="291"/>
                  </a:lnTo>
                  <a:lnTo>
                    <a:pt x="497" y="291"/>
                  </a:lnTo>
                  <a:lnTo>
                    <a:pt x="500" y="291"/>
                  </a:lnTo>
                  <a:lnTo>
                    <a:pt x="504" y="291"/>
                  </a:lnTo>
                  <a:lnTo>
                    <a:pt x="507" y="288"/>
                  </a:lnTo>
                  <a:lnTo>
                    <a:pt x="511" y="288"/>
                  </a:lnTo>
                  <a:lnTo>
                    <a:pt x="515" y="288"/>
                  </a:lnTo>
                  <a:lnTo>
                    <a:pt x="518" y="284"/>
                  </a:lnTo>
                  <a:lnTo>
                    <a:pt x="522" y="284"/>
                  </a:lnTo>
                  <a:lnTo>
                    <a:pt x="525" y="281"/>
                  </a:lnTo>
                  <a:lnTo>
                    <a:pt x="529" y="281"/>
                  </a:lnTo>
                  <a:lnTo>
                    <a:pt x="533" y="277"/>
                  </a:lnTo>
                  <a:lnTo>
                    <a:pt x="536" y="273"/>
                  </a:lnTo>
                  <a:lnTo>
                    <a:pt x="540" y="273"/>
                  </a:lnTo>
                  <a:lnTo>
                    <a:pt x="543" y="270"/>
                  </a:lnTo>
                  <a:lnTo>
                    <a:pt x="547" y="266"/>
                  </a:lnTo>
                  <a:lnTo>
                    <a:pt x="551" y="263"/>
                  </a:lnTo>
                  <a:lnTo>
                    <a:pt x="554" y="263"/>
                  </a:lnTo>
                  <a:lnTo>
                    <a:pt x="558" y="259"/>
                  </a:lnTo>
                  <a:lnTo>
                    <a:pt x="561" y="255"/>
                  </a:lnTo>
                  <a:lnTo>
                    <a:pt x="565" y="252"/>
                  </a:lnTo>
                  <a:lnTo>
                    <a:pt x="569" y="252"/>
                  </a:lnTo>
                  <a:lnTo>
                    <a:pt x="572" y="248"/>
                  </a:lnTo>
                  <a:lnTo>
                    <a:pt x="576" y="245"/>
                  </a:lnTo>
                  <a:lnTo>
                    <a:pt x="579" y="241"/>
                  </a:lnTo>
                  <a:lnTo>
                    <a:pt x="583" y="241"/>
                  </a:lnTo>
                  <a:lnTo>
                    <a:pt x="587" y="237"/>
                  </a:lnTo>
                  <a:lnTo>
                    <a:pt x="590" y="237"/>
                  </a:lnTo>
                  <a:lnTo>
                    <a:pt x="594" y="234"/>
                  </a:lnTo>
                  <a:lnTo>
                    <a:pt x="597" y="234"/>
                  </a:lnTo>
                  <a:lnTo>
                    <a:pt x="601" y="230"/>
                  </a:lnTo>
                  <a:lnTo>
                    <a:pt x="605" y="230"/>
                  </a:lnTo>
                  <a:lnTo>
                    <a:pt x="608" y="227"/>
                  </a:lnTo>
                  <a:lnTo>
                    <a:pt x="612" y="227"/>
                  </a:lnTo>
                  <a:lnTo>
                    <a:pt x="615" y="227"/>
                  </a:lnTo>
                  <a:lnTo>
                    <a:pt x="619" y="227"/>
                  </a:lnTo>
                  <a:lnTo>
                    <a:pt x="623" y="227"/>
                  </a:lnTo>
                  <a:lnTo>
                    <a:pt x="626" y="227"/>
                  </a:lnTo>
                  <a:lnTo>
                    <a:pt x="630" y="227"/>
                  </a:lnTo>
                  <a:lnTo>
                    <a:pt x="633" y="227"/>
                  </a:lnTo>
                  <a:lnTo>
                    <a:pt x="637" y="227"/>
                  </a:lnTo>
                  <a:lnTo>
                    <a:pt x="641" y="227"/>
                  </a:lnTo>
                  <a:lnTo>
                    <a:pt x="644" y="227"/>
                  </a:lnTo>
                  <a:lnTo>
                    <a:pt x="648" y="230"/>
                  </a:lnTo>
                  <a:lnTo>
                    <a:pt x="651" y="230"/>
                  </a:lnTo>
                  <a:lnTo>
                    <a:pt x="655" y="234"/>
                  </a:lnTo>
                  <a:lnTo>
                    <a:pt x="659" y="234"/>
                  </a:lnTo>
                  <a:lnTo>
                    <a:pt x="662" y="237"/>
                  </a:lnTo>
                  <a:lnTo>
                    <a:pt x="666" y="237"/>
                  </a:lnTo>
                  <a:lnTo>
                    <a:pt x="669" y="241"/>
                  </a:lnTo>
                  <a:lnTo>
                    <a:pt x="673" y="245"/>
                  </a:lnTo>
                  <a:lnTo>
                    <a:pt x="677" y="245"/>
                  </a:lnTo>
                  <a:lnTo>
                    <a:pt x="680" y="248"/>
                  </a:lnTo>
                  <a:lnTo>
                    <a:pt x="684" y="252"/>
                  </a:lnTo>
                  <a:lnTo>
                    <a:pt x="687" y="252"/>
                  </a:lnTo>
                  <a:lnTo>
                    <a:pt x="691" y="255"/>
                  </a:lnTo>
                  <a:lnTo>
                    <a:pt x="695" y="259"/>
                  </a:lnTo>
                  <a:lnTo>
                    <a:pt x="698" y="263"/>
                  </a:lnTo>
                  <a:lnTo>
                    <a:pt x="702" y="263"/>
                  </a:lnTo>
                  <a:lnTo>
                    <a:pt x="705" y="266"/>
                  </a:lnTo>
                  <a:lnTo>
                    <a:pt x="709" y="270"/>
                  </a:lnTo>
                  <a:lnTo>
                    <a:pt x="713" y="273"/>
                  </a:lnTo>
                  <a:lnTo>
                    <a:pt x="716" y="277"/>
                  </a:lnTo>
                  <a:lnTo>
                    <a:pt x="720" y="277"/>
                  </a:lnTo>
                  <a:lnTo>
                    <a:pt x="723" y="281"/>
                  </a:lnTo>
                  <a:lnTo>
                    <a:pt x="727" y="284"/>
                  </a:lnTo>
                  <a:lnTo>
                    <a:pt x="731" y="284"/>
                  </a:lnTo>
                  <a:lnTo>
                    <a:pt x="734" y="288"/>
                  </a:lnTo>
                  <a:lnTo>
                    <a:pt x="738" y="288"/>
                  </a:lnTo>
                  <a:lnTo>
                    <a:pt x="741" y="291"/>
                  </a:lnTo>
                  <a:lnTo>
                    <a:pt x="745" y="291"/>
                  </a:lnTo>
                  <a:lnTo>
                    <a:pt x="749" y="295"/>
                  </a:lnTo>
                  <a:lnTo>
                    <a:pt x="752" y="295"/>
                  </a:lnTo>
                  <a:lnTo>
                    <a:pt x="756" y="295"/>
                  </a:lnTo>
                  <a:lnTo>
                    <a:pt x="759" y="295"/>
                  </a:lnTo>
                  <a:lnTo>
                    <a:pt x="763" y="295"/>
                  </a:lnTo>
                  <a:lnTo>
                    <a:pt x="767" y="295"/>
                  </a:lnTo>
                  <a:lnTo>
                    <a:pt x="770" y="295"/>
                  </a:lnTo>
                  <a:lnTo>
                    <a:pt x="774" y="295"/>
                  </a:lnTo>
                  <a:lnTo>
                    <a:pt x="777" y="295"/>
                  </a:lnTo>
                  <a:lnTo>
                    <a:pt x="781" y="295"/>
                  </a:lnTo>
                  <a:lnTo>
                    <a:pt x="785" y="295"/>
                  </a:lnTo>
                  <a:lnTo>
                    <a:pt x="788" y="291"/>
                  </a:lnTo>
                  <a:lnTo>
                    <a:pt x="792" y="291"/>
                  </a:lnTo>
                  <a:lnTo>
                    <a:pt x="795" y="288"/>
                  </a:lnTo>
                  <a:lnTo>
                    <a:pt x="799" y="288"/>
                  </a:lnTo>
                  <a:lnTo>
                    <a:pt x="803" y="284"/>
                  </a:lnTo>
                  <a:lnTo>
                    <a:pt x="806" y="284"/>
                  </a:lnTo>
                  <a:lnTo>
                    <a:pt x="810" y="281"/>
                  </a:lnTo>
                  <a:lnTo>
                    <a:pt x="813" y="277"/>
                  </a:lnTo>
                  <a:lnTo>
                    <a:pt x="817" y="273"/>
                  </a:lnTo>
                  <a:lnTo>
                    <a:pt x="821" y="270"/>
                  </a:lnTo>
                  <a:lnTo>
                    <a:pt x="824" y="270"/>
                  </a:lnTo>
                  <a:lnTo>
                    <a:pt x="828" y="266"/>
                  </a:lnTo>
                  <a:lnTo>
                    <a:pt x="831" y="263"/>
                  </a:lnTo>
                  <a:lnTo>
                    <a:pt x="835" y="259"/>
                  </a:lnTo>
                  <a:lnTo>
                    <a:pt x="839" y="255"/>
                  </a:lnTo>
                  <a:lnTo>
                    <a:pt x="842" y="255"/>
                  </a:lnTo>
                  <a:lnTo>
                    <a:pt x="846" y="252"/>
                  </a:lnTo>
                  <a:lnTo>
                    <a:pt x="849" y="248"/>
                  </a:lnTo>
                  <a:lnTo>
                    <a:pt x="853" y="245"/>
                  </a:lnTo>
                  <a:lnTo>
                    <a:pt x="857" y="241"/>
                  </a:lnTo>
                  <a:lnTo>
                    <a:pt x="860" y="241"/>
                  </a:lnTo>
                  <a:lnTo>
                    <a:pt x="864" y="237"/>
                  </a:lnTo>
                  <a:lnTo>
                    <a:pt x="867" y="234"/>
                  </a:lnTo>
                  <a:lnTo>
                    <a:pt x="871" y="230"/>
                  </a:lnTo>
                  <a:lnTo>
                    <a:pt x="875" y="230"/>
                  </a:lnTo>
                  <a:lnTo>
                    <a:pt x="878" y="227"/>
                  </a:lnTo>
                  <a:lnTo>
                    <a:pt x="882" y="227"/>
                  </a:lnTo>
                  <a:lnTo>
                    <a:pt x="885" y="227"/>
                  </a:lnTo>
                  <a:lnTo>
                    <a:pt x="889" y="223"/>
                  </a:lnTo>
                  <a:lnTo>
                    <a:pt x="893" y="223"/>
                  </a:lnTo>
                  <a:lnTo>
                    <a:pt x="896" y="223"/>
                  </a:lnTo>
                  <a:lnTo>
                    <a:pt x="900" y="223"/>
                  </a:lnTo>
                  <a:lnTo>
                    <a:pt x="903" y="219"/>
                  </a:lnTo>
                  <a:lnTo>
                    <a:pt x="907" y="219"/>
                  </a:lnTo>
                  <a:lnTo>
                    <a:pt x="911" y="219"/>
                  </a:lnTo>
                  <a:lnTo>
                    <a:pt x="914" y="223"/>
                  </a:lnTo>
                  <a:lnTo>
                    <a:pt x="918" y="223"/>
                  </a:lnTo>
                  <a:lnTo>
                    <a:pt x="921" y="223"/>
                  </a:lnTo>
                  <a:lnTo>
                    <a:pt x="925" y="227"/>
                  </a:lnTo>
                  <a:lnTo>
                    <a:pt x="929" y="227"/>
                  </a:lnTo>
                  <a:lnTo>
                    <a:pt x="932" y="227"/>
                  </a:lnTo>
                  <a:lnTo>
                    <a:pt x="936" y="230"/>
                  </a:lnTo>
                  <a:lnTo>
                    <a:pt x="939" y="230"/>
                  </a:lnTo>
                  <a:lnTo>
                    <a:pt x="943" y="234"/>
                  </a:lnTo>
                  <a:lnTo>
                    <a:pt x="947" y="237"/>
                  </a:lnTo>
                  <a:lnTo>
                    <a:pt x="950" y="241"/>
                  </a:lnTo>
                  <a:lnTo>
                    <a:pt x="954" y="241"/>
                  </a:lnTo>
                  <a:lnTo>
                    <a:pt x="957" y="245"/>
                  </a:lnTo>
                  <a:lnTo>
                    <a:pt x="961" y="248"/>
                  </a:lnTo>
                  <a:lnTo>
                    <a:pt x="965" y="252"/>
                  </a:lnTo>
                  <a:lnTo>
                    <a:pt x="968" y="255"/>
                  </a:lnTo>
                  <a:lnTo>
                    <a:pt x="972" y="259"/>
                  </a:lnTo>
                  <a:lnTo>
                    <a:pt x="975" y="263"/>
                  </a:lnTo>
                  <a:lnTo>
                    <a:pt x="979" y="263"/>
                  </a:lnTo>
                  <a:lnTo>
                    <a:pt x="983" y="266"/>
                  </a:lnTo>
                  <a:lnTo>
                    <a:pt x="986" y="270"/>
                  </a:lnTo>
                  <a:lnTo>
                    <a:pt x="990" y="273"/>
                  </a:lnTo>
                  <a:lnTo>
                    <a:pt x="993" y="277"/>
                  </a:lnTo>
                  <a:lnTo>
                    <a:pt x="997" y="281"/>
                  </a:lnTo>
                  <a:lnTo>
                    <a:pt x="1001" y="284"/>
                  </a:lnTo>
                  <a:lnTo>
                    <a:pt x="1004" y="284"/>
                  </a:lnTo>
                  <a:lnTo>
                    <a:pt x="1008" y="288"/>
                  </a:lnTo>
                  <a:lnTo>
                    <a:pt x="1011" y="291"/>
                  </a:lnTo>
                  <a:lnTo>
                    <a:pt x="1015" y="291"/>
                  </a:lnTo>
                  <a:lnTo>
                    <a:pt x="1019" y="295"/>
                  </a:lnTo>
                  <a:lnTo>
                    <a:pt x="1022" y="295"/>
                  </a:lnTo>
                  <a:lnTo>
                    <a:pt x="1026" y="299"/>
                  </a:lnTo>
                  <a:lnTo>
                    <a:pt x="1029" y="299"/>
                  </a:lnTo>
                  <a:lnTo>
                    <a:pt x="1033" y="299"/>
                  </a:lnTo>
                  <a:lnTo>
                    <a:pt x="1037" y="302"/>
                  </a:lnTo>
                  <a:lnTo>
                    <a:pt x="1040" y="302"/>
                  </a:lnTo>
                  <a:lnTo>
                    <a:pt x="1044" y="302"/>
                  </a:lnTo>
                  <a:lnTo>
                    <a:pt x="1047" y="302"/>
                  </a:lnTo>
                  <a:lnTo>
                    <a:pt x="1051" y="302"/>
                  </a:lnTo>
                  <a:lnTo>
                    <a:pt x="1055" y="299"/>
                  </a:lnTo>
                  <a:lnTo>
                    <a:pt x="1058" y="299"/>
                  </a:lnTo>
                  <a:lnTo>
                    <a:pt x="1062" y="299"/>
                  </a:lnTo>
                  <a:lnTo>
                    <a:pt x="1065" y="299"/>
                  </a:lnTo>
                  <a:lnTo>
                    <a:pt x="1069" y="295"/>
                  </a:lnTo>
                  <a:lnTo>
                    <a:pt x="1073" y="295"/>
                  </a:lnTo>
                  <a:lnTo>
                    <a:pt x="1076" y="291"/>
                  </a:lnTo>
                  <a:lnTo>
                    <a:pt x="1080" y="288"/>
                  </a:lnTo>
                  <a:lnTo>
                    <a:pt x="1083" y="288"/>
                  </a:lnTo>
                  <a:lnTo>
                    <a:pt x="1087" y="284"/>
                  </a:lnTo>
                  <a:lnTo>
                    <a:pt x="1091" y="281"/>
                  </a:lnTo>
                  <a:lnTo>
                    <a:pt x="1094" y="277"/>
                  </a:lnTo>
                  <a:lnTo>
                    <a:pt x="1098" y="273"/>
                  </a:lnTo>
                  <a:lnTo>
                    <a:pt x="1101" y="273"/>
                  </a:lnTo>
                  <a:lnTo>
                    <a:pt x="1105" y="270"/>
                  </a:lnTo>
                  <a:lnTo>
                    <a:pt x="1109" y="266"/>
                  </a:lnTo>
                  <a:lnTo>
                    <a:pt x="1112" y="263"/>
                  </a:lnTo>
                  <a:lnTo>
                    <a:pt x="1116" y="259"/>
                  </a:lnTo>
                  <a:lnTo>
                    <a:pt x="1119" y="255"/>
                  </a:lnTo>
                  <a:lnTo>
                    <a:pt x="1123" y="252"/>
                  </a:lnTo>
                  <a:lnTo>
                    <a:pt x="1127" y="248"/>
                  </a:lnTo>
                  <a:lnTo>
                    <a:pt x="1130" y="245"/>
                  </a:lnTo>
                  <a:lnTo>
                    <a:pt x="1134" y="241"/>
                  </a:lnTo>
                  <a:lnTo>
                    <a:pt x="1137" y="237"/>
                  </a:lnTo>
                  <a:lnTo>
                    <a:pt x="1141" y="234"/>
                  </a:lnTo>
                  <a:lnTo>
                    <a:pt x="1145" y="234"/>
                  </a:lnTo>
                  <a:lnTo>
                    <a:pt x="1148" y="230"/>
                  </a:lnTo>
                  <a:lnTo>
                    <a:pt x="1152" y="227"/>
                  </a:lnTo>
                  <a:lnTo>
                    <a:pt x="1155" y="223"/>
                  </a:lnTo>
                  <a:lnTo>
                    <a:pt x="1159" y="223"/>
                  </a:lnTo>
                  <a:lnTo>
                    <a:pt x="1163" y="219"/>
                  </a:lnTo>
                  <a:lnTo>
                    <a:pt x="1166" y="219"/>
                  </a:lnTo>
                  <a:lnTo>
                    <a:pt x="1170" y="219"/>
                  </a:lnTo>
                  <a:lnTo>
                    <a:pt x="1173" y="216"/>
                  </a:lnTo>
                  <a:lnTo>
                    <a:pt x="1177" y="216"/>
                  </a:lnTo>
                  <a:lnTo>
                    <a:pt x="1181" y="216"/>
                  </a:lnTo>
                  <a:lnTo>
                    <a:pt x="1184" y="216"/>
                  </a:lnTo>
                  <a:lnTo>
                    <a:pt x="1188" y="216"/>
                  </a:lnTo>
                  <a:lnTo>
                    <a:pt x="1191" y="216"/>
                  </a:lnTo>
                  <a:lnTo>
                    <a:pt x="1195" y="216"/>
                  </a:lnTo>
                  <a:lnTo>
                    <a:pt x="1199" y="219"/>
                  </a:lnTo>
                  <a:lnTo>
                    <a:pt x="1202" y="219"/>
                  </a:lnTo>
                  <a:lnTo>
                    <a:pt x="1206" y="219"/>
                  </a:lnTo>
                  <a:lnTo>
                    <a:pt x="1209" y="223"/>
                  </a:lnTo>
                  <a:lnTo>
                    <a:pt x="1213" y="223"/>
                  </a:lnTo>
                  <a:lnTo>
                    <a:pt x="1217" y="227"/>
                  </a:lnTo>
                  <a:lnTo>
                    <a:pt x="1220" y="230"/>
                  </a:lnTo>
                  <a:lnTo>
                    <a:pt x="1224" y="234"/>
                  </a:lnTo>
                  <a:lnTo>
                    <a:pt x="1227" y="234"/>
                  </a:lnTo>
                  <a:lnTo>
                    <a:pt x="1231" y="237"/>
                  </a:lnTo>
                  <a:lnTo>
                    <a:pt x="1235" y="241"/>
                  </a:lnTo>
                  <a:lnTo>
                    <a:pt x="1238" y="245"/>
                  </a:lnTo>
                  <a:lnTo>
                    <a:pt x="1242" y="248"/>
                  </a:lnTo>
                  <a:lnTo>
                    <a:pt x="1245" y="252"/>
                  </a:lnTo>
                  <a:lnTo>
                    <a:pt x="1249" y="255"/>
                  </a:lnTo>
                  <a:lnTo>
                    <a:pt x="1253" y="259"/>
                  </a:lnTo>
                  <a:lnTo>
                    <a:pt x="1256" y="263"/>
                  </a:lnTo>
                  <a:lnTo>
                    <a:pt x="1260" y="266"/>
                  </a:lnTo>
                  <a:lnTo>
                    <a:pt x="1263" y="270"/>
                  </a:lnTo>
                  <a:lnTo>
                    <a:pt x="1267" y="273"/>
                  </a:lnTo>
                  <a:lnTo>
                    <a:pt x="1271" y="277"/>
                  </a:lnTo>
                  <a:lnTo>
                    <a:pt x="1274" y="281"/>
                  </a:lnTo>
                  <a:lnTo>
                    <a:pt x="1278" y="284"/>
                  </a:lnTo>
                  <a:lnTo>
                    <a:pt x="1281" y="288"/>
                  </a:lnTo>
                  <a:lnTo>
                    <a:pt x="1285" y="291"/>
                  </a:lnTo>
                  <a:lnTo>
                    <a:pt x="1289" y="291"/>
                  </a:lnTo>
                  <a:lnTo>
                    <a:pt x="1292" y="295"/>
                  </a:lnTo>
                  <a:lnTo>
                    <a:pt x="1296" y="299"/>
                  </a:lnTo>
                  <a:lnTo>
                    <a:pt x="1299" y="302"/>
                  </a:lnTo>
                  <a:lnTo>
                    <a:pt x="1303" y="302"/>
                  </a:lnTo>
                  <a:lnTo>
                    <a:pt x="1307" y="302"/>
                  </a:lnTo>
                  <a:lnTo>
                    <a:pt x="1310" y="306"/>
                  </a:lnTo>
                  <a:lnTo>
                    <a:pt x="1314" y="306"/>
                  </a:lnTo>
                  <a:lnTo>
                    <a:pt x="1317" y="306"/>
                  </a:lnTo>
                  <a:lnTo>
                    <a:pt x="1321" y="306"/>
                  </a:lnTo>
                  <a:lnTo>
                    <a:pt x="1325" y="309"/>
                  </a:lnTo>
                  <a:lnTo>
                    <a:pt x="1328" y="306"/>
                  </a:lnTo>
                  <a:lnTo>
                    <a:pt x="1332" y="306"/>
                  </a:lnTo>
                  <a:lnTo>
                    <a:pt x="1335" y="306"/>
                  </a:lnTo>
                  <a:lnTo>
                    <a:pt x="1339" y="306"/>
                  </a:lnTo>
                  <a:lnTo>
                    <a:pt x="1343" y="302"/>
                  </a:lnTo>
                  <a:lnTo>
                    <a:pt x="1346" y="302"/>
                  </a:lnTo>
                  <a:lnTo>
                    <a:pt x="1350" y="299"/>
                  </a:lnTo>
                  <a:lnTo>
                    <a:pt x="1353" y="299"/>
                  </a:lnTo>
                  <a:lnTo>
                    <a:pt x="1357" y="295"/>
                  </a:lnTo>
                  <a:lnTo>
                    <a:pt x="1361" y="291"/>
                  </a:lnTo>
                  <a:lnTo>
                    <a:pt x="1364" y="288"/>
                  </a:lnTo>
                  <a:lnTo>
                    <a:pt x="1368" y="288"/>
                  </a:lnTo>
                  <a:lnTo>
                    <a:pt x="1371" y="284"/>
                  </a:lnTo>
                  <a:lnTo>
                    <a:pt x="1375" y="281"/>
                  </a:lnTo>
                  <a:lnTo>
                    <a:pt x="1379" y="277"/>
                  </a:lnTo>
                  <a:lnTo>
                    <a:pt x="1382" y="273"/>
                  </a:lnTo>
                  <a:lnTo>
                    <a:pt x="1386" y="270"/>
                  </a:lnTo>
                  <a:lnTo>
                    <a:pt x="1389" y="266"/>
                  </a:lnTo>
                  <a:lnTo>
                    <a:pt x="1393" y="263"/>
                  </a:lnTo>
                  <a:lnTo>
                    <a:pt x="1397" y="259"/>
                  </a:lnTo>
                  <a:lnTo>
                    <a:pt x="1400" y="255"/>
                  </a:lnTo>
                  <a:lnTo>
                    <a:pt x="1404" y="252"/>
                  </a:lnTo>
                  <a:lnTo>
                    <a:pt x="1404" y="248"/>
                  </a:lnTo>
                  <a:lnTo>
                    <a:pt x="1407" y="245"/>
                  </a:lnTo>
                  <a:lnTo>
                    <a:pt x="1411" y="241"/>
                  </a:lnTo>
                  <a:lnTo>
                    <a:pt x="1415" y="237"/>
                  </a:lnTo>
                  <a:lnTo>
                    <a:pt x="1418" y="234"/>
                  </a:lnTo>
                  <a:lnTo>
                    <a:pt x="1422" y="230"/>
                  </a:lnTo>
                  <a:lnTo>
                    <a:pt x="1425" y="227"/>
                  </a:lnTo>
                  <a:lnTo>
                    <a:pt x="1429" y="223"/>
                  </a:lnTo>
                  <a:lnTo>
                    <a:pt x="1433" y="219"/>
                  </a:lnTo>
                  <a:lnTo>
                    <a:pt x="1436" y="219"/>
                  </a:lnTo>
                  <a:lnTo>
                    <a:pt x="1440" y="216"/>
                  </a:lnTo>
                  <a:lnTo>
                    <a:pt x="1443" y="212"/>
                  </a:lnTo>
                  <a:lnTo>
                    <a:pt x="1447" y="212"/>
                  </a:lnTo>
                  <a:lnTo>
                    <a:pt x="1451" y="209"/>
                  </a:lnTo>
                  <a:lnTo>
                    <a:pt x="1454" y="209"/>
                  </a:lnTo>
                  <a:lnTo>
                    <a:pt x="1458" y="209"/>
                  </a:lnTo>
                  <a:lnTo>
                    <a:pt x="1461" y="209"/>
                  </a:lnTo>
                  <a:lnTo>
                    <a:pt x="1465" y="209"/>
                  </a:lnTo>
                  <a:lnTo>
                    <a:pt x="1469" y="209"/>
                  </a:lnTo>
                  <a:lnTo>
                    <a:pt x="1472" y="209"/>
                  </a:lnTo>
                  <a:lnTo>
                    <a:pt x="1476" y="212"/>
                  </a:lnTo>
                  <a:lnTo>
                    <a:pt x="1479" y="212"/>
                  </a:lnTo>
                  <a:lnTo>
                    <a:pt x="1483" y="212"/>
                  </a:lnTo>
                  <a:lnTo>
                    <a:pt x="1487" y="216"/>
                  </a:lnTo>
                  <a:lnTo>
                    <a:pt x="1490" y="216"/>
                  </a:lnTo>
                  <a:lnTo>
                    <a:pt x="1494" y="219"/>
                  </a:lnTo>
                  <a:lnTo>
                    <a:pt x="1497" y="223"/>
                  </a:lnTo>
                  <a:lnTo>
                    <a:pt x="1501" y="227"/>
                  </a:lnTo>
                  <a:lnTo>
                    <a:pt x="1505" y="230"/>
                  </a:lnTo>
                  <a:lnTo>
                    <a:pt x="1508" y="234"/>
                  </a:lnTo>
                  <a:lnTo>
                    <a:pt x="1512" y="237"/>
                  </a:lnTo>
                  <a:lnTo>
                    <a:pt x="1515" y="241"/>
                  </a:lnTo>
                  <a:lnTo>
                    <a:pt x="1519" y="245"/>
                  </a:lnTo>
                  <a:lnTo>
                    <a:pt x="1523" y="248"/>
                  </a:lnTo>
                  <a:lnTo>
                    <a:pt x="1526" y="252"/>
                  </a:lnTo>
                  <a:lnTo>
                    <a:pt x="1530" y="255"/>
                  </a:lnTo>
                  <a:lnTo>
                    <a:pt x="1533" y="259"/>
                  </a:lnTo>
                  <a:lnTo>
                    <a:pt x="1537" y="263"/>
                  </a:lnTo>
                  <a:lnTo>
                    <a:pt x="1537" y="266"/>
                  </a:lnTo>
                  <a:lnTo>
                    <a:pt x="1541" y="270"/>
                  </a:lnTo>
                  <a:lnTo>
                    <a:pt x="1544" y="273"/>
                  </a:lnTo>
                  <a:lnTo>
                    <a:pt x="1548" y="277"/>
                  </a:lnTo>
                  <a:lnTo>
                    <a:pt x="1551" y="281"/>
                  </a:lnTo>
                  <a:lnTo>
                    <a:pt x="1555" y="284"/>
                  </a:lnTo>
                  <a:lnTo>
                    <a:pt x="1559" y="288"/>
                  </a:lnTo>
                  <a:lnTo>
                    <a:pt x="1562" y="291"/>
                  </a:lnTo>
                  <a:lnTo>
                    <a:pt x="1566" y="295"/>
                  </a:lnTo>
                  <a:lnTo>
                    <a:pt x="1569" y="299"/>
                  </a:lnTo>
                  <a:lnTo>
                    <a:pt x="1573" y="302"/>
                  </a:lnTo>
                  <a:lnTo>
                    <a:pt x="1577" y="306"/>
                  </a:lnTo>
                  <a:lnTo>
                    <a:pt x="1580" y="309"/>
                  </a:lnTo>
                  <a:lnTo>
                    <a:pt x="1584" y="309"/>
                  </a:lnTo>
                  <a:lnTo>
                    <a:pt x="1587" y="313"/>
                  </a:lnTo>
                  <a:lnTo>
                    <a:pt x="1591" y="313"/>
                  </a:lnTo>
                  <a:lnTo>
                    <a:pt x="1595" y="317"/>
                  </a:lnTo>
                  <a:lnTo>
                    <a:pt x="1598" y="317"/>
                  </a:lnTo>
                  <a:lnTo>
                    <a:pt x="1602" y="317"/>
                  </a:lnTo>
                  <a:lnTo>
                    <a:pt x="1605" y="317"/>
                  </a:lnTo>
                  <a:lnTo>
                    <a:pt x="1609" y="317"/>
                  </a:lnTo>
                  <a:lnTo>
                    <a:pt x="1613" y="313"/>
                  </a:lnTo>
                  <a:lnTo>
                    <a:pt x="1616" y="313"/>
                  </a:lnTo>
                  <a:lnTo>
                    <a:pt x="1620" y="313"/>
                  </a:lnTo>
                  <a:lnTo>
                    <a:pt x="1623" y="309"/>
                  </a:lnTo>
                  <a:lnTo>
                    <a:pt x="1627" y="309"/>
                  </a:lnTo>
                  <a:lnTo>
                    <a:pt x="1631" y="306"/>
                  </a:lnTo>
                  <a:lnTo>
                    <a:pt x="1634" y="302"/>
                  </a:lnTo>
                  <a:lnTo>
                    <a:pt x="1638" y="299"/>
                  </a:lnTo>
                  <a:lnTo>
                    <a:pt x="1641" y="295"/>
                  </a:lnTo>
                  <a:lnTo>
                    <a:pt x="1645" y="291"/>
                  </a:lnTo>
                  <a:lnTo>
                    <a:pt x="1649" y="288"/>
                  </a:lnTo>
                  <a:lnTo>
                    <a:pt x="1652" y="284"/>
                  </a:lnTo>
                  <a:lnTo>
                    <a:pt x="1656" y="281"/>
                  </a:lnTo>
                  <a:lnTo>
                    <a:pt x="1659" y="277"/>
                  </a:lnTo>
                  <a:lnTo>
                    <a:pt x="1663" y="273"/>
                  </a:lnTo>
                  <a:lnTo>
                    <a:pt x="1667" y="270"/>
                  </a:lnTo>
                  <a:lnTo>
                    <a:pt x="1667" y="266"/>
                  </a:lnTo>
                  <a:lnTo>
                    <a:pt x="1670" y="263"/>
                  </a:lnTo>
                  <a:lnTo>
                    <a:pt x="1674" y="259"/>
                  </a:lnTo>
                  <a:lnTo>
                    <a:pt x="1677" y="255"/>
                  </a:lnTo>
                  <a:lnTo>
                    <a:pt x="1681" y="252"/>
                  </a:lnTo>
                  <a:lnTo>
                    <a:pt x="1681" y="248"/>
                  </a:lnTo>
                  <a:lnTo>
                    <a:pt x="1685" y="245"/>
                  </a:lnTo>
                  <a:lnTo>
                    <a:pt x="1688" y="241"/>
                  </a:lnTo>
                  <a:lnTo>
                    <a:pt x="1692" y="237"/>
                  </a:lnTo>
                  <a:lnTo>
                    <a:pt x="1692" y="234"/>
                  </a:lnTo>
                  <a:lnTo>
                    <a:pt x="1695" y="230"/>
                  </a:lnTo>
                  <a:lnTo>
                    <a:pt x="1699" y="227"/>
                  </a:lnTo>
                  <a:lnTo>
                    <a:pt x="1703" y="223"/>
                  </a:lnTo>
                  <a:lnTo>
                    <a:pt x="1706" y="219"/>
                  </a:lnTo>
                  <a:lnTo>
                    <a:pt x="1710" y="216"/>
                  </a:lnTo>
                  <a:lnTo>
                    <a:pt x="1713" y="212"/>
                  </a:lnTo>
                  <a:lnTo>
                    <a:pt x="1717" y="209"/>
                  </a:lnTo>
                  <a:lnTo>
                    <a:pt x="1721" y="205"/>
                  </a:lnTo>
                  <a:lnTo>
                    <a:pt x="1724" y="205"/>
                  </a:lnTo>
                  <a:lnTo>
                    <a:pt x="1728" y="201"/>
                  </a:lnTo>
                  <a:lnTo>
                    <a:pt x="1731" y="201"/>
                  </a:lnTo>
                  <a:lnTo>
                    <a:pt x="1735" y="198"/>
                  </a:lnTo>
                  <a:lnTo>
                    <a:pt x="1739" y="198"/>
                  </a:lnTo>
                  <a:lnTo>
                    <a:pt x="1742" y="198"/>
                  </a:lnTo>
                  <a:lnTo>
                    <a:pt x="1746" y="198"/>
                  </a:lnTo>
                  <a:lnTo>
                    <a:pt x="1749" y="198"/>
                  </a:lnTo>
                  <a:lnTo>
                    <a:pt x="1753" y="201"/>
                  </a:lnTo>
                  <a:lnTo>
                    <a:pt x="1757" y="201"/>
                  </a:lnTo>
                  <a:lnTo>
                    <a:pt x="1760" y="205"/>
                  </a:lnTo>
                  <a:lnTo>
                    <a:pt x="1764" y="205"/>
                  </a:lnTo>
                  <a:lnTo>
                    <a:pt x="1767" y="209"/>
                  </a:lnTo>
                  <a:lnTo>
                    <a:pt x="1771" y="212"/>
                  </a:lnTo>
                  <a:lnTo>
                    <a:pt x="1775" y="216"/>
                  </a:lnTo>
                  <a:lnTo>
                    <a:pt x="1778" y="219"/>
                  </a:lnTo>
                  <a:lnTo>
                    <a:pt x="1782" y="223"/>
                  </a:lnTo>
                  <a:lnTo>
                    <a:pt x="1785" y="227"/>
                  </a:lnTo>
                  <a:lnTo>
                    <a:pt x="1789" y="230"/>
                  </a:lnTo>
                  <a:lnTo>
                    <a:pt x="1793" y="234"/>
                  </a:lnTo>
                  <a:lnTo>
                    <a:pt x="1796" y="237"/>
                  </a:lnTo>
                  <a:lnTo>
                    <a:pt x="1800" y="241"/>
                  </a:lnTo>
                  <a:lnTo>
                    <a:pt x="1803" y="245"/>
                  </a:lnTo>
                  <a:lnTo>
                    <a:pt x="1803" y="248"/>
                  </a:lnTo>
                  <a:lnTo>
                    <a:pt x="1807" y="252"/>
                  </a:lnTo>
                  <a:lnTo>
                    <a:pt x="1811" y="255"/>
                  </a:lnTo>
                  <a:lnTo>
                    <a:pt x="1811" y="259"/>
                  </a:lnTo>
                  <a:lnTo>
                    <a:pt x="1814" y="263"/>
                  </a:lnTo>
                  <a:lnTo>
                    <a:pt x="1818" y="266"/>
                  </a:lnTo>
                  <a:lnTo>
                    <a:pt x="1818" y="270"/>
                  </a:lnTo>
                  <a:lnTo>
                    <a:pt x="1821" y="273"/>
                  </a:lnTo>
                  <a:lnTo>
                    <a:pt x="1825" y="277"/>
                  </a:lnTo>
                  <a:lnTo>
                    <a:pt x="1829" y="281"/>
                  </a:lnTo>
                  <a:lnTo>
                    <a:pt x="1829" y="284"/>
                  </a:lnTo>
                  <a:lnTo>
                    <a:pt x="1832" y="288"/>
                  </a:lnTo>
                  <a:lnTo>
                    <a:pt x="1836" y="291"/>
                  </a:lnTo>
                  <a:lnTo>
                    <a:pt x="1839" y="295"/>
                  </a:lnTo>
                  <a:lnTo>
                    <a:pt x="1839" y="299"/>
                  </a:lnTo>
                  <a:lnTo>
                    <a:pt x="1843" y="302"/>
                  </a:lnTo>
                  <a:lnTo>
                    <a:pt x="1847" y="306"/>
                  </a:lnTo>
                  <a:lnTo>
                    <a:pt x="1850" y="309"/>
                  </a:lnTo>
                  <a:lnTo>
                    <a:pt x="1854" y="313"/>
                  </a:lnTo>
                  <a:lnTo>
                    <a:pt x="1857" y="317"/>
                  </a:lnTo>
                  <a:lnTo>
                    <a:pt x="1861" y="320"/>
                  </a:lnTo>
                  <a:lnTo>
                    <a:pt x="1865" y="324"/>
                  </a:lnTo>
                  <a:lnTo>
                    <a:pt x="1868" y="324"/>
                  </a:lnTo>
                  <a:lnTo>
                    <a:pt x="1872" y="327"/>
                  </a:lnTo>
                  <a:lnTo>
                    <a:pt x="1875" y="327"/>
                  </a:lnTo>
                  <a:lnTo>
                    <a:pt x="1879" y="327"/>
                  </a:lnTo>
                  <a:lnTo>
                    <a:pt x="1883" y="327"/>
                  </a:lnTo>
                  <a:lnTo>
                    <a:pt x="1886" y="327"/>
                  </a:lnTo>
                  <a:lnTo>
                    <a:pt x="1890" y="327"/>
                  </a:lnTo>
                  <a:lnTo>
                    <a:pt x="1893" y="327"/>
                  </a:lnTo>
                  <a:lnTo>
                    <a:pt x="1897" y="324"/>
                  </a:lnTo>
                  <a:lnTo>
                    <a:pt x="1901" y="324"/>
                  </a:lnTo>
                  <a:lnTo>
                    <a:pt x="1904" y="320"/>
                  </a:lnTo>
                  <a:lnTo>
                    <a:pt x="1908" y="317"/>
                  </a:lnTo>
                  <a:lnTo>
                    <a:pt x="1911" y="313"/>
                  </a:lnTo>
                  <a:lnTo>
                    <a:pt x="1915" y="309"/>
                  </a:lnTo>
                  <a:lnTo>
                    <a:pt x="1919" y="306"/>
                  </a:lnTo>
                  <a:lnTo>
                    <a:pt x="1922" y="302"/>
                  </a:lnTo>
                  <a:lnTo>
                    <a:pt x="1926" y="299"/>
                  </a:lnTo>
                  <a:lnTo>
                    <a:pt x="1929" y="295"/>
                  </a:lnTo>
                  <a:lnTo>
                    <a:pt x="1933" y="291"/>
                  </a:lnTo>
                  <a:lnTo>
                    <a:pt x="1933" y="288"/>
                  </a:lnTo>
                  <a:lnTo>
                    <a:pt x="1937" y="284"/>
                  </a:lnTo>
                  <a:lnTo>
                    <a:pt x="1940" y="281"/>
                  </a:lnTo>
                  <a:lnTo>
                    <a:pt x="1940" y="277"/>
                  </a:lnTo>
                  <a:lnTo>
                    <a:pt x="1944" y="273"/>
                  </a:lnTo>
                  <a:lnTo>
                    <a:pt x="1947" y="270"/>
                  </a:lnTo>
                  <a:lnTo>
                    <a:pt x="1947" y="266"/>
                  </a:lnTo>
                  <a:lnTo>
                    <a:pt x="1951" y="263"/>
                  </a:lnTo>
                  <a:lnTo>
                    <a:pt x="1951" y="259"/>
                  </a:lnTo>
                  <a:lnTo>
                    <a:pt x="1955" y="255"/>
                  </a:lnTo>
                  <a:lnTo>
                    <a:pt x="1958" y="252"/>
                  </a:lnTo>
                  <a:lnTo>
                    <a:pt x="1958" y="248"/>
                  </a:lnTo>
                  <a:lnTo>
                    <a:pt x="1962" y="245"/>
                  </a:lnTo>
                  <a:lnTo>
                    <a:pt x="1965" y="241"/>
                  </a:lnTo>
                  <a:lnTo>
                    <a:pt x="1965" y="237"/>
                  </a:lnTo>
                  <a:lnTo>
                    <a:pt x="1969" y="234"/>
                  </a:lnTo>
                  <a:lnTo>
                    <a:pt x="1969" y="230"/>
                  </a:lnTo>
                  <a:lnTo>
                    <a:pt x="1973" y="227"/>
                  </a:lnTo>
                  <a:lnTo>
                    <a:pt x="1976" y="223"/>
                  </a:lnTo>
                  <a:lnTo>
                    <a:pt x="1976" y="219"/>
                  </a:lnTo>
                  <a:lnTo>
                    <a:pt x="1980" y="216"/>
                  </a:lnTo>
                  <a:lnTo>
                    <a:pt x="1983" y="212"/>
                  </a:lnTo>
                  <a:lnTo>
                    <a:pt x="1987" y="209"/>
                  </a:lnTo>
                  <a:lnTo>
                    <a:pt x="1991" y="205"/>
                  </a:lnTo>
                  <a:lnTo>
                    <a:pt x="1994" y="201"/>
                  </a:lnTo>
                  <a:lnTo>
                    <a:pt x="1994" y="198"/>
                  </a:lnTo>
                  <a:lnTo>
                    <a:pt x="1998" y="194"/>
                  </a:lnTo>
                  <a:lnTo>
                    <a:pt x="2001" y="191"/>
                  </a:lnTo>
                  <a:lnTo>
                    <a:pt x="2005" y="191"/>
                  </a:lnTo>
                  <a:lnTo>
                    <a:pt x="2009" y="187"/>
                  </a:lnTo>
                  <a:lnTo>
                    <a:pt x="2012" y="187"/>
                  </a:lnTo>
                  <a:lnTo>
                    <a:pt x="2016" y="183"/>
                  </a:lnTo>
                  <a:lnTo>
                    <a:pt x="2019" y="183"/>
                  </a:lnTo>
                  <a:lnTo>
                    <a:pt x="2023" y="183"/>
                  </a:lnTo>
                  <a:lnTo>
                    <a:pt x="2027" y="183"/>
                  </a:lnTo>
                  <a:lnTo>
                    <a:pt x="2030" y="187"/>
                  </a:lnTo>
                  <a:lnTo>
                    <a:pt x="2034" y="187"/>
                  </a:lnTo>
                  <a:lnTo>
                    <a:pt x="2037" y="191"/>
                  </a:lnTo>
                  <a:lnTo>
                    <a:pt x="2041" y="191"/>
                  </a:lnTo>
                  <a:lnTo>
                    <a:pt x="2045" y="194"/>
                  </a:lnTo>
                  <a:lnTo>
                    <a:pt x="2048" y="198"/>
                  </a:lnTo>
                  <a:lnTo>
                    <a:pt x="2052" y="201"/>
                  </a:lnTo>
                  <a:lnTo>
                    <a:pt x="2055" y="205"/>
                  </a:lnTo>
                  <a:lnTo>
                    <a:pt x="2059" y="209"/>
                  </a:lnTo>
                  <a:lnTo>
                    <a:pt x="2063" y="212"/>
                  </a:lnTo>
                  <a:lnTo>
                    <a:pt x="2063" y="216"/>
                  </a:lnTo>
                  <a:lnTo>
                    <a:pt x="2066" y="219"/>
                  </a:lnTo>
                  <a:lnTo>
                    <a:pt x="2070" y="223"/>
                  </a:lnTo>
                  <a:lnTo>
                    <a:pt x="2070" y="227"/>
                  </a:lnTo>
                  <a:lnTo>
                    <a:pt x="2073" y="230"/>
                  </a:lnTo>
                  <a:lnTo>
                    <a:pt x="2077" y="234"/>
                  </a:lnTo>
                  <a:lnTo>
                    <a:pt x="2077" y="237"/>
                  </a:lnTo>
                  <a:lnTo>
                    <a:pt x="2081" y="241"/>
                  </a:lnTo>
                  <a:lnTo>
                    <a:pt x="2081" y="245"/>
                  </a:lnTo>
                  <a:lnTo>
                    <a:pt x="2084" y="248"/>
                  </a:lnTo>
                  <a:lnTo>
                    <a:pt x="2088" y="252"/>
                  </a:lnTo>
                  <a:lnTo>
                    <a:pt x="2088" y="255"/>
                  </a:lnTo>
                  <a:lnTo>
                    <a:pt x="2091" y="259"/>
                  </a:lnTo>
                  <a:lnTo>
                    <a:pt x="2091" y="263"/>
                  </a:lnTo>
                  <a:lnTo>
                    <a:pt x="2095" y="266"/>
                  </a:lnTo>
                  <a:lnTo>
                    <a:pt x="2095" y="270"/>
                  </a:lnTo>
                  <a:lnTo>
                    <a:pt x="2099" y="273"/>
                  </a:lnTo>
                  <a:lnTo>
                    <a:pt x="2099" y="277"/>
                  </a:lnTo>
                  <a:lnTo>
                    <a:pt x="2102" y="281"/>
                  </a:lnTo>
                  <a:lnTo>
                    <a:pt x="2106" y="284"/>
                  </a:lnTo>
                  <a:lnTo>
                    <a:pt x="2106" y="288"/>
                  </a:lnTo>
                  <a:lnTo>
                    <a:pt x="2109" y="291"/>
                  </a:lnTo>
                  <a:lnTo>
                    <a:pt x="2109" y="295"/>
                  </a:lnTo>
                  <a:lnTo>
                    <a:pt x="2113" y="299"/>
                  </a:lnTo>
                  <a:lnTo>
                    <a:pt x="2113" y="302"/>
                  </a:lnTo>
                  <a:lnTo>
                    <a:pt x="2117" y="306"/>
                  </a:lnTo>
                  <a:lnTo>
                    <a:pt x="2120" y="309"/>
                  </a:lnTo>
                  <a:lnTo>
                    <a:pt x="2124" y="313"/>
                  </a:lnTo>
                  <a:lnTo>
                    <a:pt x="2124" y="317"/>
                  </a:lnTo>
                  <a:lnTo>
                    <a:pt x="2127" y="320"/>
                  </a:lnTo>
                  <a:lnTo>
                    <a:pt x="2131" y="324"/>
                  </a:lnTo>
                  <a:lnTo>
                    <a:pt x="2135" y="327"/>
                  </a:lnTo>
                  <a:lnTo>
                    <a:pt x="2138" y="331"/>
                  </a:lnTo>
                  <a:lnTo>
                    <a:pt x="2142" y="335"/>
                  </a:lnTo>
                  <a:lnTo>
                    <a:pt x="2145" y="338"/>
                  </a:lnTo>
                  <a:lnTo>
                    <a:pt x="2149" y="342"/>
                  </a:lnTo>
                  <a:lnTo>
                    <a:pt x="2153" y="345"/>
                  </a:lnTo>
                  <a:lnTo>
                    <a:pt x="2156" y="345"/>
                  </a:lnTo>
                  <a:lnTo>
                    <a:pt x="2160" y="345"/>
                  </a:lnTo>
                  <a:lnTo>
                    <a:pt x="2163" y="345"/>
                  </a:lnTo>
                  <a:lnTo>
                    <a:pt x="2167" y="345"/>
                  </a:lnTo>
                  <a:lnTo>
                    <a:pt x="2171" y="345"/>
                  </a:lnTo>
                  <a:lnTo>
                    <a:pt x="2174" y="342"/>
                  </a:lnTo>
                  <a:lnTo>
                    <a:pt x="2178" y="342"/>
                  </a:lnTo>
                  <a:lnTo>
                    <a:pt x="2181" y="338"/>
                  </a:lnTo>
                  <a:lnTo>
                    <a:pt x="2185" y="335"/>
                  </a:lnTo>
                  <a:lnTo>
                    <a:pt x="2189" y="331"/>
                  </a:lnTo>
                  <a:lnTo>
                    <a:pt x="2192" y="327"/>
                  </a:lnTo>
                  <a:lnTo>
                    <a:pt x="2196" y="324"/>
                  </a:lnTo>
                  <a:lnTo>
                    <a:pt x="2199" y="320"/>
                  </a:lnTo>
                  <a:lnTo>
                    <a:pt x="2199" y="317"/>
                  </a:lnTo>
                  <a:lnTo>
                    <a:pt x="2203" y="313"/>
                  </a:lnTo>
                  <a:lnTo>
                    <a:pt x="2207" y="309"/>
                  </a:lnTo>
                  <a:lnTo>
                    <a:pt x="2207" y="306"/>
                  </a:lnTo>
                  <a:lnTo>
                    <a:pt x="2210" y="302"/>
                  </a:lnTo>
                  <a:lnTo>
                    <a:pt x="2210" y="299"/>
                  </a:lnTo>
                  <a:lnTo>
                    <a:pt x="2210" y="295"/>
                  </a:lnTo>
                  <a:lnTo>
                    <a:pt x="2214" y="291"/>
                  </a:lnTo>
                  <a:lnTo>
                    <a:pt x="2217" y="288"/>
                  </a:lnTo>
                  <a:lnTo>
                    <a:pt x="2217" y="284"/>
                  </a:lnTo>
                  <a:lnTo>
                    <a:pt x="2221" y="281"/>
                  </a:lnTo>
                  <a:lnTo>
                    <a:pt x="2221" y="277"/>
                  </a:lnTo>
                  <a:lnTo>
                    <a:pt x="2225" y="273"/>
                  </a:lnTo>
                  <a:lnTo>
                    <a:pt x="2225" y="270"/>
                  </a:lnTo>
                  <a:lnTo>
                    <a:pt x="2228" y="266"/>
                  </a:lnTo>
                  <a:lnTo>
                    <a:pt x="2228" y="263"/>
                  </a:lnTo>
                  <a:lnTo>
                    <a:pt x="2232" y="259"/>
                  </a:lnTo>
                  <a:lnTo>
                    <a:pt x="2232" y="255"/>
                  </a:lnTo>
                  <a:lnTo>
                    <a:pt x="2235" y="252"/>
                  </a:lnTo>
                  <a:lnTo>
                    <a:pt x="2235" y="248"/>
                  </a:lnTo>
                  <a:lnTo>
                    <a:pt x="2235" y="245"/>
                  </a:lnTo>
                  <a:lnTo>
                    <a:pt x="2239" y="241"/>
                  </a:lnTo>
                  <a:lnTo>
                    <a:pt x="2243" y="237"/>
                  </a:lnTo>
                  <a:lnTo>
                    <a:pt x="2243" y="234"/>
                  </a:lnTo>
                  <a:lnTo>
                    <a:pt x="2243" y="230"/>
                  </a:lnTo>
                  <a:lnTo>
                    <a:pt x="2246" y="227"/>
                  </a:lnTo>
                  <a:lnTo>
                    <a:pt x="2250" y="223"/>
                  </a:lnTo>
                  <a:lnTo>
                    <a:pt x="2250" y="219"/>
                  </a:lnTo>
                  <a:lnTo>
                    <a:pt x="2253" y="216"/>
                  </a:lnTo>
                  <a:lnTo>
                    <a:pt x="2253" y="212"/>
                  </a:lnTo>
                  <a:lnTo>
                    <a:pt x="2253" y="209"/>
                  </a:lnTo>
                  <a:lnTo>
                    <a:pt x="2257" y="205"/>
                  </a:lnTo>
                  <a:lnTo>
                    <a:pt x="2261" y="201"/>
                  </a:lnTo>
                  <a:lnTo>
                    <a:pt x="2261" y="198"/>
                  </a:lnTo>
                  <a:lnTo>
                    <a:pt x="2264" y="194"/>
                  </a:lnTo>
                  <a:lnTo>
                    <a:pt x="2268" y="191"/>
                  </a:lnTo>
                  <a:lnTo>
                    <a:pt x="2268" y="187"/>
                  </a:lnTo>
                  <a:lnTo>
                    <a:pt x="2271" y="183"/>
                  </a:lnTo>
                  <a:lnTo>
                    <a:pt x="2275" y="180"/>
                  </a:lnTo>
                  <a:lnTo>
                    <a:pt x="2279" y="176"/>
                  </a:lnTo>
                  <a:lnTo>
                    <a:pt x="2279" y="173"/>
                  </a:lnTo>
                  <a:lnTo>
                    <a:pt x="2282" y="169"/>
                  </a:lnTo>
                  <a:lnTo>
                    <a:pt x="2286" y="165"/>
                  </a:lnTo>
                  <a:lnTo>
                    <a:pt x="2289" y="165"/>
                  </a:lnTo>
                  <a:lnTo>
                    <a:pt x="2293" y="162"/>
                  </a:lnTo>
                  <a:lnTo>
                    <a:pt x="2297" y="162"/>
                  </a:lnTo>
                  <a:lnTo>
                    <a:pt x="2300" y="162"/>
                  </a:lnTo>
                  <a:lnTo>
                    <a:pt x="2304" y="162"/>
                  </a:lnTo>
                  <a:lnTo>
                    <a:pt x="2307" y="162"/>
                  </a:lnTo>
                  <a:lnTo>
                    <a:pt x="2311" y="162"/>
                  </a:lnTo>
                  <a:lnTo>
                    <a:pt x="2315" y="165"/>
                  </a:lnTo>
                  <a:lnTo>
                    <a:pt x="2318" y="169"/>
                  </a:lnTo>
                  <a:lnTo>
                    <a:pt x="2322" y="173"/>
                  </a:lnTo>
                  <a:lnTo>
                    <a:pt x="2325" y="176"/>
                  </a:lnTo>
                  <a:lnTo>
                    <a:pt x="2329" y="180"/>
                  </a:lnTo>
                  <a:lnTo>
                    <a:pt x="2333" y="183"/>
                  </a:lnTo>
                  <a:lnTo>
                    <a:pt x="2336" y="187"/>
                  </a:lnTo>
                  <a:lnTo>
                    <a:pt x="2336" y="191"/>
                  </a:lnTo>
                  <a:lnTo>
                    <a:pt x="2340" y="194"/>
                  </a:lnTo>
                  <a:lnTo>
                    <a:pt x="2340" y="198"/>
                  </a:lnTo>
                  <a:lnTo>
                    <a:pt x="2343" y="201"/>
                  </a:lnTo>
                  <a:lnTo>
                    <a:pt x="2347" y="205"/>
                  </a:lnTo>
                  <a:lnTo>
                    <a:pt x="2347" y="209"/>
                  </a:lnTo>
                  <a:lnTo>
                    <a:pt x="2347" y="212"/>
                  </a:lnTo>
                  <a:lnTo>
                    <a:pt x="2351" y="216"/>
                  </a:lnTo>
                  <a:lnTo>
                    <a:pt x="2354" y="219"/>
                  </a:lnTo>
                  <a:lnTo>
                    <a:pt x="2354" y="223"/>
                  </a:lnTo>
                  <a:lnTo>
                    <a:pt x="2354" y="227"/>
                  </a:lnTo>
                  <a:lnTo>
                    <a:pt x="2358" y="230"/>
                  </a:lnTo>
                  <a:lnTo>
                    <a:pt x="2358" y="234"/>
                  </a:lnTo>
                  <a:lnTo>
                    <a:pt x="2361" y="237"/>
                  </a:lnTo>
                  <a:lnTo>
                    <a:pt x="2361" y="241"/>
                  </a:lnTo>
                  <a:lnTo>
                    <a:pt x="2361" y="245"/>
                  </a:lnTo>
                  <a:lnTo>
                    <a:pt x="2365" y="248"/>
                  </a:lnTo>
                  <a:lnTo>
                    <a:pt x="2365" y="252"/>
                  </a:lnTo>
                  <a:lnTo>
                    <a:pt x="2369" y="255"/>
                  </a:lnTo>
                  <a:lnTo>
                    <a:pt x="2369" y="259"/>
                  </a:lnTo>
                  <a:lnTo>
                    <a:pt x="2372" y="263"/>
                  </a:lnTo>
                  <a:lnTo>
                    <a:pt x="2372" y="266"/>
                  </a:lnTo>
                  <a:lnTo>
                    <a:pt x="2372" y="270"/>
                  </a:lnTo>
                  <a:lnTo>
                    <a:pt x="2376" y="273"/>
                  </a:lnTo>
                  <a:lnTo>
                    <a:pt x="2376" y="277"/>
                  </a:lnTo>
                  <a:lnTo>
                    <a:pt x="2379" y="281"/>
                  </a:lnTo>
                  <a:lnTo>
                    <a:pt x="2379" y="284"/>
                  </a:lnTo>
                  <a:lnTo>
                    <a:pt x="2379" y="288"/>
                  </a:lnTo>
                  <a:lnTo>
                    <a:pt x="2383" y="291"/>
                  </a:lnTo>
                  <a:lnTo>
                    <a:pt x="2383" y="295"/>
                  </a:lnTo>
                  <a:lnTo>
                    <a:pt x="2387" y="299"/>
                  </a:lnTo>
                  <a:lnTo>
                    <a:pt x="2387" y="302"/>
                  </a:lnTo>
                  <a:lnTo>
                    <a:pt x="2390" y="306"/>
                  </a:lnTo>
                  <a:lnTo>
                    <a:pt x="2390" y="309"/>
                  </a:lnTo>
                  <a:lnTo>
                    <a:pt x="2390" y="313"/>
                  </a:lnTo>
                  <a:lnTo>
                    <a:pt x="2394" y="317"/>
                  </a:lnTo>
                  <a:lnTo>
                    <a:pt x="2394" y="320"/>
                  </a:lnTo>
                  <a:lnTo>
                    <a:pt x="2397" y="324"/>
                  </a:lnTo>
                  <a:lnTo>
                    <a:pt x="2397" y="327"/>
                  </a:lnTo>
                  <a:lnTo>
                    <a:pt x="2401" y="331"/>
                  </a:lnTo>
                  <a:lnTo>
                    <a:pt x="2401" y="335"/>
                  </a:lnTo>
                  <a:lnTo>
                    <a:pt x="2405" y="338"/>
                  </a:lnTo>
                  <a:lnTo>
                    <a:pt x="2405" y="342"/>
                  </a:lnTo>
                  <a:lnTo>
                    <a:pt x="2408" y="345"/>
                  </a:lnTo>
                  <a:lnTo>
                    <a:pt x="2408" y="349"/>
                  </a:lnTo>
                  <a:lnTo>
                    <a:pt x="2412" y="353"/>
                  </a:lnTo>
                  <a:lnTo>
                    <a:pt x="2415" y="356"/>
                  </a:lnTo>
                  <a:lnTo>
                    <a:pt x="2419" y="360"/>
                  </a:lnTo>
                  <a:lnTo>
                    <a:pt x="2423" y="363"/>
                  </a:lnTo>
                  <a:lnTo>
                    <a:pt x="2423" y="367"/>
                  </a:lnTo>
                  <a:lnTo>
                    <a:pt x="2426" y="371"/>
                  </a:lnTo>
                  <a:lnTo>
                    <a:pt x="2430" y="374"/>
                  </a:lnTo>
                  <a:lnTo>
                    <a:pt x="2433" y="374"/>
                  </a:lnTo>
                  <a:lnTo>
                    <a:pt x="2437" y="378"/>
                  </a:lnTo>
                  <a:lnTo>
                    <a:pt x="2441" y="378"/>
                  </a:lnTo>
                  <a:lnTo>
                    <a:pt x="2444" y="378"/>
                  </a:lnTo>
                  <a:lnTo>
                    <a:pt x="2448" y="374"/>
                  </a:lnTo>
                  <a:lnTo>
                    <a:pt x="2451" y="374"/>
                  </a:lnTo>
                  <a:lnTo>
                    <a:pt x="2455" y="371"/>
                  </a:lnTo>
                  <a:lnTo>
                    <a:pt x="2459" y="367"/>
                  </a:lnTo>
                  <a:lnTo>
                    <a:pt x="2462" y="363"/>
                  </a:lnTo>
                  <a:lnTo>
                    <a:pt x="2466" y="360"/>
                  </a:lnTo>
                  <a:lnTo>
                    <a:pt x="2469" y="356"/>
                  </a:lnTo>
                  <a:lnTo>
                    <a:pt x="2469" y="353"/>
                  </a:lnTo>
                  <a:lnTo>
                    <a:pt x="2473" y="349"/>
                  </a:lnTo>
                  <a:lnTo>
                    <a:pt x="2477" y="345"/>
                  </a:lnTo>
                  <a:lnTo>
                    <a:pt x="2477" y="342"/>
                  </a:lnTo>
                  <a:lnTo>
                    <a:pt x="2477" y="338"/>
                  </a:lnTo>
                  <a:lnTo>
                    <a:pt x="2480" y="335"/>
                  </a:lnTo>
                  <a:lnTo>
                    <a:pt x="2484" y="331"/>
                  </a:lnTo>
                  <a:lnTo>
                    <a:pt x="2484" y="327"/>
                  </a:lnTo>
                  <a:lnTo>
                    <a:pt x="2484" y="324"/>
                  </a:lnTo>
                  <a:lnTo>
                    <a:pt x="2487" y="320"/>
                  </a:lnTo>
                  <a:lnTo>
                    <a:pt x="2487" y="317"/>
                  </a:lnTo>
                  <a:lnTo>
                    <a:pt x="2491" y="313"/>
                  </a:lnTo>
                  <a:lnTo>
                    <a:pt x="2491" y="309"/>
                  </a:lnTo>
                  <a:lnTo>
                    <a:pt x="2491" y="306"/>
                  </a:lnTo>
                  <a:lnTo>
                    <a:pt x="2495" y="302"/>
                  </a:lnTo>
                  <a:lnTo>
                    <a:pt x="2495" y="299"/>
                  </a:lnTo>
                  <a:lnTo>
                    <a:pt x="2495" y="295"/>
                  </a:lnTo>
                  <a:lnTo>
                    <a:pt x="2498" y="291"/>
                  </a:lnTo>
                  <a:lnTo>
                    <a:pt x="2498" y="288"/>
                  </a:lnTo>
                  <a:lnTo>
                    <a:pt x="2502" y="284"/>
                  </a:lnTo>
                  <a:lnTo>
                    <a:pt x="2502" y="281"/>
                  </a:lnTo>
                  <a:lnTo>
                    <a:pt x="2502" y="277"/>
                  </a:lnTo>
                  <a:lnTo>
                    <a:pt x="2505" y="273"/>
                  </a:lnTo>
                  <a:lnTo>
                    <a:pt x="2505" y="266"/>
                  </a:lnTo>
                  <a:lnTo>
                    <a:pt x="2509" y="263"/>
                  </a:lnTo>
                  <a:lnTo>
                    <a:pt x="2509" y="259"/>
                  </a:lnTo>
                  <a:lnTo>
                    <a:pt x="2509" y="255"/>
                  </a:lnTo>
                  <a:lnTo>
                    <a:pt x="2513" y="252"/>
                  </a:lnTo>
                  <a:lnTo>
                    <a:pt x="2513" y="248"/>
                  </a:lnTo>
                  <a:lnTo>
                    <a:pt x="2513" y="245"/>
                  </a:lnTo>
                  <a:lnTo>
                    <a:pt x="2516" y="241"/>
                  </a:lnTo>
                  <a:lnTo>
                    <a:pt x="2516" y="234"/>
                  </a:lnTo>
                  <a:lnTo>
                    <a:pt x="2520" y="230"/>
                  </a:lnTo>
                  <a:lnTo>
                    <a:pt x="2520" y="227"/>
                  </a:lnTo>
                  <a:lnTo>
                    <a:pt x="2520" y="223"/>
                  </a:lnTo>
                  <a:lnTo>
                    <a:pt x="2523" y="219"/>
                  </a:lnTo>
                  <a:lnTo>
                    <a:pt x="2523" y="216"/>
                  </a:lnTo>
                  <a:lnTo>
                    <a:pt x="2527" y="212"/>
                  </a:lnTo>
                  <a:lnTo>
                    <a:pt x="2527" y="209"/>
                  </a:lnTo>
                  <a:lnTo>
                    <a:pt x="2527" y="205"/>
                  </a:lnTo>
                  <a:lnTo>
                    <a:pt x="2531" y="201"/>
                  </a:lnTo>
                  <a:lnTo>
                    <a:pt x="2531" y="194"/>
                  </a:lnTo>
                  <a:lnTo>
                    <a:pt x="2534" y="191"/>
                  </a:lnTo>
                  <a:lnTo>
                    <a:pt x="2534" y="187"/>
                  </a:lnTo>
                  <a:lnTo>
                    <a:pt x="2534" y="183"/>
                  </a:lnTo>
                  <a:lnTo>
                    <a:pt x="2538" y="180"/>
                  </a:lnTo>
                  <a:lnTo>
                    <a:pt x="2538" y="176"/>
                  </a:lnTo>
                  <a:lnTo>
                    <a:pt x="2538" y="173"/>
                  </a:lnTo>
                  <a:lnTo>
                    <a:pt x="2541" y="169"/>
                  </a:lnTo>
                  <a:lnTo>
                    <a:pt x="2545" y="165"/>
                  </a:lnTo>
                  <a:lnTo>
                    <a:pt x="2545" y="162"/>
                  </a:lnTo>
                  <a:lnTo>
                    <a:pt x="2545" y="158"/>
                  </a:lnTo>
                  <a:lnTo>
                    <a:pt x="2549" y="155"/>
                  </a:lnTo>
                  <a:lnTo>
                    <a:pt x="2549" y="151"/>
                  </a:lnTo>
                  <a:lnTo>
                    <a:pt x="2552" y="147"/>
                  </a:lnTo>
                  <a:lnTo>
                    <a:pt x="2552" y="144"/>
                  </a:lnTo>
                  <a:lnTo>
                    <a:pt x="2556" y="140"/>
                  </a:lnTo>
                  <a:lnTo>
                    <a:pt x="2556" y="137"/>
                  </a:lnTo>
                  <a:lnTo>
                    <a:pt x="2559" y="133"/>
                  </a:lnTo>
                  <a:lnTo>
                    <a:pt x="2563" y="129"/>
                  </a:lnTo>
                  <a:lnTo>
                    <a:pt x="2567" y="126"/>
                  </a:lnTo>
                  <a:lnTo>
                    <a:pt x="2570" y="122"/>
                  </a:lnTo>
                  <a:lnTo>
                    <a:pt x="2574" y="119"/>
                  </a:lnTo>
                  <a:lnTo>
                    <a:pt x="2577" y="119"/>
                  </a:lnTo>
                  <a:lnTo>
                    <a:pt x="2581" y="115"/>
                  </a:lnTo>
                  <a:lnTo>
                    <a:pt x="2585" y="119"/>
                  </a:lnTo>
                  <a:lnTo>
                    <a:pt x="2588" y="119"/>
                  </a:lnTo>
                  <a:lnTo>
                    <a:pt x="2592" y="122"/>
                  </a:lnTo>
                  <a:lnTo>
                    <a:pt x="2595" y="126"/>
                  </a:lnTo>
                  <a:lnTo>
                    <a:pt x="2599" y="129"/>
                  </a:lnTo>
                  <a:lnTo>
                    <a:pt x="2603" y="133"/>
                  </a:lnTo>
                  <a:lnTo>
                    <a:pt x="2606" y="137"/>
                  </a:lnTo>
                  <a:lnTo>
                    <a:pt x="2606" y="140"/>
                  </a:lnTo>
                  <a:lnTo>
                    <a:pt x="2610" y="144"/>
                  </a:lnTo>
                  <a:lnTo>
                    <a:pt x="2610" y="147"/>
                  </a:lnTo>
                  <a:lnTo>
                    <a:pt x="2613" y="151"/>
                  </a:lnTo>
                  <a:lnTo>
                    <a:pt x="2613" y="155"/>
                  </a:lnTo>
                  <a:lnTo>
                    <a:pt x="2617" y="158"/>
                  </a:lnTo>
                  <a:lnTo>
                    <a:pt x="2617" y="162"/>
                  </a:lnTo>
                  <a:lnTo>
                    <a:pt x="2621" y="165"/>
                  </a:lnTo>
                  <a:lnTo>
                    <a:pt x="2621" y="169"/>
                  </a:lnTo>
                  <a:lnTo>
                    <a:pt x="2621" y="173"/>
                  </a:lnTo>
                  <a:lnTo>
                    <a:pt x="2624" y="176"/>
                  </a:lnTo>
                  <a:lnTo>
                    <a:pt x="2624" y="180"/>
                  </a:lnTo>
                  <a:lnTo>
                    <a:pt x="2624" y="187"/>
                  </a:lnTo>
                  <a:lnTo>
                    <a:pt x="2628" y="191"/>
                  </a:lnTo>
                  <a:lnTo>
                    <a:pt x="2628" y="194"/>
                  </a:lnTo>
                  <a:lnTo>
                    <a:pt x="2631" y="198"/>
                  </a:lnTo>
                  <a:lnTo>
                    <a:pt x="2631" y="201"/>
                  </a:lnTo>
                  <a:lnTo>
                    <a:pt x="2631" y="209"/>
                  </a:lnTo>
                  <a:lnTo>
                    <a:pt x="2635" y="212"/>
                  </a:lnTo>
                  <a:lnTo>
                    <a:pt x="2635" y="216"/>
                  </a:lnTo>
                  <a:lnTo>
                    <a:pt x="2639" y="219"/>
                  </a:lnTo>
                  <a:lnTo>
                    <a:pt x="2639" y="227"/>
                  </a:lnTo>
                  <a:lnTo>
                    <a:pt x="2639" y="230"/>
                  </a:lnTo>
                  <a:lnTo>
                    <a:pt x="2642" y="234"/>
                  </a:lnTo>
                  <a:lnTo>
                    <a:pt x="2642" y="241"/>
                  </a:lnTo>
                  <a:lnTo>
                    <a:pt x="2642" y="245"/>
                  </a:lnTo>
                  <a:lnTo>
                    <a:pt x="2646" y="248"/>
                  </a:lnTo>
                  <a:lnTo>
                    <a:pt x="2646" y="255"/>
                  </a:lnTo>
                  <a:lnTo>
                    <a:pt x="2649" y="259"/>
                  </a:lnTo>
                  <a:lnTo>
                    <a:pt x="2649" y="266"/>
                  </a:lnTo>
                  <a:lnTo>
                    <a:pt x="2649" y="270"/>
                  </a:lnTo>
                  <a:lnTo>
                    <a:pt x="2653" y="273"/>
                  </a:lnTo>
                  <a:lnTo>
                    <a:pt x="2653" y="281"/>
                  </a:lnTo>
                  <a:lnTo>
                    <a:pt x="2657" y="284"/>
                  </a:lnTo>
                  <a:lnTo>
                    <a:pt x="2657" y="291"/>
                  </a:lnTo>
                  <a:lnTo>
                    <a:pt x="2657" y="295"/>
                  </a:lnTo>
                  <a:lnTo>
                    <a:pt x="2660" y="302"/>
                  </a:lnTo>
                  <a:lnTo>
                    <a:pt x="2660" y="306"/>
                  </a:lnTo>
                  <a:lnTo>
                    <a:pt x="2664" y="309"/>
                  </a:lnTo>
                  <a:lnTo>
                    <a:pt x="2664" y="317"/>
                  </a:lnTo>
                  <a:lnTo>
                    <a:pt x="2664" y="320"/>
                  </a:lnTo>
                  <a:lnTo>
                    <a:pt x="2667" y="327"/>
                  </a:lnTo>
                  <a:lnTo>
                    <a:pt x="2667" y="331"/>
                  </a:lnTo>
                  <a:lnTo>
                    <a:pt x="2667" y="335"/>
                  </a:lnTo>
                  <a:lnTo>
                    <a:pt x="2671" y="342"/>
                  </a:lnTo>
                  <a:lnTo>
                    <a:pt x="2671" y="345"/>
                  </a:lnTo>
                  <a:lnTo>
                    <a:pt x="2675" y="349"/>
                  </a:lnTo>
                  <a:lnTo>
                    <a:pt x="2675" y="356"/>
                  </a:lnTo>
                  <a:lnTo>
                    <a:pt x="2675" y="360"/>
                  </a:lnTo>
                  <a:lnTo>
                    <a:pt x="2678" y="363"/>
                  </a:lnTo>
                  <a:lnTo>
                    <a:pt x="2678" y="367"/>
                  </a:lnTo>
                  <a:lnTo>
                    <a:pt x="2682" y="374"/>
                  </a:lnTo>
                  <a:lnTo>
                    <a:pt x="2682" y="378"/>
                  </a:lnTo>
                  <a:lnTo>
                    <a:pt x="2682" y="381"/>
                  </a:lnTo>
                  <a:lnTo>
                    <a:pt x="2685" y="385"/>
                  </a:lnTo>
                  <a:lnTo>
                    <a:pt x="2685" y="389"/>
                  </a:lnTo>
                  <a:lnTo>
                    <a:pt x="2685" y="392"/>
                  </a:lnTo>
                  <a:lnTo>
                    <a:pt x="2689" y="396"/>
                  </a:lnTo>
                  <a:lnTo>
                    <a:pt x="2689" y="399"/>
                  </a:lnTo>
                  <a:lnTo>
                    <a:pt x="2693" y="403"/>
                  </a:lnTo>
                  <a:lnTo>
                    <a:pt x="2693" y="407"/>
                  </a:lnTo>
                  <a:lnTo>
                    <a:pt x="2693" y="410"/>
                  </a:lnTo>
                  <a:lnTo>
                    <a:pt x="2696" y="414"/>
                  </a:lnTo>
                  <a:lnTo>
                    <a:pt x="2696" y="417"/>
                  </a:lnTo>
                  <a:lnTo>
                    <a:pt x="2700" y="421"/>
                  </a:lnTo>
                  <a:lnTo>
                    <a:pt x="2700" y="425"/>
                  </a:lnTo>
                  <a:lnTo>
                    <a:pt x="2703" y="428"/>
                  </a:lnTo>
                  <a:lnTo>
                    <a:pt x="2707" y="432"/>
                  </a:lnTo>
                  <a:lnTo>
                    <a:pt x="2707" y="435"/>
                  </a:lnTo>
                  <a:lnTo>
                    <a:pt x="2711" y="439"/>
                  </a:lnTo>
                  <a:lnTo>
                    <a:pt x="2714" y="443"/>
                  </a:lnTo>
                  <a:lnTo>
                    <a:pt x="2718" y="443"/>
                  </a:lnTo>
                  <a:lnTo>
                    <a:pt x="2721" y="446"/>
                  </a:lnTo>
                  <a:lnTo>
                    <a:pt x="2725" y="443"/>
                  </a:lnTo>
                  <a:lnTo>
                    <a:pt x="2729" y="443"/>
                  </a:lnTo>
                  <a:lnTo>
                    <a:pt x="2732" y="439"/>
                  </a:lnTo>
                  <a:lnTo>
                    <a:pt x="2736" y="435"/>
                  </a:lnTo>
                  <a:lnTo>
                    <a:pt x="2739" y="432"/>
                  </a:lnTo>
                  <a:lnTo>
                    <a:pt x="2739" y="428"/>
                  </a:lnTo>
                  <a:lnTo>
                    <a:pt x="2743" y="425"/>
                  </a:lnTo>
                  <a:lnTo>
                    <a:pt x="2743" y="421"/>
                  </a:lnTo>
                  <a:lnTo>
                    <a:pt x="2747" y="417"/>
                  </a:lnTo>
                  <a:lnTo>
                    <a:pt x="2747" y="414"/>
                  </a:lnTo>
                  <a:lnTo>
                    <a:pt x="2750" y="410"/>
                  </a:lnTo>
                  <a:lnTo>
                    <a:pt x="2750" y="407"/>
                  </a:lnTo>
                  <a:lnTo>
                    <a:pt x="2750" y="403"/>
                  </a:lnTo>
                  <a:lnTo>
                    <a:pt x="2754" y="399"/>
                  </a:lnTo>
                  <a:lnTo>
                    <a:pt x="2754" y="396"/>
                  </a:lnTo>
                  <a:lnTo>
                    <a:pt x="2754" y="392"/>
                  </a:lnTo>
                  <a:lnTo>
                    <a:pt x="2757" y="389"/>
                  </a:lnTo>
                  <a:lnTo>
                    <a:pt x="2757" y="381"/>
                  </a:lnTo>
                  <a:lnTo>
                    <a:pt x="2761" y="378"/>
                  </a:lnTo>
                  <a:lnTo>
                    <a:pt x="2761" y="374"/>
                  </a:lnTo>
                  <a:lnTo>
                    <a:pt x="2761" y="367"/>
                  </a:lnTo>
                  <a:lnTo>
                    <a:pt x="2765" y="363"/>
                  </a:lnTo>
                  <a:lnTo>
                    <a:pt x="2765" y="360"/>
                  </a:lnTo>
                  <a:lnTo>
                    <a:pt x="2768" y="353"/>
                  </a:lnTo>
                  <a:lnTo>
                    <a:pt x="2768" y="349"/>
                  </a:lnTo>
                  <a:lnTo>
                    <a:pt x="2768" y="342"/>
                  </a:lnTo>
                  <a:lnTo>
                    <a:pt x="2772" y="335"/>
                  </a:lnTo>
                  <a:lnTo>
                    <a:pt x="2772" y="331"/>
                  </a:lnTo>
                  <a:lnTo>
                    <a:pt x="2775" y="324"/>
                  </a:lnTo>
                  <a:lnTo>
                    <a:pt x="2775" y="317"/>
                  </a:lnTo>
                  <a:lnTo>
                    <a:pt x="2775" y="313"/>
                  </a:lnTo>
                  <a:lnTo>
                    <a:pt x="2779" y="306"/>
                  </a:lnTo>
                  <a:lnTo>
                    <a:pt x="2779" y="299"/>
                  </a:lnTo>
                  <a:lnTo>
                    <a:pt x="2779" y="291"/>
                  </a:lnTo>
                  <a:lnTo>
                    <a:pt x="2783" y="288"/>
                  </a:lnTo>
                  <a:lnTo>
                    <a:pt x="2783" y="281"/>
                  </a:lnTo>
                  <a:lnTo>
                    <a:pt x="2786" y="273"/>
                  </a:lnTo>
                  <a:lnTo>
                    <a:pt x="2786" y="266"/>
                  </a:lnTo>
                  <a:lnTo>
                    <a:pt x="2786" y="259"/>
                  </a:lnTo>
                  <a:lnTo>
                    <a:pt x="2790" y="252"/>
                  </a:lnTo>
                  <a:lnTo>
                    <a:pt x="2790" y="245"/>
                  </a:lnTo>
                  <a:lnTo>
                    <a:pt x="2793" y="241"/>
                  </a:lnTo>
                  <a:lnTo>
                    <a:pt x="2793" y="234"/>
                  </a:lnTo>
                  <a:lnTo>
                    <a:pt x="2793" y="227"/>
                  </a:lnTo>
                  <a:lnTo>
                    <a:pt x="2797" y="219"/>
                  </a:lnTo>
                  <a:lnTo>
                    <a:pt x="2797" y="212"/>
                  </a:lnTo>
                  <a:lnTo>
                    <a:pt x="2797" y="205"/>
                  </a:lnTo>
                  <a:lnTo>
                    <a:pt x="2801" y="198"/>
                  </a:lnTo>
                  <a:lnTo>
                    <a:pt x="2801" y="191"/>
                  </a:lnTo>
                  <a:lnTo>
                    <a:pt x="2804" y="183"/>
                  </a:lnTo>
                  <a:lnTo>
                    <a:pt x="2804" y="176"/>
                  </a:lnTo>
                  <a:lnTo>
                    <a:pt x="2804" y="173"/>
                  </a:lnTo>
                  <a:lnTo>
                    <a:pt x="2808" y="165"/>
                  </a:lnTo>
                  <a:lnTo>
                    <a:pt x="2808" y="158"/>
                  </a:lnTo>
                  <a:lnTo>
                    <a:pt x="2811" y="151"/>
                  </a:lnTo>
                  <a:lnTo>
                    <a:pt x="2811" y="144"/>
                  </a:lnTo>
                  <a:lnTo>
                    <a:pt x="2811" y="137"/>
                  </a:lnTo>
                  <a:lnTo>
                    <a:pt x="2815" y="129"/>
                  </a:lnTo>
                  <a:lnTo>
                    <a:pt x="2815" y="126"/>
                  </a:lnTo>
                  <a:lnTo>
                    <a:pt x="2819" y="119"/>
                  </a:lnTo>
                  <a:lnTo>
                    <a:pt x="2819" y="111"/>
                  </a:lnTo>
                  <a:lnTo>
                    <a:pt x="2819" y="108"/>
                  </a:lnTo>
                  <a:lnTo>
                    <a:pt x="2822" y="101"/>
                  </a:lnTo>
                  <a:lnTo>
                    <a:pt x="2822" y="93"/>
                  </a:lnTo>
                  <a:lnTo>
                    <a:pt x="2822" y="90"/>
                  </a:lnTo>
                  <a:lnTo>
                    <a:pt x="2826" y="83"/>
                  </a:lnTo>
                  <a:lnTo>
                    <a:pt x="2826" y="79"/>
                  </a:lnTo>
                  <a:lnTo>
                    <a:pt x="2829" y="72"/>
                  </a:lnTo>
                  <a:lnTo>
                    <a:pt x="2829" y="68"/>
                  </a:lnTo>
                  <a:lnTo>
                    <a:pt x="2829" y="61"/>
                  </a:lnTo>
                  <a:lnTo>
                    <a:pt x="2833" y="57"/>
                  </a:lnTo>
                  <a:lnTo>
                    <a:pt x="2833" y="54"/>
                  </a:lnTo>
                  <a:lnTo>
                    <a:pt x="2837" y="47"/>
                  </a:lnTo>
                  <a:lnTo>
                    <a:pt x="2837" y="43"/>
                  </a:lnTo>
                  <a:lnTo>
                    <a:pt x="2837" y="39"/>
                  </a:lnTo>
                  <a:lnTo>
                    <a:pt x="2840" y="36"/>
                  </a:lnTo>
                  <a:lnTo>
                    <a:pt x="2840" y="32"/>
                  </a:lnTo>
                  <a:lnTo>
                    <a:pt x="2840" y="29"/>
                  </a:lnTo>
                  <a:lnTo>
                    <a:pt x="2844" y="25"/>
                  </a:lnTo>
                  <a:lnTo>
                    <a:pt x="2844" y="21"/>
                  </a:lnTo>
                  <a:lnTo>
                    <a:pt x="2847" y="18"/>
                  </a:lnTo>
                  <a:lnTo>
                    <a:pt x="2847" y="14"/>
                  </a:lnTo>
                  <a:lnTo>
                    <a:pt x="2851" y="11"/>
                  </a:lnTo>
                  <a:lnTo>
                    <a:pt x="2855" y="7"/>
                  </a:lnTo>
                  <a:lnTo>
                    <a:pt x="2858" y="3"/>
                  </a:lnTo>
                  <a:lnTo>
                    <a:pt x="2862" y="0"/>
                  </a:lnTo>
                  <a:lnTo>
                    <a:pt x="2865" y="0"/>
                  </a:lnTo>
                  <a:lnTo>
                    <a:pt x="2869" y="3"/>
                  </a:lnTo>
                  <a:lnTo>
                    <a:pt x="2873" y="7"/>
                  </a:lnTo>
                  <a:lnTo>
                    <a:pt x="2876" y="11"/>
                  </a:lnTo>
                  <a:lnTo>
                    <a:pt x="2880" y="14"/>
                  </a:lnTo>
                  <a:lnTo>
                    <a:pt x="2880" y="18"/>
                  </a:lnTo>
                  <a:lnTo>
                    <a:pt x="2880" y="21"/>
                  </a:lnTo>
                  <a:lnTo>
                    <a:pt x="2883" y="25"/>
                  </a:lnTo>
                  <a:lnTo>
                    <a:pt x="2883" y="29"/>
                  </a:lnTo>
                  <a:lnTo>
                    <a:pt x="2883" y="32"/>
                  </a:lnTo>
                  <a:lnTo>
                    <a:pt x="2887" y="39"/>
                  </a:lnTo>
                  <a:lnTo>
                    <a:pt x="2887" y="43"/>
                  </a:lnTo>
                  <a:lnTo>
                    <a:pt x="2891" y="47"/>
                  </a:lnTo>
                  <a:lnTo>
                    <a:pt x="2891" y="54"/>
                  </a:lnTo>
                  <a:lnTo>
                    <a:pt x="2891" y="57"/>
                  </a:lnTo>
                  <a:lnTo>
                    <a:pt x="2894" y="65"/>
                  </a:lnTo>
                  <a:lnTo>
                    <a:pt x="2894" y="68"/>
                  </a:lnTo>
                  <a:lnTo>
                    <a:pt x="2898" y="75"/>
                  </a:lnTo>
                  <a:lnTo>
                    <a:pt x="2898" y="83"/>
                  </a:lnTo>
                  <a:lnTo>
                    <a:pt x="2898" y="86"/>
                  </a:lnTo>
                  <a:lnTo>
                    <a:pt x="2901" y="93"/>
                  </a:lnTo>
                  <a:lnTo>
                    <a:pt x="2901" y="101"/>
                  </a:lnTo>
                  <a:lnTo>
                    <a:pt x="2905" y="108"/>
                  </a:lnTo>
                  <a:lnTo>
                    <a:pt x="2905" y="115"/>
                  </a:lnTo>
                  <a:lnTo>
                    <a:pt x="2905" y="122"/>
                  </a:lnTo>
                  <a:lnTo>
                    <a:pt x="2909" y="133"/>
                  </a:lnTo>
                  <a:lnTo>
                    <a:pt x="2909" y="140"/>
                  </a:lnTo>
                  <a:lnTo>
                    <a:pt x="2909" y="147"/>
                  </a:lnTo>
                  <a:lnTo>
                    <a:pt x="2912" y="158"/>
                  </a:lnTo>
                  <a:lnTo>
                    <a:pt x="2912" y="165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3" name="Freeform 131"/>
            <p:cNvSpPr>
              <a:spLocks/>
            </p:cNvSpPr>
            <p:nvPr/>
          </p:nvSpPr>
          <p:spPr bwMode="auto">
            <a:xfrm>
              <a:off x="3661" y="1048"/>
              <a:ext cx="292" cy="2462"/>
            </a:xfrm>
            <a:custGeom>
              <a:avLst/>
              <a:gdLst/>
              <a:ahLst/>
              <a:cxnLst>
                <a:cxn ang="0">
                  <a:pos x="4" y="1955"/>
                </a:cxn>
                <a:cxn ang="0">
                  <a:pos x="11" y="1994"/>
                </a:cxn>
                <a:cxn ang="0">
                  <a:pos x="15" y="2034"/>
                </a:cxn>
                <a:cxn ang="0">
                  <a:pos x="22" y="2077"/>
                </a:cxn>
                <a:cxn ang="0">
                  <a:pos x="29" y="2117"/>
                </a:cxn>
                <a:cxn ang="0">
                  <a:pos x="33" y="2160"/>
                </a:cxn>
                <a:cxn ang="0">
                  <a:pos x="40" y="2203"/>
                </a:cxn>
                <a:cxn ang="0">
                  <a:pos x="43" y="2243"/>
                </a:cxn>
                <a:cxn ang="0">
                  <a:pos x="51" y="2286"/>
                </a:cxn>
                <a:cxn ang="0">
                  <a:pos x="54" y="2322"/>
                </a:cxn>
                <a:cxn ang="0">
                  <a:pos x="61" y="2354"/>
                </a:cxn>
                <a:cxn ang="0">
                  <a:pos x="65" y="2387"/>
                </a:cxn>
                <a:cxn ang="0">
                  <a:pos x="72" y="2412"/>
                </a:cxn>
                <a:cxn ang="0">
                  <a:pos x="79" y="2433"/>
                </a:cxn>
                <a:cxn ang="0">
                  <a:pos x="83" y="2451"/>
                </a:cxn>
                <a:cxn ang="0">
                  <a:pos x="97" y="2462"/>
                </a:cxn>
                <a:cxn ang="0">
                  <a:pos x="105" y="2448"/>
                </a:cxn>
                <a:cxn ang="0">
                  <a:pos x="112" y="2430"/>
                </a:cxn>
                <a:cxn ang="0">
                  <a:pos x="115" y="2405"/>
                </a:cxn>
                <a:cxn ang="0">
                  <a:pos x="123" y="2369"/>
                </a:cxn>
                <a:cxn ang="0">
                  <a:pos x="126" y="2329"/>
                </a:cxn>
                <a:cxn ang="0">
                  <a:pos x="133" y="2279"/>
                </a:cxn>
                <a:cxn ang="0">
                  <a:pos x="141" y="2221"/>
                </a:cxn>
                <a:cxn ang="0">
                  <a:pos x="144" y="2156"/>
                </a:cxn>
                <a:cxn ang="0">
                  <a:pos x="151" y="2084"/>
                </a:cxn>
                <a:cxn ang="0">
                  <a:pos x="155" y="2005"/>
                </a:cxn>
                <a:cxn ang="0">
                  <a:pos x="162" y="1919"/>
                </a:cxn>
                <a:cxn ang="0">
                  <a:pos x="166" y="1825"/>
                </a:cxn>
                <a:cxn ang="0">
                  <a:pos x="173" y="1731"/>
                </a:cxn>
                <a:cxn ang="0">
                  <a:pos x="177" y="1631"/>
                </a:cxn>
                <a:cxn ang="0">
                  <a:pos x="184" y="1523"/>
                </a:cxn>
                <a:cxn ang="0">
                  <a:pos x="187" y="1418"/>
                </a:cxn>
                <a:cxn ang="0">
                  <a:pos x="195" y="1307"/>
                </a:cxn>
                <a:cxn ang="0">
                  <a:pos x="202" y="1195"/>
                </a:cxn>
                <a:cxn ang="0">
                  <a:pos x="205" y="1087"/>
                </a:cxn>
                <a:cxn ang="0">
                  <a:pos x="213" y="975"/>
                </a:cxn>
                <a:cxn ang="0">
                  <a:pos x="216" y="867"/>
                </a:cxn>
                <a:cxn ang="0">
                  <a:pos x="223" y="763"/>
                </a:cxn>
                <a:cxn ang="0">
                  <a:pos x="227" y="659"/>
                </a:cxn>
                <a:cxn ang="0">
                  <a:pos x="234" y="562"/>
                </a:cxn>
                <a:cxn ang="0">
                  <a:pos x="238" y="472"/>
                </a:cxn>
                <a:cxn ang="0">
                  <a:pos x="245" y="385"/>
                </a:cxn>
                <a:cxn ang="0">
                  <a:pos x="252" y="306"/>
                </a:cxn>
                <a:cxn ang="0">
                  <a:pos x="256" y="234"/>
                </a:cxn>
                <a:cxn ang="0">
                  <a:pos x="263" y="173"/>
                </a:cxn>
                <a:cxn ang="0">
                  <a:pos x="267" y="119"/>
                </a:cxn>
                <a:cxn ang="0">
                  <a:pos x="274" y="76"/>
                </a:cxn>
                <a:cxn ang="0">
                  <a:pos x="277" y="40"/>
                </a:cxn>
                <a:cxn ang="0">
                  <a:pos x="285" y="18"/>
                </a:cxn>
                <a:cxn ang="0">
                  <a:pos x="292" y="4"/>
                </a:cxn>
              </a:cxnLst>
              <a:rect l="0" t="0" r="r" b="b"/>
              <a:pathLst>
                <a:path w="292" h="2462">
                  <a:moveTo>
                    <a:pt x="0" y="1929"/>
                  </a:moveTo>
                  <a:lnTo>
                    <a:pt x="4" y="1937"/>
                  </a:lnTo>
                  <a:lnTo>
                    <a:pt x="4" y="1947"/>
                  </a:lnTo>
                  <a:lnTo>
                    <a:pt x="4" y="1955"/>
                  </a:lnTo>
                  <a:lnTo>
                    <a:pt x="7" y="1965"/>
                  </a:lnTo>
                  <a:lnTo>
                    <a:pt x="7" y="1976"/>
                  </a:lnTo>
                  <a:lnTo>
                    <a:pt x="11" y="1983"/>
                  </a:lnTo>
                  <a:lnTo>
                    <a:pt x="11" y="1994"/>
                  </a:lnTo>
                  <a:lnTo>
                    <a:pt x="11" y="2005"/>
                  </a:lnTo>
                  <a:lnTo>
                    <a:pt x="15" y="2012"/>
                  </a:lnTo>
                  <a:lnTo>
                    <a:pt x="15" y="2023"/>
                  </a:lnTo>
                  <a:lnTo>
                    <a:pt x="15" y="2034"/>
                  </a:lnTo>
                  <a:lnTo>
                    <a:pt x="18" y="2045"/>
                  </a:lnTo>
                  <a:lnTo>
                    <a:pt x="18" y="2055"/>
                  </a:lnTo>
                  <a:lnTo>
                    <a:pt x="22" y="2066"/>
                  </a:lnTo>
                  <a:lnTo>
                    <a:pt x="22" y="2077"/>
                  </a:lnTo>
                  <a:lnTo>
                    <a:pt x="22" y="2088"/>
                  </a:lnTo>
                  <a:lnTo>
                    <a:pt x="25" y="2095"/>
                  </a:lnTo>
                  <a:lnTo>
                    <a:pt x="25" y="2106"/>
                  </a:lnTo>
                  <a:lnTo>
                    <a:pt x="29" y="2117"/>
                  </a:lnTo>
                  <a:lnTo>
                    <a:pt x="29" y="2127"/>
                  </a:lnTo>
                  <a:lnTo>
                    <a:pt x="29" y="2138"/>
                  </a:lnTo>
                  <a:lnTo>
                    <a:pt x="33" y="2149"/>
                  </a:lnTo>
                  <a:lnTo>
                    <a:pt x="33" y="2160"/>
                  </a:lnTo>
                  <a:lnTo>
                    <a:pt x="36" y="2171"/>
                  </a:lnTo>
                  <a:lnTo>
                    <a:pt x="36" y="2181"/>
                  </a:lnTo>
                  <a:lnTo>
                    <a:pt x="36" y="2192"/>
                  </a:lnTo>
                  <a:lnTo>
                    <a:pt x="40" y="2203"/>
                  </a:lnTo>
                  <a:lnTo>
                    <a:pt x="40" y="2214"/>
                  </a:lnTo>
                  <a:lnTo>
                    <a:pt x="40" y="2225"/>
                  </a:lnTo>
                  <a:lnTo>
                    <a:pt x="43" y="2235"/>
                  </a:lnTo>
                  <a:lnTo>
                    <a:pt x="43" y="2243"/>
                  </a:lnTo>
                  <a:lnTo>
                    <a:pt x="47" y="2253"/>
                  </a:lnTo>
                  <a:lnTo>
                    <a:pt x="47" y="2264"/>
                  </a:lnTo>
                  <a:lnTo>
                    <a:pt x="47" y="2275"/>
                  </a:lnTo>
                  <a:lnTo>
                    <a:pt x="51" y="2286"/>
                  </a:lnTo>
                  <a:lnTo>
                    <a:pt x="51" y="2293"/>
                  </a:lnTo>
                  <a:lnTo>
                    <a:pt x="54" y="2304"/>
                  </a:lnTo>
                  <a:lnTo>
                    <a:pt x="54" y="2311"/>
                  </a:lnTo>
                  <a:lnTo>
                    <a:pt x="54" y="2322"/>
                  </a:lnTo>
                  <a:lnTo>
                    <a:pt x="58" y="2329"/>
                  </a:lnTo>
                  <a:lnTo>
                    <a:pt x="58" y="2340"/>
                  </a:lnTo>
                  <a:lnTo>
                    <a:pt x="58" y="2347"/>
                  </a:lnTo>
                  <a:lnTo>
                    <a:pt x="61" y="2354"/>
                  </a:lnTo>
                  <a:lnTo>
                    <a:pt x="61" y="2365"/>
                  </a:lnTo>
                  <a:lnTo>
                    <a:pt x="65" y="2372"/>
                  </a:lnTo>
                  <a:lnTo>
                    <a:pt x="65" y="2379"/>
                  </a:lnTo>
                  <a:lnTo>
                    <a:pt x="65" y="2387"/>
                  </a:lnTo>
                  <a:lnTo>
                    <a:pt x="69" y="2394"/>
                  </a:lnTo>
                  <a:lnTo>
                    <a:pt x="69" y="2401"/>
                  </a:lnTo>
                  <a:lnTo>
                    <a:pt x="72" y="2408"/>
                  </a:lnTo>
                  <a:lnTo>
                    <a:pt x="72" y="2412"/>
                  </a:lnTo>
                  <a:lnTo>
                    <a:pt x="72" y="2419"/>
                  </a:lnTo>
                  <a:lnTo>
                    <a:pt x="76" y="2423"/>
                  </a:lnTo>
                  <a:lnTo>
                    <a:pt x="76" y="2430"/>
                  </a:lnTo>
                  <a:lnTo>
                    <a:pt x="79" y="2433"/>
                  </a:lnTo>
                  <a:lnTo>
                    <a:pt x="79" y="2437"/>
                  </a:lnTo>
                  <a:lnTo>
                    <a:pt x="79" y="2444"/>
                  </a:lnTo>
                  <a:lnTo>
                    <a:pt x="83" y="2448"/>
                  </a:lnTo>
                  <a:lnTo>
                    <a:pt x="83" y="2451"/>
                  </a:lnTo>
                  <a:lnTo>
                    <a:pt x="87" y="2455"/>
                  </a:lnTo>
                  <a:lnTo>
                    <a:pt x="90" y="2459"/>
                  </a:lnTo>
                  <a:lnTo>
                    <a:pt x="94" y="2462"/>
                  </a:lnTo>
                  <a:lnTo>
                    <a:pt x="97" y="2462"/>
                  </a:lnTo>
                  <a:lnTo>
                    <a:pt x="101" y="2459"/>
                  </a:lnTo>
                  <a:lnTo>
                    <a:pt x="101" y="2455"/>
                  </a:lnTo>
                  <a:lnTo>
                    <a:pt x="105" y="2451"/>
                  </a:lnTo>
                  <a:lnTo>
                    <a:pt x="105" y="2448"/>
                  </a:lnTo>
                  <a:lnTo>
                    <a:pt x="108" y="2444"/>
                  </a:lnTo>
                  <a:lnTo>
                    <a:pt x="108" y="2441"/>
                  </a:lnTo>
                  <a:lnTo>
                    <a:pt x="108" y="2437"/>
                  </a:lnTo>
                  <a:lnTo>
                    <a:pt x="112" y="2430"/>
                  </a:lnTo>
                  <a:lnTo>
                    <a:pt x="112" y="2426"/>
                  </a:lnTo>
                  <a:lnTo>
                    <a:pt x="115" y="2419"/>
                  </a:lnTo>
                  <a:lnTo>
                    <a:pt x="115" y="2412"/>
                  </a:lnTo>
                  <a:lnTo>
                    <a:pt x="115" y="2405"/>
                  </a:lnTo>
                  <a:lnTo>
                    <a:pt x="119" y="2397"/>
                  </a:lnTo>
                  <a:lnTo>
                    <a:pt x="119" y="2387"/>
                  </a:lnTo>
                  <a:lnTo>
                    <a:pt x="123" y="2379"/>
                  </a:lnTo>
                  <a:lnTo>
                    <a:pt x="123" y="2369"/>
                  </a:lnTo>
                  <a:lnTo>
                    <a:pt x="123" y="2361"/>
                  </a:lnTo>
                  <a:lnTo>
                    <a:pt x="126" y="2351"/>
                  </a:lnTo>
                  <a:lnTo>
                    <a:pt x="126" y="2340"/>
                  </a:lnTo>
                  <a:lnTo>
                    <a:pt x="126" y="2329"/>
                  </a:lnTo>
                  <a:lnTo>
                    <a:pt x="130" y="2315"/>
                  </a:lnTo>
                  <a:lnTo>
                    <a:pt x="130" y="2304"/>
                  </a:lnTo>
                  <a:lnTo>
                    <a:pt x="133" y="2293"/>
                  </a:lnTo>
                  <a:lnTo>
                    <a:pt x="133" y="2279"/>
                  </a:lnTo>
                  <a:lnTo>
                    <a:pt x="133" y="2264"/>
                  </a:lnTo>
                  <a:lnTo>
                    <a:pt x="137" y="2250"/>
                  </a:lnTo>
                  <a:lnTo>
                    <a:pt x="137" y="2235"/>
                  </a:lnTo>
                  <a:lnTo>
                    <a:pt x="141" y="2221"/>
                  </a:lnTo>
                  <a:lnTo>
                    <a:pt x="141" y="2203"/>
                  </a:lnTo>
                  <a:lnTo>
                    <a:pt x="141" y="2189"/>
                  </a:lnTo>
                  <a:lnTo>
                    <a:pt x="144" y="2171"/>
                  </a:lnTo>
                  <a:lnTo>
                    <a:pt x="144" y="2156"/>
                  </a:lnTo>
                  <a:lnTo>
                    <a:pt x="144" y="2138"/>
                  </a:lnTo>
                  <a:lnTo>
                    <a:pt x="148" y="2120"/>
                  </a:lnTo>
                  <a:lnTo>
                    <a:pt x="148" y="2102"/>
                  </a:lnTo>
                  <a:lnTo>
                    <a:pt x="151" y="2084"/>
                  </a:lnTo>
                  <a:lnTo>
                    <a:pt x="151" y="2063"/>
                  </a:lnTo>
                  <a:lnTo>
                    <a:pt x="151" y="2045"/>
                  </a:lnTo>
                  <a:lnTo>
                    <a:pt x="155" y="2023"/>
                  </a:lnTo>
                  <a:lnTo>
                    <a:pt x="155" y="2005"/>
                  </a:lnTo>
                  <a:lnTo>
                    <a:pt x="159" y="1983"/>
                  </a:lnTo>
                  <a:lnTo>
                    <a:pt x="159" y="1962"/>
                  </a:lnTo>
                  <a:lnTo>
                    <a:pt x="159" y="1940"/>
                  </a:lnTo>
                  <a:lnTo>
                    <a:pt x="162" y="1919"/>
                  </a:lnTo>
                  <a:lnTo>
                    <a:pt x="162" y="1897"/>
                  </a:lnTo>
                  <a:lnTo>
                    <a:pt x="166" y="1872"/>
                  </a:lnTo>
                  <a:lnTo>
                    <a:pt x="166" y="1850"/>
                  </a:lnTo>
                  <a:lnTo>
                    <a:pt x="166" y="1825"/>
                  </a:lnTo>
                  <a:lnTo>
                    <a:pt x="169" y="1803"/>
                  </a:lnTo>
                  <a:lnTo>
                    <a:pt x="169" y="1778"/>
                  </a:lnTo>
                  <a:lnTo>
                    <a:pt x="169" y="1753"/>
                  </a:lnTo>
                  <a:lnTo>
                    <a:pt x="173" y="1731"/>
                  </a:lnTo>
                  <a:lnTo>
                    <a:pt x="173" y="1706"/>
                  </a:lnTo>
                  <a:lnTo>
                    <a:pt x="177" y="1681"/>
                  </a:lnTo>
                  <a:lnTo>
                    <a:pt x="177" y="1656"/>
                  </a:lnTo>
                  <a:lnTo>
                    <a:pt x="177" y="1631"/>
                  </a:lnTo>
                  <a:lnTo>
                    <a:pt x="180" y="1602"/>
                  </a:lnTo>
                  <a:lnTo>
                    <a:pt x="180" y="1577"/>
                  </a:lnTo>
                  <a:lnTo>
                    <a:pt x="184" y="1551"/>
                  </a:lnTo>
                  <a:lnTo>
                    <a:pt x="184" y="1523"/>
                  </a:lnTo>
                  <a:lnTo>
                    <a:pt x="184" y="1497"/>
                  </a:lnTo>
                  <a:lnTo>
                    <a:pt x="187" y="1472"/>
                  </a:lnTo>
                  <a:lnTo>
                    <a:pt x="187" y="1443"/>
                  </a:lnTo>
                  <a:lnTo>
                    <a:pt x="187" y="1418"/>
                  </a:lnTo>
                  <a:lnTo>
                    <a:pt x="191" y="1389"/>
                  </a:lnTo>
                  <a:lnTo>
                    <a:pt x="191" y="1361"/>
                  </a:lnTo>
                  <a:lnTo>
                    <a:pt x="195" y="1335"/>
                  </a:lnTo>
                  <a:lnTo>
                    <a:pt x="195" y="1307"/>
                  </a:lnTo>
                  <a:lnTo>
                    <a:pt x="195" y="1281"/>
                  </a:lnTo>
                  <a:lnTo>
                    <a:pt x="198" y="1253"/>
                  </a:lnTo>
                  <a:lnTo>
                    <a:pt x="198" y="1224"/>
                  </a:lnTo>
                  <a:lnTo>
                    <a:pt x="202" y="1195"/>
                  </a:lnTo>
                  <a:lnTo>
                    <a:pt x="202" y="1170"/>
                  </a:lnTo>
                  <a:lnTo>
                    <a:pt x="202" y="1141"/>
                  </a:lnTo>
                  <a:lnTo>
                    <a:pt x="205" y="1112"/>
                  </a:lnTo>
                  <a:lnTo>
                    <a:pt x="205" y="1087"/>
                  </a:lnTo>
                  <a:lnTo>
                    <a:pt x="209" y="1058"/>
                  </a:lnTo>
                  <a:lnTo>
                    <a:pt x="209" y="1029"/>
                  </a:lnTo>
                  <a:lnTo>
                    <a:pt x="209" y="1004"/>
                  </a:lnTo>
                  <a:lnTo>
                    <a:pt x="213" y="975"/>
                  </a:lnTo>
                  <a:lnTo>
                    <a:pt x="213" y="950"/>
                  </a:lnTo>
                  <a:lnTo>
                    <a:pt x="213" y="921"/>
                  </a:lnTo>
                  <a:lnTo>
                    <a:pt x="216" y="896"/>
                  </a:lnTo>
                  <a:lnTo>
                    <a:pt x="216" y="867"/>
                  </a:lnTo>
                  <a:lnTo>
                    <a:pt x="220" y="842"/>
                  </a:lnTo>
                  <a:lnTo>
                    <a:pt x="220" y="813"/>
                  </a:lnTo>
                  <a:lnTo>
                    <a:pt x="220" y="788"/>
                  </a:lnTo>
                  <a:lnTo>
                    <a:pt x="223" y="763"/>
                  </a:lnTo>
                  <a:lnTo>
                    <a:pt x="223" y="738"/>
                  </a:lnTo>
                  <a:lnTo>
                    <a:pt x="227" y="709"/>
                  </a:lnTo>
                  <a:lnTo>
                    <a:pt x="227" y="684"/>
                  </a:lnTo>
                  <a:lnTo>
                    <a:pt x="227" y="659"/>
                  </a:lnTo>
                  <a:lnTo>
                    <a:pt x="231" y="637"/>
                  </a:lnTo>
                  <a:lnTo>
                    <a:pt x="231" y="612"/>
                  </a:lnTo>
                  <a:lnTo>
                    <a:pt x="231" y="587"/>
                  </a:lnTo>
                  <a:lnTo>
                    <a:pt x="234" y="562"/>
                  </a:lnTo>
                  <a:lnTo>
                    <a:pt x="234" y="540"/>
                  </a:lnTo>
                  <a:lnTo>
                    <a:pt x="238" y="515"/>
                  </a:lnTo>
                  <a:lnTo>
                    <a:pt x="238" y="493"/>
                  </a:lnTo>
                  <a:lnTo>
                    <a:pt x="238" y="472"/>
                  </a:lnTo>
                  <a:lnTo>
                    <a:pt x="241" y="450"/>
                  </a:lnTo>
                  <a:lnTo>
                    <a:pt x="241" y="428"/>
                  </a:lnTo>
                  <a:lnTo>
                    <a:pt x="245" y="407"/>
                  </a:lnTo>
                  <a:lnTo>
                    <a:pt x="245" y="385"/>
                  </a:lnTo>
                  <a:lnTo>
                    <a:pt x="245" y="364"/>
                  </a:lnTo>
                  <a:lnTo>
                    <a:pt x="249" y="346"/>
                  </a:lnTo>
                  <a:lnTo>
                    <a:pt x="249" y="324"/>
                  </a:lnTo>
                  <a:lnTo>
                    <a:pt x="252" y="306"/>
                  </a:lnTo>
                  <a:lnTo>
                    <a:pt x="252" y="288"/>
                  </a:lnTo>
                  <a:lnTo>
                    <a:pt x="252" y="270"/>
                  </a:lnTo>
                  <a:lnTo>
                    <a:pt x="256" y="252"/>
                  </a:lnTo>
                  <a:lnTo>
                    <a:pt x="256" y="234"/>
                  </a:lnTo>
                  <a:lnTo>
                    <a:pt x="256" y="220"/>
                  </a:lnTo>
                  <a:lnTo>
                    <a:pt x="259" y="202"/>
                  </a:lnTo>
                  <a:lnTo>
                    <a:pt x="259" y="187"/>
                  </a:lnTo>
                  <a:lnTo>
                    <a:pt x="263" y="173"/>
                  </a:lnTo>
                  <a:lnTo>
                    <a:pt x="263" y="158"/>
                  </a:lnTo>
                  <a:lnTo>
                    <a:pt x="263" y="144"/>
                  </a:lnTo>
                  <a:lnTo>
                    <a:pt x="267" y="133"/>
                  </a:lnTo>
                  <a:lnTo>
                    <a:pt x="267" y="119"/>
                  </a:lnTo>
                  <a:lnTo>
                    <a:pt x="270" y="108"/>
                  </a:lnTo>
                  <a:lnTo>
                    <a:pt x="270" y="97"/>
                  </a:lnTo>
                  <a:lnTo>
                    <a:pt x="270" y="86"/>
                  </a:lnTo>
                  <a:lnTo>
                    <a:pt x="274" y="76"/>
                  </a:lnTo>
                  <a:lnTo>
                    <a:pt x="274" y="65"/>
                  </a:lnTo>
                  <a:lnTo>
                    <a:pt x="274" y="58"/>
                  </a:lnTo>
                  <a:lnTo>
                    <a:pt x="277" y="50"/>
                  </a:lnTo>
                  <a:lnTo>
                    <a:pt x="277" y="40"/>
                  </a:lnTo>
                  <a:lnTo>
                    <a:pt x="281" y="36"/>
                  </a:lnTo>
                  <a:lnTo>
                    <a:pt x="281" y="29"/>
                  </a:lnTo>
                  <a:lnTo>
                    <a:pt x="281" y="22"/>
                  </a:lnTo>
                  <a:lnTo>
                    <a:pt x="285" y="18"/>
                  </a:lnTo>
                  <a:lnTo>
                    <a:pt x="285" y="14"/>
                  </a:lnTo>
                  <a:lnTo>
                    <a:pt x="288" y="11"/>
                  </a:lnTo>
                  <a:lnTo>
                    <a:pt x="288" y="7"/>
                  </a:lnTo>
                  <a:lnTo>
                    <a:pt x="292" y="4"/>
                  </a:lnTo>
                  <a:lnTo>
                    <a:pt x="29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4" name="Freeform 132"/>
            <p:cNvSpPr>
              <a:spLocks/>
            </p:cNvSpPr>
            <p:nvPr/>
          </p:nvSpPr>
          <p:spPr bwMode="auto">
            <a:xfrm>
              <a:off x="3956" y="1048"/>
              <a:ext cx="1253" cy="2462"/>
            </a:xfrm>
            <a:custGeom>
              <a:avLst/>
              <a:gdLst/>
              <a:ahLst/>
              <a:cxnLst>
                <a:cxn ang="0">
                  <a:pos x="15" y="50"/>
                </a:cxn>
                <a:cxn ang="0">
                  <a:pos x="29" y="173"/>
                </a:cxn>
                <a:cxn ang="0">
                  <a:pos x="47" y="364"/>
                </a:cxn>
                <a:cxn ang="0">
                  <a:pos x="62" y="612"/>
                </a:cxn>
                <a:cxn ang="0">
                  <a:pos x="76" y="896"/>
                </a:cxn>
                <a:cxn ang="0">
                  <a:pos x="90" y="1195"/>
                </a:cxn>
                <a:cxn ang="0">
                  <a:pos x="108" y="1497"/>
                </a:cxn>
                <a:cxn ang="0">
                  <a:pos x="123" y="1778"/>
                </a:cxn>
                <a:cxn ang="0">
                  <a:pos x="137" y="2023"/>
                </a:cxn>
                <a:cxn ang="0">
                  <a:pos x="155" y="2221"/>
                </a:cxn>
                <a:cxn ang="0">
                  <a:pos x="170" y="2361"/>
                </a:cxn>
                <a:cxn ang="0">
                  <a:pos x="184" y="2441"/>
                </a:cxn>
                <a:cxn ang="0">
                  <a:pos x="209" y="2448"/>
                </a:cxn>
                <a:cxn ang="0">
                  <a:pos x="227" y="2387"/>
                </a:cxn>
                <a:cxn ang="0">
                  <a:pos x="242" y="2293"/>
                </a:cxn>
                <a:cxn ang="0">
                  <a:pos x="256" y="2181"/>
                </a:cxn>
                <a:cxn ang="0">
                  <a:pos x="270" y="2066"/>
                </a:cxn>
                <a:cxn ang="0">
                  <a:pos x="288" y="1955"/>
                </a:cxn>
                <a:cxn ang="0">
                  <a:pos x="303" y="1865"/>
                </a:cxn>
                <a:cxn ang="0">
                  <a:pos x="317" y="1803"/>
                </a:cxn>
                <a:cxn ang="0">
                  <a:pos x="342" y="1764"/>
                </a:cxn>
                <a:cxn ang="0">
                  <a:pos x="368" y="1803"/>
                </a:cxn>
                <a:cxn ang="0">
                  <a:pos x="382" y="1857"/>
                </a:cxn>
                <a:cxn ang="0">
                  <a:pos x="396" y="1929"/>
                </a:cxn>
                <a:cxn ang="0">
                  <a:pos x="414" y="2005"/>
                </a:cxn>
                <a:cxn ang="0">
                  <a:pos x="429" y="2077"/>
                </a:cxn>
                <a:cxn ang="0">
                  <a:pos x="443" y="2138"/>
                </a:cxn>
                <a:cxn ang="0">
                  <a:pos x="458" y="2181"/>
                </a:cxn>
                <a:cxn ang="0">
                  <a:pos x="490" y="2207"/>
                </a:cxn>
                <a:cxn ang="0">
                  <a:pos x="512" y="2167"/>
                </a:cxn>
                <a:cxn ang="0">
                  <a:pos x="530" y="2124"/>
                </a:cxn>
                <a:cxn ang="0">
                  <a:pos x="544" y="2070"/>
                </a:cxn>
                <a:cxn ang="0">
                  <a:pos x="558" y="2012"/>
                </a:cxn>
                <a:cxn ang="0">
                  <a:pos x="573" y="1962"/>
                </a:cxn>
                <a:cxn ang="0">
                  <a:pos x="591" y="1919"/>
                </a:cxn>
                <a:cxn ang="0">
                  <a:pos x="620" y="1879"/>
                </a:cxn>
                <a:cxn ang="0">
                  <a:pos x="656" y="1911"/>
                </a:cxn>
                <a:cxn ang="0">
                  <a:pos x="670" y="1951"/>
                </a:cxn>
                <a:cxn ang="0">
                  <a:pos x="684" y="1994"/>
                </a:cxn>
                <a:cxn ang="0">
                  <a:pos x="702" y="2041"/>
                </a:cxn>
                <a:cxn ang="0">
                  <a:pos x="717" y="2081"/>
                </a:cxn>
                <a:cxn ang="0">
                  <a:pos x="735" y="2120"/>
                </a:cxn>
                <a:cxn ang="0">
                  <a:pos x="774" y="2138"/>
                </a:cxn>
                <a:cxn ang="0">
                  <a:pos x="803" y="2099"/>
                </a:cxn>
                <a:cxn ang="0">
                  <a:pos x="821" y="2059"/>
                </a:cxn>
                <a:cxn ang="0">
                  <a:pos x="836" y="2019"/>
                </a:cxn>
                <a:cxn ang="0">
                  <a:pos x="854" y="1980"/>
                </a:cxn>
                <a:cxn ang="0">
                  <a:pos x="879" y="1940"/>
                </a:cxn>
                <a:cxn ang="0">
                  <a:pos x="918" y="1933"/>
                </a:cxn>
                <a:cxn ang="0">
                  <a:pos x="947" y="1969"/>
                </a:cxn>
                <a:cxn ang="0">
                  <a:pos x="969" y="2009"/>
                </a:cxn>
                <a:cxn ang="0">
                  <a:pos x="987" y="2048"/>
                </a:cxn>
                <a:cxn ang="0">
                  <a:pos x="1012" y="2088"/>
                </a:cxn>
                <a:cxn ang="0">
                  <a:pos x="1048" y="2109"/>
                </a:cxn>
                <a:cxn ang="0">
                  <a:pos x="1084" y="2077"/>
                </a:cxn>
                <a:cxn ang="0">
                  <a:pos x="1106" y="2037"/>
                </a:cxn>
                <a:cxn ang="0">
                  <a:pos x="1131" y="1998"/>
                </a:cxn>
                <a:cxn ang="0">
                  <a:pos x="1160" y="1958"/>
                </a:cxn>
                <a:cxn ang="0">
                  <a:pos x="1199" y="1955"/>
                </a:cxn>
                <a:cxn ang="0">
                  <a:pos x="1232" y="1991"/>
                </a:cxn>
              </a:cxnLst>
              <a:rect l="0" t="0" r="r" b="b"/>
              <a:pathLst>
                <a:path w="1253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6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4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2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9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80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7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5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3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2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60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8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5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6" y="1911"/>
                  </a:lnTo>
                  <a:lnTo>
                    <a:pt x="296" y="1904"/>
                  </a:lnTo>
                  <a:lnTo>
                    <a:pt x="296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3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4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1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8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501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2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9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0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7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48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8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6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4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2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9" y="2027"/>
                  </a:lnTo>
                  <a:lnTo>
                    <a:pt x="699" y="2030"/>
                  </a:lnTo>
                  <a:lnTo>
                    <a:pt x="699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10" y="2059"/>
                  </a:lnTo>
                  <a:lnTo>
                    <a:pt x="710" y="2063"/>
                  </a:lnTo>
                  <a:lnTo>
                    <a:pt x="710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7" y="2077"/>
                  </a:lnTo>
                  <a:lnTo>
                    <a:pt x="717" y="2081"/>
                  </a:lnTo>
                  <a:lnTo>
                    <a:pt x="717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8" y="2102"/>
                  </a:lnTo>
                  <a:lnTo>
                    <a:pt x="728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5" y="2117"/>
                  </a:lnTo>
                  <a:lnTo>
                    <a:pt x="735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6" y="2131"/>
                  </a:lnTo>
                  <a:lnTo>
                    <a:pt x="749" y="2135"/>
                  </a:lnTo>
                  <a:lnTo>
                    <a:pt x="753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4" y="2142"/>
                  </a:lnTo>
                  <a:lnTo>
                    <a:pt x="767" y="2142"/>
                  </a:lnTo>
                  <a:lnTo>
                    <a:pt x="771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2" y="2131"/>
                  </a:lnTo>
                  <a:lnTo>
                    <a:pt x="785" y="2127"/>
                  </a:lnTo>
                  <a:lnTo>
                    <a:pt x="789" y="2124"/>
                  </a:lnTo>
                  <a:lnTo>
                    <a:pt x="789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6" y="2109"/>
                  </a:lnTo>
                  <a:lnTo>
                    <a:pt x="800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7" y="2091"/>
                  </a:lnTo>
                  <a:lnTo>
                    <a:pt x="807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4" y="2070"/>
                  </a:lnTo>
                  <a:lnTo>
                    <a:pt x="818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5" y="2052"/>
                  </a:lnTo>
                  <a:lnTo>
                    <a:pt x="825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2" y="2027"/>
                  </a:lnTo>
                  <a:lnTo>
                    <a:pt x="836" y="2023"/>
                  </a:lnTo>
                  <a:lnTo>
                    <a:pt x="836" y="2019"/>
                  </a:lnTo>
                  <a:lnTo>
                    <a:pt x="839" y="2016"/>
                  </a:lnTo>
                  <a:lnTo>
                    <a:pt x="839" y="2012"/>
                  </a:lnTo>
                  <a:lnTo>
                    <a:pt x="843" y="2009"/>
                  </a:lnTo>
                  <a:lnTo>
                    <a:pt x="843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50" y="1991"/>
                  </a:lnTo>
                  <a:lnTo>
                    <a:pt x="850" y="1987"/>
                  </a:lnTo>
                  <a:lnTo>
                    <a:pt x="854" y="1983"/>
                  </a:lnTo>
                  <a:lnTo>
                    <a:pt x="854" y="1980"/>
                  </a:lnTo>
                  <a:lnTo>
                    <a:pt x="857" y="1976"/>
                  </a:lnTo>
                  <a:lnTo>
                    <a:pt x="857" y="1973"/>
                  </a:lnTo>
                  <a:lnTo>
                    <a:pt x="861" y="1969"/>
                  </a:lnTo>
                  <a:lnTo>
                    <a:pt x="861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8" y="1955"/>
                  </a:lnTo>
                  <a:lnTo>
                    <a:pt x="872" y="1951"/>
                  </a:lnTo>
                  <a:lnTo>
                    <a:pt x="872" y="1947"/>
                  </a:lnTo>
                  <a:lnTo>
                    <a:pt x="875" y="1944"/>
                  </a:lnTo>
                  <a:lnTo>
                    <a:pt x="879" y="1940"/>
                  </a:lnTo>
                  <a:lnTo>
                    <a:pt x="882" y="1937"/>
                  </a:lnTo>
                  <a:lnTo>
                    <a:pt x="886" y="1933"/>
                  </a:lnTo>
                  <a:lnTo>
                    <a:pt x="890" y="1929"/>
                  </a:lnTo>
                  <a:lnTo>
                    <a:pt x="893" y="1926"/>
                  </a:lnTo>
                  <a:lnTo>
                    <a:pt x="897" y="1926"/>
                  </a:lnTo>
                  <a:lnTo>
                    <a:pt x="900" y="1926"/>
                  </a:lnTo>
                  <a:lnTo>
                    <a:pt x="904" y="1926"/>
                  </a:lnTo>
                  <a:lnTo>
                    <a:pt x="908" y="1926"/>
                  </a:lnTo>
                  <a:lnTo>
                    <a:pt x="911" y="1926"/>
                  </a:lnTo>
                  <a:lnTo>
                    <a:pt x="915" y="1929"/>
                  </a:lnTo>
                  <a:lnTo>
                    <a:pt x="918" y="1933"/>
                  </a:lnTo>
                  <a:lnTo>
                    <a:pt x="922" y="1933"/>
                  </a:lnTo>
                  <a:lnTo>
                    <a:pt x="926" y="1937"/>
                  </a:lnTo>
                  <a:lnTo>
                    <a:pt x="929" y="1940"/>
                  </a:lnTo>
                  <a:lnTo>
                    <a:pt x="933" y="1944"/>
                  </a:lnTo>
                  <a:lnTo>
                    <a:pt x="933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40" y="1958"/>
                  </a:lnTo>
                  <a:lnTo>
                    <a:pt x="944" y="1962"/>
                  </a:lnTo>
                  <a:lnTo>
                    <a:pt x="944" y="1965"/>
                  </a:lnTo>
                  <a:lnTo>
                    <a:pt x="947" y="1969"/>
                  </a:lnTo>
                  <a:lnTo>
                    <a:pt x="951" y="1973"/>
                  </a:lnTo>
                  <a:lnTo>
                    <a:pt x="951" y="1976"/>
                  </a:lnTo>
                  <a:lnTo>
                    <a:pt x="954" y="1980"/>
                  </a:lnTo>
                  <a:lnTo>
                    <a:pt x="954" y="1983"/>
                  </a:lnTo>
                  <a:lnTo>
                    <a:pt x="958" y="1987"/>
                  </a:lnTo>
                  <a:lnTo>
                    <a:pt x="958" y="1991"/>
                  </a:lnTo>
                  <a:lnTo>
                    <a:pt x="962" y="1994"/>
                  </a:lnTo>
                  <a:lnTo>
                    <a:pt x="962" y="1998"/>
                  </a:lnTo>
                  <a:lnTo>
                    <a:pt x="962" y="2001"/>
                  </a:lnTo>
                  <a:lnTo>
                    <a:pt x="965" y="2005"/>
                  </a:lnTo>
                  <a:lnTo>
                    <a:pt x="969" y="2009"/>
                  </a:lnTo>
                  <a:lnTo>
                    <a:pt x="969" y="2012"/>
                  </a:lnTo>
                  <a:lnTo>
                    <a:pt x="969" y="2016"/>
                  </a:lnTo>
                  <a:lnTo>
                    <a:pt x="972" y="2019"/>
                  </a:lnTo>
                  <a:lnTo>
                    <a:pt x="976" y="2023"/>
                  </a:lnTo>
                  <a:lnTo>
                    <a:pt x="976" y="2027"/>
                  </a:lnTo>
                  <a:lnTo>
                    <a:pt x="976" y="2030"/>
                  </a:lnTo>
                  <a:lnTo>
                    <a:pt x="980" y="2034"/>
                  </a:lnTo>
                  <a:lnTo>
                    <a:pt x="980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7" y="2048"/>
                  </a:lnTo>
                  <a:lnTo>
                    <a:pt x="987" y="2052"/>
                  </a:lnTo>
                  <a:lnTo>
                    <a:pt x="990" y="2055"/>
                  </a:lnTo>
                  <a:lnTo>
                    <a:pt x="994" y="2059"/>
                  </a:lnTo>
                  <a:lnTo>
                    <a:pt x="994" y="2063"/>
                  </a:lnTo>
                  <a:lnTo>
                    <a:pt x="998" y="2066"/>
                  </a:lnTo>
                  <a:lnTo>
                    <a:pt x="998" y="2070"/>
                  </a:lnTo>
                  <a:lnTo>
                    <a:pt x="1001" y="2073"/>
                  </a:lnTo>
                  <a:lnTo>
                    <a:pt x="1005" y="2077"/>
                  </a:lnTo>
                  <a:lnTo>
                    <a:pt x="1005" y="2081"/>
                  </a:lnTo>
                  <a:lnTo>
                    <a:pt x="1008" y="2084"/>
                  </a:lnTo>
                  <a:lnTo>
                    <a:pt x="1012" y="2088"/>
                  </a:lnTo>
                  <a:lnTo>
                    <a:pt x="1012" y="2091"/>
                  </a:lnTo>
                  <a:lnTo>
                    <a:pt x="1016" y="2095"/>
                  </a:lnTo>
                  <a:lnTo>
                    <a:pt x="1019" y="2099"/>
                  </a:lnTo>
                  <a:lnTo>
                    <a:pt x="1023" y="2102"/>
                  </a:lnTo>
                  <a:lnTo>
                    <a:pt x="1026" y="2106"/>
                  </a:lnTo>
                  <a:lnTo>
                    <a:pt x="1030" y="2106"/>
                  </a:lnTo>
                  <a:lnTo>
                    <a:pt x="1034" y="2109"/>
                  </a:lnTo>
                  <a:lnTo>
                    <a:pt x="1037" y="2109"/>
                  </a:lnTo>
                  <a:lnTo>
                    <a:pt x="1041" y="2109"/>
                  </a:lnTo>
                  <a:lnTo>
                    <a:pt x="1044" y="2109"/>
                  </a:lnTo>
                  <a:lnTo>
                    <a:pt x="1048" y="2109"/>
                  </a:lnTo>
                  <a:lnTo>
                    <a:pt x="1052" y="2106"/>
                  </a:lnTo>
                  <a:lnTo>
                    <a:pt x="1055" y="2106"/>
                  </a:lnTo>
                  <a:lnTo>
                    <a:pt x="1059" y="2102"/>
                  </a:lnTo>
                  <a:lnTo>
                    <a:pt x="1062" y="2099"/>
                  </a:lnTo>
                  <a:lnTo>
                    <a:pt x="1066" y="2099"/>
                  </a:lnTo>
                  <a:lnTo>
                    <a:pt x="1070" y="2095"/>
                  </a:lnTo>
                  <a:lnTo>
                    <a:pt x="1073" y="2091"/>
                  </a:lnTo>
                  <a:lnTo>
                    <a:pt x="1077" y="2088"/>
                  </a:lnTo>
                  <a:lnTo>
                    <a:pt x="1080" y="2084"/>
                  </a:lnTo>
                  <a:lnTo>
                    <a:pt x="1080" y="2081"/>
                  </a:lnTo>
                  <a:lnTo>
                    <a:pt x="1084" y="2077"/>
                  </a:lnTo>
                  <a:lnTo>
                    <a:pt x="1088" y="2073"/>
                  </a:lnTo>
                  <a:lnTo>
                    <a:pt x="1088" y="2070"/>
                  </a:lnTo>
                  <a:lnTo>
                    <a:pt x="1091" y="2066"/>
                  </a:lnTo>
                  <a:lnTo>
                    <a:pt x="1091" y="2063"/>
                  </a:lnTo>
                  <a:lnTo>
                    <a:pt x="1095" y="2059"/>
                  </a:lnTo>
                  <a:lnTo>
                    <a:pt x="1098" y="2055"/>
                  </a:lnTo>
                  <a:lnTo>
                    <a:pt x="1098" y="2052"/>
                  </a:lnTo>
                  <a:lnTo>
                    <a:pt x="1102" y="2048"/>
                  </a:lnTo>
                  <a:lnTo>
                    <a:pt x="1102" y="2045"/>
                  </a:lnTo>
                  <a:lnTo>
                    <a:pt x="1106" y="2041"/>
                  </a:lnTo>
                  <a:lnTo>
                    <a:pt x="1106" y="2037"/>
                  </a:lnTo>
                  <a:lnTo>
                    <a:pt x="1109" y="2034"/>
                  </a:lnTo>
                  <a:lnTo>
                    <a:pt x="1113" y="2030"/>
                  </a:lnTo>
                  <a:lnTo>
                    <a:pt x="1113" y="2027"/>
                  </a:lnTo>
                  <a:lnTo>
                    <a:pt x="1116" y="2023"/>
                  </a:lnTo>
                  <a:lnTo>
                    <a:pt x="1116" y="2019"/>
                  </a:lnTo>
                  <a:lnTo>
                    <a:pt x="1116" y="2016"/>
                  </a:lnTo>
                  <a:lnTo>
                    <a:pt x="1120" y="2012"/>
                  </a:lnTo>
                  <a:lnTo>
                    <a:pt x="1124" y="2009"/>
                  </a:lnTo>
                  <a:lnTo>
                    <a:pt x="1124" y="2005"/>
                  </a:lnTo>
                  <a:lnTo>
                    <a:pt x="1127" y="2001"/>
                  </a:lnTo>
                  <a:lnTo>
                    <a:pt x="1131" y="1998"/>
                  </a:lnTo>
                  <a:lnTo>
                    <a:pt x="1131" y="1994"/>
                  </a:lnTo>
                  <a:lnTo>
                    <a:pt x="1134" y="1991"/>
                  </a:lnTo>
                  <a:lnTo>
                    <a:pt x="1134" y="1987"/>
                  </a:lnTo>
                  <a:lnTo>
                    <a:pt x="1138" y="1983"/>
                  </a:lnTo>
                  <a:lnTo>
                    <a:pt x="1142" y="1980"/>
                  </a:lnTo>
                  <a:lnTo>
                    <a:pt x="1142" y="1976"/>
                  </a:lnTo>
                  <a:lnTo>
                    <a:pt x="1145" y="1973"/>
                  </a:lnTo>
                  <a:lnTo>
                    <a:pt x="1149" y="1969"/>
                  </a:lnTo>
                  <a:lnTo>
                    <a:pt x="1152" y="1965"/>
                  </a:lnTo>
                  <a:lnTo>
                    <a:pt x="1156" y="1962"/>
                  </a:lnTo>
                  <a:lnTo>
                    <a:pt x="1160" y="1958"/>
                  </a:lnTo>
                  <a:lnTo>
                    <a:pt x="1163" y="1955"/>
                  </a:lnTo>
                  <a:lnTo>
                    <a:pt x="1167" y="1951"/>
                  </a:lnTo>
                  <a:lnTo>
                    <a:pt x="1170" y="1951"/>
                  </a:lnTo>
                  <a:lnTo>
                    <a:pt x="1174" y="1947"/>
                  </a:lnTo>
                  <a:lnTo>
                    <a:pt x="1178" y="1947"/>
                  </a:lnTo>
                  <a:lnTo>
                    <a:pt x="1181" y="1947"/>
                  </a:lnTo>
                  <a:lnTo>
                    <a:pt x="1185" y="1947"/>
                  </a:lnTo>
                  <a:lnTo>
                    <a:pt x="1188" y="1947"/>
                  </a:lnTo>
                  <a:lnTo>
                    <a:pt x="1192" y="1951"/>
                  </a:lnTo>
                  <a:lnTo>
                    <a:pt x="1196" y="1951"/>
                  </a:lnTo>
                  <a:lnTo>
                    <a:pt x="1199" y="1955"/>
                  </a:lnTo>
                  <a:lnTo>
                    <a:pt x="1203" y="1958"/>
                  </a:lnTo>
                  <a:lnTo>
                    <a:pt x="1206" y="1958"/>
                  </a:lnTo>
                  <a:lnTo>
                    <a:pt x="1210" y="1962"/>
                  </a:lnTo>
                  <a:lnTo>
                    <a:pt x="1214" y="1965"/>
                  </a:lnTo>
                  <a:lnTo>
                    <a:pt x="1217" y="1969"/>
                  </a:lnTo>
                  <a:lnTo>
                    <a:pt x="1221" y="1973"/>
                  </a:lnTo>
                  <a:lnTo>
                    <a:pt x="1221" y="1976"/>
                  </a:lnTo>
                  <a:lnTo>
                    <a:pt x="1224" y="1980"/>
                  </a:lnTo>
                  <a:lnTo>
                    <a:pt x="1228" y="1983"/>
                  </a:lnTo>
                  <a:lnTo>
                    <a:pt x="1228" y="1987"/>
                  </a:lnTo>
                  <a:lnTo>
                    <a:pt x="1232" y="1991"/>
                  </a:lnTo>
                  <a:lnTo>
                    <a:pt x="1235" y="1994"/>
                  </a:lnTo>
                  <a:lnTo>
                    <a:pt x="1239" y="1998"/>
                  </a:lnTo>
                  <a:lnTo>
                    <a:pt x="1239" y="2001"/>
                  </a:lnTo>
                  <a:lnTo>
                    <a:pt x="1242" y="2005"/>
                  </a:lnTo>
                  <a:lnTo>
                    <a:pt x="1242" y="2009"/>
                  </a:lnTo>
                  <a:lnTo>
                    <a:pt x="1246" y="2012"/>
                  </a:lnTo>
                  <a:lnTo>
                    <a:pt x="1250" y="2016"/>
                  </a:lnTo>
                  <a:lnTo>
                    <a:pt x="1250" y="2019"/>
                  </a:lnTo>
                  <a:lnTo>
                    <a:pt x="1253" y="2023"/>
                  </a:lnTo>
                  <a:lnTo>
                    <a:pt x="1253" y="202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5" name="Freeform 133"/>
            <p:cNvSpPr>
              <a:spLocks/>
            </p:cNvSpPr>
            <p:nvPr/>
          </p:nvSpPr>
          <p:spPr bwMode="auto">
            <a:xfrm>
              <a:off x="749" y="2844"/>
              <a:ext cx="2981" cy="414"/>
            </a:xfrm>
            <a:custGeom>
              <a:avLst/>
              <a:gdLst/>
              <a:ahLst/>
              <a:cxnLst>
                <a:cxn ang="0">
                  <a:pos x="57" y="256"/>
                </a:cxn>
                <a:cxn ang="0">
                  <a:pos x="119" y="241"/>
                </a:cxn>
                <a:cxn ang="0">
                  <a:pos x="180" y="205"/>
                </a:cxn>
                <a:cxn ang="0">
                  <a:pos x="241" y="205"/>
                </a:cxn>
                <a:cxn ang="0">
                  <a:pos x="302" y="245"/>
                </a:cxn>
                <a:cxn ang="0">
                  <a:pos x="363" y="256"/>
                </a:cxn>
                <a:cxn ang="0">
                  <a:pos x="425" y="223"/>
                </a:cxn>
                <a:cxn ang="0">
                  <a:pos x="486" y="198"/>
                </a:cxn>
                <a:cxn ang="0">
                  <a:pos x="547" y="220"/>
                </a:cxn>
                <a:cxn ang="0">
                  <a:pos x="608" y="259"/>
                </a:cxn>
                <a:cxn ang="0">
                  <a:pos x="669" y="245"/>
                </a:cxn>
                <a:cxn ang="0">
                  <a:pos x="731" y="205"/>
                </a:cxn>
                <a:cxn ang="0">
                  <a:pos x="792" y="198"/>
                </a:cxn>
                <a:cxn ang="0">
                  <a:pos x="853" y="241"/>
                </a:cxn>
                <a:cxn ang="0">
                  <a:pos x="914" y="263"/>
                </a:cxn>
                <a:cxn ang="0">
                  <a:pos x="975" y="227"/>
                </a:cxn>
                <a:cxn ang="0">
                  <a:pos x="1037" y="191"/>
                </a:cxn>
                <a:cxn ang="0">
                  <a:pos x="1098" y="213"/>
                </a:cxn>
                <a:cxn ang="0">
                  <a:pos x="1159" y="263"/>
                </a:cxn>
                <a:cxn ang="0">
                  <a:pos x="1220" y="256"/>
                </a:cxn>
                <a:cxn ang="0">
                  <a:pos x="1281" y="202"/>
                </a:cxn>
                <a:cxn ang="0">
                  <a:pos x="1343" y="187"/>
                </a:cxn>
                <a:cxn ang="0">
                  <a:pos x="1404" y="238"/>
                </a:cxn>
                <a:cxn ang="0">
                  <a:pos x="1465" y="277"/>
                </a:cxn>
                <a:cxn ang="0">
                  <a:pos x="1526" y="234"/>
                </a:cxn>
                <a:cxn ang="0">
                  <a:pos x="1587" y="180"/>
                </a:cxn>
                <a:cxn ang="0">
                  <a:pos x="1649" y="202"/>
                </a:cxn>
                <a:cxn ang="0">
                  <a:pos x="1703" y="263"/>
                </a:cxn>
                <a:cxn ang="0">
                  <a:pos x="1764" y="277"/>
                </a:cxn>
                <a:cxn ang="0">
                  <a:pos x="1818" y="220"/>
                </a:cxn>
                <a:cxn ang="0">
                  <a:pos x="1875" y="166"/>
                </a:cxn>
                <a:cxn ang="0">
                  <a:pos x="1937" y="205"/>
                </a:cxn>
                <a:cxn ang="0">
                  <a:pos x="1980" y="267"/>
                </a:cxn>
                <a:cxn ang="0">
                  <a:pos x="2041" y="288"/>
                </a:cxn>
                <a:cxn ang="0">
                  <a:pos x="2088" y="231"/>
                </a:cxn>
                <a:cxn ang="0">
                  <a:pos x="2131" y="169"/>
                </a:cxn>
                <a:cxn ang="0">
                  <a:pos x="2192" y="169"/>
                </a:cxn>
                <a:cxn ang="0">
                  <a:pos x="2232" y="231"/>
                </a:cxn>
                <a:cxn ang="0">
                  <a:pos x="2268" y="292"/>
                </a:cxn>
                <a:cxn ang="0">
                  <a:pos x="2329" y="295"/>
                </a:cxn>
                <a:cxn ang="0">
                  <a:pos x="2365" y="234"/>
                </a:cxn>
                <a:cxn ang="0">
                  <a:pos x="2397" y="173"/>
                </a:cxn>
                <a:cxn ang="0">
                  <a:pos x="2448" y="130"/>
                </a:cxn>
                <a:cxn ang="0">
                  <a:pos x="2491" y="187"/>
                </a:cxn>
                <a:cxn ang="0">
                  <a:pos x="2516" y="249"/>
                </a:cxn>
                <a:cxn ang="0">
                  <a:pos x="2545" y="310"/>
                </a:cxn>
                <a:cxn ang="0">
                  <a:pos x="2599" y="335"/>
                </a:cxn>
                <a:cxn ang="0">
                  <a:pos x="2631" y="274"/>
                </a:cxn>
                <a:cxn ang="0">
                  <a:pos x="2657" y="209"/>
                </a:cxn>
                <a:cxn ang="0">
                  <a:pos x="2678" y="141"/>
                </a:cxn>
                <a:cxn ang="0">
                  <a:pos x="2721" y="83"/>
                </a:cxn>
                <a:cxn ang="0">
                  <a:pos x="2761" y="141"/>
                </a:cxn>
                <a:cxn ang="0">
                  <a:pos x="2786" y="216"/>
                </a:cxn>
                <a:cxn ang="0">
                  <a:pos x="2808" y="303"/>
                </a:cxn>
                <a:cxn ang="0">
                  <a:pos x="2833" y="375"/>
                </a:cxn>
                <a:cxn ang="0">
                  <a:pos x="2880" y="400"/>
                </a:cxn>
                <a:cxn ang="0">
                  <a:pos x="2905" y="331"/>
                </a:cxn>
                <a:cxn ang="0">
                  <a:pos x="2927" y="227"/>
                </a:cxn>
                <a:cxn ang="0">
                  <a:pos x="2952" y="112"/>
                </a:cxn>
                <a:cxn ang="0">
                  <a:pos x="2973" y="15"/>
                </a:cxn>
              </a:cxnLst>
              <a:rect l="0" t="0" r="r" b="b"/>
              <a:pathLst>
                <a:path w="2981" h="414">
                  <a:moveTo>
                    <a:pt x="0" y="227"/>
                  </a:moveTo>
                  <a:lnTo>
                    <a:pt x="3" y="231"/>
                  </a:lnTo>
                  <a:lnTo>
                    <a:pt x="7" y="234"/>
                  </a:lnTo>
                  <a:lnTo>
                    <a:pt x="11" y="234"/>
                  </a:lnTo>
                  <a:lnTo>
                    <a:pt x="14" y="238"/>
                  </a:lnTo>
                  <a:lnTo>
                    <a:pt x="18" y="238"/>
                  </a:lnTo>
                  <a:lnTo>
                    <a:pt x="21" y="241"/>
                  </a:lnTo>
                  <a:lnTo>
                    <a:pt x="25" y="241"/>
                  </a:lnTo>
                  <a:lnTo>
                    <a:pt x="29" y="245"/>
                  </a:lnTo>
                  <a:lnTo>
                    <a:pt x="32" y="245"/>
                  </a:lnTo>
                  <a:lnTo>
                    <a:pt x="36" y="249"/>
                  </a:lnTo>
                  <a:lnTo>
                    <a:pt x="39" y="249"/>
                  </a:lnTo>
                  <a:lnTo>
                    <a:pt x="43" y="252"/>
                  </a:lnTo>
                  <a:lnTo>
                    <a:pt x="47" y="252"/>
                  </a:lnTo>
                  <a:lnTo>
                    <a:pt x="50" y="252"/>
                  </a:lnTo>
                  <a:lnTo>
                    <a:pt x="54" y="252"/>
                  </a:lnTo>
                  <a:lnTo>
                    <a:pt x="57" y="256"/>
                  </a:lnTo>
                  <a:lnTo>
                    <a:pt x="61" y="256"/>
                  </a:lnTo>
                  <a:lnTo>
                    <a:pt x="65" y="256"/>
                  </a:lnTo>
                  <a:lnTo>
                    <a:pt x="68" y="256"/>
                  </a:lnTo>
                  <a:lnTo>
                    <a:pt x="72" y="256"/>
                  </a:lnTo>
                  <a:lnTo>
                    <a:pt x="75" y="256"/>
                  </a:lnTo>
                  <a:lnTo>
                    <a:pt x="79" y="256"/>
                  </a:lnTo>
                  <a:lnTo>
                    <a:pt x="83" y="256"/>
                  </a:lnTo>
                  <a:lnTo>
                    <a:pt x="86" y="252"/>
                  </a:lnTo>
                  <a:lnTo>
                    <a:pt x="90" y="252"/>
                  </a:lnTo>
                  <a:lnTo>
                    <a:pt x="93" y="252"/>
                  </a:lnTo>
                  <a:lnTo>
                    <a:pt x="97" y="249"/>
                  </a:lnTo>
                  <a:lnTo>
                    <a:pt x="101" y="249"/>
                  </a:lnTo>
                  <a:lnTo>
                    <a:pt x="104" y="249"/>
                  </a:lnTo>
                  <a:lnTo>
                    <a:pt x="108" y="245"/>
                  </a:lnTo>
                  <a:lnTo>
                    <a:pt x="111" y="245"/>
                  </a:lnTo>
                  <a:lnTo>
                    <a:pt x="115" y="241"/>
                  </a:lnTo>
                  <a:lnTo>
                    <a:pt x="119" y="241"/>
                  </a:lnTo>
                  <a:lnTo>
                    <a:pt x="122" y="238"/>
                  </a:lnTo>
                  <a:lnTo>
                    <a:pt x="126" y="234"/>
                  </a:lnTo>
                  <a:lnTo>
                    <a:pt x="129" y="234"/>
                  </a:lnTo>
                  <a:lnTo>
                    <a:pt x="133" y="231"/>
                  </a:lnTo>
                  <a:lnTo>
                    <a:pt x="137" y="227"/>
                  </a:lnTo>
                  <a:lnTo>
                    <a:pt x="140" y="227"/>
                  </a:lnTo>
                  <a:lnTo>
                    <a:pt x="144" y="223"/>
                  </a:lnTo>
                  <a:lnTo>
                    <a:pt x="147" y="223"/>
                  </a:lnTo>
                  <a:lnTo>
                    <a:pt x="151" y="220"/>
                  </a:lnTo>
                  <a:lnTo>
                    <a:pt x="155" y="216"/>
                  </a:lnTo>
                  <a:lnTo>
                    <a:pt x="158" y="216"/>
                  </a:lnTo>
                  <a:lnTo>
                    <a:pt x="162" y="213"/>
                  </a:lnTo>
                  <a:lnTo>
                    <a:pt x="165" y="213"/>
                  </a:lnTo>
                  <a:lnTo>
                    <a:pt x="169" y="209"/>
                  </a:lnTo>
                  <a:lnTo>
                    <a:pt x="173" y="209"/>
                  </a:lnTo>
                  <a:lnTo>
                    <a:pt x="176" y="205"/>
                  </a:lnTo>
                  <a:lnTo>
                    <a:pt x="180" y="205"/>
                  </a:lnTo>
                  <a:lnTo>
                    <a:pt x="183" y="202"/>
                  </a:lnTo>
                  <a:lnTo>
                    <a:pt x="187" y="202"/>
                  </a:lnTo>
                  <a:lnTo>
                    <a:pt x="191" y="202"/>
                  </a:lnTo>
                  <a:lnTo>
                    <a:pt x="194" y="202"/>
                  </a:lnTo>
                  <a:lnTo>
                    <a:pt x="198" y="202"/>
                  </a:lnTo>
                  <a:lnTo>
                    <a:pt x="201" y="198"/>
                  </a:lnTo>
                  <a:lnTo>
                    <a:pt x="205" y="198"/>
                  </a:lnTo>
                  <a:lnTo>
                    <a:pt x="209" y="198"/>
                  </a:lnTo>
                  <a:lnTo>
                    <a:pt x="212" y="198"/>
                  </a:lnTo>
                  <a:lnTo>
                    <a:pt x="216" y="198"/>
                  </a:lnTo>
                  <a:lnTo>
                    <a:pt x="219" y="202"/>
                  </a:lnTo>
                  <a:lnTo>
                    <a:pt x="223" y="202"/>
                  </a:lnTo>
                  <a:lnTo>
                    <a:pt x="227" y="202"/>
                  </a:lnTo>
                  <a:lnTo>
                    <a:pt x="230" y="202"/>
                  </a:lnTo>
                  <a:lnTo>
                    <a:pt x="234" y="205"/>
                  </a:lnTo>
                  <a:lnTo>
                    <a:pt x="237" y="205"/>
                  </a:lnTo>
                  <a:lnTo>
                    <a:pt x="241" y="205"/>
                  </a:lnTo>
                  <a:lnTo>
                    <a:pt x="245" y="209"/>
                  </a:lnTo>
                  <a:lnTo>
                    <a:pt x="248" y="209"/>
                  </a:lnTo>
                  <a:lnTo>
                    <a:pt x="252" y="213"/>
                  </a:lnTo>
                  <a:lnTo>
                    <a:pt x="255" y="213"/>
                  </a:lnTo>
                  <a:lnTo>
                    <a:pt x="259" y="216"/>
                  </a:lnTo>
                  <a:lnTo>
                    <a:pt x="263" y="220"/>
                  </a:lnTo>
                  <a:lnTo>
                    <a:pt x="266" y="220"/>
                  </a:lnTo>
                  <a:lnTo>
                    <a:pt x="270" y="223"/>
                  </a:lnTo>
                  <a:lnTo>
                    <a:pt x="273" y="223"/>
                  </a:lnTo>
                  <a:lnTo>
                    <a:pt x="277" y="227"/>
                  </a:lnTo>
                  <a:lnTo>
                    <a:pt x="281" y="231"/>
                  </a:lnTo>
                  <a:lnTo>
                    <a:pt x="284" y="234"/>
                  </a:lnTo>
                  <a:lnTo>
                    <a:pt x="288" y="234"/>
                  </a:lnTo>
                  <a:lnTo>
                    <a:pt x="291" y="238"/>
                  </a:lnTo>
                  <a:lnTo>
                    <a:pt x="295" y="238"/>
                  </a:lnTo>
                  <a:lnTo>
                    <a:pt x="299" y="241"/>
                  </a:lnTo>
                  <a:lnTo>
                    <a:pt x="302" y="245"/>
                  </a:lnTo>
                  <a:lnTo>
                    <a:pt x="306" y="245"/>
                  </a:lnTo>
                  <a:lnTo>
                    <a:pt x="309" y="249"/>
                  </a:lnTo>
                  <a:lnTo>
                    <a:pt x="313" y="249"/>
                  </a:lnTo>
                  <a:lnTo>
                    <a:pt x="317" y="252"/>
                  </a:lnTo>
                  <a:lnTo>
                    <a:pt x="320" y="252"/>
                  </a:lnTo>
                  <a:lnTo>
                    <a:pt x="324" y="252"/>
                  </a:lnTo>
                  <a:lnTo>
                    <a:pt x="327" y="256"/>
                  </a:lnTo>
                  <a:lnTo>
                    <a:pt x="331" y="256"/>
                  </a:lnTo>
                  <a:lnTo>
                    <a:pt x="335" y="256"/>
                  </a:lnTo>
                  <a:lnTo>
                    <a:pt x="338" y="256"/>
                  </a:lnTo>
                  <a:lnTo>
                    <a:pt x="342" y="256"/>
                  </a:lnTo>
                  <a:lnTo>
                    <a:pt x="345" y="259"/>
                  </a:lnTo>
                  <a:lnTo>
                    <a:pt x="349" y="259"/>
                  </a:lnTo>
                  <a:lnTo>
                    <a:pt x="353" y="259"/>
                  </a:lnTo>
                  <a:lnTo>
                    <a:pt x="356" y="256"/>
                  </a:lnTo>
                  <a:lnTo>
                    <a:pt x="360" y="256"/>
                  </a:lnTo>
                  <a:lnTo>
                    <a:pt x="363" y="256"/>
                  </a:lnTo>
                  <a:lnTo>
                    <a:pt x="367" y="256"/>
                  </a:lnTo>
                  <a:lnTo>
                    <a:pt x="371" y="252"/>
                  </a:lnTo>
                  <a:lnTo>
                    <a:pt x="374" y="252"/>
                  </a:lnTo>
                  <a:lnTo>
                    <a:pt x="378" y="252"/>
                  </a:lnTo>
                  <a:lnTo>
                    <a:pt x="381" y="249"/>
                  </a:lnTo>
                  <a:lnTo>
                    <a:pt x="385" y="249"/>
                  </a:lnTo>
                  <a:lnTo>
                    <a:pt x="389" y="245"/>
                  </a:lnTo>
                  <a:lnTo>
                    <a:pt x="392" y="245"/>
                  </a:lnTo>
                  <a:lnTo>
                    <a:pt x="396" y="241"/>
                  </a:lnTo>
                  <a:lnTo>
                    <a:pt x="399" y="241"/>
                  </a:lnTo>
                  <a:lnTo>
                    <a:pt x="403" y="238"/>
                  </a:lnTo>
                  <a:lnTo>
                    <a:pt x="407" y="234"/>
                  </a:lnTo>
                  <a:lnTo>
                    <a:pt x="410" y="234"/>
                  </a:lnTo>
                  <a:lnTo>
                    <a:pt x="414" y="231"/>
                  </a:lnTo>
                  <a:lnTo>
                    <a:pt x="417" y="227"/>
                  </a:lnTo>
                  <a:lnTo>
                    <a:pt x="421" y="223"/>
                  </a:lnTo>
                  <a:lnTo>
                    <a:pt x="425" y="223"/>
                  </a:lnTo>
                  <a:lnTo>
                    <a:pt x="428" y="220"/>
                  </a:lnTo>
                  <a:lnTo>
                    <a:pt x="432" y="216"/>
                  </a:lnTo>
                  <a:lnTo>
                    <a:pt x="435" y="216"/>
                  </a:lnTo>
                  <a:lnTo>
                    <a:pt x="439" y="213"/>
                  </a:lnTo>
                  <a:lnTo>
                    <a:pt x="443" y="213"/>
                  </a:lnTo>
                  <a:lnTo>
                    <a:pt x="446" y="209"/>
                  </a:lnTo>
                  <a:lnTo>
                    <a:pt x="450" y="205"/>
                  </a:lnTo>
                  <a:lnTo>
                    <a:pt x="453" y="205"/>
                  </a:lnTo>
                  <a:lnTo>
                    <a:pt x="457" y="202"/>
                  </a:lnTo>
                  <a:lnTo>
                    <a:pt x="461" y="202"/>
                  </a:lnTo>
                  <a:lnTo>
                    <a:pt x="464" y="202"/>
                  </a:lnTo>
                  <a:lnTo>
                    <a:pt x="468" y="198"/>
                  </a:lnTo>
                  <a:lnTo>
                    <a:pt x="471" y="198"/>
                  </a:lnTo>
                  <a:lnTo>
                    <a:pt x="475" y="198"/>
                  </a:lnTo>
                  <a:lnTo>
                    <a:pt x="479" y="198"/>
                  </a:lnTo>
                  <a:lnTo>
                    <a:pt x="482" y="198"/>
                  </a:lnTo>
                  <a:lnTo>
                    <a:pt x="486" y="198"/>
                  </a:lnTo>
                  <a:lnTo>
                    <a:pt x="489" y="198"/>
                  </a:lnTo>
                  <a:lnTo>
                    <a:pt x="493" y="198"/>
                  </a:lnTo>
                  <a:lnTo>
                    <a:pt x="497" y="198"/>
                  </a:lnTo>
                  <a:lnTo>
                    <a:pt x="500" y="198"/>
                  </a:lnTo>
                  <a:lnTo>
                    <a:pt x="504" y="198"/>
                  </a:lnTo>
                  <a:lnTo>
                    <a:pt x="507" y="198"/>
                  </a:lnTo>
                  <a:lnTo>
                    <a:pt x="511" y="202"/>
                  </a:lnTo>
                  <a:lnTo>
                    <a:pt x="515" y="202"/>
                  </a:lnTo>
                  <a:lnTo>
                    <a:pt x="518" y="205"/>
                  </a:lnTo>
                  <a:lnTo>
                    <a:pt x="522" y="205"/>
                  </a:lnTo>
                  <a:lnTo>
                    <a:pt x="525" y="209"/>
                  </a:lnTo>
                  <a:lnTo>
                    <a:pt x="529" y="209"/>
                  </a:lnTo>
                  <a:lnTo>
                    <a:pt x="533" y="213"/>
                  </a:lnTo>
                  <a:lnTo>
                    <a:pt x="536" y="213"/>
                  </a:lnTo>
                  <a:lnTo>
                    <a:pt x="540" y="216"/>
                  </a:lnTo>
                  <a:lnTo>
                    <a:pt x="543" y="220"/>
                  </a:lnTo>
                  <a:lnTo>
                    <a:pt x="547" y="220"/>
                  </a:lnTo>
                  <a:lnTo>
                    <a:pt x="551" y="223"/>
                  </a:lnTo>
                  <a:lnTo>
                    <a:pt x="554" y="227"/>
                  </a:lnTo>
                  <a:lnTo>
                    <a:pt x="558" y="231"/>
                  </a:lnTo>
                  <a:lnTo>
                    <a:pt x="561" y="231"/>
                  </a:lnTo>
                  <a:lnTo>
                    <a:pt x="565" y="234"/>
                  </a:lnTo>
                  <a:lnTo>
                    <a:pt x="569" y="238"/>
                  </a:lnTo>
                  <a:lnTo>
                    <a:pt x="572" y="238"/>
                  </a:lnTo>
                  <a:lnTo>
                    <a:pt x="576" y="241"/>
                  </a:lnTo>
                  <a:lnTo>
                    <a:pt x="579" y="245"/>
                  </a:lnTo>
                  <a:lnTo>
                    <a:pt x="583" y="245"/>
                  </a:lnTo>
                  <a:lnTo>
                    <a:pt x="587" y="249"/>
                  </a:lnTo>
                  <a:lnTo>
                    <a:pt x="590" y="249"/>
                  </a:lnTo>
                  <a:lnTo>
                    <a:pt x="594" y="252"/>
                  </a:lnTo>
                  <a:lnTo>
                    <a:pt x="597" y="256"/>
                  </a:lnTo>
                  <a:lnTo>
                    <a:pt x="601" y="256"/>
                  </a:lnTo>
                  <a:lnTo>
                    <a:pt x="605" y="256"/>
                  </a:lnTo>
                  <a:lnTo>
                    <a:pt x="608" y="259"/>
                  </a:lnTo>
                  <a:lnTo>
                    <a:pt x="612" y="259"/>
                  </a:lnTo>
                  <a:lnTo>
                    <a:pt x="615" y="259"/>
                  </a:lnTo>
                  <a:lnTo>
                    <a:pt x="619" y="259"/>
                  </a:lnTo>
                  <a:lnTo>
                    <a:pt x="623" y="259"/>
                  </a:lnTo>
                  <a:lnTo>
                    <a:pt x="626" y="259"/>
                  </a:lnTo>
                  <a:lnTo>
                    <a:pt x="630" y="259"/>
                  </a:lnTo>
                  <a:lnTo>
                    <a:pt x="633" y="259"/>
                  </a:lnTo>
                  <a:lnTo>
                    <a:pt x="637" y="259"/>
                  </a:lnTo>
                  <a:lnTo>
                    <a:pt x="641" y="259"/>
                  </a:lnTo>
                  <a:lnTo>
                    <a:pt x="644" y="259"/>
                  </a:lnTo>
                  <a:lnTo>
                    <a:pt x="648" y="256"/>
                  </a:lnTo>
                  <a:lnTo>
                    <a:pt x="651" y="256"/>
                  </a:lnTo>
                  <a:lnTo>
                    <a:pt x="655" y="256"/>
                  </a:lnTo>
                  <a:lnTo>
                    <a:pt x="659" y="252"/>
                  </a:lnTo>
                  <a:lnTo>
                    <a:pt x="662" y="252"/>
                  </a:lnTo>
                  <a:lnTo>
                    <a:pt x="666" y="249"/>
                  </a:lnTo>
                  <a:lnTo>
                    <a:pt x="669" y="245"/>
                  </a:lnTo>
                  <a:lnTo>
                    <a:pt x="673" y="245"/>
                  </a:lnTo>
                  <a:lnTo>
                    <a:pt x="677" y="241"/>
                  </a:lnTo>
                  <a:lnTo>
                    <a:pt x="680" y="238"/>
                  </a:lnTo>
                  <a:lnTo>
                    <a:pt x="684" y="238"/>
                  </a:lnTo>
                  <a:lnTo>
                    <a:pt x="687" y="234"/>
                  </a:lnTo>
                  <a:lnTo>
                    <a:pt x="691" y="231"/>
                  </a:lnTo>
                  <a:lnTo>
                    <a:pt x="695" y="231"/>
                  </a:lnTo>
                  <a:lnTo>
                    <a:pt x="698" y="227"/>
                  </a:lnTo>
                  <a:lnTo>
                    <a:pt x="702" y="223"/>
                  </a:lnTo>
                  <a:lnTo>
                    <a:pt x="705" y="220"/>
                  </a:lnTo>
                  <a:lnTo>
                    <a:pt x="709" y="216"/>
                  </a:lnTo>
                  <a:lnTo>
                    <a:pt x="713" y="216"/>
                  </a:lnTo>
                  <a:lnTo>
                    <a:pt x="716" y="213"/>
                  </a:lnTo>
                  <a:lnTo>
                    <a:pt x="720" y="209"/>
                  </a:lnTo>
                  <a:lnTo>
                    <a:pt x="723" y="209"/>
                  </a:lnTo>
                  <a:lnTo>
                    <a:pt x="727" y="205"/>
                  </a:lnTo>
                  <a:lnTo>
                    <a:pt x="731" y="205"/>
                  </a:lnTo>
                  <a:lnTo>
                    <a:pt x="734" y="202"/>
                  </a:lnTo>
                  <a:lnTo>
                    <a:pt x="738" y="202"/>
                  </a:lnTo>
                  <a:lnTo>
                    <a:pt x="741" y="198"/>
                  </a:lnTo>
                  <a:lnTo>
                    <a:pt x="745" y="198"/>
                  </a:lnTo>
                  <a:lnTo>
                    <a:pt x="749" y="195"/>
                  </a:lnTo>
                  <a:lnTo>
                    <a:pt x="752" y="195"/>
                  </a:lnTo>
                  <a:lnTo>
                    <a:pt x="756" y="195"/>
                  </a:lnTo>
                  <a:lnTo>
                    <a:pt x="759" y="195"/>
                  </a:lnTo>
                  <a:lnTo>
                    <a:pt x="763" y="195"/>
                  </a:lnTo>
                  <a:lnTo>
                    <a:pt x="767" y="195"/>
                  </a:lnTo>
                  <a:lnTo>
                    <a:pt x="770" y="195"/>
                  </a:lnTo>
                  <a:lnTo>
                    <a:pt x="774" y="195"/>
                  </a:lnTo>
                  <a:lnTo>
                    <a:pt x="777" y="195"/>
                  </a:lnTo>
                  <a:lnTo>
                    <a:pt x="781" y="195"/>
                  </a:lnTo>
                  <a:lnTo>
                    <a:pt x="785" y="195"/>
                  </a:lnTo>
                  <a:lnTo>
                    <a:pt x="788" y="198"/>
                  </a:lnTo>
                  <a:lnTo>
                    <a:pt x="792" y="198"/>
                  </a:lnTo>
                  <a:lnTo>
                    <a:pt x="795" y="202"/>
                  </a:lnTo>
                  <a:lnTo>
                    <a:pt x="799" y="202"/>
                  </a:lnTo>
                  <a:lnTo>
                    <a:pt x="803" y="205"/>
                  </a:lnTo>
                  <a:lnTo>
                    <a:pt x="806" y="205"/>
                  </a:lnTo>
                  <a:lnTo>
                    <a:pt x="810" y="209"/>
                  </a:lnTo>
                  <a:lnTo>
                    <a:pt x="813" y="213"/>
                  </a:lnTo>
                  <a:lnTo>
                    <a:pt x="817" y="213"/>
                  </a:lnTo>
                  <a:lnTo>
                    <a:pt x="821" y="216"/>
                  </a:lnTo>
                  <a:lnTo>
                    <a:pt x="824" y="220"/>
                  </a:lnTo>
                  <a:lnTo>
                    <a:pt x="828" y="223"/>
                  </a:lnTo>
                  <a:lnTo>
                    <a:pt x="831" y="223"/>
                  </a:lnTo>
                  <a:lnTo>
                    <a:pt x="835" y="227"/>
                  </a:lnTo>
                  <a:lnTo>
                    <a:pt x="839" y="231"/>
                  </a:lnTo>
                  <a:lnTo>
                    <a:pt x="842" y="234"/>
                  </a:lnTo>
                  <a:lnTo>
                    <a:pt x="846" y="238"/>
                  </a:lnTo>
                  <a:lnTo>
                    <a:pt x="849" y="238"/>
                  </a:lnTo>
                  <a:lnTo>
                    <a:pt x="853" y="241"/>
                  </a:lnTo>
                  <a:lnTo>
                    <a:pt x="857" y="245"/>
                  </a:lnTo>
                  <a:lnTo>
                    <a:pt x="860" y="249"/>
                  </a:lnTo>
                  <a:lnTo>
                    <a:pt x="864" y="249"/>
                  </a:lnTo>
                  <a:lnTo>
                    <a:pt x="867" y="252"/>
                  </a:lnTo>
                  <a:lnTo>
                    <a:pt x="871" y="256"/>
                  </a:lnTo>
                  <a:lnTo>
                    <a:pt x="875" y="256"/>
                  </a:lnTo>
                  <a:lnTo>
                    <a:pt x="878" y="259"/>
                  </a:lnTo>
                  <a:lnTo>
                    <a:pt x="882" y="259"/>
                  </a:lnTo>
                  <a:lnTo>
                    <a:pt x="885" y="259"/>
                  </a:lnTo>
                  <a:lnTo>
                    <a:pt x="889" y="263"/>
                  </a:lnTo>
                  <a:lnTo>
                    <a:pt x="893" y="263"/>
                  </a:lnTo>
                  <a:lnTo>
                    <a:pt x="896" y="263"/>
                  </a:lnTo>
                  <a:lnTo>
                    <a:pt x="900" y="263"/>
                  </a:lnTo>
                  <a:lnTo>
                    <a:pt x="903" y="263"/>
                  </a:lnTo>
                  <a:lnTo>
                    <a:pt x="907" y="263"/>
                  </a:lnTo>
                  <a:lnTo>
                    <a:pt x="911" y="263"/>
                  </a:lnTo>
                  <a:lnTo>
                    <a:pt x="914" y="263"/>
                  </a:lnTo>
                  <a:lnTo>
                    <a:pt x="918" y="263"/>
                  </a:lnTo>
                  <a:lnTo>
                    <a:pt x="921" y="263"/>
                  </a:lnTo>
                  <a:lnTo>
                    <a:pt x="925" y="259"/>
                  </a:lnTo>
                  <a:lnTo>
                    <a:pt x="929" y="259"/>
                  </a:lnTo>
                  <a:lnTo>
                    <a:pt x="932" y="259"/>
                  </a:lnTo>
                  <a:lnTo>
                    <a:pt x="936" y="256"/>
                  </a:lnTo>
                  <a:lnTo>
                    <a:pt x="939" y="256"/>
                  </a:lnTo>
                  <a:lnTo>
                    <a:pt x="943" y="252"/>
                  </a:lnTo>
                  <a:lnTo>
                    <a:pt x="947" y="249"/>
                  </a:lnTo>
                  <a:lnTo>
                    <a:pt x="950" y="249"/>
                  </a:lnTo>
                  <a:lnTo>
                    <a:pt x="954" y="245"/>
                  </a:lnTo>
                  <a:lnTo>
                    <a:pt x="957" y="241"/>
                  </a:lnTo>
                  <a:lnTo>
                    <a:pt x="961" y="238"/>
                  </a:lnTo>
                  <a:lnTo>
                    <a:pt x="965" y="238"/>
                  </a:lnTo>
                  <a:lnTo>
                    <a:pt x="968" y="234"/>
                  </a:lnTo>
                  <a:lnTo>
                    <a:pt x="972" y="231"/>
                  </a:lnTo>
                  <a:lnTo>
                    <a:pt x="975" y="227"/>
                  </a:lnTo>
                  <a:lnTo>
                    <a:pt x="979" y="223"/>
                  </a:lnTo>
                  <a:lnTo>
                    <a:pt x="983" y="220"/>
                  </a:lnTo>
                  <a:lnTo>
                    <a:pt x="986" y="220"/>
                  </a:lnTo>
                  <a:lnTo>
                    <a:pt x="990" y="216"/>
                  </a:lnTo>
                  <a:lnTo>
                    <a:pt x="993" y="213"/>
                  </a:lnTo>
                  <a:lnTo>
                    <a:pt x="997" y="209"/>
                  </a:lnTo>
                  <a:lnTo>
                    <a:pt x="1001" y="205"/>
                  </a:lnTo>
                  <a:lnTo>
                    <a:pt x="1004" y="205"/>
                  </a:lnTo>
                  <a:lnTo>
                    <a:pt x="1008" y="202"/>
                  </a:lnTo>
                  <a:lnTo>
                    <a:pt x="1011" y="198"/>
                  </a:lnTo>
                  <a:lnTo>
                    <a:pt x="1015" y="198"/>
                  </a:lnTo>
                  <a:lnTo>
                    <a:pt x="1019" y="195"/>
                  </a:lnTo>
                  <a:lnTo>
                    <a:pt x="1022" y="195"/>
                  </a:lnTo>
                  <a:lnTo>
                    <a:pt x="1026" y="191"/>
                  </a:lnTo>
                  <a:lnTo>
                    <a:pt x="1029" y="191"/>
                  </a:lnTo>
                  <a:lnTo>
                    <a:pt x="1033" y="191"/>
                  </a:lnTo>
                  <a:lnTo>
                    <a:pt x="1037" y="191"/>
                  </a:lnTo>
                  <a:lnTo>
                    <a:pt x="1040" y="187"/>
                  </a:lnTo>
                  <a:lnTo>
                    <a:pt x="1044" y="187"/>
                  </a:lnTo>
                  <a:lnTo>
                    <a:pt x="1047" y="187"/>
                  </a:lnTo>
                  <a:lnTo>
                    <a:pt x="1051" y="191"/>
                  </a:lnTo>
                  <a:lnTo>
                    <a:pt x="1055" y="191"/>
                  </a:lnTo>
                  <a:lnTo>
                    <a:pt x="1058" y="191"/>
                  </a:lnTo>
                  <a:lnTo>
                    <a:pt x="1062" y="191"/>
                  </a:lnTo>
                  <a:lnTo>
                    <a:pt x="1065" y="195"/>
                  </a:lnTo>
                  <a:lnTo>
                    <a:pt x="1069" y="195"/>
                  </a:lnTo>
                  <a:lnTo>
                    <a:pt x="1073" y="195"/>
                  </a:lnTo>
                  <a:lnTo>
                    <a:pt x="1076" y="198"/>
                  </a:lnTo>
                  <a:lnTo>
                    <a:pt x="1080" y="202"/>
                  </a:lnTo>
                  <a:lnTo>
                    <a:pt x="1083" y="202"/>
                  </a:lnTo>
                  <a:lnTo>
                    <a:pt x="1087" y="205"/>
                  </a:lnTo>
                  <a:lnTo>
                    <a:pt x="1091" y="209"/>
                  </a:lnTo>
                  <a:lnTo>
                    <a:pt x="1094" y="213"/>
                  </a:lnTo>
                  <a:lnTo>
                    <a:pt x="1098" y="213"/>
                  </a:lnTo>
                  <a:lnTo>
                    <a:pt x="1101" y="216"/>
                  </a:lnTo>
                  <a:lnTo>
                    <a:pt x="1105" y="220"/>
                  </a:lnTo>
                  <a:lnTo>
                    <a:pt x="1109" y="223"/>
                  </a:lnTo>
                  <a:lnTo>
                    <a:pt x="1112" y="227"/>
                  </a:lnTo>
                  <a:lnTo>
                    <a:pt x="1116" y="231"/>
                  </a:lnTo>
                  <a:lnTo>
                    <a:pt x="1119" y="234"/>
                  </a:lnTo>
                  <a:lnTo>
                    <a:pt x="1123" y="238"/>
                  </a:lnTo>
                  <a:lnTo>
                    <a:pt x="1127" y="238"/>
                  </a:lnTo>
                  <a:lnTo>
                    <a:pt x="1130" y="241"/>
                  </a:lnTo>
                  <a:lnTo>
                    <a:pt x="1134" y="245"/>
                  </a:lnTo>
                  <a:lnTo>
                    <a:pt x="1137" y="249"/>
                  </a:lnTo>
                  <a:lnTo>
                    <a:pt x="1141" y="252"/>
                  </a:lnTo>
                  <a:lnTo>
                    <a:pt x="1145" y="252"/>
                  </a:lnTo>
                  <a:lnTo>
                    <a:pt x="1148" y="256"/>
                  </a:lnTo>
                  <a:lnTo>
                    <a:pt x="1152" y="259"/>
                  </a:lnTo>
                  <a:lnTo>
                    <a:pt x="1155" y="259"/>
                  </a:lnTo>
                  <a:lnTo>
                    <a:pt x="1159" y="263"/>
                  </a:lnTo>
                  <a:lnTo>
                    <a:pt x="1163" y="263"/>
                  </a:lnTo>
                  <a:lnTo>
                    <a:pt x="1166" y="267"/>
                  </a:lnTo>
                  <a:lnTo>
                    <a:pt x="1170" y="267"/>
                  </a:lnTo>
                  <a:lnTo>
                    <a:pt x="1173" y="267"/>
                  </a:lnTo>
                  <a:lnTo>
                    <a:pt x="1177" y="270"/>
                  </a:lnTo>
                  <a:lnTo>
                    <a:pt x="1181" y="270"/>
                  </a:lnTo>
                  <a:lnTo>
                    <a:pt x="1184" y="270"/>
                  </a:lnTo>
                  <a:lnTo>
                    <a:pt x="1188" y="270"/>
                  </a:lnTo>
                  <a:lnTo>
                    <a:pt x="1191" y="270"/>
                  </a:lnTo>
                  <a:lnTo>
                    <a:pt x="1195" y="267"/>
                  </a:lnTo>
                  <a:lnTo>
                    <a:pt x="1199" y="267"/>
                  </a:lnTo>
                  <a:lnTo>
                    <a:pt x="1202" y="267"/>
                  </a:lnTo>
                  <a:lnTo>
                    <a:pt x="1206" y="263"/>
                  </a:lnTo>
                  <a:lnTo>
                    <a:pt x="1209" y="263"/>
                  </a:lnTo>
                  <a:lnTo>
                    <a:pt x="1213" y="259"/>
                  </a:lnTo>
                  <a:lnTo>
                    <a:pt x="1217" y="259"/>
                  </a:lnTo>
                  <a:lnTo>
                    <a:pt x="1220" y="256"/>
                  </a:lnTo>
                  <a:lnTo>
                    <a:pt x="1224" y="252"/>
                  </a:lnTo>
                  <a:lnTo>
                    <a:pt x="1227" y="252"/>
                  </a:lnTo>
                  <a:lnTo>
                    <a:pt x="1231" y="249"/>
                  </a:lnTo>
                  <a:lnTo>
                    <a:pt x="1235" y="245"/>
                  </a:lnTo>
                  <a:lnTo>
                    <a:pt x="1238" y="241"/>
                  </a:lnTo>
                  <a:lnTo>
                    <a:pt x="1242" y="238"/>
                  </a:lnTo>
                  <a:lnTo>
                    <a:pt x="1245" y="234"/>
                  </a:lnTo>
                  <a:lnTo>
                    <a:pt x="1249" y="231"/>
                  </a:lnTo>
                  <a:lnTo>
                    <a:pt x="1253" y="227"/>
                  </a:lnTo>
                  <a:lnTo>
                    <a:pt x="1256" y="227"/>
                  </a:lnTo>
                  <a:lnTo>
                    <a:pt x="1260" y="223"/>
                  </a:lnTo>
                  <a:lnTo>
                    <a:pt x="1263" y="220"/>
                  </a:lnTo>
                  <a:lnTo>
                    <a:pt x="1267" y="216"/>
                  </a:lnTo>
                  <a:lnTo>
                    <a:pt x="1271" y="213"/>
                  </a:lnTo>
                  <a:lnTo>
                    <a:pt x="1274" y="209"/>
                  </a:lnTo>
                  <a:lnTo>
                    <a:pt x="1278" y="205"/>
                  </a:lnTo>
                  <a:lnTo>
                    <a:pt x="1281" y="202"/>
                  </a:lnTo>
                  <a:lnTo>
                    <a:pt x="1285" y="198"/>
                  </a:lnTo>
                  <a:lnTo>
                    <a:pt x="1289" y="198"/>
                  </a:lnTo>
                  <a:lnTo>
                    <a:pt x="1292" y="195"/>
                  </a:lnTo>
                  <a:lnTo>
                    <a:pt x="1296" y="191"/>
                  </a:lnTo>
                  <a:lnTo>
                    <a:pt x="1299" y="191"/>
                  </a:lnTo>
                  <a:lnTo>
                    <a:pt x="1303" y="187"/>
                  </a:lnTo>
                  <a:lnTo>
                    <a:pt x="1307" y="187"/>
                  </a:lnTo>
                  <a:lnTo>
                    <a:pt x="1310" y="184"/>
                  </a:lnTo>
                  <a:lnTo>
                    <a:pt x="1314" y="184"/>
                  </a:lnTo>
                  <a:lnTo>
                    <a:pt x="1317" y="184"/>
                  </a:lnTo>
                  <a:lnTo>
                    <a:pt x="1321" y="184"/>
                  </a:lnTo>
                  <a:lnTo>
                    <a:pt x="1325" y="184"/>
                  </a:lnTo>
                  <a:lnTo>
                    <a:pt x="1328" y="184"/>
                  </a:lnTo>
                  <a:lnTo>
                    <a:pt x="1332" y="184"/>
                  </a:lnTo>
                  <a:lnTo>
                    <a:pt x="1335" y="184"/>
                  </a:lnTo>
                  <a:lnTo>
                    <a:pt x="1339" y="187"/>
                  </a:lnTo>
                  <a:lnTo>
                    <a:pt x="1343" y="187"/>
                  </a:lnTo>
                  <a:lnTo>
                    <a:pt x="1346" y="191"/>
                  </a:lnTo>
                  <a:lnTo>
                    <a:pt x="1350" y="191"/>
                  </a:lnTo>
                  <a:lnTo>
                    <a:pt x="1353" y="195"/>
                  </a:lnTo>
                  <a:lnTo>
                    <a:pt x="1357" y="195"/>
                  </a:lnTo>
                  <a:lnTo>
                    <a:pt x="1361" y="198"/>
                  </a:lnTo>
                  <a:lnTo>
                    <a:pt x="1364" y="202"/>
                  </a:lnTo>
                  <a:lnTo>
                    <a:pt x="1368" y="202"/>
                  </a:lnTo>
                  <a:lnTo>
                    <a:pt x="1371" y="205"/>
                  </a:lnTo>
                  <a:lnTo>
                    <a:pt x="1375" y="209"/>
                  </a:lnTo>
                  <a:lnTo>
                    <a:pt x="1379" y="213"/>
                  </a:lnTo>
                  <a:lnTo>
                    <a:pt x="1382" y="216"/>
                  </a:lnTo>
                  <a:lnTo>
                    <a:pt x="1386" y="220"/>
                  </a:lnTo>
                  <a:lnTo>
                    <a:pt x="1389" y="223"/>
                  </a:lnTo>
                  <a:lnTo>
                    <a:pt x="1393" y="227"/>
                  </a:lnTo>
                  <a:lnTo>
                    <a:pt x="1397" y="231"/>
                  </a:lnTo>
                  <a:lnTo>
                    <a:pt x="1400" y="234"/>
                  </a:lnTo>
                  <a:lnTo>
                    <a:pt x="1404" y="238"/>
                  </a:lnTo>
                  <a:lnTo>
                    <a:pt x="1407" y="241"/>
                  </a:lnTo>
                  <a:lnTo>
                    <a:pt x="1411" y="245"/>
                  </a:lnTo>
                  <a:lnTo>
                    <a:pt x="1415" y="249"/>
                  </a:lnTo>
                  <a:lnTo>
                    <a:pt x="1418" y="252"/>
                  </a:lnTo>
                  <a:lnTo>
                    <a:pt x="1422" y="256"/>
                  </a:lnTo>
                  <a:lnTo>
                    <a:pt x="1425" y="259"/>
                  </a:lnTo>
                  <a:lnTo>
                    <a:pt x="1429" y="263"/>
                  </a:lnTo>
                  <a:lnTo>
                    <a:pt x="1433" y="267"/>
                  </a:lnTo>
                  <a:lnTo>
                    <a:pt x="1436" y="267"/>
                  </a:lnTo>
                  <a:lnTo>
                    <a:pt x="1440" y="270"/>
                  </a:lnTo>
                  <a:lnTo>
                    <a:pt x="1443" y="270"/>
                  </a:lnTo>
                  <a:lnTo>
                    <a:pt x="1447" y="274"/>
                  </a:lnTo>
                  <a:lnTo>
                    <a:pt x="1451" y="274"/>
                  </a:lnTo>
                  <a:lnTo>
                    <a:pt x="1454" y="274"/>
                  </a:lnTo>
                  <a:lnTo>
                    <a:pt x="1458" y="274"/>
                  </a:lnTo>
                  <a:lnTo>
                    <a:pt x="1461" y="274"/>
                  </a:lnTo>
                  <a:lnTo>
                    <a:pt x="1465" y="277"/>
                  </a:lnTo>
                  <a:lnTo>
                    <a:pt x="1469" y="274"/>
                  </a:lnTo>
                  <a:lnTo>
                    <a:pt x="1472" y="274"/>
                  </a:lnTo>
                  <a:lnTo>
                    <a:pt x="1476" y="274"/>
                  </a:lnTo>
                  <a:lnTo>
                    <a:pt x="1479" y="274"/>
                  </a:lnTo>
                  <a:lnTo>
                    <a:pt x="1483" y="270"/>
                  </a:lnTo>
                  <a:lnTo>
                    <a:pt x="1487" y="270"/>
                  </a:lnTo>
                  <a:lnTo>
                    <a:pt x="1490" y="267"/>
                  </a:lnTo>
                  <a:lnTo>
                    <a:pt x="1494" y="263"/>
                  </a:lnTo>
                  <a:lnTo>
                    <a:pt x="1497" y="263"/>
                  </a:lnTo>
                  <a:lnTo>
                    <a:pt x="1501" y="259"/>
                  </a:lnTo>
                  <a:lnTo>
                    <a:pt x="1505" y="256"/>
                  </a:lnTo>
                  <a:lnTo>
                    <a:pt x="1508" y="252"/>
                  </a:lnTo>
                  <a:lnTo>
                    <a:pt x="1512" y="249"/>
                  </a:lnTo>
                  <a:lnTo>
                    <a:pt x="1515" y="245"/>
                  </a:lnTo>
                  <a:lnTo>
                    <a:pt x="1519" y="241"/>
                  </a:lnTo>
                  <a:lnTo>
                    <a:pt x="1523" y="238"/>
                  </a:lnTo>
                  <a:lnTo>
                    <a:pt x="1526" y="234"/>
                  </a:lnTo>
                  <a:lnTo>
                    <a:pt x="1530" y="231"/>
                  </a:lnTo>
                  <a:lnTo>
                    <a:pt x="1533" y="227"/>
                  </a:lnTo>
                  <a:lnTo>
                    <a:pt x="1537" y="223"/>
                  </a:lnTo>
                  <a:lnTo>
                    <a:pt x="1541" y="220"/>
                  </a:lnTo>
                  <a:lnTo>
                    <a:pt x="1544" y="216"/>
                  </a:lnTo>
                  <a:lnTo>
                    <a:pt x="1548" y="213"/>
                  </a:lnTo>
                  <a:lnTo>
                    <a:pt x="1551" y="209"/>
                  </a:lnTo>
                  <a:lnTo>
                    <a:pt x="1555" y="205"/>
                  </a:lnTo>
                  <a:lnTo>
                    <a:pt x="1559" y="202"/>
                  </a:lnTo>
                  <a:lnTo>
                    <a:pt x="1562" y="198"/>
                  </a:lnTo>
                  <a:lnTo>
                    <a:pt x="1566" y="195"/>
                  </a:lnTo>
                  <a:lnTo>
                    <a:pt x="1569" y="191"/>
                  </a:lnTo>
                  <a:lnTo>
                    <a:pt x="1573" y="187"/>
                  </a:lnTo>
                  <a:lnTo>
                    <a:pt x="1577" y="184"/>
                  </a:lnTo>
                  <a:lnTo>
                    <a:pt x="1580" y="184"/>
                  </a:lnTo>
                  <a:lnTo>
                    <a:pt x="1584" y="180"/>
                  </a:lnTo>
                  <a:lnTo>
                    <a:pt x="1587" y="180"/>
                  </a:lnTo>
                  <a:lnTo>
                    <a:pt x="1591" y="177"/>
                  </a:lnTo>
                  <a:lnTo>
                    <a:pt x="1595" y="177"/>
                  </a:lnTo>
                  <a:lnTo>
                    <a:pt x="1598" y="177"/>
                  </a:lnTo>
                  <a:lnTo>
                    <a:pt x="1602" y="177"/>
                  </a:lnTo>
                  <a:lnTo>
                    <a:pt x="1605" y="177"/>
                  </a:lnTo>
                  <a:lnTo>
                    <a:pt x="1609" y="177"/>
                  </a:lnTo>
                  <a:lnTo>
                    <a:pt x="1613" y="177"/>
                  </a:lnTo>
                  <a:lnTo>
                    <a:pt x="1616" y="180"/>
                  </a:lnTo>
                  <a:lnTo>
                    <a:pt x="1620" y="180"/>
                  </a:lnTo>
                  <a:lnTo>
                    <a:pt x="1623" y="184"/>
                  </a:lnTo>
                  <a:lnTo>
                    <a:pt x="1627" y="184"/>
                  </a:lnTo>
                  <a:lnTo>
                    <a:pt x="1631" y="187"/>
                  </a:lnTo>
                  <a:lnTo>
                    <a:pt x="1634" y="187"/>
                  </a:lnTo>
                  <a:lnTo>
                    <a:pt x="1638" y="191"/>
                  </a:lnTo>
                  <a:lnTo>
                    <a:pt x="1641" y="195"/>
                  </a:lnTo>
                  <a:lnTo>
                    <a:pt x="1645" y="198"/>
                  </a:lnTo>
                  <a:lnTo>
                    <a:pt x="1649" y="202"/>
                  </a:lnTo>
                  <a:lnTo>
                    <a:pt x="1652" y="205"/>
                  </a:lnTo>
                  <a:lnTo>
                    <a:pt x="1656" y="209"/>
                  </a:lnTo>
                  <a:lnTo>
                    <a:pt x="1659" y="213"/>
                  </a:lnTo>
                  <a:lnTo>
                    <a:pt x="1663" y="216"/>
                  </a:lnTo>
                  <a:lnTo>
                    <a:pt x="1667" y="220"/>
                  </a:lnTo>
                  <a:lnTo>
                    <a:pt x="1670" y="223"/>
                  </a:lnTo>
                  <a:lnTo>
                    <a:pt x="1674" y="227"/>
                  </a:lnTo>
                  <a:lnTo>
                    <a:pt x="1674" y="231"/>
                  </a:lnTo>
                  <a:lnTo>
                    <a:pt x="1677" y="234"/>
                  </a:lnTo>
                  <a:lnTo>
                    <a:pt x="1681" y="238"/>
                  </a:lnTo>
                  <a:lnTo>
                    <a:pt x="1685" y="241"/>
                  </a:lnTo>
                  <a:lnTo>
                    <a:pt x="1688" y="245"/>
                  </a:lnTo>
                  <a:lnTo>
                    <a:pt x="1692" y="249"/>
                  </a:lnTo>
                  <a:lnTo>
                    <a:pt x="1692" y="252"/>
                  </a:lnTo>
                  <a:lnTo>
                    <a:pt x="1695" y="256"/>
                  </a:lnTo>
                  <a:lnTo>
                    <a:pt x="1699" y="259"/>
                  </a:lnTo>
                  <a:lnTo>
                    <a:pt x="1703" y="263"/>
                  </a:lnTo>
                  <a:lnTo>
                    <a:pt x="1706" y="267"/>
                  </a:lnTo>
                  <a:lnTo>
                    <a:pt x="1710" y="270"/>
                  </a:lnTo>
                  <a:lnTo>
                    <a:pt x="1713" y="274"/>
                  </a:lnTo>
                  <a:lnTo>
                    <a:pt x="1717" y="274"/>
                  </a:lnTo>
                  <a:lnTo>
                    <a:pt x="1721" y="277"/>
                  </a:lnTo>
                  <a:lnTo>
                    <a:pt x="1724" y="281"/>
                  </a:lnTo>
                  <a:lnTo>
                    <a:pt x="1728" y="281"/>
                  </a:lnTo>
                  <a:lnTo>
                    <a:pt x="1731" y="281"/>
                  </a:lnTo>
                  <a:lnTo>
                    <a:pt x="1735" y="285"/>
                  </a:lnTo>
                  <a:lnTo>
                    <a:pt x="1739" y="285"/>
                  </a:lnTo>
                  <a:lnTo>
                    <a:pt x="1742" y="285"/>
                  </a:lnTo>
                  <a:lnTo>
                    <a:pt x="1746" y="285"/>
                  </a:lnTo>
                  <a:lnTo>
                    <a:pt x="1749" y="285"/>
                  </a:lnTo>
                  <a:lnTo>
                    <a:pt x="1753" y="281"/>
                  </a:lnTo>
                  <a:lnTo>
                    <a:pt x="1757" y="281"/>
                  </a:lnTo>
                  <a:lnTo>
                    <a:pt x="1760" y="277"/>
                  </a:lnTo>
                  <a:lnTo>
                    <a:pt x="1764" y="277"/>
                  </a:lnTo>
                  <a:lnTo>
                    <a:pt x="1767" y="274"/>
                  </a:lnTo>
                  <a:lnTo>
                    <a:pt x="1771" y="274"/>
                  </a:lnTo>
                  <a:lnTo>
                    <a:pt x="1775" y="270"/>
                  </a:lnTo>
                  <a:lnTo>
                    <a:pt x="1778" y="267"/>
                  </a:lnTo>
                  <a:lnTo>
                    <a:pt x="1782" y="263"/>
                  </a:lnTo>
                  <a:lnTo>
                    <a:pt x="1785" y="259"/>
                  </a:lnTo>
                  <a:lnTo>
                    <a:pt x="1789" y="256"/>
                  </a:lnTo>
                  <a:lnTo>
                    <a:pt x="1793" y="252"/>
                  </a:lnTo>
                  <a:lnTo>
                    <a:pt x="1796" y="249"/>
                  </a:lnTo>
                  <a:lnTo>
                    <a:pt x="1800" y="245"/>
                  </a:lnTo>
                  <a:lnTo>
                    <a:pt x="1803" y="241"/>
                  </a:lnTo>
                  <a:lnTo>
                    <a:pt x="1803" y="238"/>
                  </a:lnTo>
                  <a:lnTo>
                    <a:pt x="1807" y="234"/>
                  </a:lnTo>
                  <a:lnTo>
                    <a:pt x="1811" y="231"/>
                  </a:lnTo>
                  <a:lnTo>
                    <a:pt x="1814" y="227"/>
                  </a:lnTo>
                  <a:lnTo>
                    <a:pt x="1818" y="223"/>
                  </a:lnTo>
                  <a:lnTo>
                    <a:pt x="1818" y="220"/>
                  </a:lnTo>
                  <a:lnTo>
                    <a:pt x="1821" y="216"/>
                  </a:lnTo>
                  <a:lnTo>
                    <a:pt x="1825" y="213"/>
                  </a:lnTo>
                  <a:lnTo>
                    <a:pt x="1829" y="209"/>
                  </a:lnTo>
                  <a:lnTo>
                    <a:pt x="1829" y="205"/>
                  </a:lnTo>
                  <a:lnTo>
                    <a:pt x="1832" y="202"/>
                  </a:lnTo>
                  <a:lnTo>
                    <a:pt x="1836" y="198"/>
                  </a:lnTo>
                  <a:lnTo>
                    <a:pt x="1839" y="195"/>
                  </a:lnTo>
                  <a:lnTo>
                    <a:pt x="1843" y="191"/>
                  </a:lnTo>
                  <a:lnTo>
                    <a:pt x="1847" y="187"/>
                  </a:lnTo>
                  <a:lnTo>
                    <a:pt x="1850" y="184"/>
                  </a:lnTo>
                  <a:lnTo>
                    <a:pt x="1854" y="180"/>
                  </a:lnTo>
                  <a:lnTo>
                    <a:pt x="1857" y="177"/>
                  </a:lnTo>
                  <a:lnTo>
                    <a:pt x="1861" y="173"/>
                  </a:lnTo>
                  <a:lnTo>
                    <a:pt x="1865" y="169"/>
                  </a:lnTo>
                  <a:lnTo>
                    <a:pt x="1868" y="169"/>
                  </a:lnTo>
                  <a:lnTo>
                    <a:pt x="1872" y="169"/>
                  </a:lnTo>
                  <a:lnTo>
                    <a:pt x="1875" y="166"/>
                  </a:lnTo>
                  <a:lnTo>
                    <a:pt x="1879" y="166"/>
                  </a:lnTo>
                  <a:lnTo>
                    <a:pt x="1883" y="166"/>
                  </a:lnTo>
                  <a:lnTo>
                    <a:pt x="1886" y="166"/>
                  </a:lnTo>
                  <a:lnTo>
                    <a:pt x="1890" y="169"/>
                  </a:lnTo>
                  <a:lnTo>
                    <a:pt x="1893" y="169"/>
                  </a:lnTo>
                  <a:lnTo>
                    <a:pt x="1897" y="169"/>
                  </a:lnTo>
                  <a:lnTo>
                    <a:pt x="1901" y="173"/>
                  </a:lnTo>
                  <a:lnTo>
                    <a:pt x="1904" y="173"/>
                  </a:lnTo>
                  <a:lnTo>
                    <a:pt x="1908" y="177"/>
                  </a:lnTo>
                  <a:lnTo>
                    <a:pt x="1911" y="180"/>
                  </a:lnTo>
                  <a:lnTo>
                    <a:pt x="1915" y="184"/>
                  </a:lnTo>
                  <a:lnTo>
                    <a:pt x="1919" y="187"/>
                  </a:lnTo>
                  <a:lnTo>
                    <a:pt x="1922" y="191"/>
                  </a:lnTo>
                  <a:lnTo>
                    <a:pt x="1926" y="195"/>
                  </a:lnTo>
                  <a:lnTo>
                    <a:pt x="1929" y="198"/>
                  </a:lnTo>
                  <a:lnTo>
                    <a:pt x="1933" y="202"/>
                  </a:lnTo>
                  <a:lnTo>
                    <a:pt x="1937" y="205"/>
                  </a:lnTo>
                  <a:lnTo>
                    <a:pt x="1940" y="209"/>
                  </a:lnTo>
                  <a:lnTo>
                    <a:pt x="1940" y="213"/>
                  </a:lnTo>
                  <a:lnTo>
                    <a:pt x="1944" y="216"/>
                  </a:lnTo>
                  <a:lnTo>
                    <a:pt x="1947" y="220"/>
                  </a:lnTo>
                  <a:lnTo>
                    <a:pt x="1947" y="223"/>
                  </a:lnTo>
                  <a:lnTo>
                    <a:pt x="1951" y="227"/>
                  </a:lnTo>
                  <a:lnTo>
                    <a:pt x="1955" y="231"/>
                  </a:lnTo>
                  <a:lnTo>
                    <a:pt x="1955" y="234"/>
                  </a:lnTo>
                  <a:lnTo>
                    <a:pt x="1958" y="238"/>
                  </a:lnTo>
                  <a:lnTo>
                    <a:pt x="1962" y="241"/>
                  </a:lnTo>
                  <a:lnTo>
                    <a:pt x="1965" y="245"/>
                  </a:lnTo>
                  <a:lnTo>
                    <a:pt x="1965" y="249"/>
                  </a:lnTo>
                  <a:lnTo>
                    <a:pt x="1969" y="252"/>
                  </a:lnTo>
                  <a:lnTo>
                    <a:pt x="1973" y="256"/>
                  </a:lnTo>
                  <a:lnTo>
                    <a:pt x="1973" y="259"/>
                  </a:lnTo>
                  <a:lnTo>
                    <a:pt x="1976" y="263"/>
                  </a:lnTo>
                  <a:lnTo>
                    <a:pt x="1980" y="267"/>
                  </a:lnTo>
                  <a:lnTo>
                    <a:pt x="1983" y="270"/>
                  </a:lnTo>
                  <a:lnTo>
                    <a:pt x="1987" y="274"/>
                  </a:lnTo>
                  <a:lnTo>
                    <a:pt x="1991" y="277"/>
                  </a:lnTo>
                  <a:lnTo>
                    <a:pt x="1994" y="281"/>
                  </a:lnTo>
                  <a:lnTo>
                    <a:pt x="1998" y="285"/>
                  </a:lnTo>
                  <a:lnTo>
                    <a:pt x="2001" y="288"/>
                  </a:lnTo>
                  <a:lnTo>
                    <a:pt x="2005" y="292"/>
                  </a:lnTo>
                  <a:lnTo>
                    <a:pt x="2009" y="292"/>
                  </a:lnTo>
                  <a:lnTo>
                    <a:pt x="2012" y="295"/>
                  </a:lnTo>
                  <a:lnTo>
                    <a:pt x="2016" y="295"/>
                  </a:lnTo>
                  <a:lnTo>
                    <a:pt x="2019" y="295"/>
                  </a:lnTo>
                  <a:lnTo>
                    <a:pt x="2023" y="295"/>
                  </a:lnTo>
                  <a:lnTo>
                    <a:pt x="2027" y="295"/>
                  </a:lnTo>
                  <a:lnTo>
                    <a:pt x="2030" y="295"/>
                  </a:lnTo>
                  <a:lnTo>
                    <a:pt x="2034" y="292"/>
                  </a:lnTo>
                  <a:lnTo>
                    <a:pt x="2037" y="292"/>
                  </a:lnTo>
                  <a:lnTo>
                    <a:pt x="2041" y="288"/>
                  </a:lnTo>
                  <a:lnTo>
                    <a:pt x="2045" y="285"/>
                  </a:lnTo>
                  <a:lnTo>
                    <a:pt x="2048" y="285"/>
                  </a:lnTo>
                  <a:lnTo>
                    <a:pt x="2052" y="281"/>
                  </a:lnTo>
                  <a:lnTo>
                    <a:pt x="2055" y="277"/>
                  </a:lnTo>
                  <a:lnTo>
                    <a:pt x="2059" y="274"/>
                  </a:lnTo>
                  <a:lnTo>
                    <a:pt x="2063" y="270"/>
                  </a:lnTo>
                  <a:lnTo>
                    <a:pt x="2066" y="267"/>
                  </a:lnTo>
                  <a:lnTo>
                    <a:pt x="2070" y="263"/>
                  </a:lnTo>
                  <a:lnTo>
                    <a:pt x="2070" y="259"/>
                  </a:lnTo>
                  <a:lnTo>
                    <a:pt x="2073" y="256"/>
                  </a:lnTo>
                  <a:lnTo>
                    <a:pt x="2077" y="252"/>
                  </a:lnTo>
                  <a:lnTo>
                    <a:pt x="2077" y="249"/>
                  </a:lnTo>
                  <a:lnTo>
                    <a:pt x="2081" y="245"/>
                  </a:lnTo>
                  <a:lnTo>
                    <a:pt x="2081" y="241"/>
                  </a:lnTo>
                  <a:lnTo>
                    <a:pt x="2084" y="238"/>
                  </a:lnTo>
                  <a:lnTo>
                    <a:pt x="2088" y="234"/>
                  </a:lnTo>
                  <a:lnTo>
                    <a:pt x="2088" y="231"/>
                  </a:lnTo>
                  <a:lnTo>
                    <a:pt x="2091" y="227"/>
                  </a:lnTo>
                  <a:lnTo>
                    <a:pt x="2095" y="223"/>
                  </a:lnTo>
                  <a:lnTo>
                    <a:pt x="2095" y="220"/>
                  </a:lnTo>
                  <a:lnTo>
                    <a:pt x="2099" y="216"/>
                  </a:lnTo>
                  <a:lnTo>
                    <a:pt x="2099" y="213"/>
                  </a:lnTo>
                  <a:lnTo>
                    <a:pt x="2102" y="209"/>
                  </a:lnTo>
                  <a:lnTo>
                    <a:pt x="2106" y="205"/>
                  </a:lnTo>
                  <a:lnTo>
                    <a:pt x="2106" y="202"/>
                  </a:lnTo>
                  <a:lnTo>
                    <a:pt x="2109" y="198"/>
                  </a:lnTo>
                  <a:lnTo>
                    <a:pt x="2113" y="195"/>
                  </a:lnTo>
                  <a:lnTo>
                    <a:pt x="2113" y="191"/>
                  </a:lnTo>
                  <a:lnTo>
                    <a:pt x="2117" y="187"/>
                  </a:lnTo>
                  <a:lnTo>
                    <a:pt x="2120" y="184"/>
                  </a:lnTo>
                  <a:lnTo>
                    <a:pt x="2124" y="180"/>
                  </a:lnTo>
                  <a:lnTo>
                    <a:pt x="2124" y="177"/>
                  </a:lnTo>
                  <a:lnTo>
                    <a:pt x="2127" y="173"/>
                  </a:lnTo>
                  <a:lnTo>
                    <a:pt x="2131" y="169"/>
                  </a:lnTo>
                  <a:lnTo>
                    <a:pt x="2135" y="166"/>
                  </a:lnTo>
                  <a:lnTo>
                    <a:pt x="2138" y="162"/>
                  </a:lnTo>
                  <a:lnTo>
                    <a:pt x="2142" y="159"/>
                  </a:lnTo>
                  <a:lnTo>
                    <a:pt x="2145" y="155"/>
                  </a:lnTo>
                  <a:lnTo>
                    <a:pt x="2149" y="155"/>
                  </a:lnTo>
                  <a:lnTo>
                    <a:pt x="2153" y="155"/>
                  </a:lnTo>
                  <a:lnTo>
                    <a:pt x="2156" y="151"/>
                  </a:lnTo>
                  <a:lnTo>
                    <a:pt x="2160" y="151"/>
                  </a:lnTo>
                  <a:lnTo>
                    <a:pt x="2163" y="151"/>
                  </a:lnTo>
                  <a:lnTo>
                    <a:pt x="2167" y="151"/>
                  </a:lnTo>
                  <a:lnTo>
                    <a:pt x="2171" y="155"/>
                  </a:lnTo>
                  <a:lnTo>
                    <a:pt x="2174" y="155"/>
                  </a:lnTo>
                  <a:lnTo>
                    <a:pt x="2178" y="159"/>
                  </a:lnTo>
                  <a:lnTo>
                    <a:pt x="2181" y="159"/>
                  </a:lnTo>
                  <a:lnTo>
                    <a:pt x="2185" y="162"/>
                  </a:lnTo>
                  <a:lnTo>
                    <a:pt x="2189" y="166"/>
                  </a:lnTo>
                  <a:lnTo>
                    <a:pt x="2192" y="169"/>
                  </a:lnTo>
                  <a:lnTo>
                    <a:pt x="2196" y="173"/>
                  </a:lnTo>
                  <a:lnTo>
                    <a:pt x="2199" y="177"/>
                  </a:lnTo>
                  <a:lnTo>
                    <a:pt x="2203" y="180"/>
                  </a:lnTo>
                  <a:lnTo>
                    <a:pt x="2203" y="184"/>
                  </a:lnTo>
                  <a:lnTo>
                    <a:pt x="2207" y="187"/>
                  </a:lnTo>
                  <a:lnTo>
                    <a:pt x="2210" y="191"/>
                  </a:lnTo>
                  <a:lnTo>
                    <a:pt x="2210" y="195"/>
                  </a:lnTo>
                  <a:lnTo>
                    <a:pt x="2214" y="198"/>
                  </a:lnTo>
                  <a:lnTo>
                    <a:pt x="2217" y="202"/>
                  </a:lnTo>
                  <a:lnTo>
                    <a:pt x="2217" y="205"/>
                  </a:lnTo>
                  <a:lnTo>
                    <a:pt x="2221" y="209"/>
                  </a:lnTo>
                  <a:lnTo>
                    <a:pt x="2221" y="213"/>
                  </a:lnTo>
                  <a:lnTo>
                    <a:pt x="2225" y="216"/>
                  </a:lnTo>
                  <a:lnTo>
                    <a:pt x="2225" y="220"/>
                  </a:lnTo>
                  <a:lnTo>
                    <a:pt x="2228" y="223"/>
                  </a:lnTo>
                  <a:lnTo>
                    <a:pt x="2232" y="227"/>
                  </a:lnTo>
                  <a:lnTo>
                    <a:pt x="2232" y="231"/>
                  </a:lnTo>
                  <a:lnTo>
                    <a:pt x="2235" y="234"/>
                  </a:lnTo>
                  <a:lnTo>
                    <a:pt x="2235" y="238"/>
                  </a:lnTo>
                  <a:lnTo>
                    <a:pt x="2239" y="241"/>
                  </a:lnTo>
                  <a:lnTo>
                    <a:pt x="2239" y="245"/>
                  </a:lnTo>
                  <a:lnTo>
                    <a:pt x="2243" y="249"/>
                  </a:lnTo>
                  <a:lnTo>
                    <a:pt x="2243" y="252"/>
                  </a:lnTo>
                  <a:lnTo>
                    <a:pt x="2246" y="256"/>
                  </a:lnTo>
                  <a:lnTo>
                    <a:pt x="2250" y="259"/>
                  </a:lnTo>
                  <a:lnTo>
                    <a:pt x="2250" y="263"/>
                  </a:lnTo>
                  <a:lnTo>
                    <a:pt x="2253" y="267"/>
                  </a:lnTo>
                  <a:lnTo>
                    <a:pt x="2253" y="270"/>
                  </a:lnTo>
                  <a:lnTo>
                    <a:pt x="2257" y="274"/>
                  </a:lnTo>
                  <a:lnTo>
                    <a:pt x="2261" y="277"/>
                  </a:lnTo>
                  <a:lnTo>
                    <a:pt x="2261" y="281"/>
                  </a:lnTo>
                  <a:lnTo>
                    <a:pt x="2264" y="285"/>
                  </a:lnTo>
                  <a:lnTo>
                    <a:pt x="2268" y="288"/>
                  </a:lnTo>
                  <a:lnTo>
                    <a:pt x="2268" y="292"/>
                  </a:lnTo>
                  <a:lnTo>
                    <a:pt x="2271" y="295"/>
                  </a:lnTo>
                  <a:lnTo>
                    <a:pt x="2275" y="299"/>
                  </a:lnTo>
                  <a:lnTo>
                    <a:pt x="2279" y="303"/>
                  </a:lnTo>
                  <a:lnTo>
                    <a:pt x="2282" y="306"/>
                  </a:lnTo>
                  <a:lnTo>
                    <a:pt x="2286" y="310"/>
                  </a:lnTo>
                  <a:lnTo>
                    <a:pt x="2289" y="310"/>
                  </a:lnTo>
                  <a:lnTo>
                    <a:pt x="2293" y="313"/>
                  </a:lnTo>
                  <a:lnTo>
                    <a:pt x="2297" y="313"/>
                  </a:lnTo>
                  <a:lnTo>
                    <a:pt x="2300" y="313"/>
                  </a:lnTo>
                  <a:lnTo>
                    <a:pt x="2304" y="313"/>
                  </a:lnTo>
                  <a:lnTo>
                    <a:pt x="2307" y="313"/>
                  </a:lnTo>
                  <a:lnTo>
                    <a:pt x="2311" y="310"/>
                  </a:lnTo>
                  <a:lnTo>
                    <a:pt x="2315" y="310"/>
                  </a:lnTo>
                  <a:lnTo>
                    <a:pt x="2318" y="306"/>
                  </a:lnTo>
                  <a:lnTo>
                    <a:pt x="2322" y="303"/>
                  </a:lnTo>
                  <a:lnTo>
                    <a:pt x="2325" y="299"/>
                  </a:lnTo>
                  <a:lnTo>
                    <a:pt x="2329" y="295"/>
                  </a:lnTo>
                  <a:lnTo>
                    <a:pt x="2333" y="292"/>
                  </a:lnTo>
                  <a:lnTo>
                    <a:pt x="2336" y="288"/>
                  </a:lnTo>
                  <a:lnTo>
                    <a:pt x="2340" y="285"/>
                  </a:lnTo>
                  <a:lnTo>
                    <a:pt x="2340" y="281"/>
                  </a:lnTo>
                  <a:lnTo>
                    <a:pt x="2343" y="277"/>
                  </a:lnTo>
                  <a:lnTo>
                    <a:pt x="2347" y="274"/>
                  </a:lnTo>
                  <a:lnTo>
                    <a:pt x="2347" y="270"/>
                  </a:lnTo>
                  <a:lnTo>
                    <a:pt x="2351" y="267"/>
                  </a:lnTo>
                  <a:lnTo>
                    <a:pt x="2351" y="263"/>
                  </a:lnTo>
                  <a:lnTo>
                    <a:pt x="2354" y="259"/>
                  </a:lnTo>
                  <a:lnTo>
                    <a:pt x="2354" y="256"/>
                  </a:lnTo>
                  <a:lnTo>
                    <a:pt x="2358" y="252"/>
                  </a:lnTo>
                  <a:lnTo>
                    <a:pt x="2361" y="249"/>
                  </a:lnTo>
                  <a:lnTo>
                    <a:pt x="2361" y="245"/>
                  </a:lnTo>
                  <a:lnTo>
                    <a:pt x="2361" y="241"/>
                  </a:lnTo>
                  <a:lnTo>
                    <a:pt x="2365" y="238"/>
                  </a:lnTo>
                  <a:lnTo>
                    <a:pt x="2365" y="234"/>
                  </a:lnTo>
                  <a:lnTo>
                    <a:pt x="2369" y="231"/>
                  </a:lnTo>
                  <a:lnTo>
                    <a:pt x="2369" y="227"/>
                  </a:lnTo>
                  <a:lnTo>
                    <a:pt x="2372" y="223"/>
                  </a:lnTo>
                  <a:lnTo>
                    <a:pt x="2372" y="220"/>
                  </a:lnTo>
                  <a:lnTo>
                    <a:pt x="2376" y="216"/>
                  </a:lnTo>
                  <a:lnTo>
                    <a:pt x="2376" y="213"/>
                  </a:lnTo>
                  <a:lnTo>
                    <a:pt x="2379" y="209"/>
                  </a:lnTo>
                  <a:lnTo>
                    <a:pt x="2379" y="205"/>
                  </a:lnTo>
                  <a:lnTo>
                    <a:pt x="2383" y="202"/>
                  </a:lnTo>
                  <a:lnTo>
                    <a:pt x="2383" y="198"/>
                  </a:lnTo>
                  <a:lnTo>
                    <a:pt x="2387" y="195"/>
                  </a:lnTo>
                  <a:lnTo>
                    <a:pt x="2387" y="191"/>
                  </a:lnTo>
                  <a:lnTo>
                    <a:pt x="2390" y="187"/>
                  </a:lnTo>
                  <a:lnTo>
                    <a:pt x="2390" y="184"/>
                  </a:lnTo>
                  <a:lnTo>
                    <a:pt x="2394" y="180"/>
                  </a:lnTo>
                  <a:lnTo>
                    <a:pt x="2394" y="177"/>
                  </a:lnTo>
                  <a:lnTo>
                    <a:pt x="2397" y="173"/>
                  </a:lnTo>
                  <a:lnTo>
                    <a:pt x="2397" y="169"/>
                  </a:lnTo>
                  <a:lnTo>
                    <a:pt x="2401" y="166"/>
                  </a:lnTo>
                  <a:lnTo>
                    <a:pt x="2405" y="162"/>
                  </a:lnTo>
                  <a:lnTo>
                    <a:pt x="2405" y="159"/>
                  </a:lnTo>
                  <a:lnTo>
                    <a:pt x="2408" y="155"/>
                  </a:lnTo>
                  <a:lnTo>
                    <a:pt x="2412" y="151"/>
                  </a:lnTo>
                  <a:lnTo>
                    <a:pt x="2415" y="148"/>
                  </a:lnTo>
                  <a:lnTo>
                    <a:pt x="2415" y="144"/>
                  </a:lnTo>
                  <a:lnTo>
                    <a:pt x="2419" y="141"/>
                  </a:lnTo>
                  <a:lnTo>
                    <a:pt x="2423" y="137"/>
                  </a:lnTo>
                  <a:lnTo>
                    <a:pt x="2426" y="133"/>
                  </a:lnTo>
                  <a:lnTo>
                    <a:pt x="2430" y="130"/>
                  </a:lnTo>
                  <a:lnTo>
                    <a:pt x="2433" y="130"/>
                  </a:lnTo>
                  <a:lnTo>
                    <a:pt x="2437" y="130"/>
                  </a:lnTo>
                  <a:lnTo>
                    <a:pt x="2441" y="130"/>
                  </a:lnTo>
                  <a:lnTo>
                    <a:pt x="2444" y="130"/>
                  </a:lnTo>
                  <a:lnTo>
                    <a:pt x="2448" y="130"/>
                  </a:lnTo>
                  <a:lnTo>
                    <a:pt x="2451" y="133"/>
                  </a:lnTo>
                  <a:lnTo>
                    <a:pt x="2455" y="133"/>
                  </a:lnTo>
                  <a:lnTo>
                    <a:pt x="2459" y="137"/>
                  </a:lnTo>
                  <a:lnTo>
                    <a:pt x="2462" y="141"/>
                  </a:lnTo>
                  <a:lnTo>
                    <a:pt x="2466" y="144"/>
                  </a:lnTo>
                  <a:lnTo>
                    <a:pt x="2469" y="148"/>
                  </a:lnTo>
                  <a:lnTo>
                    <a:pt x="2473" y="151"/>
                  </a:lnTo>
                  <a:lnTo>
                    <a:pt x="2473" y="155"/>
                  </a:lnTo>
                  <a:lnTo>
                    <a:pt x="2477" y="159"/>
                  </a:lnTo>
                  <a:lnTo>
                    <a:pt x="2477" y="162"/>
                  </a:lnTo>
                  <a:lnTo>
                    <a:pt x="2480" y="166"/>
                  </a:lnTo>
                  <a:lnTo>
                    <a:pt x="2484" y="169"/>
                  </a:lnTo>
                  <a:lnTo>
                    <a:pt x="2484" y="173"/>
                  </a:lnTo>
                  <a:lnTo>
                    <a:pt x="2487" y="177"/>
                  </a:lnTo>
                  <a:lnTo>
                    <a:pt x="2487" y="180"/>
                  </a:lnTo>
                  <a:lnTo>
                    <a:pt x="2491" y="184"/>
                  </a:lnTo>
                  <a:lnTo>
                    <a:pt x="2491" y="187"/>
                  </a:lnTo>
                  <a:lnTo>
                    <a:pt x="2495" y="191"/>
                  </a:lnTo>
                  <a:lnTo>
                    <a:pt x="2495" y="195"/>
                  </a:lnTo>
                  <a:lnTo>
                    <a:pt x="2495" y="198"/>
                  </a:lnTo>
                  <a:lnTo>
                    <a:pt x="2498" y="202"/>
                  </a:lnTo>
                  <a:lnTo>
                    <a:pt x="2498" y="205"/>
                  </a:lnTo>
                  <a:lnTo>
                    <a:pt x="2502" y="209"/>
                  </a:lnTo>
                  <a:lnTo>
                    <a:pt x="2502" y="213"/>
                  </a:lnTo>
                  <a:lnTo>
                    <a:pt x="2505" y="216"/>
                  </a:lnTo>
                  <a:lnTo>
                    <a:pt x="2505" y="220"/>
                  </a:lnTo>
                  <a:lnTo>
                    <a:pt x="2509" y="223"/>
                  </a:lnTo>
                  <a:lnTo>
                    <a:pt x="2509" y="227"/>
                  </a:lnTo>
                  <a:lnTo>
                    <a:pt x="2509" y="231"/>
                  </a:lnTo>
                  <a:lnTo>
                    <a:pt x="2513" y="234"/>
                  </a:lnTo>
                  <a:lnTo>
                    <a:pt x="2513" y="238"/>
                  </a:lnTo>
                  <a:lnTo>
                    <a:pt x="2513" y="241"/>
                  </a:lnTo>
                  <a:lnTo>
                    <a:pt x="2516" y="245"/>
                  </a:lnTo>
                  <a:lnTo>
                    <a:pt x="2516" y="249"/>
                  </a:lnTo>
                  <a:lnTo>
                    <a:pt x="2520" y="252"/>
                  </a:lnTo>
                  <a:lnTo>
                    <a:pt x="2520" y="256"/>
                  </a:lnTo>
                  <a:lnTo>
                    <a:pt x="2520" y="259"/>
                  </a:lnTo>
                  <a:lnTo>
                    <a:pt x="2523" y="263"/>
                  </a:lnTo>
                  <a:lnTo>
                    <a:pt x="2527" y="267"/>
                  </a:lnTo>
                  <a:lnTo>
                    <a:pt x="2527" y="270"/>
                  </a:lnTo>
                  <a:lnTo>
                    <a:pt x="2527" y="274"/>
                  </a:lnTo>
                  <a:lnTo>
                    <a:pt x="2531" y="277"/>
                  </a:lnTo>
                  <a:lnTo>
                    <a:pt x="2531" y="281"/>
                  </a:lnTo>
                  <a:lnTo>
                    <a:pt x="2534" y="285"/>
                  </a:lnTo>
                  <a:lnTo>
                    <a:pt x="2534" y="288"/>
                  </a:lnTo>
                  <a:lnTo>
                    <a:pt x="2538" y="292"/>
                  </a:lnTo>
                  <a:lnTo>
                    <a:pt x="2538" y="295"/>
                  </a:lnTo>
                  <a:lnTo>
                    <a:pt x="2538" y="299"/>
                  </a:lnTo>
                  <a:lnTo>
                    <a:pt x="2541" y="303"/>
                  </a:lnTo>
                  <a:lnTo>
                    <a:pt x="2545" y="306"/>
                  </a:lnTo>
                  <a:lnTo>
                    <a:pt x="2545" y="310"/>
                  </a:lnTo>
                  <a:lnTo>
                    <a:pt x="2549" y="313"/>
                  </a:lnTo>
                  <a:lnTo>
                    <a:pt x="2549" y="317"/>
                  </a:lnTo>
                  <a:lnTo>
                    <a:pt x="2552" y="321"/>
                  </a:lnTo>
                  <a:lnTo>
                    <a:pt x="2556" y="324"/>
                  </a:lnTo>
                  <a:lnTo>
                    <a:pt x="2556" y="328"/>
                  </a:lnTo>
                  <a:lnTo>
                    <a:pt x="2559" y="331"/>
                  </a:lnTo>
                  <a:lnTo>
                    <a:pt x="2563" y="335"/>
                  </a:lnTo>
                  <a:lnTo>
                    <a:pt x="2567" y="339"/>
                  </a:lnTo>
                  <a:lnTo>
                    <a:pt x="2570" y="342"/>
                  </a:lnTo>
                  <a:lnTo>
                    <a:pt x="2574" y="342"/>
                  </a:lnTo>
                  <a:lnTo>
                    <a:pt x="2577" y="346"/>
                  </a:lnTo>
                  <a:lnTo>
                    <a:pt x="2581" y="346"/>
                  </a:lnTo>
                  <a:lnTo>
                    <a:pt x="2585" y="346"/>
                  </a:lnTo>
                  <a:lnTo>
                    <a:pt x="2588" y="342"/>
                  </a:lnTo>
                  <a:lnTo>
                    <a:pt x="2592" y="342"/>
                  </a:lnTo>
                  <a:lnTo>
                    <a:pt x="2595" y="339"/>
                  </a:lnTo>
                  <a:lnTo>
                    <a:pt x="2599" y="335"/>
                  </a:lnTo>
                  <a:lnTo>
                    <a:pt x="2603" y="331"/>
                  </a:lnTo>
                  <a:lnTo>
                    <a:pt x="2606" y="328"/>
                  </a:lnTo>
                  <a:lnTo>
                    <a:pt x="2606" y="324"/>
                  </a:lnTo>
                  <a:lnTo>
                    <a:pt x="2610" y="321"/>
                  </a:lnTo>
                  <a:lnTo>
                    <a:pt x="2613" y="317"/>
                  </a:lnTo>
                  <a:lnTo>
                    <a:pt x="2613" y="313"/>
                  </a:lnTo>
                  <a:lnTo>
                    <a:pt x="2617" y="310"/>
                  </a:lnTo>
                  <a:lnTo>
                    <a:pt x="2617" y="306"/>
                  </a:lnTo>
                  <a:lnTo>
                    <a:pt x="2621" y="303"/>
                  </a:lnTo>
                  <a:lnTo>
                    <a:pt x="2621" y="299"/>
                  </a:lnTo>
                  <a:lnTo>
                    <a:pt x="2624" y="295"/>
                  </a:lnTo>
                  <a:lnTo>
                    <a:pt x="2624" y="292"/>
                  </a:lnTo>
                  <a:lnTo>
                    <a:pt x="2624" y="288"/>
                  </a:lnTo>
                  <a:lnTo>
                    <a:pt x="2628" y="285"/>
                  </a:lnTo>
                  <a:lnTo>
                    <a:pt x="2628" y="281"/>
                  </a:lnTo>
                  <a:lnTo>
                    <a:pt x="2631" y="277"/>
                  </a:lnTo>
                  <a:lnTo>
                    <a:pt x="2631" y="274"/>
                  </a:lnTo>
                  <a:lnTo>
                    <a:pt x="2631" y="270"/>
                  </a:lnTo>
                  <a:lnTo>
                    <a:pt x="2635" y="267"/>
                  </a:lnTo>
                  <a:lnTo>
                    <a:pt x="2635" y="263"/>
                  </a:lnTo>
                  <a:lnTo>
                    <a:pt x="2639" y="259"/>
                  </a:lnTo>
                  <a:lnTo>
                    <a:pt x="2639" y="256"/>
                  </a:lnTo>
                  <a:lnTo>
                    <a:pt x="2639" y="252"/>
                  </a:lnTo>
                  <a:lnTo>
                    <a:pt x="2642" y="249"/>
                  </a:lnTo>
                  <a:lnTo>
                    <a:pt x="2642" y="245"/>
                  </a:lnTo>
                  <a:lnTo>
                    <a:pt x="2642" y="241"/>
                  </a:lnTo>
                  <a:lnTo>
                    <a:pt x="2646" y="234"/>
                  </a:lnTo>
                  <a:lnTo>
                    <a:pt x="2646" y="231"/>
                  </a:lnTo>
                  <a:lnTo>
                    <a:pt x="2649" y="227"/>
                  </a:lnTo>
                  <a:lnTo>
                    <a:pt x="2649" y="223"/>
                  </a:lnTo>
                  <a:lnTo>
                    <a:pt x="2649" y="220"/>
                  </a:lnTo>
                  <a:lnTo>
                    <a:pt x="2653" y="216"/>
                  </a:lnTo>
                  <a:lnTo>
                    <a:pt x="2653" y="213"/>
                  </a:lnTo>
                  <a:lnTo>
                    <a:pt x="2657" y="209"/>
                  </a:lnTo>
                  <a:lnTo>
                    <a:pt x="2657" y="202"/>
                  </a:lnTo>
                  <a:lnTo>
                    <a:pt x="2657" y="198"/>
                  </a:lnTo>
                  <a:lnTo>
                    <a:pt x="2660" y="195"/>
                  </a:lnTo>
                  <a:lnTo>
                    <a:pt x="2660" y="191"/>
                  </a:lnTo>
                  <a:lnTo>
                    <a:pt x="2664" y="187"/>
                  </a:lnTo>
                  <a:lnTo>
                    <a:pt x="2664" y="184"/>
                  </a:lnTo>
                  <a:lnTo>
                    <a:pt x="2664" y="180"/>
                  </a:lnTo>
                  <a:lnTo>
                    <a:pt x="2667" y="177"/>
                  </a:lnTo>
                  <a:lnTo>
                    <a:pt x="2667" y="173"/>
                  </a:lnTo>
                  <a:lnTo>
                    <a:pt x="2667" y="169"/>
                  </a:lnTo>
                  <a:lnTo>
                    <a:pt x="2671" y="162"/>
                  </a:lnTo>
                  <a:lnTo>
                    <a:pt x="2671" y="159"/>
                  </a:lnTo>
                  <a:lnTo>
                    <a:pt x="2675" y="155"/>
                  </a:lnTo>
                  <a:lnTo>
                    <a:pt x="2675" y="151"/>
                  </a:lnTo>
                  <a:lnTo>
                    <a:pt x="2675" y="148"/>
                  </a:lnTo>
                  <a:lnTo>
                    <a:pt x="2678" y="144"/>
                  </a:lnTo>
                  <a:lnTo>
                    <a:pt x="2678" y="141"/>
                  </a:lnTo>
                  <a:lnTo>
                    <a:pt x="2682" y="137"/>
                  </a:lnTo>
                  <a:lnTo>
                    <a:pt x="2682" y="133"/>
                  </a:lnTo>
                  <a:lnTo>
                    <a:pt x="2685" y="130"/>
                  </a:lnTo>
                  <a:lnTo>
                    <a:pt x="2685" y="126"/>
                  </a:lnTo>
                  <a:lnTo>
                    <a:pt x="2685" y="123"/>
                  </a:lnTo>
                  <a:lnTo>
                    <a:pt x="2689" y="119"/>
                  </a:lnTo>
                  <a:lnTo>
                    <a:pt x="2693" y="115"/>
                  </a:lnTo>
                  <a:lnTo>
                    <a:pt x="2693" y="112"/>
                  </a:lnTo>
                  <a:lnTo>
                    <a:pt x="2696" y="108"/>
                  </a:lnTo>
                  <a:lnTo>
                    <a:pt x="2696" y="105"/>
                  </a:lnTo>
                  <a:lnTo>
                    <a:pt x="2700" y="101"/>
                  </a:lnTo>
                  <a:lnTo>
                    <a:pt x="2703" y="97"/>
                  </a:lnTo>
                  <a:lnTo>
                    <a:pt x="2707" y="94"/>
                  </a:lnTo>
                  <a:lnTo>
                    <a:pt x="2711" y="90"/>
                  </a:lnTo>
                  <a:lnTo>
                    <a:pt x="2714" y="87"/>
                  </a:lnTo>
                  <a:lnTo>
                    <a:pt x="2718" y="83"/>
                  </a:lnTo>
                  <a:lnTo>
                    <a:pt x="2721" y="83"/>
                  </a:lnTo>
                  <a:lnTo>
                    <a:pt x="2725" y="87"/>
                  </a:lnTo>
                  <a:lnTo>
                    <a:pt x="2729" y="87"/>
                  </a:lnTo>
                  <a:lnTo>
                    <a:pt x="2732" y="90"/>
                  </a:lnTo>
                  <a:lnTo>
                    <a:pt x="2736" y="94"/>
                  </a:lnTo>
                  <a:lnTo>
                    <a:pt x="2739" y="97"/>
                  </a:lnTo>
                  <a:lnTo>
                    <a:pt x="2743" y="101"/>
                  </a:lnTo>
                  <a:lnTo>
                    <a:pt x="2743" y="105"/>
                  </a:lnTo>
                  <a:lnTo>
                    <a:pt x="2747" y="108"/>
                  </a:lnTo>
                  <a:lnTo>
                    <a:pt x="2750" y="112"/>
                  </a:lnTo>
                  <a:lnTo>
                    <a:pt x="2750" y="115"/>
                  </a:lnTo>
                  <a:lnTo>
                    <a:pt x="2754" y="119"/>
                  </a:lnTo>
                  <a:lnTo>
                    <a:pt x="2754" y="123"/>
                  </a:lnTo>
                  <a:lnTo>
                    <a:pt x="2754" y="126"/>
                  </a:lnTo>
                  <a:lnTo>
                    <a:pt x="2757" y="130"/>
                  </a:lnTo>
                  <a:lnTo>
                    <a:pt x="2757" y="133"/>
                  </a:lnTo>
                  <a:lnTo>
                    <a:pt x="2761" y="137"/>
                  </a:lnTo>
                  <a:lnTo>
                    <a:pt x="2761" y="141"/>
                  </a:lnTo>
                  <a:lnTo>
                    <a:pt x="2761" y="144"/>
                  </a:lnTo>
                  <a:lnTo>
                    <a:pt x="2765" y="148"/>
                  </a:lnTo>
                  <a:lnTo>
                    <a:pt x="2765" y="155"/>
                  </a:lnTo>
                  <a:lnTo>
                    <a:pt x="2768" y="159"/>
                  </a:lnTo>
                  <a:lnTo>
                    <a:pt x="2768" y="162"/>
                  </a:lnTo>
                  <a:lnTo>
                    <a:pt x="2768" y="166"/>
                  </a:lnTo>
                  <a:lnTo>
                    <a:pt x="2772" y="169"/>
                  </a:lnTo>
                  <a:lnTo>
                    <a:pt x="2772" y="177"/>
                  </a:lnTo>
                  <a:lnTo>
                    <a:pt x="2775" y="180"/>
                  </a:lnTo>
                  <a:lnTo>
                    <a:pt x="2775" y="184"/>
                  </a:lnTo>
                  <a:lnTo>
                    <a:pt x="2775" y="187"/>
                  </a:lnTo>
                  <a:lnTo>
                    <a:pt x="2779" y="195"/>
                  </a:lnTo>
                  <a:lnTo>
                    <a:pt x="2779" y="198"/>
                  </a:lnTo>
                  <a:lnTo>
                    <a:pt x="2779" y="202"/>
                  </a:lnTo>
                  <a:lnTo>
                    <a:pt x="2783" y="209"/>
                  </a:lnTo>
                  <a:lnTo>
                    <a:pt x="2783" y="213"/>
                  </a:lnTo>
                  <a:lnTo>
                    <a:pt x="2786" y="216"/>
                  </a:lnTo>
                  <a:lnTo>
                    <a:pt x="2786" y="223"/>
                  </a:lnTo>
                  <a:lnTo>
                    <a:pt x="2786" y="227"/>
                  </a:lnTo>
                  <a:lnTo>
                    <a:pt x="2790" y="234"/>
                  </a:lnTo>
                  <a:lnTo>
                    <a:pt x="2790" y="238"/>
                  </a:lnTo>
                  <a:lnTo>
                    <a:pt x="2793" y="241"/>
                  </a:lnTo>
                  <a:lnTo>
                    <a:pt x="2793" y="249"/>
                  </a:lnTo>
                  <a:lnTo>
                    <a:pt x="2793" y="252"/>
                  </a:lnTo>
                  <a:lnTo>
                    <a:pt x="2797" y="259"/>
                  </a:lnTo>
                  <a:lnTo>
                    <a:pt x="2797" y="263"/>
                  </a:lnTo>
                  <a:lnTo>
                    <a:pt x="2797" y="270"/>
                  </a:lnTo>
                  <a:lnTo>
                    <a:pt x="2801" y="274"/>
                  </a:lnTo>
                  <a:lnTo>
                    <a:pt x="2801" y="277"/>
                  </a:lnTo>
                  <a:lnTo>
                    <a:pt x="2804" y="285"/>
                  </a:lnTo>
                  <a:lnTo>
                    <a:pt x="2804" y="288"/>
                  </a:lnTo>
                  <a:lnTo>
                    <a:pt x="2804" y="295"/>
                  </a:lnTo>
                  <a:lnTo>
                    <a:pt x="2808" y="299"/>
                  </a:lnTo>
                  <a:lnTo>
                    <a:pt x="2808" y="303"/>
                  </a:lnTo>
                  <a:lnTo>
                    <a:pt x="2811" y="310"/>
                  </a:lnTo>
                  <a:lnTo>
                    <a:pt x="2811" y="313"/>
                  </a:lnTo>
                  <a:lnTo>
                    <a:pt x="2811" y="317"/>
                  </a:lnTo>
                  <a:lnTo>
                    <a:pt x="2815" y="324"/>
                  </a:lnTo>
                  <a:lnTo>
                    <a:pt x="2815" y="328"/>
                  </a:lnTo>
                  <a:lnTo>
                    <a:pt x="2819" y="331"/>
                  </a:lnTo>
                  <a:lnTo>
                    <a:pt x="2819" y="335"/>
                  </a:lnTo>
                  <a:lnTo>
                    <a:pt x="2819" y="342"/>
                  </a:lnTo>
                  <a:lnTo>
                    <a:pt x="2822" y="346"/>
                  </a:lnTo>
                  <a:lnTo>
                    <a:pt x="2822" y="349"/>
                  </a:lnTo>
                  <a:lnTo>
                    <a:pt x="2822" y="353"/>
                  </a:lnTo>
                  <a:lnTo>
                    <a:pt x="2826" y="357"/>
                  </a:lnTo>
                  <a:lnTo>
                    <a:pt x="2826" y="360"/>
                  </a:lnTo>
                  <a:lnTo>
                    <a:pt x="2829" y="364"/>
                  </a:lnTo>
                  <a:lnTo>
                    <a:pt x="2829" y="367"/>
                  </a:lnTo>
                  <a:lnTo>
                    <a:pt x="2829" y="371"/>
                  </a:lnTo>
                  <a:lnTo>
                    <a:pt x="2833" y="375"/>
                  </a:lnTo>
                  <a:lnTo>
                    <a:pt x="2833" y="378"/>
                  </a:lnTo>
                  <a:lnTo>
                    <a:pt x="2837" y="382"/>
                  </a:lnTo>
                  <a:lnTo>
                    <a:pt x="2837" y="385"/>
                  </a:lnTo>
                  <a:lnTo>
                    <a:pt x="2840" y="389"/>
                  </a:lnTo>
                  <a:lnTo>
                    <a:pt x="2840" y="393"/>
                  </a:lnTo>
                  <a:lnTo>
                    <a:pt x="2844" y="396"/>
                  </a:lnTo>
                  <a:lnTo>
                    <a:pt x="2844" y="400"/>
                  </a:lnTo>
                  <a:lnTo>
                    <a:pt x="2847" y="403"/>
                  </a:lnTo>
                  <a:lnTo>
                    <a:pt x="2851" y="407"/>
                  </a:lnTo>
                  <a:lnTo>
                    <a:pt x="2855" y="411"/>
                  </a:lnTo>
                  <a:lnTo>
                    <a:pt x="2858" y="411"/>
                  </a:lnTo>
                  <a:lnTo>
                    <a:pt x="2862" y="414"/>
                  </a:lnTo>
                  <a:lnTo>
                    <a:pt x="2865" y="411"/>
                  </a:lnTo>
                  <a:lnTo>
                    <a:pt x="2869" y="411"/>
                  </a:lnTo>
                  <a:lnTo>
                    <a:pt x="2873" y="407"/>
                  </a:lnTo>
                  <a:lnTo>
                    <a:pt x="2876" y="403"/>
                  </a:lnTo>
                  <a:lnTo>
                    <a:pt x="2880" y="400"/>
                  </a:lnTo>
                  <a:lnTo>
                    <a:pt x="2880" y="396"/>
                  </a:lnTo>
                  <a:lnTo>
                    <a:pt x="2883" y="393"/>
                  </a:lnTo>
                  <a:lnTo>
                    <a:pt x="2883" y="389"/>
                  </a:lnTo>
                  <a:lnTo>
                    <a:pt x="2883" y="385"/>
                  </a:lnTo>
                  <a:lnTo>
                    <a:pt x="2887" y="382"/>
                  </a:lnTo>
                  <a:lnTo>
                    <a:pt x="2887" y="378"/>
                  </a:lnTo>
                  <a:lnTo>
                    <a:pt x="2891" y="375"/>
                  </a:lnTo>
                  <a:lnTo>
                    <a:pt x="2891" y="371"/>
                  </a:lnTo>
                  <a:lnTo>
                    <a:pt x="2891" y="367"/>
                  </a:lnTo>
                  <a:lnTo>
                    <a:pt x="2894" y="364"/>
                  </a:lnTo>
                  <a:lnTo>
                    <a:pt x="2894" y="360"/>
                  </a:lnTo>
                  <a:lnTo>
                    <a:pt x="2898" y="357"/>
                  </a:lnTo>
                  <a:lnTo>
                    <a:pt x="2898" y="349"/>
                  </a:lnTo>
                  <a:lnTo>
                    <a:pt x="2898" y="346"/>
                  </a:lnTo>
                  <a:lnTo>
                    <a:pt x="2901" y="342"/>
                  </a:lnTo>
                  <a:lnTo>
                    <a:pt x="2901" y="335"/>
                  </a:lnTo>
                  <a:lnTo>
                    <a:pt x="2905" y="331"/>
                  </a:lnTo>
                  <a:lnTo>
                    <a:pt x="2905" y="328"/>
                  </a:lnTo>
                  <a:lnTo>
                    <a:pt x="2905" y="321"/>
                  </a:lnTo>
                  <a:lnTo>
                    <a:pt x="2909" y="317"/>
                  </a:lnTo>
                  <a:lnTo>
                    <a:pt x="2909" y="310"/>
                  </a:lnTo>
                  <a:lnTo>
                    <a:pt x="2909" y="303"/>
                  </a:lnTo>
                  <a:lnTo>
                    <a:pt x="2912" y="299"/>
                  </a:lnTo>
                  <a:lnTo>
                    <a:pt x="2912" y="292"/>
                  </a:lnTo>
                  <a:lnTo>
                    <a:pt x="2916" y="285"/>
                  </a:lnTo>
                  <a:lnTo>
                    <a:pt x="2916" y="281"/>
                  </a:lnTo>
                  <a:lnTo>
                    <a:pt x="2916" y="274"/>
                  </a:lnTo>
                  <a:lnTo>
                    <a:pt x="2919" y="267"/>
                  </a:lnTo>
                  <a:lnTo>
                    <a:pt x="2919" y="259"/>
                  </a:lnTo>
                  <a:lnTo>
                    <a:pt x="2923" y="256"/>
                  </a:lnTo>
                  <a:lnTo>
                    <a:pt x="2923" y="249"/>
                  </a:lnTo>
                  <a:lnTo>
                    <a:pt x="2923" y="241"/>
                  </a:lnTo>
                  <a:lnTo>
                    <a:pt x="2927" y="234"/>
                  </a:lnTo>
                  <a:lnTo>
                    <a:pt x="2927" y="227"/>
                  </a:lnTo>
                  <a:lnTo>
                    <a:pt x="2927" y="220"/>
                  </a:lnTo>
                  <a:lnTo>
                    <a:pt x="2930" y="213"/>
                  </a:lnTo>
                  <a:lnTo>
                    <a:pt x="2930" y="209"/>
                  </a:lnTo>
                  <a:lnTo>
                    <a:pt x="2934" y="202"/>
                  </a:lnTo>
                  <a:lnTo>
                    <a:pt x="2934" y="195"/>
                  </a:lnTo>
                  <a:lnTo>
                    <a:pt x="2934" y="187"/>
                  </a:lnTo>
                  <a:lnTo>
                    <a:pt x="2937" y="180"/>
                  </a:lnTo>
                  <a:lnTo>
                    <a:pt x="2937" y="173"/>
                  </a:lnTo>
                  <a:lnTo>
                    <a:pt x="2941" y="166"/>
                  </a:lnTo>
                  <a:lnTo>
                    <a:pt x="2941" y="159"/>
                  </a:lnTo>
                  <a:lnTo>
                    <a:pt x="2941" y="151"/>
                  </a:lnTo>
                  <a:lnTo>
                    <a:pt x="2945" y="144"/>
                  </a:lnTo>
                  <a:lnTo>
                    <a:pt x="2945" y="141"/>
                  </a:lnTo>
                  <a:lnTo>
                    <a:pt x="2948" y="133"/>
                  </a:lnTo>
                  <a:lnTo>
                    <a:pt x="2948" y="126"/>
                  </a:lnTo>
                  <a:lnTo>
                    <a:pt x="2948" y="119"/>
                  </a:lnTo>
                  <a:lnTo>
                    <a:pt x="2952" y="112"/>
                  </a:lnTo>
                  <a:lnTo>
                    <a:pt x="2952" y="105"/>
                  </a:lnTo>
                  <a:lnTo>
                    <a:pt x="2952" y="97"/>
                  </a:lnTo>
                  <a:lnTo>
                    <a:pt x="2955" y="94"/>
                  </a:lnTo>
                  <a:lnTo>
                    <a:pt x="2955" y="87"/>
                  </a:lnTo>
                  <a:lnTo>
                    <a:pt x="2959" y="79"/>
                  </a:lnTo>
                  <a:lnTo>
                    <a:pt x="2959" y="76"/>
                  </a:lnTo>
                  <a:lnTo>
                    <a:pt x="2959" y="69"/>
                  </a:lnTo>
                  <a:lnTo>
                    <a:pt x="2963" y="61"/>
                  </a:lnTo>
                  <a:lnTo>
                    <a:pt x="2963" y="58"/>
                  </a:lnTo>
                  <a:lnTo>
                    <a:pt x="2966" y="51"/>
                  </a:lnTo>
                  <a:lnTo>
                    <a:pt x="2966" y="47"/>
                  </a:lnTo>
                  <a:lnTo>
                    <a:pt x="2966" y="40"/>
                  </a:lnTo>
                  <a:lnTo>
                    <a:pt x="2970" y="36"/>
                  </a:lnTo>
                  <a:lnTo>
                    <a:pt x="2970" y="29"/>
                  </a:lnTo>
                  <a:lnTo>
                    <a:pt x="2970" y="25"/>
                  </a:lnTo>
                  <a:lnTo>
                    <a:pt x="2973" y="22"/>
                  </a:lnTo>
                  <a:lnTo>
                    <a:pt x="2973" y="15"/>
                  </a:lnTo>
                  <a:lnTo>
                    <a:pt x="2977" y="11"/>
                  </a:lnTo>
                  <a:lnTo>
                    <a:pt x="2977" y="7"/>
                  </a:lnTo>
                  <a:lnTo>
                    <a:pt x="2977" y="4"/>
                  </a:lnTo>
                  <a:lnTo>
                    <a:pt x="2981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6" name="Freeform 134"/>
            <p:cNvSpPr>
              <a:spLocks/>
            </p:cNvSpPr>
            <p:nvPr/>
          </p:nvSpPr>
          <p:spPr bwMode="auto">
            <a:xfrm>
              <a:off x="3730" y="1048"/>
              <a:ext cx="363" cy="2462"/>
            </a:xfrm>
            <a:custGeom>
              <a:avLst/>
              <a:gdLst/>
              <a:ahLst/>
              <a:cxnLst>
                <a:cxn ang="0">
                  <a:pos x="3" y="1785"/>
                </a:cxn>
                <a:cxn ang="0">
                  <a:pos x="10" y="1771"/>
                </a:cxn>
                <a:cxn ang="0">
                  <a:pos x="25" y="1764"/>
                </a:cxn>
                <a:cxn ang="0">
                  <a:pos x="36" y="1778"/>
                </a:cxn>
                <a:cxn ang="0">
                  <a:pos x="43" y="1793"/>
                </a:cxn>
                <a:cxn ang="0">
                  <a:pos x="46" y="1811"/>
                </a:cxn>
                <a:cxn ang="0">
                  <a:pos x="54" y="1832"/>
                </a:cxn>
                <a:cxn ang="0">
                  <a:pos x="57" y="1857"/>
                </a:cxn>
                <a:cxn ang="0">
                  <a:pos x="64" y="1886"/>
                </a:cxn>
                <a:cxn ang="0">
                  <a:pos x="72" y="1922"/>
                </a:cxn>
                <a:cxn ang="0">
                  <a:pos x="75" y="1955"/>
                </a:cxn>
                <a:cxn ang="0">
                  <a:pos x="82" y="1994"/>
                </a:cxn>
                <a:cxn ang="0">
                  <a:pos x="86" y="2034"/>
                </a:cxn>
                <a:cxn ang="0">
                  <a:pos x="93" y="2077"/>
                </a:cxn>
                <a:cxn ang="0">
                  <a:pos x="97" y="2117"/>
                </a:cxn>
                <a:cxn ang="0">
                  <a:pos x="104" y="2160"/>
                </a:cxn>
                <a:cxn ang="0">
                  <a:pos x="108" y="2203"/>
                </a:cxn>
                <a:cxn ang="0">
                  <a:pos x="115" y="2243"/>
                </a:cxn>
                <a:cxn ang="0">
                  <a:pos x="118" y="2286"/>
                </a:cxn>
                <a:cxn ang="0">
                  <a:pos x="126" y="2322"/>
                </a:cxn>
                <a:cxn ang="0">
                  <a:pos x="133" y="2354"/>
                </a:cxn>
                <a:cxn ang="0">
                  <a:pos x="136" y="2387"/>
                </a:cxn>
                <a:cxn ang="0">
                  <a:pos x="144" y="2412"/>
                </a:cxn>
                <a:cxn ang="0">
                  <a:pos x="147" y="2433"/>
                </a:cxn>
                <a:cxn ang="0">
                  <a:pos x="154" y="2451"/>
                </a:cxn>
                <a:cxn ang="0">
                  <a:pos x="165" y="2462"/>
                </a:cxn>
                <a:cxn ang="0">
                  <a:pos x="176" y="2448"/>
                </a:cxn>
                <a:cxn ang="0">
                  <a:pos x="183" y="2430"/>
                </a:cxn>
                <a:cxn ang="0">
                  <a:pos x="187" y="2405"/>
                </a:cxn>
                <a:cxn ang="0">
                  <a:pos x="194" y="2369"/>
                </a:cxn>
                <a:cxn ang="0">
                  <a:pos x="198" y="2329"/>
                </a:cxn>
                <a:cxn ang="0">
                  <a:pos x="205" y="2279"/>
                </a:cxn>
                <a:cxn ang="0">
                  <a:pos x="208" y="2221"/>
                </a:cxn>
                <a:cxn ang="0">
                  <a:pos x="216" y="2156"/>
                </a:cxn>
                <a:cxn ang="0">
                  <a:pos x="219" y="2084"/>
                </a:cxn>
                <a:cxn ang="0">
                  <a:pos x="226" y="2005"/>
                </a:cxn>
                <a:cxn ang="0">
                  <a:pos x="230" y="1919"/>
                </a:cxn>
                <a:cxn ang="0">
                  <a:pos x="237" y="1825"/>
                </a:cxn>
                <a:cxn ang="0">
                  <a:pos x="244" y="1731"/>
                </a:cxn>
                <a:cxn ang="0">
                  <a:pos x="248" y="1631"/>
                </a:cxn>
                <a:cxn ang="0">
                  <a:pos x="255" y="1523"/>
                </a:cxn>
                <a:cxn ang="0">
                  <a:pos x="259" y="1418"/>
                </a:cxn>
                <a:cxn ang="0">
                  <a:pos x="266" y="1307"/>
                </a:cxn>
                <a:cxn ang="0">
                  <a:pos x="270" y="1195"/>
                </a:cxn>
                <a:cxn ang="0">
                  <a:pos x="277" y="1087"/>
                </a:cxn>
                <a:cxn ang="0">
                  <a:pos x="280" y="975"/>
                </a:cxn>
                <a:cxn ang="0">
                  <a:pos x="288" y="867"/>
                </a:cxn>
                <a:cxn ang="0">
                  <a:pos x="295" y="763"/>
                </a:cxn>
                <a:cxn ang="0">
                  <a:pos x="298" y="659"/>
                </a:cxn>
                <a:cxn ang="0">
                  <a:pos x="306" y="562"/>
                </a:cxn>
                <a:cxn ang="0">
                  <a:pos x="309" y="472"/>
                </a:cxn>
                <a:cxn ang="0">
                  <a:pos x="316" y="385"/>
                </a:cxn>
                <a:cxn ang="0">
                  <a:pos x="320" y="306"/>
                </a:cxn>
                <a:cxn ang="0">
                  <a:pos x="327" y="234"/>
                </a:cxn>
                <a:cxn ang="0">
                  <a:pos x="331" y="173"/>
                </a:cxn>
                <a:cxn ang="0">
                  <a:pos x="338" y="119"/>
                </a:cxn>
                <a:cxn ang="0">
                  <a:pos x="342" y="76"/>
                </a:cxn>
                <a:cxn ang="0">
                  <a:pos x="349" y="40"/>
                </a:cxn>
                <a:cxn ang="0">
                  <a:pos x="356" y="18"/>
                </a:cxn>
                <a:cxn ang="0">
                  <a:pos x="360" y="4"/>
                </a:cxn>
              </a:cxnLst>
              <a:rect l="0" t="0" r="r" b="b"/>
              <a:pathLst>
                <a:path w="363" h="2462">
                  <a:moveTo>
                    <a:pt x="0" y="1796"/>
                  </a:moveTo>
                  <a:lnTo>
                    <a:pt x="0" y="1793"/>
                  </a:lnTo>
                  <a:lnTo>
                    <a:pt x="3" y="1789"/>
                  </a:lnTo>
                  <a:lnTo>
                    <a:pt x="3" y="1785"/>
                  </a:lnTo>
                  <a:lnTo>
                    <a:pt x="3" y="1782"/>
                  </a:lnTo>
                  <a:lnTo>
                    <a:pt x="7" y="1778"/>
                  </a:lnTo>
                  <a:lnTo>
                    <a:pt x="10" y="1775"/>
                  </a:lnTo>
                  <a:lnTo>
                    <a:pt x="10" y="1771"/>
                  </a:lnTo>
                  <a:lnTo>
                    <a:pt x="14" y="1767"/>
                  </a:lnTo>
                  <a:lnTo>
                    <a:pt x="18" y="1764"/>
                  </a:lnTo>
                  <a:lnTo>
                    <a:pt x="21" y="1764"/>
                  </a:lnTo>
                  <a:lnTo>
                    <a:pt x="25" y="1764"/>
                  </a:lnTo>
                  <a:lnTo>
                    <a:pt x="28" y="1767"/>
                  </a:lnTo>
                  <a:lnTo>
                    <a:pt x="32" y="1771"/>
                  </a:lnTo>
                  <a:lnTo>
                    <a:pt x="32" y="1775"/>
                  </a:lnTo>
                  <a:lnTo>
                    <a:pt x="36" y="1778"/>
                  </a:lnTo>
                  <a:lnTo>
                    <a:pt x="39" y="1782"/>
                  </a:lnTo>
                  <a:lnTo>
                    <a:pt x="39" y="1785"/>
                  </a:lnTo>
                  <a:lnTo>
                    <a:pt x="39" y="1789"/>
                  </a:lnTo>
                  <a:lnTo>
                    <a:pt x="43" y="1793"/>
                  </a:lnTo>
                  <a:lnTo>
                    <a:pt x="43" y="1796"/>
                  </a:lnTo>
                  <a:lnTo>
                    <a:pt x="46" y="1803"/>
                  </a:lnTo>
                  <a:lnTo>
                    <a:pt x="46" y="1807"/>
                  </a:lnTo>
                  <a:lnTo>
                    <a:pt x="46" y="1811"/>
                  </a:lnTo>
                  <a:lnTo>
                    <a:pt x="50" y="1818"/>
                  </a:lnTo>
                  <a:lnTo>
                    <a:pt x="50" y="1821"/>
                  </a:lnTo>
                  <a:lnTo>
                    <a:pt x="54" y="1829"/>
                  </a:lnTo>
                  <a:lnTo>
                    <a:pt x="54" y="1832"/>
                  </a:lnTo>
                  <a:lnTo>
                    <a:pt x="54" y="1839"/>
                  </a:lnTo>
                  <a:lnTo>
                    <a:pt x="57" y="1847"/>
                  </a:lnTo>
                  <a:lnTo>
                    <a:pt x="57" y="1850"/>
                  </a:lnTo>
                  <a:lnTo>
                    <a:pt x="57" y="1857"/>
                  </a:lnTo>
                  <a:lnTo>
                    <a:pt x="61" y="1865"/>
                  </a:lnTo>
                  <a:lnTo>
                    <a:pt x="61" y="1872"/>
                  </a:lnTo>
                  <a:lnTo>
                    <a:pt x="64" y="1879"/>
                  </a:lnTo>
                  <a:lnTo>
                    <a:pt x="64" y="1886"/>
                  </a:lnTo>
                  <a:lnTo>
                    <a:pt x="64" y="1897"/>
                  </a:lnTo>
                  <a:lnTo>
                    <a:pt x="68" y="1904"/>
                  </a:lnTo>
                  <a:lnTo>
                    <a:pt x="68" y="1911"/>
                  </a:lnTo>
                  <a:lnTo>
                    <a:pt x="72" y="1922"/>
                  </a:lnTo>
                  <a:lnTo>
                    <a:pt x="72" y="1929"/>
                  </a:lnTo>
                  <a:lnTo>
                    <a:pt x="72" y="1937"/>
                  </a:lnTo>
                  <a:lnTo>
                    <a:pt x="75" y="1947"/>
                  </a:lnTo>
                  <a:lnTo>
                    <a:pt x="75" y="1955"/>
                  </a:lnTo>
                  <a:lnTo>
                    <a:pt x="75" y="1965"/>
                  </a:lnTo>
                  <a:lnTo>
                    <a:pt x="79" y="1976"/>
                  </a:lnTo>
                  <a:lnTo>
                    <a:pt x="79" y="1983"/>
                  </a:lnTo>
                  <a:lnTo>
                    <a:pt x="82" y="1994"/>
                  </a:lnTo>
                  <a:lnTo>
                    <a:pt x="82" y="2005"/>
                  </a:lnTo>
                  <a:lnTo>
                    <a:pt x="82" y="2012"/>
                  </a:lnTo>
                  <a:lnTo>
                    <a:pt x="86" y="2023"/>
                  </a:lnTo>
                  <a:lnTo>
                    <a:pt x="86" y="2034"/>
                  </a:lnTo>
                  <a:lnTo>
                    <a:pt x="90" y="2045"/>
                  </a:lnTo>
                  <a:lnTo>
                    <a:pt x="90" y="2055"/>
                  </a:lnTo>
                  <a:lnTo>
                    <a:pt x="90" y="2066"/>
                  </a:lnTo>
                  <a:lnTo>
                    <a:pt x="93" y="2077"/>
                  </a:lnTo>
                  <a:lnTo>
                    <a:pt x="93" y="2088"/>
                  </a:lnTo>
                  <a:lnTo>
                    <a:pt x="97" y="2095"/>
                  </a:lnTo>
                  <a:lnTo>
                    <a:pt x="97" y="2106"/>
                  </a:lnTo>
                  <a:lnTo>
                    <a:pt x="97" y="2117"/>
                  </a:lnTo>
                  <a:lnTo>
                    <a:pt x="100" y="2127"/>
                  </a:lnTo>
                  <a:lnTo>
                    <a:pt x="100" y="2138"/>
                  </a:lnTo>
                  <a:lnTo>
                    <a:pt x="100" y="2149"/>
                  </a:lnTo>
                  <a:lnTo>
                    <a:pt x="104" y="2160"/>
                  </a:lnTo>
                  <a:lnTo>
                    <a:pt x="104" y="2171"/>
                  </a:lnTo>
                  <a:lnTo>
                    <a:pt x="108" y="2181"/>
                  </a:lnTo>
                  <a:lnTo>
                    <a:pt x="108" y="2192"/>
                  </a:lnTo>
                  <a:lnTo>
                    <a:pt x="108" y="2203"/>
                  </a:lnTo>
                  <a:lnTo>
                    <a:pt x="111" y="2214"/>
                  </a:lnTo>
                  <a:lnTo>
                    <a:pt x="111" y="2225"/>
                  </a:lnTo>
                  <a:lnTo>
                    <a:pt x="115" y="2235"/>
                  </a:lnTo>
                  <a:lnTo>
                    <a:pt x="115" y="2243"/>
                  </a:lnTo>
                  <a:lnTo>
                    <a:pt x="115" y="2253"/>
                  </a:lnTo>
                  <a:lnTo>
                    <a:pt x="118" y="2264"/>
                  </a:lnTo>
                  <a:lnTo>
                    <a:pt x="118" y="2275"/>
                  </a:lnTo>
                  <a:lnTo>
                    <a:pt x="118" y="2286"/>
                  </a:lnTo>
                  <a:lnTo>
                    <a:pt x="122" y="2293"/>
                  </a:lnTo>
                  <a:lnTo>
                    <a:pt x="122" y="2304"/>
                  </a:lnTo>
                  <a:lnTo>
                    <a:pt x="126" y="2311"/>
                  </a:lnTo>
                  <a:lnTo>
                    <a:pt x="126" y="2322"/>
                  </a:lnTo>
                  <a:lnTo>
                    <a:pt x="126" y="2329"/>
                  </a:lnTo>
                  <a:lnTo>
                    <a:pt x="129" y="2340"/>
                  </a:lnTo>
                  <a:lnTo>
                    <a:pt x="129" y="2347"/>
                  </a:lnTo>
                  <a:lnTo>
                    <a:pt x="133" y="2354"/>
                  </a:lnTo>
                  <a:lnTo>
                    <a:pt x="133" y="2365"/>
                  </a:lnTo>
                  <a:lnTo>
                    <a:pt x="133" y="2372"/>
                  </a:lnTo>
                  <a:lnTo>
                    <a:pt x="136" y="2379"/>
                  </a:lnTo>
                  <a:lnTo>
                    <a:pt x="136" y="2387"/>
                  </a:lnTo>
                  <a:lnTo>
                    <a:pt x="140" y="2394"/>
                  </a:lnTo>
                  <a:lnTo>
                    <a:pt x="140" y="2401"/>
                  </a:lnTo>
                  <a:lnTo>
                    <a:pt x="140" y="2408"/>
                  </a:lnTo>
                  <a:lnTo>
                    <a:pt x="144" y="2412"/>
                  </a:lnTo>
                  <a:lnTo>
                    <a:pt x="144" y="2419"/>
                  </a:lnTo>
                  <a:lnTo>
                    <a:pt x="144" y="2423"/>
                  </a:lnTo>
                  <a:lnTo>
                    <a:pt x="147" y="2430"/>
                  </a:lnTo>
                  <a:lnTo>
                    <a:pt x="147" y="2433"/>
                  </a:lnTo>
                  <a:lnTo>
                    <a:pt x="151" y="2437"/>
                  </a:lnTo>
                  <a:lnTo>
                    <a:pt x="151" y="2444"/>
                  </a:lnTo>
                  <a:lnTo>
                    <a:pt x="151" y="2448"/>
                  </a:lnTo>
                  <a:lnTo>
                    <a:pt x="154" y="2451"/>
                  </a:lnTo>
                  <a:lnTo>
                    <a:pt x="158" y="2455"/>
                  </a:lnTo>
                  <a:lnTo>
                    <a:pt x="158" y="2459"/>
                  </a:lnTo>
                  <a:lnTo>
                    <a:pt x="162" y="2462"/>
                  </a:lnTo>
                  <a:lnTo>
                    <a:pt x="165" y="2462"/>
                  </a:lnTo>
                  <a:lnTo>
                    <a:pt x="169" y="2459"/>
                  </a:lnTo>
                  <a:lnTo>
                    <a:pt x="172" y="2455"/>
                  </a:lnTo>
                  <a:lnTo>
                    <a:pt x="176" y="2451"/>
                  </a:lnTo>
                  <a:lnTo>
                    <a:pt x="176" y="2448"/>
                  </a:lnTo>
                  <a:lnTo>
                    <a:pt x="176" y="2444"/>
                  </a:lnTo>
                  <a:lnTo>
                    <a:pt x="180" y="2441"/>
                  </a:lnTo>
                  <a:lnTo>
                    <a:pt x="180" y="2437"/>
                  </a:lnTo>
                  <a:lnTo>
                    <a:pt x="183" y="2430"/>
                  </a:lnTo>
                  <a:lnTo>
                    <a:pt x="183" y="2426"/>
                  </a:lnTo>
                  <a:lnTo>
                    <a:pt x="183" y="2419"/>
                  </a:lnTo>
                  <a:lnTo>
                    <a:pt x="187" y="2412"/>
                  </a:lnTo>
                  <a:lnTo>
                    <a:pt x="187" y="2405"/>
                  </a:lnTo>
                  <a:lnTo>
                    <a:pt x="187" y="2397"/>
                  </a:lnTo>
                  <a:lnTo>
                    <a:pt x="190" y="2387"/>
                  </a:lnTo>
                  <a:lnTo>
                    <a:pt x="190" y="2379"/>
                  </a:lnTo>
                  <a:lnTo>
                    <a:pt x="194" y="2369"/>
                  </a:lnTo>
                  <a:lnTo>
                    <a:pt x="194" y="2361"/>
                  </a:lnTo>
                  <a:lnTo>
                    <a:pt x="194" y="2351"/>
                  </a:lnTo>
                  <a:lnTo>
                    <a:pt x="198" y="2340"/>
                  </a:lnTo>
                  <a:lnTo>
                    <a:pt x="198" y="2329"/>
                  </a:lnTo>
                  <a:lnTo>
                    <a:pt x="201" y="2315"/>
                  </a:lnTo>
                  <a:lnTo>
                    <a:pt x="201" y="2304"/>
                  </a:lnTo>
                  <a:lnTo>
                    <a:pt x="201" y="2293"/>
                  </a:lnTo>
                  <a:lnTo>
                    <a:pt x="205" y="2279"/>
                  </a:lnTo>
                  <a:lnTo>
                    <a:pt x="205" y="2264"/>
                  </a:lnTo>
                  <a:lnTo>
                    <a:pt x="205" y="2250"/>
                  </a:lnTo>
                  <a:lnTo>
                    <a:pt x="208" y="2235"/>
                  </a:lnTo>
                  <a:lnTo>
                    <a:pt x="208" y="2221"/>
                  </a:lnTo>
                  <a:lnTo>
                    <a:pt x="212" y="2203"/>
                  </a:lnTo>
                  <a:lnTo>
                    <a:pt x="212" y="2189"/>
                  </a:lnTo>
                  <a:lnTo>
                    <a:pt x="212" y="2171"/>
                  </a:lnTo>
                  <a:lnTo>
                    <a:pt x="216" y="2156"/>
                  </a:lnTo>
                  <a:lnTo>
                    <a:pt x="216" y="2138"/>
                  </a:lnTo>
                  <a:lnTo>
                    <a:pt x="219" y="2120"/>
                  </a:lnTo>
                  <a:lnTo>
                    <a:pt x="219" y="2102"/>
                  </a:lnTo>
                  <a:lnTo>
                    <a:pt x="219" y="2084"/>
                  </a:lnTo>
                  <a:lnTo>
                    <a:pt x="223" y="2063"/>
                  </a:lnTo>
                  <a:lnTo>
                    <a:pt x="223" y="2045"/>
                  </a:lnTo>
                  <a:lnTo>
                    <a:pt x="226" y="2023"/>
                  </a:lnTo>
                  <a:lnTo>
                    <a:pt x="226" y="2005"/>
                  </a:lnTo>
                  <a:lnTo>
                    <a:pt x="226" y="1983"/>
                  </a:lnTo>
                  <a:lnTo>
                    <a:pt x="230" y="1962"/>
                  </a:lnTo>
                  <a:lnTo>
                    <a:pt x="230" y="1940"/>
                  </a:lnTo>
                  <a:lnTo>
                    <a:pt x="230" y="1919"/>
                  </a:lnTo>
                  <a:lnTo>
                    <a:pt x="234" y="1897"/>
                  </a:lnTo>
                  <a:lnTo>
                    <a:pt x="234" y="1872"/>
                  </a:lnTo>
                  <a:lnTo>
                    <a:pt x="237" y="1850"/>
                  </a:lnTo>
                  <a:lnTo>
                    <a:pt x="237" y="1825"/>
                  </a:lnTo>
                  <a:lnTo>
                    <a:pt x="237" y="1803"/>
                  </a:lnTo>
                  <a:lnTo>
                    <a:pt x="241" y="1778"/>
                  </a:lnTo>
                  <a:lnTo>
                    <a:pt x="241" y="1753"/>
                  </a:lnTo>
                  <a:lnTo>
                    <a:pt x="244" y="1731"/>
                  </a:lnTo>
                  <a:lnTo>
                    <a:pt x="244" y="1706"/>
                  </a:lnTo>
                  <a:lnTo>
                    <a:pt x="244" y="1681"/>
                  </a:lnTo>
                  <a:lnTo>
                    <a:pt x="248" y="1656"/>
                  </a:lnTo>
                  <a:lnTo>
                    <a:pt x="248" y="1631"/>
                  </a:lnTo>
                  <a:lnTo>
                    <a:pt x="252" y="1602"/>
                  </a:lnTo>
                  <a:lnTo>
                    <a:pt x="252" y="1577"/>
                  </a:lnTo>
                  <a:lnTo>
                    <a:pt x="252" y="1551"/>
                  </a:lnTo>
                  <a:lnTo>
                    <a:pt x="255" y="1523"/>
                  </a:lnTo>
                  <a:lnTo>
                    <a:pt x="255" y="1497"/>
                  </a:lnTo>
                  <a:lnTo>
                    <a:pt x="255" y="1472"/>
                  </a:lnTo>
                  <a:lnTo>
                    <a:pt x="259" y="1443"/>
                  </a:lnTo>
                  <a:lnTo>
                    <a:pt x="259" y="1418"/>
                  </a:lnTo>
                  <a:lnTo>
                    <a:pt x="262" y="1389"/>
                  </a:lnTo>
                  <a:lnTo>
                    <a:pt x="262" y="1361"/>
                  </a:lnTo>
                  <a:lnTo>
                    <a:pt x="262" y="1335"/>
                  </a:lnTo>
                  <a:lnTo>
                    <a:pt x="266" y="1307"/>
                  </a:lnTo>
                  <a:lnTo>
                    <a:pt x="266" y="1281"/>
                  </a:lnTo>
                  <a:lnTo>
                    <a:pt x="270" y="1253"/>
                  </a:lnTo>
                  <a:lnTo>
                    <a:pt x="270" y="1224"/>
                  </a:lnTo>
                  <a:lnTo>
                    <a:pt x="270" y="1195"/>
                  </a:lnTo>
                  <a:lnTo>
                    <a:pt x="273" y="1170"/>
                  </a:lnTo>
                  <a:lnTo>
                    <a:pt x="273" y="1141"/>
                  </a:lnTo>
                  <a:lnTo>
                    <a:pt x="273" y="1112"/>
                  </a:lnTo>
                  <a:lnTo>
                    <a:pt x="277" y="1087"/>
                  </a:lnTo>
                  <a:lnTo>
                    <a:pt x="277" y="1058"/>
                  </a:lnTo>
                  <a:lnTo>
                    <a:pt x="280" y="1029"/>
                  </a:lnTo>
                  <a:lnTo>
                    <a:pt x="280" y="1004"/>
                  </a:lnTo>
                  <a:lnTo>
                    <a:pt x="280" y="975"/>
                  </a:lnTo>
                  <a:lnTo>
                    <a:pt x="284" y="950"/>
                  </a:lnTo>
                  <a:lnTo>
                    <a:pt x="284" y="921"/>
                  </a:lnTo>
                  <a:lnTo>
                    <a:pt x="288" y="896"/>
                  </a:lnTo>
                  <a:lnTo>
                    <a:pt x="288" y="867"/>
                  </a:lnTo>
                  <a:lnTo>
                    <a:pt x="288" y="842"/>
                  </a:lnTo>
                  <a:lnTo>
                    <a:pt x="291" y="813"/>
                  </a:lnTo>
                  <a:lnTo>
                    <a:pt x="291" y="788"/>
                  </a:lnTo>
                  <a:lnTo>
                    <a:pt x="295" y="763"/>
                  </a:lnTo>
                  <a:lnTo>
                    <a:pt x="295" y="738"/>
                  </a:lnTo>
                  <a:lnTo>
                    <a:pt x="295" y="709"/>
                  </a:lnTo>
                  <a:lnTo>
                    <a:pt x="298" y="684"/>
                  </a:lnTo>
                  <a:lnTo>
                    <a:pt x="298" y="659"/>
                  </a:lnTo>
                  <a:lnTo>
                    <a:pt x="298" y="637"/>
                  </a:lnTo>
                  <a:lnTo>
                    <a:pt x="302" y="612"/>
                  </a:lnTo>
                  <a:lnTo>
                    <a:pt x="302" y="587"/>
                  </a:lnTo>
                  <a:lnTo>
                    <a:pt x="306" y="562"/>
                  </a:lnTo>
                  <a:lnTo>
                    <a:pt x="306" y="540"/>
                  </a:lnTo>
                  <a:lnTo>
                    <a:pt x="306" y="515"/>
                  </a:lnTo>
                  <a:lnTo>
                    <a:pt x="309" y="493"/>
                  </a:lnTo>
                  <a:lnTo>
                    <a:pt x="309" y="472"/>
                  </a:lnTo>
                  <a:lnTo>
                    <a:pt x="313" y="450"/>
                  </a:lnTo>
                  <a:lnTo>
                    <a:pt x="313" y="428"/>
                  </a:lnTo>
                  <a:lnTo>
                    <a:pt x="313" y="407"/>
                  </a:lnTo>
                  <a:lnTo>
                    <a:pt x="316" y="385"/>
                  </a:lnTo>
                  <a:lnTo>
                    <a:pt x="316" y="364"/>
                  </a:lnTo>
                  <a:lnTo>
                    <a:pt x="316" y="346"/>
                  </a:lnTo>
                  <a:lnTo>
                    <a:pt x="320" y="324"/>
                  </a:lnTo>
                  <a:lnTo>
                    <a:pt x="320" y="306"/>
                  </a:lnTo>
                  <a:lnTo>
                    <a:pt x="324" y="288"/>
                  </a:lnTo>
                  <a:lnTo>
                    <a:pt x="324" y="270"/>
                  </a:lnTo>
                  <a:lnTo>
                    <a:pt x="324" y="252"/>
                  </a:lnTo>
                  <a:lnTo>
                    <a:pt x="327" y="234"/>
                  </a:lnTo>
                  <a:lnTo>
                    <a:pt x="327" y="220"/>
                  </a:lnTo>
                  <a:lnTo>
                    <a:pt x="331" y="202"/>
                  </a:lnTo>
                  <a:lnTo>
                    <a:pt x="331" y="187"/>
                  </a:lnTo>
                  <a:lnTo>
                    <a:pt x="331" y="173"/>
                  </a:lnTo>
                  <a:lnTo>
                    <a:pt x="334" y="158"/>
                  </a:lnTo>
                  <a:lnTo>
                    <a:pt x="334" y="144"/>
                  </a:lnTo>
                  <a:lnTo>
                    <a:pt x="338" y="133"/>
                  </a:lnTo>
                  <a:lnTo>
                    <a:pt x="338" y="119"/>
                  </a:lnTo>
                  <a:lnTo>
                    <a:pt x="338" y="108"/>
                  </a:lnTo>
                  <a:lnTo>
                    <a:pt x="342" y="97"/>
                  </a:lnTo>
                  <a:lnTo>
                    <a:pt x="342" y="86"/>
                  </a:lnTo>
                  <a:lnTo>
                    <a:pt x="342" y="76"/>
                  </a:lnTo>
                  <a:lnTo>
                    <a:pt x="345" y="65"/>
                  </a:lnTo>
                  <a:lnTo>
                    <a:pt x="345" y="58"/>
                  </a:lnTo>
                  <a:lnTo>
                    <a:pt x="349" y="50"/>
                  </a:lnTo>
                  <a:lnTo>
                    <a:pt x="349" y="40"/>
                  </a:lnTo>
                  <a:lnTo>
                    <a:pt x="349" y="36"/>
                  </a:lnTo>
                  <a:lnTo>
                    <a:pt x="352" y="29"/>
                  </a:lnTo>
                  <a:lnTo>
                    <a:pt x="352" y="22"/>
                  </a:lnTo>
                  <a:lnTo>
                    <a:pt x="356" y="18"/>
                  </a:lnTo>
                  <a:lnTo>
                    <a:pt x="356" y="14"/>
                  </a:lnTo>
                  <a:lnTo>
                    <a:pt x="356" y="11"/>
                  </a:lnTo>
                  <a:lnTo>
                    <a:pt x="360" y="7"/>
                  </a:lnTo>
                  <a:lnTo>
                    <a:pt x="360" y="4"/>
                  </a:lnTo>
                  <a:lnTo>
                    <a:pt x="363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7" name="Freeform 135"/>
            <p:cNvSpPr>
              <a:spLocks/>
            </p:cNvSpPr>
            <p:nvPr/>
          </p:nvSpPr>
          <p:spPr bwMode="auto">
            <a:xfrm>
              <a:off x="4097" y="1048"/>
              <a:ext cx="1112" cy="2462"/>
            </a:xfrm>
            <a:custGeom>
              <a:avLst/>
              <a:gdLst/>
              <a:ahLst/>
              <a:cxnLst>
                <a:cxn ang="0">
                  <a:pos x="14" y="40"/>
                </a:cxn>
                <a:cxn ang="0">
                  <a:pos x="25" y="144"/>
                </a:cxn>
                <a:cxn ang="0">
                  <a:pos x="39" y="306"/>
                </a:cxn>
                <a:cxn ang="0">
                  <a:pos x="54" y="515"/>
                </a:cxn>
                <a:cxn ang="0">
                  <a:pos x="68" y="763"/>
                </a:cxn>
                <a:cxn ang="0">
                  <a:pos x="83" y="1029"/>
                </a:cxn>
                <a:cxn ang="0">
                  <a:pos x="97" y="1307"/>
                </a:cxn>
                <a:cxn ang="0">
                  <a:pos x="111" y="1577"/>
                </a:cxn>
                <a:cxn ang="0">
                  <a:pos x="122" y="1825"/>
                </a:cxn>
                <a:cxn ang="0">
                  <a:pos x="137" y="2045"/>
                </a:cxn>
                <a:cxn ang="0">
                  <a:pos x="151" y="2221"/>
                </a:cxn>
                <a:cxn ang="0">
                  <a:pos x="165" y="2351"/>
                </a:cxn>
                <a:cxn ang="0">
                  <a:pos x="180" y="2430"/>
                </a:cxn>
                <a:cxn ang="0">
                  <a:pos x="201" y="2459"/>
                </a:cxn>
                <a:cxn ang="0">
                  <a:pos x="219" y="2412"/>
                </a:cxn>
                <a:cxn ang="0">
                  <a:pos x="234" y="2340"/>
                </a:cxn>
                <a:cxn ang="0">
                  <a:pos x="248" y="2243"/>
                </a:cxn>
                <a:cxn ang="0">
                  <a:pos x="259" y="2138"/>
                </a:cxn>
                <a:cxn ang="0">
                  <a:pos x="273" y="2034"/>
                </a:cxn>
                <a:cxn ang="0">
                  <a:pos x="288" y="1937"/>
                </a:cxn>
                <a:cxn ang="0">
                  <a:pos x="302" y="1857"/>
                </a:cxn>
                <a:cxn ang="0">
                  <a:pos x="317" y="1803"/>
                </a:cxn>
                <a:cxn ang="0">
                  <a:pos x="338" y="1764"/>
                </a:cxn>
                <a:cxn ang="0">
                  <a:pos x="363" y="1796"/>
                </a:cxn>
                <a:cxn ang="0">
                  <a:pos x="378" y="1843"/>
                </a:cxn>
                <a:cxn ang="0">
                  <a:pos x="389" y="1901"/>
                </a:cxn>
                <a:cxn ang="0">
                  <a:pos x="403" y="1969"/>
                </a:cxn>
                <a:cxn ang="0">
                  <a:pos x="417" y="2037"/>
                </a:cxn>
                <a:cxn ang="0">
                  <a:pos x="432" y="2099"/>
                </a:cxn>
                <a:cxn ang="0">
                  <a:pos x="446" y="2153"/>
                </a:cxn>
                <a:cxn ang="0">
                  <a:pos x="461" y="2189"/>
                </a:cxn>
                <a:cxn ang="0">
                  <a:pos x="493" y="2199"/>
                </a:cxn>
                <a:cxn ang="0">
                  <a:pos x="515" y="2163"/>
                </a:cxn>
                <a:cxn ang="0">
                  <a:pos x="525" y="2124"/>
                </a:cxn>
                <a:cxn ang="0">
                  <a:pos x="540" y="2073"/>
                </a:cxn>
                <a:cxn ang="0">
                  <a:pos x="554" y="2023"/>
                </a:cxn>
                <a:cxn ang="0">
                  <a:pos x="569" y="1976"/>
                </a:cxn>
                <a:cxn ang="0">
                  <a:pos x="583" y="1933"/>
                </a:cxn>
                <a:cxn ang="0">
                  <a:pos x="601" y="1897"/>
                </a:cxn>
                <a:cxn ang="0">
                  <a:pos x="633" y="1886"/>
                </a:cxn>
                <a:cxn ang="0">
                  <a:pos x="655" y="1922"/>
                </a:cxn>
                <a:cxn ang="0">
                  <a:pos x="673" y="1958"/>
                </a:cxn>
                <a:cxn ang="0">
                  <a:pos x="687" y="1998"/>
                </a:cxn>
                <a:cxn ang="0">
                  <a:pos x="698" y="2041"/>
                </a:cxn>
                <a:cxn ang="0">
                  <a:pos x="713" y="2077"/>
                </a:cxn>
                <a:cxn ang="0">
                  <a:pos x="731" y="2113"/>
                </a:cxn>
                <a:cxn ang="0">
                  <a:pos x="763" y="2142"/>
                </a:cxn>
                <a:cxn ang="0">
                  <a:pos x="795" y="2109"/>
                </a:cxn>
                <a:cxn ang="0">
                  <a:pos x="813" y="2073"/>
                </a:cxn>
                <a:cxn ang="0">
                  <a:pos x="828" y="2037"/>
                </a:cxn>
                <a:cxn ang="0">
                  <a:pos x="842" y="2001"/>
                </a:cxn>
                <a:cxn ang="0">
                  <a:pos x="860" y="1965"/>
                </a:cxn>
                <a:cxn ang="0">
                  <a:pos x="889" y="1929"/>
                </a:cxn>
                <a:cxn ang="0">
                  <a:pos x="925" y="1940"/>
                </a:cxn>
                <a:cxn ang="0">
                  <a:pos x="950" y="1976"/>
                </a:cxn>
                <a:cxn ang="0">
                  <a:pos x="968" y="2012"/>
                </a:cxn>
                <a:cxn ang="0">
                  <a:pos x="986" y="2048"/>
                </a:cxn>
                <a:cxn ang="0">
                  <a:pos x="1008" y="2084"/>
                </a:cxn>
                <a:cxn ang="0">
                  <a:pos x="1040" y="2109"/>
                </a:cxn>
                <a:cxn ang="0">
                  <a:pos x="1076" y="2084"/>
                </a:cxn>
                <a:cxn ang="0">
                  <a:pos x="1101" y="2048"/>
                </a:cxn>
              </a:cxnLst>
              <a:rect l="0" t="0" r="r" b="b"/>
              <a:pathLst>
                <a:path w="1112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5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3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1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3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1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9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4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7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5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1" y="2005"/>
                  </a:lnTo>
                  <a:lnTo>
                    <a:pt x="561" y="1998"/>
                  </a:lnTo>
                  <a:lnTo>
                    <a:pt x="561" y="1994"/>
                  </a:lnTo>
                  <a:lnTo>
                    <a:pt x="565" y="1991"/>
                  </a:lnTo>
                  <a:lnTo>
                    <a:pt x="565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69" y="1973"/>
                  </a:lnTo>
                  <a:lnTo>
                    <a:pt x="572" y="1965"/>
                  </a:lnTo>
                  <a:lnTo>
                    <a:pt x="572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79" y="1944"/>
                  </a:lnTo>
                  <a:lnTo>
                    <a:pt x="579" y="1940"/>
                  </a:lnTo>
                  <a:lnTo>
                    <a:pt x="579" y="1937"/>
                  </a:lnTo>
                  <a:lnTo>
                    <a:pt x="583" y="1933"/>
                  </a:lnTo>
                  <a:lnTo>
                    <a:pt x="583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87" y="1919"/>
                  </a:lnTo>
                  <a:lnTo>
                    <a:pt x="590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7" y="1904"/>
                  </a:lnTo>
                  <a:lnTo>
                    <a:pt x="597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5" y="1890"/>
                  </a:lnTo>
                  <a:lnTo>
                    <a:pt x="608" y="1886"/>
                  </a:lnTo>
                  <a:lnTo>
                    <a:pt x="612" y="1883"/>
                  </a:lnTo>
                  <a:lnTo>
                    <a:pt x="615" y="1883"/>
                  </a:lnTo>
                  <a:lnTo>
                    <a:pt x="619" y="1879"/>
                  </a:lnTo>
                  <a:lnTo>
                    <a:pt x="623" y="1883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4" y="1901"/>
                  </a:lnTo>
                  <a:lnTo>
                    <a:pt x="648" y="1904"/>
                  </a:lnTo>
                  <a:lnTo>
                    <a:pt x="648" y="1908"/>
                  </a:lnTo>
                  <a:lnTo>
                    <a:pt x="651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5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2" y="1933"/>
                  </a:lnTo>
                  <a:lnTo>
                    <a:pt x="662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66" y="1947"/>
                  </a:lnTo>
                  <a:lnTo>
                    <a:pt x="669" y="1951"/>
                  </a:lnTo>
                  <a:lnTo>
                    <a:pt x="669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3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0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7" y="1998"/>
                  </a:lnTo>
                  <a:lnTo>
                    <a:pt x="687" y="2005"/>
                  </a:lnTo>
                  <a:lnTo>
                    <a:pt x="687" y="2009"/>
                  </a:lnTo>
                  <a:lnTo>
                    <a:pt x="691" y="2012"/>
                  </a:lnTo>
                  <a:lnTo>
                    <a:pt x="691" y="2016"/>
                  </a:lnTo>
                  <a:lnTo>
                    <a:pt x="691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698" y="2041"/>
                  </a:lnTo>
                  <a:lnTo>
                    <a:pt x="702" y="2045"/>
                  </a:lnTo>
                  <a:lnTo>
                    <a:pt x="702" y="2048"/>
                  </a:lnTo>
                  <a:lnTo>
                    <a:pt x="705" y="2052"/>
                  </a:lnTo>
                  <a:lnTo>
                    <a:pt x="705" y="2055"/>
                  </a:lnTo>
                  <a:lnTo>
                    <a:pt x="705" y="2059"/>
                  </a:lnTo>
                  <a:lnTo>
                    <a:pt x="709" y="2063"/>
                  </a:lnTo>
                  <a:lnTo>
                    <a:pt x="709" y="2066"/>
                  </a:lnTo>
                  <a:lnTo>
                    <a:pt x="709" y="2070"/>
                  </a:lnTo>
                  <a:lnTo>
                    <a:pt x="713" y="2073"/>
                  </a:lnTo>
                  <a:lnTo>
                    <a:pt x="713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16" y="2088"/>
                  </a:lnTo>
                  <a:lnTo>
                    <a:pt x="720" y="2091"/>
                  </a:lnTo>
                  <a:lnTo>
                    <a:pt x="723" y="2095"/>
                  </a:lnTo>
                  <a:lnTo>
                    <a:pt x="723" y="2099"/>
                  </a:lnTo>
                  <a:lnTo>
                    <a:pt x="723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4" y="2120"/>
                  </a:lnTo>
                  <a:lnTo>
                    <a:pt x="738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7" y="2138"/>
                  </a:lnTo>
                  <a:lnTo>
                    <a:pt x="770" y="2138"/>
                  </a:lnTo>
                  <a:lnTo>
                    <a:pt x="774" y="2135"/>
                  </a:lnTo>
                  <a:lnTo>
                    <a:pt x="777" y="2131"/>
                  </a:lnTo>
                  <a:lnTo>
                    <a:pt x="781" y="2127"/>
                  </a:lnTo>
                  <a:lnTo>
                    <a:pt x="785" y="2124"/>
                  </a:lnTo>
                  <a:lnTo>
                    <a:pt x="788" y="2120"/>
                  </a:lnTo>
                  <a:lnTo>
                    <a:pt x="792" y="2117"/>
                  </a:lnTo>
                  <a:lnTo>
                    <a:pt x="792" y="2113"/>
                  </a:lnTo>
                  <a:lnTo>
                    <a:pt x="795" y="2109"/>
                  </a:lnTo>
                  <a:lnTo>
                    <a:pt x="795" y="2106"/>
                  </a:lnTo>
                  <a:lnTo>
                    <a:pt x="799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3" y="2091"/>
                  </a:lnTo>
                  <a:lnTo>
                    <a:pt x="806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0" y="2077"/>
                  </a:lnTo>
                  <a:lnTo>
                    <a:pt x="813" y="2073"/>
                  </a:lnTo>
                  <a:lnTo>
                    <a:pt x="813" y="2070"/>
                  </a:lnTo>
                  <a:lnTo>
                    <a:pt x="817" y="2066"/>
                  </a:lnTo>
                  <a:lnTo>
                    <a:pt x="817" y="2063"/>
                  </a:lnTo>
                  <a:lnTo>
                    <a:pt x="821" y="2059"/>
                  </a:lnTo>
                  <a:lnTo>
                    <a:pt x="821" y="2055"/>
                  </a:lnTo>
                  <a:lnTo>
                    <a:pt x="821" y="2052"/>
                  </a:lnTo>
                  <a:lnTo>
                    <a:pt x="824" y="2048"/>
                  </a:lnTo>
                  <a:lnTo>
                    <a:pt x="824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28" y="2034"/>
                  </a:lnTo>
                  <a:lnTo>
                    <a:pt x="831" y="2030"/>
                  </a:lnTo>
                  <a:lnTo>
                    <a:pt x="831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6"/>
                  </a:lnTo>
                  <a:lnTo>
                    <a:pt x="839" y="2012"/>
                  </a:lnTo>
                  <a:lnTo>
                    <a:pt x="839" y="2009"/>
                  </a:lnTo>
                  <a:lnTo>
                    <a:pt x="842" y="2005"/>
                  </a:lnTo>
                  <a:lnTo>
                    <a:pt x="842" y="2001"/>
                  </a:lnTo>
                  <a:lnTo>
                    <a:pt x="846" y="1998"/>
                  </a:lnTo>
                  <a:lnTo>
                    <a:pt x="846" y="1994"/>
                  </a:lnTo>
                  <a:lnTo>
                    <a:pt x="846" y="1991"/>
                  </a:lnTo>
                  <a:lnTo>
                    <a:pt x="849" y="1987"/>
                  </a:lnTo>
                  <a:lnTo>
                    <a:pt x="853" y="1983"/>
                  </a:lnTo>
                  <a:lnTo>
                    <a:pt x="853" y="1980"/>
                  </a:lnTo>
                  <a:lnTo>
                    <a:pt x="853" y="1976"/>
                  </a:lnTo>
                  <a:lnTo>
                    <a:pt x="857" y="1973"/>
                  </a:lnTo>
                  <a:lnTo>
                    <a:pt x="860" y="1969"/>
                  </a:lnTo>
                  <a:lnTo>
                    <a:pt x="860" y="1965"/>
                  </a:lnTo>
                  <a:lnTo>
                    <a:pt x="864" y="1962"/>
                  </a:lnTo>
                  <a:lnTo>
                    <a:pt x="864" y="1958"/>
                  </a:lnTo>
                  <a:lnTo>
                    <a:pt x="867" y="1955"/>
                  </a:lnTo>
                  <a:lnTo>
                    <a:pt x="867" y="1951"/>
                  </a:lnTo>
                  <a:lnTo>
                    <a:pt x="871" y="1947"/>
                  </a:lnTo>
                  <a:lnTo>
                    <a:pt x="875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3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1" y="1926"/>
                  </a:lnTo>
                  <a:lnTo>
                    <a:pt x="914" y="1929"/>
                  </a:lnTo>
                  <a:lnTo>
                    <a:pt x="918" y="1933"/>
                  </a:lnTo>
                  <a:lnTo>
                    <a:pt x="921" y="1937"/>
                  </a:lnTo>
                  <a:lnTo>
                    <a:pt x="925" y="1940"/>
                  </a:lnTo>
                  <a:lnTo>
                    <a:pt x="929" y="1944"/>
                  </a:lnTo>
                  <a:lnTo>
                    <a:pt x="932" y="1947"/>
                  </a:lnTo>
                  <a:lnTo>
                    <a:pt x="936" y="1951"/>
                  </a:lnTo>
                  <a:lnTo>
                    <a:pt x="936" y="1955"/>
                  </a:lnTo>
                  <a:lnTo>
                    <a:pt x="939" y="1958"/>
                  </a:lnTo>
                  <a:lnTo>
                    <a:pt x="943" y="1962"/>
                  </a:lnTo>
                  <a:lnTo>
                    <a:pt x="943" y="1965"/>
                  </a:lnTo>
                  <a:lnTo>
                    <a:pt x="947" y="1969"/>
                  </a:lnTo>
                  <a:lnTo>
                    <a:pt x="947" y="1973"/>
                  </a:lnTo>
                  <a:lnTo>
                    <a:pt x="950" y="1976"/>
                  </a:lnTo>
                  <a:lnTo>
                    <a:pt x="950" y="1980"/>
                  </a:lnTo>
                  <a:lnTo>
                    <a:pt x="954" y="1983"/>
                  </a:lnTo>
                  <a:lnTo>
                    <a:pt x="954" y="1987"/>
                  </a:lnTo>
                  <a:lnTo>
                    <a:pt x="957" y="1991"/>
                  </a:lnTo>
                  <a:lnTo>
                    <a:pt x="957" y="1994"/>
                  </a:lnTo>
                  <a:lnTo>
                    <a:pt x="961" y="1998"/>
                  </a:lnTo>
                  <a:lnTo>
                    <a:pt x="961" y="2001"/>
                  </a:lnTo>
                  <a:lnTo>
                    <a:pt x="965" y="2005"/>
                  </a:lnTo>
                  <a:lnTo>
                    <a:pt x="965" y="2009"/>
                  </a:lnTo>
                  <a:lnTo>
                    <a:pt x="968" y="2012"/>
                  </a:lnTo>
                  <a:lnTo>
                    <a:pt x="968" y="2016"/>
                  </a:lnTo>
                  <a:lnTo>
                    <a:pt x="972" y="2019"/>
                  </a:lnTo>
                  <a:lnTo>
                    <a:pt x="972" y="2023"/>
                  </a:lnTo>
                  <a:lnTo>
                    <a:pt x="975" y="2027"/>
                  </a:lnTo>
                  <a:lnTo>
                    <a:pt x="975" y="2030"/>
                  </a:lnTo>
                  <a:lnTo>
                    <a:pt x="979" y="2034"/>
                  </a:lnTo>
                  <a:lnTo>
                    <a:pt x="979" y="2037"/>
                  </a:lnTo>
                  <a:lnTo>
                    <a:pt x="983" y="2041"/>
                  </a:lnTo>
                  <a:lnTo>
                    <a:pt x="983" y="2045"/>
                  </a:lnTo>
                  <a:lnTo>
                    <a:pt x="986" y="2048"/>
                  </a:lnTo>
                  <a:lnTo>
                    <a:pt x="986" y="2052"/>
                  </a:lnTo>
                  <a:lnTo>
                    <a:pt x="990" y="2055"/>
                  </a:lnTo>
                  <a:lnTo>
                    <a:pt x="990" y="2059"/>
                  </a:lnTo>
                  <a:lnTo>
                    <a:pt x="993" y="2063"/>
                  </a:lnTo>
                  <a:lnTo>
                    <a:pt x="993" y="2066"/>
                  </a:lnTo>
                  <a:lnTo>
                    <a:pt x="997" y="2070"/>
                  </a:lnTo>
                  <a:lnTo>
                    <a:pt x="1001" y="2073"/>
                  </a:lnTo>
                  <a:lnTo>
                    <a:pt x="1001" y="2077"/>
                  </a:lnTo>
                  <a:lnTo>
                    <a:pt x="1004" y="2081"/>
                  </a:lnTo>
                  <a:lnTo>
                    <a:pt x="1008" y="2084"/>
                  </a:lnTo>
                  <a:lnTo>
                    <a:pt x="1008" y="2088"/>
                  </a:lnTo>
                  <a:lnTo>
                    <a:pt x="1011" y="2091"/>
                  </a:lnTo>
                  <a:lnTo>
                    <a:pt x="1015" y="2095"/>
                  </a:lnTo>
                  <a:lnTo>
                    <a:pt x="1019" y="2099"/>
                  </a:lnTo>
                  <a:lnTo>
                    <a:pt x="1022" y="2102"/>
                  </a:lnTo>
                  <a:lnTo>
                    <a:pt x="1026" y="2106"/>
                  </a:lnTo>
                  <a:lnTo>
                    <a:pt x="1029" y="2106"/>
                  </a:lnTo>
                  <a:lnTo>
                    <a:pt x="1033" y="2109"/>
                  </a:lnTo>
                  <a:lnTo>
                    <a:pt x="1037" y="2109"/>
                  </a:lnTo>
                  <a:lnTo>
                    <a:pt x="1040" y="2109"/>
                  </a:lnTo>
                  <a:lnTo>
                    <a:pt x="1044" y="2109"/>
                  </a:lnTo>
                  <a:lnTo>
                    <a:pt x="1047" y="2109"/>
                  </a:lnTo>
                  <a:lnTo>
                    <a:pt x="1051" y="2106"/>
                  </a:lnTo>
                  <a:lnTo>
                    <a:pt x="1055" y="2106"/>
                  </a:lnTo>
                  <a:lnTo>
                    <a:pt x="1058" y="2102"/>
                  </a:lnTo>
                  <a:lnTo>
                    <a:pt x="1062" y="2099"/>
                  </a:lnTo>
                  <a:lnTo>
                    <a:pt x="1065" y="2095"/>
                  </a:lnTo>
                  <a:lnTo>
                    <a:pt x="1069" y="2091"/>
                  </a:lnTo>
                  <a:lnTo>
                    <a:pt x="1073" y="2088"/>
                  </a:lnTo>
                  <a:lnTo>
                    <a:pt x="1076" y="2084"/>
                  </a:lnTo>
                  <a:lnTo>
                    <a:pt x="1080" y="2081"/>
                  </a:lnTo>
                  <a:lnTo>
                    <a:pt x="1080" y="2077"/>
                  </a:lnTo>
                  <a:lnTo>
                    <a:pt x="1083" y="2073"/>
                  </a:lnTo>
                  <a:lnTo>
                    <a:pt x="1087" y="2070"/>
                  </a:lnTo>
                  <a:lnTo>
                    <a:pt x="1087" y="2066"/>
                  </a:lnTo>
                  <a:lnTo>
                    <a:pt x="1091" y="2063"/>
                  </a:lnTo>
                  <a:lnTo>
                    <a:pt x="1094" y="2059"/>
                  </a:lnTo>
                  <a:lnTo>
                    <a:pt x="1094" y="2055"/>
                  </a:lnTo>
                  <a:lnTo>
                    <a:pt x="1098" y="2052"/>
                  </a:lnTo>
                  <a:lnTo>
                    <a:pt x="1101" y="2048"/>
                  </a:lnTo>
                  <a:lnTo>
                    <a:pt x="1101" y="2045"/>
                  </a:lnTo>
                  <a:lnTo>
                    <a:pt x="1101" y="2041"/>
                  </a:lnTo>
                  <a:lnTo>
                    <a:pt x="1105" y="2037"/>
                  </a:lnTo>
                  <a:lnTo>
                    <a:pt x="1105" y="2034"/>
                  </a:lnTo>
                  <a:lnTo>
                    <a:pt x="1109" y="2030"/>
                  </a:lnTo>
                  <a:lnTo>
                    <a:pt x="1112" y="2027"/>
                  </a:lnTo>
                  <a:lnTo>
                    <a:pt x="1112" y="2023"/>
                  </a:lnTo>
                  <a:lnTo>
                    <a:pt x="1112" y="2023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8" name="Freeform 136"/>
            <p:cNvSpPr>
              <a:spLocks/>
            </p:cNvSpPr>
            <p:nvPr/>
          </p:nvSpPr>
          <p:spPr bwMode="auto">
            <a:xfrm>
              <a:off x="749" y="2927"/>
              <a:ext cx="3063" cy="331"/>
            </a:xfrm>
            <a:custGeom>
              <a:avLst/>
              <a:gdLst/>
              <a:ahLst/>
              <a:cxnLst>
                <a:cxn ang="0">
                  <a:pos x="57" y="119"/>
                </a:cxn>
                <a:cxn ang="0">
                  <a:pos x="119" y="133"/>
                </a:cxn>
                <a:cxn ang="0">
                  <a:pos x="180" y="166"/>
                </a:cxn>
                <a:cxn ang="0">
                  <a:pos x="241" y="166"/>
                </a:cxn>
                <a:cxn ang="0">
                  <a:pos x="302" y="130"/>
                </a:cxn>
                <a:cxn ang="0">
                  <a:pos x="363" y="119"/>
                </a:cxn>
                <a:cxn ang="0">
                  <a:pos x="425" y="151"/>
                </a:cxn>
                <a:cxn ang="0">
                  <a:pos x="486" y="176"/>
                </a:cxn>
                <a:cxn ang="0">
                  <a:pos x="547" y="151"/>
                </a:cxn>
                <a:cxn ang="0">
                  <a:pos x="608" y="115"/>
                </a:cxn>
                <a:cxn ang="0">
                  <a:pos x="669" y="126"/>
                </a:cxn>
                <a:cxn ang="0">
                  <a:pos x="731" y="169"/>
                </a:cxn>
                <a:cxn ang="0">
                  <a:pos x="792" y="173"/>
                </a:cxn>
                <a:cxn ang="0">
                  <a:pos x="853" y="130"/>
                </a:cxn>
                <a:cxn ang="0">
                  <a:pos x="914" y="112"/>
                </a:cxn>
                <a:cxn ang="0">
                  <a:pos x="975" y="148"/>
                </a:cxn>
                <a:cxn ang="0">
                  <a:pos x="1037" y="180"/>
                </a:cxn>
                <a:cxn ang="0">
                  <a:pos x="1098" y="158"/>
                </a:cxn>
                <a:cxn ang="0">
                  <a:pos x="1159" y="112"/>
                </a:cxn>
                <a:cxn ang="0">
                  <a:pos x="1220" y="119"/>
                </a:cxn>
                <a:cxn ang="0">
                  <a:pos x="1281" y="169"/>
                </a:cxn>
                <a:cxn ang="0">
                  <a:pos x="1343" y="184"/>
                </a:cxn>
                <a:cxn ang="0">
                  <a:pos x="1404" y="133"/>
                </a:cxn>
                <a:cxn ang="0">
                  <a:pos x="1465" y="101"/>
                </a:cxn>
                <a:cxn ang="0">
                  <a:pos x="1526" y="137"/>
                </a:cxn>
                <a:cxn ang="0">
                  <a:pos x="1587" y="191"/>
                </a:cxn>
                <a:cxn ang="0">
                  <a:pos x="1649" y="169"/>
                </a:cxn>
                <a:cxn ang="0">
                  <a:pos x="1710" y="108"/>
                </a:cxn>
                <a:cxn ang="0">
                  <a:pos x="1771" y="104"/>
                </a:cxn>
                <a:cxn ang="0">
                  <a:pos x="1829" y="162"/>
                </a:cxn>
                <a:cxn ang="0">
                  <a:pos x="1886" y="202"/>
                </a:cxn>
                <a:cxn ang="0">
                  <a:pos x="1944" y="155"/>
                </a:cxn>
                <a:cxn ang="0">
                  <a:pos x="1994" y="94"/>
                </a:cxn>
                <a:cxn ang="0">
                  <a:pos x="2055" y="101"/>
                </a:cxn>
                <a:cxn ang="0">
                  <a:pos x="2102" y="162"/>
                </a:cxn>
                <a:cxn ang="0">
                  <a:pos x="2156" y="212"/>
                </a:cxn>
                <a:cxn ang="0">
                  <a:pos x="2210" y="173"/>
                </a:cxn>
                <a:cxn ang="0">
                  <a:pos x="2253" y="112"/>
                </a:cxn>
                <a:cxn ang="0">
                  <a:pos x="2307" y="68"/>
                </a:cxn>
                <a:cxn ang="0">
                  <a:pos x="2358" y="122"/>
                </a:cxn>
                <a:cxn ang="0">
                  <a:pos x="2390" y="184"/>
                </a:cxn>
                <a:cxn ang="0">
                  <a:pos x="2444" y="230"/>
                </a:cxn>
                <a:cxn ang="0">
                  <a:pos x="2495" y="176"/>
                </a:cxn>
                <a:cxn ang="0">
                  <a:pos x="2523" y="115"/>
                </a:cxn>
                <a:cxn ang="0">
                  <a:pos x="2563" y="54"/>
                </a:cxn>
                <a:cxn ang="0">
                  <a:pos x="2617" y="79"/>
                </a:cxn>
                <a:cxn ang="0">
                  <a:pos x="2646" y="140"/>
                </a:cxn>
                <a:cxn ang="0">
                  <a:pos x="2671" y="202"/>
                </a:cxn>
                <a:cxn ang="0">
                  <a:pos x="2714" y="263"/>
                </a:cxn>
                <a:cxn ang="0">
                  <a:pos x="2761" y="216"/>
                </a:cxn>
                <a:cxn ang="0">
                  <a:pos x="2786" y="151"/>
                </a:cxn>
                <a:cxn ang="0">
                  <a:pos x="2808" y="86"/>
                </a:cxn>
                <a:cxn ang="0">
                  <a:pos x="2837" y="22"/>
                </a:cxn>
                <a:cxn ang="0">
                  <a:pos x="2887" y="29"/>
                </a:cxn>
                <a:cxn ang="0">
                  <a:pos x="2912" y="97"/>
                </a:cxn>
                <a:cxn ang="0">
                  <a:pos x="2937" y="180"/>
                </a:cxn>
                <a:cxn ang="0">
                  <a:pos x="2959" y="263"/>
                </a:cxn>
                <a:cxn ang="0">
                  <a:pos x="2991" y="324"/>
                </a:cxn>
                <a:cxn ang="0">
                  <a:pos x="3035" y="281"/>
                </a:cxn>
                <a:cxn ang="0">
                  <a:pos x="3056" y="191"/>
                </a:cxn>
              </a:cxnLst>
              <a:rect l="0" t="0" r="r" b="b"/>
              <a:pathLst>
                <a:path w="3063" h="331">
                  <a:moveTo>
                    <a:pt x="0" y="144"/>
                  </a:moveTo>
                  <a:lnTo>
                    <a:pt x="3" y="144"/>
                  </a:lnTo>
                  <a:lnTo>
                    <a:pt x="7" y="140"/>
                  </a:lnTo>
                  <a:lnTo>
                    <a:pt x="11" y="137"/>
                  </a:lnTo>
                  <a:lnTo>
                    <a:pt x="14" y="137"/>
                  </a:lnTo>
                  <a:lnTo>
                    <a:pt x="18" y="133"/>
                  </a:lnTo>
                  <a:lnTo>
                    <a:pt x="21" y="133"/>
                  </a:lnTo>
                  <a:lnTo>
                    <a:pt x="25" y="130"/>
                  </a:lnTo>
                  <a:lnTo>
                    <a:pt x="29" y="130"/>
                  </a:lnTo>
                  <a:lnTo>
                    <a:pt x="32" y="126"/>
                  </a:lnTo>
                  <a:lnTo>
                    <a:pt x="36" y="126"/>
                  </a:lnTo>
                  <a:lnTo>
                    <a:pt x="39" y="126"/>
                  </a:lnTo>
                  <a:lnTo>
                    <a:pt x="43" y="122"/>
                  </a:lnTo>
                  <a:lnTo>
                    <a:pt x="47" y="122"/>
                  </a:lnTo>
                  <a:lnTo>
                    <a:pt x="50" y="122"/>
                  </a:lnTo>
                  <a:lnTo>
                    <a:pt x="54" y="119"/>
                  </a:lnTo>
                  <a:lnTo>
                    <a:pt x="57" y="119"/>
                  </a:lnTo>
                  <a:lnTo>
                    <a:pt x="61" y="119"/>
                  </a:lnTo>
                  <a:lnTo>
                    <a:pt x="65" y="119"/>
                  </a:lnTo>
                  <a:lnTo>
                    <a:pt x="68" y="119"/>
                  </a:lnTo>
                  <a:lnTo>
                    <a:pt x="72" y="119"/>
                  </a:lnTo>
                  <a:lnTo>
                    <a:pt x="75" y="119"/>
                  </a:lnTo>
                  <a:lnTo>
                    <a:pt x="79" y="119"/>
                  </a:lnTo>
                  <a:lnTo>
                    <a:pt x="83" y="119"/>
                  </a:lnTo>
                  <a:lnTo>
                    <a:pt x="86" y="122"/>
                  </a:lnTo>
                  <a:lnTo>
                    <a:pt x="90" y="122"/>
                  </a:lnTo>
                  <a:lnTo>
                    <a:pt x="93" y="122"/>
                  </a:lnTo>
                  <a:lnTo>
                    <a:pt x="97" y="122"/>
                  </a:lnTo>
                  <a:lnTo>
                    <a:pt x="101" y="126"/>
                  </a:lnTo>
                  <a:lnTo>
                    <a:pt x="104" y="126"/>
                  </a:lnTo>
                  <a:lnTo>
                    <a:pt x="108" y="130"/>
                  </a:lnTo>
                  <a:lnTo>
                    <a:pt x="111" y="130"/>
                  </a:lnTo>
                  <a:lnTo>
                    <a:pt x="115" y="130"/>
                  </a:lnTo>
                  <a:lnTo>
                    <a:pt x="119" y="133"/>
                  </a:lnTo>
                  <a:lnTo>
                    <a:pt x="122" y="137"/>
                  </a:lnTo>
                  <a:lnTo>
                    <a:pt x="126" y="137"/>
                  </a:lnTo>
                  <a:lnTo>
                    <a:pt x="129" y="140"/>
                  </a:lnTo>
                  <a:lnTo>
                    <a:pt x="133" y="140"/>
                  </a:lnTo>
                  <a:lnTo>
                    <a:pt x="137" y="144"/>
                  </a:lnTo>
                  <a:lnTo>
                    <a:pt x="140" y="148"/>
                  </a:lnTo>
                  <a:lnTo>
                    <a:pt x="144" y="148"/>
                  </a:lnTo>
                  <a:lnTo>
                    <a:pt x="147" y="151"/>
                  </a:lnTo>
                  <a:lnTo>
                    <a:pt x="151" y="151"/>
                  </a:lnTo>
                  <a:lnTo>
                    <a:pt x="155" y="155"/>
                  </a:lnTo>
                  <a:lnTo>
                    <a:pt x="158" y="155"/>
                  </a:lnTo>
                  <a:lnTo>
                    <a:pt x="162" y="158"/>
                  </a:lnTo>
                  <a:lnTo>
                    <a:pt x="165" y="162"/>
                  </a:lnTo>
                  <a:lnTo>
                    <a:pt x="169" y="162"/>
                  </a:lnTo>
                  <a:lnTo>
                    <a:pt x="173" y="166"/>
                  </a:lnTo>
                  <a:lnTo>
                    <a:pt x="176" y="166"/>
                  </a:lnTo>
                  <a:lnTo>
                    <a:pt x="180" y="166"/>
                  </a:lnTo>
                  <a:lnTo>
                    <a:pt x="183" y="169"/>
                  </a:lnTo>
                  <a:lnTo>
                    <a:pt x="187" y="169"/>
                  </a:lnTo>
                  <a:lnTo>
                    <a:pt x="191" y="169"/>
                  </a:lnTo>
                  <a:lnTo>
                    <a:pt x="194" y="169"/>
                  </a:lnTo>
                  <a:lnTo>
                    <a:pt x="198" y="173"/>
                  </a:lnTo>
                  <a:lnTo>
                    <a:pt x="201" y="173"/>
                  </a:lnTo>
                  <a:lnTo>
                    <a:pt x="205" y="173"/>
                  </a:lnTo>
                  <a:lnTo>
                    <a:pt x="209" y="173"/>
                  </a:lnTo>
                  <a:lnTo>
                    <a:pt x="212" y="173"/>
                  </a:lnTo>
                  <a:lnTo>
                    <a:pt x="216" y="173"/>
                  </a:lnTo>
                  <a:lnTo>
                    <a:pt x="219" y="173"/>
                  </a:lnTo>
                  <a:lnTo>
                    <a:pt x="223" y="169"/>
                  </a:lnTo>
                  <a:lnTo>
                    <a:pt x="227" y="169"/>
                  </a:lnTo>
                  <a:lnTo>
                    <a:pt x="230" y="169"/>
                  </a:lnTo>
                  <a:lnTo>
                    <a:pt x="234" y="169"/>
                  </a:lnTo>
                  <a:lnTo>
                    <a:pt x="237" y="166"/>
                  </a:lnTo>
                  <a:lnTo>
                    <a:pt x="241" y="166"/>
                  </a:lnTo>
                  <a:lnTo>
                    <a:pt x="245" y="166"/>
                  </a:lnTo>
                  <a:lnTo>
                    <a:pt x="248" y="162"/>
                  </a:lnTo>
                  <a:lnTo>
                    <a:pt x="252" y="158"/>
                  </a:lnTo>
                  <a:lnTo>
                    <a:pt x="255" y="158"/>
                  </a:lnTo>
                  <a:lnTo>
                    <a:pt x="259" y="155"/>
                  </a:lnTo>
                  <a:lnTo>
                    <a:pt x="263" y="155"/>
                  </a:lnTo>
                  <a:lnTo>
                    <a:pt x="266" y="151"/>
                  </a:lnTo>
                  <a:lnTo>
                    <a:pt x="270" y="151"/>
                  </a:lnTo>
                  <a:lnTo>
                    <a:pt x="273" y="148"/>
                  </a:lnTo>
                  <a:lnTo>
                    <a:pt x="277" y="144"/>
                  </a:lnTo>
                  <a:lnTo>
                    <a:pt x="281" y="144"/>
                  </a:lnTo>
                  <a:lnTo>
                    <a:pt x="284" y="140"/>
                  </a:lnTo>
                  <a:lnTo>
                    <a:pt x="288" y="140"/>
                  </a:lnTo>
                  <a:lnTo>
                    <a:pt x="291" y="137"/>
                  </a:lnTo>
                  <a:lnTo>
                    <a:pt x="295" y="133"/>
                  </a:lnTo>
                  <a:lnTo>
                    <a:pt x="299" y="133"/>
                  </a:lnTo>
                  <a:lnTo>
                    <a:pt x="302" y="130"/>
                  </a:lnTo>
                  <a:lnTo>
                    <a:pt x="306" y="130"/>
                  </a:lnTo>
                  <a:lnTo>
                    <a:pt x="309" y="126"/>
                  </a:lnTo>
                  <a:lnTo>
                    <a:pt x="313" y="126"/>
                  </a:lnTo>
                  <a:lnTo>
                    <a:pt x="317" y="122"/>
                  </a:lnTo>
                  <a:lnTo>
                    <a:pt x="320" y="122"/>
                  </a:lnTo>
                  <a:lnTo>
                    <a:pt x="324" y="119"/>
                  </a:lnTo>
                  <a:lnTo>
                    <a:pt x="327" y="119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15"/>
                  </a:lnTo>
                  <a:lnTo>
                    <a:pt x="342" y="115"/>
                  </a:lnTo>
                  <a:lnTo>
                    <a:pt x="345" y="115"/>
                  </a:lnTo>
                  <a:lnTo>
                    <a:pt x="349" y="115"/>
                  </a:lnTo>
                  <a:lnTo>
                    <a:pt x="353" y="115"/>
                  </a:lnTo>
                  <a:lnTo>
                    <a:pt x="356" y="115"/>
                  </a:lnTo>
                  <a:lnTo>
                    <a:pt x="360" y="119"/>
                  </a:lnTo>
                  <a:lnTo>
                    <a:pt x="363" y="119"/>
                  </a:lnTo>
                  <a:lnTo>
                    <a:pt x="367" y="119"/>
                  </a:lnTo>
                  <a:lnTo>
                    <a:pt x="371" y="119"/>
                  </a:lnTo>
                  <a:lnTo>
                    <a:pt x="374" y="122"/>
                  </a:lnTo>
                  <a:lnTo>
                    <a:pt x="378" y="122"/>
                  </a:lnTo>
                  <a:lnTo>
                    <a:pt x="381" y="126"/>
                  </a:lnTo>
                  <a:lnTo>
                    <a:pt x="385" y="126"/>
                  </a:lnTo>
                  <a:lnTo>
                    <a:pt x="389" y="130"/>
                  </a:lnTo>
                  <a:lnTo>
                    <a:pt x="392" y="130"/>
                  </a:lnTo>
                  <a:lnTo>
                    <a:pt x="396" y="133"/>
                  </a:lnTo>
                  <a:lnTo>
                    <a:pt x="399" y="133"/>
                  </a:lnTo>
                  <a:lnTo>
                    <a:pt x="403" y="137"/>
                  </a:lnTo>
                  <a:lnTo>
                    <a:pt x="407" y="137"/>
                  </a:lnTo>
                  <a:lnTo>
                    <a:pt x="410" y="140"/>
                  </a:lnTo>
                  <a:lnTo>
                    <a:pt x="414" y="144"/>
                  </a:lnTo>
                  <a:lnTo>
                    <a:pt x="417" y="144"/>
                  </a:lnTo>
                  <a:lnTo>
                    <a:pt x="421" y="148"/>
                  </a:lnTo>
                  <a:lnTo>
                    <a:pt x="425" y="151"/>
                  </a:lnTo>
                  <a:lnTo>
                    <a:pt x="428" y="151"/>
                  </a:lnTo>
                  <a:lnTo>
                    <a:pt x="432" y="155"/>
                  </a:lnTo>
                  <a:lnTo>
                    <a:pt x="435" y="155"/>
                  </a:lnTo>
                  <a:lnTo>
                    <a:pt x="439" y="158"/>
                  </a:lnTo>
                  <a:lnTo>
                    <a:pt x="443" y="162"/>
                  </a:lnTo>
                  <a:lnTo>
                    <a:pt x="446" y="162"/>
                  </a:lnTo>
                  <a:lnTo>
                    <a:pt x="450" y="166"/>
                  </a:lnTo>
                  <a:lnTo>
                    <a:pt x="453" y="166"/>
                  </a:lnTo>
                  <a:lnTo>
                    <a:pt x="457" y="169"/>
                  </a:lnTo>
                  <a:lnTo>
                    <a:pt x="461" y="169"/>
                  </a:lnTo>
                  <a:lnTo>
                    <a:pt x="464" y="169"/>
                  </a:lnTo>
                  <a:lnTo>
                    <a:pt x="468" y="173"/>
                  </a:lnTo>
                  <a:lnTo>
                    <a:pt x="471" y="173"/>
                  </a:lnTo>
                  <a:lnTo>
                    <a:pt x="475" y="173"/>
                  </a:lnTo>
                  <a:lnTo>
                    <a:pt x="479" y="173"/>
                  </a:lnTo>
                  <a:lnTo>
                    <a:pt x="482" y="176"/>
                  </a:lnTo>
                  <a:lnTo>
                    <a:pt x="486" y="176"/>
                  </a:lnTo>
                  <a:lnTo>
                    <a:pt x="489" y="176"/>
                  </a:lnTo>
                  <a:lnTo>
                    <a:pt x="493" y="173"/>
                  </a:lnTo>
                  <a:lnTo>
                    <a:pt x="497" y="173"/>
                  </a:lnTo>
                  <a:lnTo>
                    <a:pt x="500" y="173"/>
                  </a:lnTo>
                  <a:lnTo>
                    <a:pt x="504" y="173"/>
                  </a:lnTo>
                  <a:lnTo>
                    <a:pt x="507" y="173"/>
                  </a:lnTo>
                  <a:lnTo>
                    <a:pt x="511" y="169"/>
                  </a:lnTo>
                  <a:lnTo>
                    <a:pt x="515" y="169"/>
                  </a:lnTo>
                  <a:lnTo>
                    <a:pt x="518" y="169"/>
                  </a:lnTo>
                  <a:lnTo>
                    <a:pt x="522" y="166"/>
                  </a:lnTo>
                  <a:lnTo>
                    <a:pt x="525" y="166"/>
                  </a:lnTo>
                  <a:lnTo>
                    <a:pt x="529" y="162"/>
                  </a:lnTo>
                  <a:lnTo>
                    <a:pt x="533" y="162"/>
                  </a:lnTo>
                  <a:lnTo>
                    <a:pt x="536" y="158"/>
                  </a:lnTo>
                  <a:lnTo>
                    <a:pt x="540" y="155"/>
                  </a:lnTo>
                  <a:lnTo>
                    <a:pt x="543" y="155"/>
                  </a:lnTo>
                  <a:lnTo>
                    <a:pt x="547" y="151"/>
                  </a:lnTo>
                  <a:lnTo>
                    <a:pt x="551" y="148"/>
                  </a:lnTo>
                  <a:lnTo>
                    <a:pt x="554" y="148"/>
                  </a:lnTo>
                  <a:lnTo>
                    <a:pt x="558" y="144"/>
                  </a:lnTo>
                  <a:lnTo>
                    <a:pt x="561" y="140"/>
                  </a:lnTo>
                  <a:lnTo>
                    <a:pt x="565" y="140"/>
                  </a:lnTo>
                  <a:lnTo>
                    <a:pt x="569" y="137"/>
                  </a:lnTo>
                  <a:lnTo>
                    <a:pt x="572" y="133"/>
                  </a:lnTo>
                  <a:lnTo>
                    <a:pt x="576" y="133"/>
                  </a:lnTo>
                  <a:lnTo>
                    <a:pt x="579" y="130"/>
                  </a:lnTo>
                  <a:lnTo>
                    <a:pt x="583" y="126"/>
                  </a:lnTo>
                  <a:lnTo>
                    <a:pt x="587" y="126"/>
                  </a:lnTo>
                  <a:lnTo>
                    <a:pt x="590" y="122"/>
                  </a:lnTo>
                  <a:lnTo>
                    <a:pt x="594" y="122"/>
                  </a:lnTo>
                  <a:lnTo>
                    <a:pt x="597" y="119"/>
                  </a:lnTo>
                  <a:lnTo>
                    <a:pt x="601" y="119"/>
                  </a:lnTo>
                  <a:lnTo>
                    <a:pt x="605" y="119"/>
                  </a:lnTo>
                  <a:lnTo>
                    <a:pt x="608" y="115"/>
                  </a:lnTo>
                  <a:lnTo>
                    <a:pt x="612" y="115"/>
                  </a:lnTo>
                  <a:lnTo>
                    <a:pt x="615" y="115"/>
                  </a:lnTo>
                  <a:lnTo>
                    <a:pt x="619" y="115"/>
                  </a:lnTo>
                  <a:lnTo>
                    <a:pt x="623" y="115"/>
                  </a:lnTo>
                  <a:lnTo>
                    <a:pt x="626" y="115"/>
                  </a:lnTo>
                  <a:lnTo>
                    <a:pt x="630" y="115"/>
                  </a:lnTo>
                  <a:lnTo>
                    <a:pt x="633" y="115"/>
                  </a:lnTo>
                  <a:lnTo>
                    <a:pt x="637" y="115"/>
                  </a:lnTo>
                  <a:lnTo>
                    <a:pt x="641" y="115"/>
                  </a:lnTo>
                  <a:lnTo>
                    <a:pt x="644" y="115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19"/>
                  </a:lnTo>
                  <a:lnTo>
                    <a:pt x="659" y="122"/>
                  </a:lnTo>
                  <a:lnTo>
                    <a:pt x="662" y="122"/>
                  </a:lnTo>
                  <a:lnTo>
                    <a:pt x="666" y="126"/>
                  </a:lnTo>
                  <a:lnTo>
                    <a:pt x="669" y="126"/>
                  </a:lnTo>
                  <a:lnTo>
                    <a:pt x="673" y="130"/>
                  </a:lnTo>
                  <a:lnTo>
                    <a:pt x="677" y="130"/>
                  </a:lnTo>
                  <a:lnTo>
                    <a:pt x="680" y="133"/>
                  </a:lnTo>
                  <a:lnTo>
                    <a:pt x="684" y="137"/>
                  </a:lnTo>
                  <a:lnTo>
                    <a:pt x="687" y="140"/>
                  </a:lnTo>
                  <a:lnTo>
                    <a:pt x="691" y="140"/>
                  </a:lnTo>
                  <a:lnTo>
                    <a:pt x="695" y="144"/>
                  </a:lnTo>
                  <a:lnTo>
                    <a:pt x="698" y="148"/>
                  </a:lnTo>
                  <a:lnTo>
                    <a:pt x="702" y="148"/>
                  </a:lnTo>
                  <a:lnTo>
                    <a:pt x="705" y="151"/>
                  </a:lnTo>
                  <a:lnTo>
                    <a:pt x="709" y="155"/>
                  </a:lnTo>
                  <a:lnTo>
                    <a:pt x="713" y="158"/>
                  </a:lnTo>
                  <a:lnTo>
                    <a:pt x="716" y="158"/>
                  </a:lnTo>
                  <a:lnTo>
                    <a:pt x="720" y="162"/>
                  </a:lnTo>
                  <a:lnTo>
                    <a:pt x="723" y="166"/>
                  </a:lnTo>
                  <a:lnTo>
                    <a:pt x="727" y="166"/>
                  </a:lnTo>
                  <a:lnTo>
                    <a:pt x="731" y="169"/>
                  </a:lnTo>
                  <a:lnTo>
                    <a:pt x="734" y="169"/>
                  </a:lnTo>
                  <a:lnTo>
                    <a:pt x="738" y="173"/>
                  </a:lnTo>
                  <a:lnTo>
                    <a:pt x="741" y="173"/>
                  </a:lnTo>
                  <a:lnTo>
                    <a:pt x="745" y="173"/>
                  </a:lnTo>
                  <a:lnTo>
                    <a:pt x="749" y="176"/>
                  </a:lnTo>
                  <a:lnTo>
                    <a:pt x="752" y="176"/>
                  </a:lnTo>
                  <a:lnTo>
                    <a:pt x="756" y="176"/>
                  </a:lnTo>
                  <a:lnTo>
                    <a:pt x="759" y="176"/>
                  </a:lnTo>
                  <a:lnTo>
                    <a:pt x="763" y="176"/>
                  </a:lnTo>
                  <a:lnTo>
                    <a:pt x="767" y="176"/>
                  </a:lnTo>
                  <a:lnTo>
                    <a:pt x="770" y="176"/>
                  </a:lnTo>
                  <a:lnTo>
                    <a:pt x="774" y="176"/>
                  </a:lnTo>
                  <a:lnTo>
                    <a:pt x="777" y="176"/>
                  </a:lnTo>
                  <a:lnTo>
                    <a:pt x="781" y="176"/>
                  </a:lnTo>
                  <a:lnTo>
                    <a:pt x="785" y="176"/>
                  </a:lnTo>
                  <a:lnTo>
                    <a:pt x="788" y="173"/>
                  </a:lnTo>
                  <a:lnTo>
                    <a:pt x="792" y="173"/>
                  </a:lnTo>
                  <a:lnTo>
                    <a:pt x="795" y="169"/>
                  </a:lnTo>
                  <a:lnTo>
                    <a:pt x="799" y="169"/>
                  </a:lnTo>
                  <a:lnTo>
                    <a:pt x="803" y="166"/>
                  </a:lnTo>
                  <a:lnTo>
                    <a:pt x="806" y="166"/>
                  </a:lnTo>
                  <a:lnTo>
                    <a:pt x="810" y="162"/>
                  </a:lnTo>
                  <a:lnTo>
                    <a:pt x="813" y="162"/>
                  </a:lnTo>
                  <a:lnTo>
                    <a:pt x="817" y="158"/>
                  </a:lnTo>
                  <a:lnTo>
                    <a:pt x="821" y="155"/>
                  </a:lnTo>
                  <a:lnTo>
                    <a:pt x="824" y="155"/>
                  </a:lnTo>
                  <a:lnTo>
                    <a:pt x="828" y="151"/>
                  </a:lnTo>
                  <a:lnTo>
                    <a:pt x="831" y="148"/>
                  </a:lnTo>
                  <a:lnTo>
                    <a:pt x="835" y="144"/>
                  </a:lnTo>
                  <a:lnTo>
                    <a:pt x="839" y="140"/>
                  </a:lnTo>
                  <a:lnTo>
                    <a:pt x="842" y="140"/>
                  </a:lnTo>
                  <a:lnTo>
                    <a:pt x="846" y="137"/>
                  </a:lnTo>
                  <a:lnTo>
                    <a:pt x="849" y="133"/>
                  </a:lnTo>
                  <a:lnTo>
                    <a:pt x="853" y="130"/>
                  </a:lnTo>
                  <a:lnTo>
                    <a:pt x="857" y="130"/>
                  </a:lnTo>
                  <a:lnTo>
                    <a:pt x="860" y="126"/>
                  </a:lnTo>
                  <a:lnTo>
                    <a:pt x="864" y="122"/>
                  </a:lnTo>
                  <a:lnTo>
                    <a:pt x="867" y="122"/>
                  </a:lnTo>
                  <a:lnTo>
                    <a:pt x="871" y="119"/>
                  </a:lnTo>
                  <a:lnTo>
                    <a:pt x="875" y="119"/>
                  </a:lnTo>
                  <a:lnTo>
                    <a:pt x="878" y="115"/>
                  </a:lnTo>
                  <a:lnTo>
                    <a:pt x="882" y="115"/>
                  </a:lnTo>
                  <a:lnTo>
                    <a:pt x="885" y="115"/>
                  </a:lnTo>
                  <a:lnTo>
                    <a:pt x="889" y="112"/>
                  </a:lnTo>
                  <a:lnTo>
                    <a:pt x="893" y="112"/>
                  </a:lnTo>
                  <a:lnTo>
                    <a:pt x="896" y="112"/>
                  </a:lnTo>
                  <a:lnTo>
                    <a:pt x="900" y="112"/>
                  </a:lnTo>
                  <a:lnTo>
                    <a:pt x="903" y="112"/>
                  </a:lnTo>
                  <a:lnTo>
                    <a:pt x="907" y="112"/>
                  </a:lnTo>
                  <a:lnTo>
                    <a:pt x="911" y="112"/>
                  </a:lnTo>
                  <a:lnTo>
                    <a:pt x="914" y="112"/>
                  </a:lnTo>
                  <a:lnTo>
                    <a:pt x="918" y="112"/>
                  </a:lnTo>
                  <a:lnTo>
                    <a:pt x="921" y="112"/>
                  </a:lnTo>
                  <a:lnTo>
                    <a:pt x="925" y="115"/>
                  </a:lnTo>
                  <a:lnTo>
                    <a:pt x="929" y="115"/>
                  </a:lnTo>
                  <a:lnTo>
                    <a:pt x="932" y="115"/>
                  </a:lnTo>
                  <a:lnTo>
                    <a:pt x="936" y="119"/>
                  </a:lnTo>
                  <a:lnTo>
                    <a:pt x="939" y="119"/>
                  </a:lnTo>
                  <a:lnTo>
                    <a:pt x="943" y="122"/>
                  </a:lnTo>
                  <a:lnTo>
                    <a:pt x="947" y="122"/>
                  </a:lnTo>
                  <a:lnTo>
                    <a:pt x="950" y="126"/>
                  </a:lnTo>
                  <a:lnTo>
                    <a:pt x="954" y="130"/>
                  </a:lnTo>
                  <a:lnTo>
                    <a:pt x="957" y="133"/>
                  </a:lnTo>
                  <a:lnTo>
                    <a:pt x="961" y="133"/>
                  </a:lnTo>
                  <a:lnTo>
                    <a:pt x="965" y="137"/>
                  </a:lnTo>
                  <a:lnTo>
                    <a:pt x="968" y="140"/>
                  </a:lnTo>
                  <a:lnTo>
                    <a:pt x="972" y="144"/>
                  </a:lnTo>
                  <a:lnTo>
                    <a:pt x="975" y="148"/>
                  </a:lnTo>
                  <a:lnTo>
                    <a:pt x="979" y="148"/>
                  </a:lnTo>
                  <a:lnTo>
                    <a:pt x="983" y="151"/>
                  </a:lnTo>
                  <a:lnTo>
                    <a:pt x="986" y="155"/>
                  </a:lnTo>
                  <a:lnTo>
                    <a:pt x="990" y="158"/>
                  </a:lnTo>
                  <a:lnTo>
                    <a:pt x="993" y="162"/>
                  </a:lnTo>
                  <a:lnTo>
                    <a:pt x="997" y="162"/>
                  </a:lnTo>
                  <a:lnTo>
                    <a:pt x="1001" y="166"/>
                  </a:lnTo>
                  <a:lnTo>
                    <a:pt x="1004" y="166"/>
                  </a:lnTo>
                  <a:lnTo>
                    <a:pt x="1008" y="169"/>
                  </a:lnTo>
                  <a:lnTo>
                    <a:pt x="1011" y="173"/>
                  </a:lnTo>
                  <a:lnTo>
                    <a:pt x="1015" y="173"/>
                  </a:lnTo>
                  <a:lnTo>
                    <a:pt x="1019" y="176"/>
                  </a:lnTo>
                  <a:lnTo>
                    <a:pt x="1022" y="176"/>
                  </a:lnTo>
                  <a:lnTo>
                    <a:pt x="1026" y="180"/>
                  </a:lnTo>
                  <a:lnTo>
                    <a:pt x="1029" y="180"/>
                  </a:lnTo>
                  <a:lnTo>
                    <a:pt x="1033" y="180"/>
                  </a:lnTo>
                  <a:lnTo>
                    <a:pt x="1037" y="180"/>
                  </a:lnTo>
                  <a:lnTo>
                    <a:pt x="1040" y="180"/>
                  </a:lnTo>
                  <a:lnTo>
                    <a:pt x="1044" y="180"/>
                  </a:lnTo>
                  <a:lnTo>
                    <a:pt x="1047" y="180"/>
                  </a:lnTo>
                  <a:lnTo>
                    <a:pt x="1051" y="180"/>
                  </a:lnTo>
                  <a:lnTo>
                    <a:pt x="1055" y="180"/>
                  </a:lnTo>
                  <a:lnTo>
                    <a:pt x="1058" y="180"/>
                  </a:lnTo>
                  <a:lnTo>
                    <a:pt x="1062" y="180"/>
                  </a:lnTo>
                  <a:lnTo>
                    <a:pt x="1065" y="176"/>
                  </a:lnTo>
                  <a:lnTo>
                    <a:pt x="1069" y="176"/>
                  </a:lnTo>
                  <a:lnTo>
                    <a:pt x="1073" y="176"/>
                  </a:lnTo>
                  <a:lnTo>
                    <a:pt x="1076" y="173"/>
                  </a:lnTo>
                  <a:lnTo>
                    <a:pt x="1080" y="169"/>
                  </a:lnTo>
                  <a:lnTo>
                    <a:pt x="1083" y="169"/>
                  </a:lnTo>
                  <a:lnTo>
                    <a:pt x="1087" y="166"/>
                  </a:lnTo>
                  <a:lnTo>
                    <a:pt x="1091" y="166"/>
                  </a:lnTo>
                  <a:lnTo>
                    <a:pt x="1094" y="162"/>
                  </a:lnTo>
                  <a:lnTo>
                    <a:pt x="1098" y="158"/>
                  </a:lnTo>
                  <a:lnTo>
                    <a:pt x="1101" y="155"/>
                  </a:lnTo>
                  <a:lnTo>
                    <a:pt x="1105" y="151"/>
                  </a:lnTo>
                  <a:lnTo>
                    <a:pt x="1109" y="151"/>
                  </a:lnTo>
                  <a:lnTo>
                    <a:pt x="1112" y="148"/>
                  </a:lnTo>
                  <a:lnTo>
                    <a:pt x="1116" y="144"/>
                  </a:lnTo>
                  <a:lnTo>
                    <a:pt x="1119" y="140"/>
                  </a:lnTo>
                  <a:lnTo>
                    <a:pt x="1123" y="137"/>
                  </a:lnTo>
                  <a:lnTo>
                    <a:pt x="1127" y="133"/>
                  </a:lnTo>
                  <a:lnTo>
                    <a:pt x="1130" y="130"/>
                  </a:lnTo>
                  <a:lnTo>
                    <a:pt x="1134" y="130"/>
                  </a:lnTo>
                  <a:lnTo>
                    <a:pt x="1137" y="126"/>
                  </a:lnTo>
                  <a:lnTo>
                    <a:pt x="1141" y="122"/>
                  </a:lnTo>
                  <a:lnTo>
                    <a:pt x="1145" y="119"/>
                  </a:lnTo>
                  <a:lnTo>
                    <a:pt x="1148" y="119"/>
                  </a:lnTo>
                  <a:lnTo>
                    <a:pt x="1152" y="115"/>
                  </a:lnTo>
                  <a:lnTo>
                    <a:pt x="1155" y="115"/>
                  </a:lnTo>
                  <a:lnTo>
                    <a:pt x="1159" y="112"/>
                  </a:lnTo>
                  <a:lnTo>
                    <a:pt x="1163" y="112"/>
                  </a:lnTo>
                  <a:lnTo>
                    <a:pt x="1166" y="108"/>
                  </a:lnTo>
                  <a:lnTo>
                    <a:pt x="1170" y="108"/>
                  </a:lnTo>
                  <a:lnTo>
                    <a:pt x="1173" y="108"/>
                  </a:lnTo>
                  <a:lnTo>
                    <a:pt x="1177" y="108"/>
                  </a:lnTo>
                  <a:lnTo>
                    <a:pt x="1181" y="104"/>
                  </a:lnTo>
                  <a:lnTo>
                    <a:pt x="1184" y="104"/>
                  </a:lnTo>
                  <a:lnTo>
                    <a:pt x="1188" y="104"/>
                  </a:lnTo>
                  <a:lnTo>
                    <a:pt x="1191" y="108"/>
                  </a:lnTo>
                  <a:lnTo>
                    <a:pt x="1195" y="108"/>
                  </a:lnTo>
                  <a:lnTo>
                    <a:pt x="1199" y="108"/>
                  </a:lnTo>
                  <a:lnTo>
                    <a:pt x="1202" y="108"/>
                  </a:lnTo>
                  <a:lnTo>
                    <a:pt x="1206" y="112"/>
                  </a:lnTo>
                  <a:lnTo>
                    <a:pt x="1209" y="112"/>
                  </a:lnTo>
                  <a:lnTo>
                    <a:pt x="1213" y="115"/>
                  </a:lnTo>
                  <a:lnTo>
                    <a:pt x="1217" y="115"/>
                  </a:lnTo>
                  <a:lnTo>
                    <a:pt x="1220" y="119"/>
                  </a:lnTo>
                  <a:lnTo>
                    <a:pt x="1224" y="119"/>
                  </a:lnTo>
                  <a:lnTo>
                    <a:pt x="1227" y="122"/>
                  </a:lnTo>
                  <a:lnTo>
                    <a:pt x="1231" y="126"/>
                  </a:lnTo>
                  <a:lnTo>
                    <a:pt x="1235" y="130"/>
                  </a:lnTo>
                  <a:lnTo>
                    <a:pt x="1238" y="130"/>
                  </a:lnTo>
                  <a:lnTo>
                    <a:pt x="1242" y="133"/>
                  </a:lnTo>
                  <a:lnTo>
                    <a:pt x="1245" y="137"/>
                  </a:lnTo>
                  <a:lnTo>
                    <a:pt x="1249" y="140"/>
                  </a:lnTo>
                  <a:lnTo>
                    <a:pt x="1253" y="144"/>
                  </a:lnTo>
                  <a:lnTo>
                    <a:pt x="1256" y="148"/>
                  </a:lnTo>
                  <a:lnTo>
                    <a:pt x="1260" y="151"/>
                  </a:lnTo>
                  <a:lnTo>
                    <a:pt x="1263" y="155"/>
                  </a:lnTo>
                  <a:lnTo>
                    <a:pt x="1267" y="158"/>
                  </a:lnTo>
                  <a:lnTo>
                    <a:pt x="1271" y="158"/>
                  </a:lnTo>
                  <a:lnTo>
                    <a:pt x="1274" y="162"/>
                  </a:lnTo>
                  <a:lnTo>
                    <a:pt x="1278" y="166"/>
                  </a:lnTo>
                  <a:lnTo>
                    <a:pt x="1281" y="169"/>
                  </a:lnTo>
                  <a:lnTo>
                    <a:pt x="1285" y="173"/>
                  </a:lnTo>
                  <a:lnTo>
                    <a:pt x="1289" y="173"/>
                  </a:lnTo>
                  <a:lnTo>
                    <a:pt x="1292" y="176"/>
                  </a:lnTo>
                  <a:lnTo>
                    <a:pt x="1296" y="180"/>
                  </a:lnTo>
                  <a:lnTo>
                    <a:pt x="1299" y="180"/>
                  </a:lnTo>
                  <a:lnTo>
                    <a:pt x="1303" y="184"/>
                  </a:lnTo>
                  <a:lnTo>
                    <a:pt x="1307" y="184"/>
                  </a:lnTo>
                  <a:lnTo>
                    <a:pt x="1310" y="184"/>
                  </a:lnTo>
                  <a:lnTo>
                    <a:pt x="1314" y="184"/>
                  </a:lnTo>
                  <a:lnTo>
                    <a:pt x="1317" y="187"/>
                  </a:lnTo>
                  <a:lnTo>
                    <a:pt x="1321" y="187"/>
                  </a:lnTo>
                  <a:lnTo>
                    <a:pt x="1325" y="187"/>
                  </a:lnTo>
                  <a:lnTo>
                    <a:pt x="1328" y="187"/>
                  </a:lnTo>
                  <a:lnTo>
                    <a:pt x="1332" y="187"/>
                  </a:lnTo>
                  <a:lnTo>
                    <a:pt x="1335" y="184"/>
                  </a:lnTo>
                  <a:lnTo>
                    <a:pt x="1339" y="184"/>
                  </a:lnTo>
                  <a:lnTo>
                    <a:pt x="1343" y="184"/>
                  </a:lnTo>
                  <a:lnTo>
                    <a:pt x="1346" y="180"/>
                  </a:lnTo>
                  <a:lnTo>
                    <a:pt x="1350" y="180"/>
                  </a:lnTo>
                  <a:lnTo>
                    <a:pt x="1353" y="176"/>
                  </a:lnTo>
                  <a:lnTo>
                    <a:pt x="1357" y="176"/>
                  </a:lnTo>
                  <a:lnTo>
                    <a:pt x="1361" y="173"/>
                  </a:lnTo>
                  <a:lnTo>
                    <a:pt x="1364" y="169"/>
                  </a:lnTo>
                  <a:lnTo>
                    <a:pt x="1368" y="169"/>
                  </a:lnTo>
                  <a:lnTo>
                    <a:pt x="1371" y="166"/>
                  </a:lnTo>
                  <a:lnTo>
                    <a:pt x="1375" y="162"/>
                  </a:lnTo>
                  <a:lnTo>
                    <a:pt x="1379" y="158"/>
                  </a:lnTo>
                  <a:lnTo>
                    <a:pt x="1382" y="155"/>
                  </a:lnTo>
                  <a:lnTo>
                    <a:pt x="1386" y="151"/>
                  </a:lnTo>
                  <a:lnTo>
                    <a:pt x="1389" y="148"/>
                  </a:lnTo>
                  <a:lnTo>
                    <a:pt x="1393" y="144"/>
                  </a:lnTo>
                  <a:lnTo>
                    <a:pt x="1397" y="140"/>
                  </a:lnTo>
                  <a:lnTo>
                    <a:pt x="1400" y="137"/>
                  </a:lnTo>
                  <a:lnTo>
                    <a:pt x="1404" y="133"/>
                  </a:lnTo>
                  <a:lnTo>
                    <a:pt x="1407" y="130"/>
                  </a:lnTo>
                  <a:lnTo>
                    <a:pt x="1411" y="126"/>
                  </a:lnTo>
                  <a:lnTo>
                    <a:pt x="1415" y="122"/>
                  </a:lnTo>
                  <a:lnTo>
                    <a:pt x="1418" y="122"/>
                  </a:lnTo>
                  <a:lnTo>
                    <a:pt x="1422" y="119"/>
                  </a:lnTo>
                  <a:lnTo>
                    <a:pt x="1425" y="115"/>
                  </a:lnTo>
                  <a:lnTo>
                    <a:pt x="1429" y="112"/>
                  </a:lnTo>
                  <a:lnTo>
                    <a:pt x="1433" y="112"/>
                  </a:lnTo>
                  <a:lnTo>
                    <a:pt x="1436" y="108"/>
                  </a:lnTo>
                  <a:lnTo>
                    <a:pt x="1440" y="108"/>
                  </a:lnTo>
                  <a:lnTo>
                    <a:pt x="1443" y="104"/>
                  </a:lnTo>
                  <a:lnTo>
                    <a:pt x="1447" y="104"/>
                  </a:lnTo>
                  <a:lnTo>
                    <a:pt x="1451" y="101"/>
                  </a:lnTo>
                  <a:lnTo>
                    <a:pt x="1454" y="101"/>
                  </a:lnTo>
                  <a:lnTo>
                    <a:pt x="1458" y="101"/>
                  </a:lnTo>
                  <a:lnTo>
                    <a:pt x="1461" y="101"/>
                  </a:lnTo>
                  <a:lnTo>
                    <a:pt x="1465" y="101"/>
                  </a:lnTo>
                  <a:lnTo>
                    <a:pt x="1469" y="101"/>
                  </a:lnTo>
                  <a:lnTo>
                    <a:pt x="1472" y="101"/>
                  </a:lnTo>
                  <a:lnTo>
                    <a:pt x="1476" y="101"/>
                  </a:lnTo>
                  <a:lnTo>
                    <a:pt x="1479" y="104"/>
                  </a:lnTo>
                  <a:lnTo>
                    <a:pt x="1483" y="104"/>
                  </a:lnTo>
                  <a:lnTo>
                    <a:pt x="1487" y="108"/>
                  </a:lnTo>
                  <a:lnTo>
                    <a:pt x="1490" y="108"/>
                  </a:lnTo>
                  <a:lnTo>
                    <a:pt x="1494" y="112"/>
                  </a:lnTo>
                  <a:lnTo>
                    <a:pt x="1497" y="112"/>
                  </a:lnTo>
                  <a:lnTo>
                    <a:pt x="1501" y="115"/>
                  </a:lnTo>
                  <a:lnTo>
                    <a:pt x="1505" y="119"/>
                  </a:lnTo>
                  <a:lnTo>
                    <a:pt x="1508" y="122"/>
                  </a:lnTo>
                  <a:lnTo>
                    <a:pt x="1512" y="126"/>
                  </a:lnTo>
                  <a:lnTo>
                    <a:pt x="1515" y="130"/>
                  </a:lnTo>
                  <a:lnTo>
                    <a:pt x="1519" y="133"/>
                  </a:lnTo>
                  <a:lnTo>
                    <a:pt x="1523" y="133"/>
                  </a:lnTo>
                  <a:lnTo>
                    <a:pt x="1526" y="137"/>
                  </a:lnTo>
                  <a:lnTo>
                    <a:pt x="1530" y="140"/>
                  </a:lnTo>
                  <a:lnTo>
                    <a:pt x="1533" y="144"/>
                  </a:lnTo>
                  <a:lnTo>
                    <a:pt x="1537" y="148"/>
                  </a:lnTo>
                  <a:lnTo>
                    <a:pt x="1541" y="151"/>
                  </a:lnTo>
                  <a:lnTo>
                    <a:pt x="1544" y="155"/>
                  </a:lnTo>
                  <a:lnTo>
                    <a:pt x="1548" y="158"/>
                  </a:lnTo>
                  <a:lnTo>
                    <a:pt x="1551" y="162"/>
                  </a:lnTo>
                  <a:lnTo>
                    <a:pt x="1555" y="166"/>
                  </a:lnTo>
                  <a:lnTo>
                    <a:pt x="1559" y="169"/>
                  </a:lnTo>
                  <a:lnTo>
                    <a:pt x="1562" y="173"/>
                  </a:lnTo>
                  <a:lnTo>
                    <a:pt x="1566" y="176"/>
                  </a:lnTo>
                  <a:lnTo>
                    <a:pt x="1569" y="180"/>
                  </a:lnTo>
                  <a:lnTo>
                    <a:pt x="1573" y="184"/>
                  </a:lnTo>
                  <a:lnTo>
                    <a:pt x="1577" y="184"/>
                  </a:lnTo>
                  <a:lnTo>
                    <a:pt x="1580" y="187"/>
                  </a:lnTo>
                  <a:lnTo>
                    <a:pt x="1584" y="187"/>
                  </a:lnTo>
                  <a:lnTo>
                    <a:pt x="1587" y="191"/>
                  </a:lnTo>
                  <a:lnTo>
                    <a:pt x="1591" y="191"/>
                  </a:lnTo>
                  <a:lnTo>
                    <a:pt x="1595" y="191"/>
                  </a:lnTo>
                  <a:lnTo>
                    <a:pt x="1598" y="191"/>
                  </a:lnTo>
                  <a:lnTo>
                    <a:pt x="1602" y="191"/>
                  </a:lnTo>
                  <a:lnTo>
                    <a:pt x="1605" y="194"/>
                  </a:lnTo>
                  <a:lnTo>
                    <a:pt x="1609" y="191"/>
                  </a:lnTo>
                  <a:lnTo>
                    <a:pt x="1613" y="191"/>
                  </a:lnTo>
                  <a:lnTo>
                    <a:pt x="1616" y="191"/>
                  </a:lnTo>
                  <a:lnTo>
                    <a:pt x="1620" y="191"/>
                  </a:lnTo>
                  <a:lnTo>
                    <a:pt x="1623" y="187"/>
                  </a:lnTo>
                  <a:lnTo>
                    <a:pt x="1627" y="187"/>
                  </a:lnTo>
                  <a:lnTo>
                    <a:pt x="1631" y="184"/>
                  </a:lnTo>
                  <a:lnTo>
                    <a:pt x="1634" y="180"/>
                  </a:lnTo>
                  <a:lnTo>
                    <a:pt x="1638" y="176"/>
                  </a:lnTo>
                  <a:lnTo>
                    <a:pt x="1641" y="176"/>
                  </a:lnTo>
                  <a:lnTo>
                    <a:pt x="1645" y="173"/>
                  </a:lnTo>
                  <a:lnTo>
                    <a:pt x="1649" y="169"/>
                  </a:lnTo>
                  <a:lnTo>
                    <a:pt x="1652" y="166"/>
                  </a:lnTo>
                  <a:lnTo>
                    <a:pt x="1656" y="162"/>
                  </a:lnTo>
                  <a:lnTo>
                    <a:pt x="1659" y="158"/>
                  </a:lnTo>
                  <a:lnTo>
                    <a:pt x="1663" y="155"/>
                  </a:lnTo>
                  <a:lnTo>
                    <a:pt x="1667" y="151"/>
                  </a:lnTo>
                  <a:lnTo>
                    <a:pt x="1670" y="148"/>
                  </a:lnTo>
                  <a:lnTo>
                    <a:pt x="1674" y="144"/>
                  </a:lnTo>
                  <a:lnTo>
                    <a:pt x="1677" y="140"/>
                  </a:lnTo>
                  <a:lnTo>
                    <a:pt x="1681" y="137"/>
                  </a:lnTo>
                  <a:lnTo>
                    <a:pt x="1685" y="133"/>
                  </a:lnTo>
                  <a:lnTo>
                    <a:pt x="1688" y="130"/>
                  </a:lnTo>
                  <a:lnTo>
                    <a:pt x="1692" y="126"/>
                  </a:lnTo>
                  <a:lnTo>
                    <a:pt x="1695" y="122"/>
                  </a:lnTo>
                  <a:lnTo>
                    <a:pt x="1699" y="119"/>
                  </a:lnTo>
                  <a:lnTo>
                    <a:pt x="1703" y="115"/>
                  </a:lnTo>
                  <a:lnTo>
                    <a:pt x="1706" y="112"/>
                  </a:lnTo>
                  <a:lnTo>
                    <a:pt x="1710" y="108"/>
                  </a:lnTo>
                  <a:lnTo>
                    <a:pt x="1713" y="104"/>
                  </a:lnTo>
                  <a:lnTo>
                    <a:pt x="1717" y="101"/>
                  </a:lnTo>
                  <a:lnTo>
                    <a:pt x="1721" y="101"/>
                  </a:lnTo>
                  <a:lnTo>
                    <a:pt x="1724" y="97"/>
                  </a:lnTo>
                  <a:lnTo>
                    <a:pt x="1728" y="97"/>
                  </a:lnTo>
                  <a:lnTo>
                    <a:pt x="1731" y="94"/>
                  </a:lnTo>
                  <a:lnTo>
                    <a:pt x="1735" y="94"/>
                  </a:lnTo>
                  <a:lnTo>
                    <a:pt x="1739" y="94"/>
                  </a:lnTo>
                  <a:lnTo>
                    <a:pt x="1742" y="94"/>
                  </a:lnTo>
                  <a:lnTo>
                    <a:pt x="1746" y="94"/>
                  </a:lnTo>
                  <a:lnTo>
                    <a:pt x="1749" y="94"/>
                  </a:lnTo>
                  <a:lnTo>
                    <a:pt x="1753" y="94"/>
                  </a:lnTo>
                  <a:lnTo>
                    <a:pt x="1757" y="97"/>
                  </a:lnTo>
                  <a:lnTo>
                    <a:pt x="1760" y="97"/>
                  </a:lnTo>
                  <a:lnTo>
                    <a:pt x="1764" y="101"/>
                  </a:lnTo>
                  <a:lnTo>
                    <a:pt x="1767" y="101"/>
                  </a:lnTo>
                  <a:lnTo>
                    <a:pt x="1771" y="104"/>
                  </a:lnTo>
                  <a:lnTo>
                    <a:pt x="1775" y="108"/>
                  </a:lnTo>
                  <a:lnTo>
                    <a:pt x="1778" y="112"/>
                  </a:lnTo>
                  <a:lnTo>
                    <a:pt x="1782" y="112"/>
                  </a:lnTo>
                  <a:lnTo>
                    <a:pt x="1785" y="115"/>
                  </a:lnTo>
                  <a:lnTo>
                    <a:pt x="1789" y="119"/>
                  </a:lnTo>
                  <a:lnTo>
                    <a:pt x="1793" y="122"/>
                  </a:lnTo>
                  <a:lnTo>
                    <a:pt x="1796" y="126"/>
                  </a:lnTo>
                  <a:lnTo>
                    <a:pt x="1800" y="130"/>
                  </a:lnTo>
                  <a:lnTo>
                    <a:pt x="1803" y="133"/>
                  </a:lnTo>
                  <a:lnTo>
                    <a:pt x="1807" y="137"/>
                  </a:lnTo>
                  <a:lnTo>
                    <a:pt x="1811" y="140"/>
                  </a:lnTo>
                  <a:lnTo>
                    <a:pt x="1811" y="144"/>
                  </a:lnTo>
                  <a:lnTo>
                    <a:pt x="1814" y="148"/>
                  </a:lnTo>
                  <a:lnTo>
                    <a:pt x="1818" y="151"/>
                  </a:lnTo>
                  <a:lnTo>
                    <a:pt x="1821" y="155"/>
                  </a:lnTo>
                  <a:lnTo>
                    <a:pt x="1825" y="158"/>
                  </a:lnTo>
                  <a:lnTo>
                    <a:pt x="1829" y="162"/>
                  </a:lnTo>
                  <a:lnTo>
                    <a:pt x="1829" y="166"/>
                  </a:lnTo>
                  <a:lnTo>
                    <a:pt x="1832" y="169"/>
                  </a:lnTo>
                  <a:lnTo>
                    <a:pt x="1836" y="173"/>
                  </a:lnTo>
                  <a:lnTo>
                    <a:pt x="1839" y="176"/>
                  </a:lnTo>
                  <a:lnTo>
                    <a:pt x="1843" y="180"/>
                  </a:lnTo>
                  <a:lnTo>
                    <a:pt x="1847" y="184"/>
                  </a:lnTo>
                  <a:lnTo>
                    <a:pt x="1850" y="187"/>
                  </a:lnTo>
                  <a:lnTo>
                    <a:pt x="1854" y="191"/>
                  </a:lnTo>
                  <a:lnTo>
                    <a:pt x="1857" y="191"/>
                  </a:lnTo>
                  <a:lnTo>
                    <a:pt x="1861" y="194"/>
                  </a:lnTo>
                  <a:lnTo>
                    <a:pt x="1865" y="198"/>
                  </a:lnTo>
                  <a:lnTo>
                    <a:pt x="1868" y="198"/>
                  </a:lnTo>
                  <a:lnTo>
                    <a:pt x="1872" y="198"/>
                  </a:lnTo>
                  <a:lnTo>
                    <a:pt x="1875" y="202"/>
                  </a:lnTo>
                  <a:lnTo>
                    <a:pt x="1879" y="202"/>
                  </a:lnTo>
                  <a:lnTo>
                    <a:pt x="1883" y="202"/>
                  </a:lnTo>
                  <a:lnTo>
                    <a:pt x="1886" y="202"/>
                  </a:lnTo>
                  <a:lnTo>
                    <a:pt x="1890" y="202"/>
                  </a:lnTo>
                  <a:lnTo>
                    <a:pt x="1893" y="198"/>
                  </a:lnTo>
                  <a:lnTo>
                    <a:pt x="1897" y="198"/>
                  </a:lnTo>
                  <a:lnTo>
                    <a:pt x="1901" y="194"/>
                  </a:lnTo>
                  <a:lnTo>
                    <a:pt x="1904" y="194"/>
                  </a:lnTo>
                  <a:lnTo>
                    <a:pt x="1908" y="191"/>
                  </a:lnTo>
                  <a:lnTo>
                    <a:pt x="1911" y="187"/>
                  </a:lnTo>
                  <a:lnTo>
                    <a:pt x="1915" y="184"/>
                  </a:lnTo>
                  <a:lnTo>
                    <a:pt x="1919" y="184"/>
                  </a:lnTo>
                  <a:lnTo>
                    <a:pt x="1922" y="180"/>
                  </a:lnTo>
                  <a:lnTo>
                    <a:pt x="1926" y="176"/>
                  </a:lnTo>
                  <a:lnTo>
                    <a:pt x="1929" y="173"/>
                  </a:lnTo>
                  <a:lnTo>
                    <a:pt x="1933" y="169"/>
                  </a:lnTo>
                  <a:lnTo>
                    <a:pt x="1937" y="166"/>
                  </a:lnTo>
                  <a:lnTo>
                    <a:pt x="1940" y="162"/>
                  </a:lnTo>
                  <a:lnTo>
                    <a:pt x="1940" y="158"/>
                  </a:lnTo>
                  <a:lnTo>
                    <a:pt x="1944" y="155"/>
                  </a:lnTo>
                  <a:lnTo>
                    <a:pt x="1947" y="151"/>
                  </a:lnTo>
                  <a:lnTo>
                    <a:pt x="1951" y="148"/>
                  </a:lnTo>
                  <a:lnTo>
                    <a:pt x="1951" y="144"/>
                  </a:lnTo>
                  <a:lnTo>
                    <a:pt x="1955" y="140"/>
                  </a:lnTo>
                  <a:lnTo>
                    <a:pt x="1958" y="137"/>
                  </a:lnTo>
                  <a:lnTo>
                    <a:pt x="1962" y="133"/>
                  </a:lnTo>
                  <a:lnTo>
                    <a:pt x="1965" y="130"/>
                  </a:lnTo>
                  <a:lnTo>
                    <a:pt x="1965" y="126"/>
                  </a:lnTo>
                  <a:lnTo>
                    <a:pt x="1969" y="122"/>
                  </a:lnTo>
                  <a:lnTo>
                    <a:pt x="1973" y="119"/>
                  </a:lnTo>
                  <a:lnTo>
                    <a:pt x="1976" y="115"/>
                  </a:lnTo>
                  <a:lnTo>
                    <a:pt x="1980" y="112"/>
                  </a:lnTo>
                  <a:lnTo>
                    <a:pt x="1983" y="108"/>
                  </a:lnTo>
                  <a:lnTo>
                    <a:pt x="1983" y="104"/>
                  </a:lnTo>
                  <a:lnTo>
                    <a:pt x="1987" y="101"/>
                  </a:lnTo>
                  <a:lnTo>
                    <a:pt x="1991" y="97"/>
                  </a:lnTo>
                  <a:lnTo>
                    <a:pt x="1994" y="94"/>
                  </a:lnTo>
                  <a:lnTo>
                    <a:pt x="1998" y="94"/>
                  </a:lnTo>
                  <a:lnTo>
                    <a:pt x="2001" y="90"/>
                  </a:lnTo>
                  <a:lnTo>
                    <a:pt x="2005" y="86"/>
                  </a:lnTo>
                  <a:lnTo>
                    <a:pt x="2009" y="86"/>
                  </a:lnTo>
                  <a:lnTo>
                    <a:pt x="2012" y="86"/>
                  </a:lnTo>
                  <a:lnTo>
                    <a:pt x="2016" y="83"/>
                  </a:lnTo>
                  <a:lnTo>
                    <a:pt x="2019" y="83"/>
                  </a:lnTo>
                  <a:lnTo>
                    <a:pt x="2023" y="83"/>
                  </a:lnTo>
                  <a:lnTo>
                    <a:pt x="2027" y="83"/>
                  </a:lnTo>
                  <a:lnTo>
                    <a:pt x="2030" y="86"/>
                  </a:lnTo>
                  <a:lnTo>
                    <a:pt x="2034" y="86"/>
                  </a:lnTo>
                  <a:lnTo>
                    <a:pt x="2037" y="86"/>
                  </a:lnTo>
                  <a:lnTo>
                    <a:pt x="2041" y="90"/>
                  </a:lnTo>
                  <a:lnTo>
                    <a:pt x="2045" y="94"/>
                  </a:lnTo>
                  <a:lnTo>
                    <a:pt x="2048" y="94"/>
                  </a:lnTo>
                  <a:lnTo>
                    <a:pt x="2052" y="97"/>
                  </a:lnTo>
                  <a:lnTo>
                    <a:pt x="2055" y="101"/>
                  </a:lnTo>
                  <a:lnTo>
                    <a:pt x="2059" y="104"/>
                  </a:lnTo>
                  <a:lnTo>
                    <a:pt x="2063" y="108"/>
                  </a:lnTo>
                  <a:lnTo>
                    <a:pt x="2066" y="112"/>
                  </a:lnTo>
                  <a:lnTo>
                    <a:pt x="2070" y="115"/>
                  </a:lnTo>
                  <a:lnTo>
                    <a:pt x="2073" y="119"/>
                  </a:lnTo>
                  <a:lnTo>
                    <a:pt x="2077" y="122"/>
                  </a:lnTo>
                  <a:lnTo>
                    <a:pt x="2077" y="126"/>
                  </a:lnTo>
                  <a:lnTo>
                    <a:pt x="2081" y="130"/>
                  </a:lnTo>
                  <a:lnTo>
                    <a:pt x="2084" y="133"/>
                  </a:lnTo>
                  <a:lnTo>
                    <a:pt x="2084" y="137"/>
                  </a:lnTo>
                  <a:lnTo>
                    <a:pt x="2088" y="140"/>
                  </a:lnTo>
                  <a:lnTo>
                    <a:pt x="2091" y="144"/>
                  </a:lnTo>
                  <a:lnTo>
                    <a:pt x="2095" y="148"/>
                  </a:lnTo>
                  <a:lnTo>
                    <a:pt x="2095" y="151"/>
                  </a:lnTo>
                  <a:lnTo>
                    <a:pt x="2099" y="155"/>
                  </a:lnTo>
                  <a:lnTo>
                    <a:pt x="2099" y="158"/>
                  </a:lnTo>
                  <a:lnTo>
                    <a:pt x="2102" y="162"/>
                  </a:lnTo>
                  <a:lnTo>
                    <a:pt x="2106" y="166"/>
                  </a:lnTo>
                  <a:lnTo>
                    <a:pt x="2109" y="169"/>
                  </a:lnTo>
                  <a:lnTo>
                    <a:pt x="2113" y="173"/>
                  </a:lnTo>
                  <a:lnTo>
                    <a:pt x="2113" y="176"/>
                  </a:lnTo>
                  <a:lnTo>
                    <a:pt x="2117" y="180"/>
                  </a:lnTo>
                  <a:lnTo>
                    <a:pt x="2120" y="184"/>
                  </a:lnTo>
                  <a:lnTo>
                    <a:pt x="2124" y="187"/>
                  </a:lnTo>
                  <a:lnTo>
                    <a:pt x="2124" y="191"/>
                  </a:lnTo>
                  <a:lnTo>
                    <a:pt x="2127" y="194"/>
                  </a:lnTo>
                  <a:lnTo>
                    <a:pt x="2131" y="198"/>
                  </a:lnTo>
                  <a:lnTo>
                    <a:pt x="2135" y="202"/>
                  </a:lnTo>
                  <a:lnTo>
                    <a:pt x="2138" y="205"/>
                  </a:lnTo>
                  <a:lnTo>
                    <a:pt x="2142" y="209"/>
                  </a:lnTo>
                  <a:lnTo>
                    <a:pt x="2145" y="209"/>
                  </a:lnTo>
                  <a:lnTo>
                    <a:pt x="2149" y="209"/>
                  </a:lnTo>
                  <a:lnTo>
                    <a:pt x="2153" y="212"/>
                  </a:lnTo>
                  <a:lnTo>
                    <a:pt x="2156" y="212"/>
                  </a:lnTo>
                  <a:lnTo>
                    <a:pt x="2160" y="212"/>
                  </a:lnTo>
                  <a:lnTo>
                    <a:pt x="2163" y="212"/>
                  </a:lnTo>
                  <a:lnTo>
                    <a:pt x="2167" y="212"/>
                  </a:lnTo>
                  <a:lnTo>
                    <a:pt x="2171" y="212"/>
                  </a:lnTo>
                  <a:lnTo>
                    <a:pt x="2174" y="209"/>
                  </a:lnTo>
                  <a:lnTo>
                    <a:pt x="2178" y="209"/>
                  </a:lnTo>
                  <a:lnTo>
                    <a:pt x="2181" y="205"/>
                  </a:lnTo>
                  <a:lnTo>
                    <a:pt x="2185" y="202"/>
                  </a:lnTo>
                  <a:lnTo>
                    <a:pt x="2189" y="198"/>
                  </a:lnTo>
                  <a:lnTo>
                    <a:pt x="2192" y="194"/>
                  </a:lnTo>
                  <a:lnTo>
                    <a:pt x="2196" y="194"/>
                  </a:lnTo>
                  <a:lnTo>
                    <a:pt x="2199" y="191"/>
                  </a:lnTo>
                  <a:lnTo>
                    <a:pt x="2203" y="187"/>
                  </a:lnTo>
                  <a:lnTo>
                    <a:pt x="2207" y="184"/>
                  </a:lnTo>
                  <a:lnTo>
                    <a:pt x="2207" y="180"/>
                  </a:lnTo>
                  <a:lnTo>
                    <a:pt x="2210" y="176"/>
                  </a:lnTo>
                  <a:lnTo>
                    <a:pt x="2210" y="173"/>
                  </a:lnTo>
                  <a:lnTo>
                    <a:pt x="2214" y="169"/>
                  </a:lnTo>
                  <a:lnTo>
                    <a:pt x="2217" y="166"/>
                  </a:lnTo>
                  <a:lnTo>
                    <a:pt x="2221" y="162"/>
                  </a:lnTo>
                  <a:lnTo>
                    <a:pt x="2221" y="158"/>
                  </a:lnTo>
                  <a:lnTo>
                    <a:pt x="2225" y="155"/>
                  </a:lnTo>
                  <a:lnTo>
                    <a:pt x="2225" y="151"/>
                  </a:lnTo>
                  <a:lnTo>
                    <a:pt x="2228" y="148"/>
                  </a:lnTo>
                  <a:lnTo>
                    <a:pt x="2232" y="144"/>
                  </a:lnTo>
                  <a:lnTo>
                    <a:pt x="2232" y="140"/>
                  </a:lnTo>
                  <a:lnTo>
                    <a:pt x="2235" y="137"/>
                  </a:lnTo>
                  <a:lnTo>
                    <a:pt x="2239" y="133"/>
                  </a:lnTo>
                  <a:lnTo>
                    <a:pt x="2239" y="130"/>
                  </a:lnTo>
                  <a:lnTo>
                    <a:pt x="2243" y="126"/>
                  </a:lnTo>
                  <a:lnTo>
                    <a:pt x="2243" y="122"/>
                  </a:lnTo>
                  <a:lnTo>
                    <a:pt x="2246" y="119"/>
                  </a:lnTo>
                  <a:lnTo>
                    <a:pt x="2250" y="115"/>
                  </a:lnTo>
                  <a:lnTo>
                    <a:pt x="2253" y="112"/>
                  </a:lnTo>
                  <a:lnTo>
                    <a:pt x="2253" y="108"/>
                  </a:lnTo>
                  <a:lnTo>
                    <a:pt x="2257" y="104"/>
                  </a:lnTo>
                  <a:lnTo>
                    <a:pt x="2261" y="101"/>
                  </a:lnTo>
                  <a:lnTo>
                    <a:pt x="2261" y="97"/>
                  </a:lnTo>
                  <a:lnTo>
                    <a:pt x="2264" y="94"/>
                  </a:lnTo>
                  <a:lnTo>
                    <a:pt x="2268" y="90"/>
                  </a:lnTo>
                  <a:lnTo>
                    <a:pt x="2271" y="86"/>
                  </a:lnTo>
                  <a:lnTo>
                    <a:pt x="2275" y="83"/>
                  </a:lnTo>
                  <a:lnTo>
                    <a:pt x="2279" y="79"/>
                  </a:lnTo>
                  <a:lnTo>
                    <a:pt x="2282" y="76"/>
                  </a:lnTo>
                  <a:lnTo>
                    <a:pt x="2286" y="72"/>
                  </a:lnTo>
                  <a:lnTo>
                    <a:pt x="2289" y="72"/>
                  </a:lnTo>
                  <a:lnTo>
                    <a:pt x="2293" y="68"/>
                  </a:lnTo>
                  <a:lnTo>
                    <a:pt x="2297" y="68"/>
                  </a:lnTo>
                  <a:lnTo>
                    <a:pt x="2300" y="68"/>
                  </a:lnTo>
                  <a:lnTo>
                    <a:pt x="2304" y="68"/>
                  </a:lnTo>
                  <a:lnTo>
                    <a:pt x="2307" y="68"/>
                  </a:lnTo>
                  <a:lnTo>
                    <a:pt x="2311" y="72"/>
                  </a:lnTo>
                  <a:lnTo>
                    <a:pt x="2315" y="72"/>
                  </a:lnTo>
                  <a:lnTo>
                    <a:pt x="2318" y="76"/>
                  </a:lnTo>
                  <a:lnTo>
                    <a:pt x="2322" y="79"/>
                  </a:lnTo>
                  <a:lnTo>
                    <a:pt x="2325" y="79"/>
                  </a:lnTo>
                  <a:lnTo>
                    <a:pt x="2329" y="83"/>
                  </a:lnTo>
                  <a:lnTo>
                    <a:pt x="2333" y="86"/>
                  </a:lnTo>
                  <a:lnTo>
                    <a:pt x="2336" y="90"/>
                  </a:lnTo>
                  <a:lnTo>
                    <a:pt x="2340" y="94"/>
                  </a:lnTo>
                  <a:lnTo>
                    <a:pt x="2340" y="97"/>
                  </a:lnTo>
                  <a:lnTo>
                    <a:pt x="2343" y="101"/>
                  </a:lnTo>
                  <a:lnTo>
                    <a:pt x="2347" y="104"/>
                  </a:lnTo>
                  <a:lnTo>
                    <a:pt x="2347" y="108"/>
                  </a:lnTo>
                  <a:lnTo>
                    <a:pt x="2351" y="112"/>
                  </a:lnTo>
                  <a:lnTo>
                    <a:pt x="2354" y="115"/>
                  </a:lnTo>
                  <a:lnTo>
                    <a:pt x="2354" y="119"/>
                  </a:lnTo>
                  <a:lnTo>
                    <a:pt x="2358" y="122"/>
                  </a:lnTo>
                  <a:lnTo>
                    <a:pt x="2361" y="126"/>
                  </a:lnTo>
                  <a:lnTo>
                    <a:pt x="2361" y="130"/>
                  </a:lnTo>
                  <a:lnTo>
                    <a:pt x="2365" y="133"/>
                  </a:lnTo>
                  <a:lnTo>
                    <a:pt x="2365" y="137"/>
                  </a:lnTo>
                  <a:lnTo>
                    <a:pt x="2365" y="140"/>
                  </a:lnTo>
                  <a:lnTo>
                    <a:pt x="2369" y="144"/>
                  </a:lnTo>
                  <a:lnTo>
                    <a:pt x="2372" y="148"/>
                  </a:lnTo>
                  <a:lnTo>
                    <a:pt x="2372" y="151"/>
                  </a:lnTo>
                  <a:lnTo>
                    <a:pt x="2376" y="155"/>
                  </a:lnTo>
                  <a:lnTo>
                    <a:pt x="2379" y="158"/>
                  </a:lnTo>
                  <a:lnTo>
                    <a:pt x="2379" y="162"/>
                  </a:lnTo>
                  <a:lnTo>
                    <a:pt x="2379" y="166"/>
                  </a:lnTo>
                  <a:lnTo>
                    <a:pt x="2383" y="169"/>
                  </a:lnTo>
                  <a:lnTo>
                    <a:pt x="2383" y="173"/>
                  </a:lnTo>
                  <a:lnTo>
                    <a:pt x="2387" y="176"/>
                  </a:lnTo>
                  <a:lnTo>
                    <a:pt x="2390" y="180"/>
                  </a:lnTo>
                  <a:lnTo>
                    <a:pt x="2390" y="184"/>
                  </a:lnTo>
                  <a:lnTo>
                    <a:pt x="2394" y="187"/>
                  </a:lnTo>
                  <a:lnTo>
                    <a:pt x="2397" y="191"/>
                  </a:lnTo>
                  <a:lnTo>
                    <a:pt x="2397" y="194"/>
                  </a:lnTo>
                  <a:lnTo>
                    <a:pt x="2401" y="198"/>
                  </a:lnTo>
                  <a:lnTo>
                    <a:pt x="2405" y="202"/>
                  </a:lnTo>
                  <a:lnTo>
                    <a:pt x="2405" y="205"/>
                  </a:lnTo>
                  <a:lnTo>
                    <a:pt x="2408" y="209"/>
                  </a:lnTo>
                  <a:lnTo>
                    <a:pt x="2412" y="212"/>
                  </a:lnTo>
                  <a:lnTo>
                    <a:pt x="2415" y="216"/>
                  </a:lnTo>
                  <a:lnTo>
                    <a:pt x="2419" y="220"/>
                  </a:lnTo>
                  <a:lnTo>
                    <a:pt x="2423" y="223"/>
                  </a:lnTo>
                  <a:lnTo>
                    <a:pt x="2426" y="227"/>
                  </a:lnTo>
                  <a:lnTo>
                    <a:pt x="2430" y="227"/>
                  </a:lnTo>
                  <a:lnTo>
                    <a:pt x="2433" y="230"/>
                  </a:lnTo>
                  <a:lnTo>
                    <a:pt x="2437" y="230"/>
                  </a:lnTo>
                  <a:lnTo>
                    <a:pt x="2441" y="230"/>
                  </a:lnTo>
                  <a:lnTo>
                    <a:pt x="2444" y="230"/>
                  </a:lnTo>
                  <a:lnTo>
                    <a:pt x="2448" y="230"/>
                  </a:lnTo>
                  <a:lnTo>
                    <a:pt x="2451" y="227"/>
                  </a:lnTo>
                  <a:lnTo>
                    <a:pt x="2455" y="227"/>
                  </a:lnTo>
                  <a:lnTo>
                    <a:pt x="2459" y="223"/>
                  </a:lnTo>
                  <a:lnTo>
                    <a:pt x="2462" y="220"/>
                  </a:lnTo>
                  <a:lnTo>
                    <a:pt x="2466" y="216"/>
                  </a:lnTo>
                  <a:lnTo>
                    <a:pt x="2469" y="212"/>
                  </a:lnTo>
                  <a:lnTo>
                    <a:pt x="2473" y="209"/>
                  </a:lnTo>
                  <a:lnTo>
                    <a:pt x="2477" y="205"/>
                  </a:lnTo>
                  <a:lnTo>
                    <a:pt x="2477" y="202"/>
                  </a:lnTo>
                  <a:lnTo>
                    <a:pt x="2480" y="198"/>
                  </a:lnTo>
                  <a:lnTo>
                    <a:pt x="2484" y="194"/>
                  </a:lnTo>
                  <a:lnTo>
                    <a:pt x="2484" y="191"/>
                  </a:lnTo>
                  <a:lnTo>
                    <a:pt x="2487" y="187"/>
                  </a:lnTo>
                  <a:lnTo>
                    <a:pt x="2491" y="184"/>
                  </a:lnTo>
                  <a:lnTo>
                    <a:pt x="2491" y="180"/>
                  </a:lnTo>
                  <a:lnTo>
                    <a:pt x="2495" y="176"/>
                  </a:lnTo>
                  <a:lnTo>
                    <a:pt x="2495" y="173"/>
                  </a:lnTo>
                  <a:lnTo>
                    <a:pt x="2498" y="169"/>
                  </a:lnTo>
                  <a:lnTo>
                    <a:pt x="2498" y="166"/>
                  </a:lnTo>
                  <a:lnTo>
                    <a:pt x="2502" y="162"/>
                  </a:lnTo>
                  <a:lnTo>
                    <a:pt x="2502" y="158"/>
                  </a:lnTo>
                  <a:lnTo>
                    <a:pt x="2505" y="155"/>
                  </a:lnTo>
                  <a:lnTo>
                    <a:pt x="2505" y="151"/>
                  </a:lnTo>
                  <a:lnTo>
                    <a:pt x="2509" y="148"/>
                  </a:lnTo>
                  <a:lnTo>
                    <a:pt x="2509" y="144"/>
                  </a:lnTo>
                  <a:lnTo>
                    <a:pt x="2513" y="140"/>
                  </a:lnTo>
                  <a:lnTo>
                    <a:pt x="2513" y="137"/>
                  </a:lnTo>
                  <a:lnTo>
                    <a:pt x="2513" y="133"/>
                  </a:lnTo>
                  <a:lnTo>
                    <a:pt x="2516" y="130"/>
                  </a:lnTo>
                  <a:lnTo>
                    <a:pt x="2520" y="126"/>
                  </a:lnTo>
                  <a:lnTo>
                    <a:pt x="2520" y="122"/>
                  </a:lnTo>
                  <a:lnTo>
                    <a:pt x="2520" y="119"/>
                  </a:lnTo>
                  <a:lnTo>
                    <a:pt x="2523" y="115"/>
                  </a:lnTo>
                  <a:lnTo>
                    <a:pt x="2527" y="112"/>
                  </a:lnTo>
                  <a:lnTo>
                    <a:pt x="2527" y="108"/>
                  </a:lnTo>
                  <a:lnTo>
                    <a:pt x="2527" y="104"/>
                  </a:lnTo>
                  <a:lnTo>
                    <a:pt x="2531" y="101"/>
                  </a:lnTo>
                  <a:lnTo>
                    <a:pt x="2534" y="97"/>
                  </a:lnTo>
                  <a:lnTo>
                    <a:pt x="2534" y="94"/>
                  </a:lnTo>
                  <a:lnTo>
                    <a:pt x="2538" y="90"/>
                  </a:lnTo>
                  <a:lnTo>
                    <a:pt x="2538" y="86"/>
                  </a:lnTo>
                  <a:lnTo>
                    <a:pt x="2541" y="83"/>
                  </a:lnTo>
                  <a:lnTo>
                    <a:pt x="2545" y="79"/>
                  </a:lnTo>
                  <a:lnTo>
                    <a:pt x="2545" y="76"/>
                  </a:lnTo>
                  <a:lnTo>
                    <a:pt x="2549" y="72"/>
                  </a:lnTo>
                  <a:lnTo>
                    <a:pt x="2552" y="68"/>
                  </a:lnTo>
                  <a:lnTo>
                    <a:pt x="2552" y="65"/>
                  </a:lnTo>
                  <a:lnTo>
                    <a:pt x="2556" y="61"/>
                  </a:lnTo>
                  <a:lnTo>
                    <a:pt x="2559" y="58"/>
                  </a:lnTo>
                  <a:lnTo>
                    <a:pt x="2563" y="54"/>
                  </a:lnTo>
                  <a:lnTo>
                    <a:pt x="2567" y="50"/>
                  </a:lnTo>
                  <a:lnTo>
                    <a:pt x="2570" y="47"/>
                  </a:lnTo>
                  <a:lnTo>
                    <a:pt x="2574" y="47"/>
                  </a:lnTo>
                  <a:lnTo>
                    <a:pt x="2577" y="47"/>
                  </a:lnTo>
                  <a:lnTo>
                    <a:pt x="2581" y="47"/>
                  </a:lnTo>
                  <a:lnTo>
                    <a:pt x="2585" y="47"/>
                  </a:lnTo>
                  <a:lnTo>
                    <a:pt x="2588" y="47"/>
                  </a:lnTo>
                  <a:lnTo>
                    <a:pt x="2592" y="50"/>
                  </a:lnTo>
                  <a:lnTo>
                    <a:pt x="2595" y="50"/>
                  </a:lnTo>
                  <a:lnTo>
                    <a:pt x="2599" y="54"/>
                  </a:lnTo>
                  <a:lnTo>
                    <a:pt x="2603" y="58"/>
                  </a:lnTo>
                  <a:lnTo>
                    <a:pt x="2606" y="61"/>
                  </a:lnTo>
                  <a:lnTo>
                    <a:pt x="2610" y="65"/>
                  </a:lnTo>
                  <a:lnTo>
                    <a:pt x="2613" y="68"/>
                  </a:lnTo>
                  <a:lnTo>
                    <a:pt x="2613" y="72"/>
                  </a:lnTo>
                  <a:lnTo>
                    <a:pt x="2617" y="76"/>
                  </a:lnTo>
                  <a:lnTo>
                    <a:pt x="2617" y="79"/>
                  </a:lnTo>
                  <a:lnTo>
                    <a:pt x="2621" y="83"/>
                  </a:lnTo>
                  <a:lnTo>
                    <a:pt x="2621" y="86"/>
                  </a:lnTo>
                  <a:lnTo>
                    <a:pt x="2624" y="90"/>
                  </a:lnTo>
                  <a:lnTo>
                    <a:pt x="2624" y="94"/>
                  </a:lnTo>
                  <a:lnTo>
                    <a:pt x="2628" y="97"/>
                  </a:lnTo>
                  <a:lnTo>
                    <a:pt x="2628" y="101"/>
                  </a:lnTo>
                  <a:lnTo>
                    <a:pt x="2631" y="104"/>
                  </a:lnTo>
                  <a:lnTo>
                    <a:pt x="2631" y="108"/>
                  </a:lnTo>
                  <a:lnTo>
                    <a:pt x="2635" y="112"/>
                  </a:lnTo>
                  <a:lnTo>
                    <a:pt x="2635" y="115"/>
                  </a:lnTo>
                  <a:lnTo>
                    <a:pt x="2639" y="119"/>
                  </a:lnTo>
                  <a:lnTo>
                    <a:pt x="2639" y="122"/>
                  </a:lnTo>
                  <a:lnTo>
                    <a:pt x="2639" y="126"/>
                  </a:lnTo>
                  <a:lnTo>
                    <a:pt x="2642" y="130"/>
                  </a:lnTo>
                  <a:lnTo>
                    <a:pt x="2642" y="133"/>
                  </a:lnTo>
                  <a:lnTo>
                    <a:pt x="2646" y="137"/>
                  </a:lnTo>
                  <a:lnTo>
                    <a:pt x="2646" y="140"/>
                  </a:lnTo>
                  <a:lnTo>
                    <a:pt x="2649" y="144"/>
                  </a:lnTo>
                  <a:lnTo>
                    <a:pt x="2649" y="148"/>
                  </a:lnTo>
                  <a:lnTo>
                    <a:pt x="2649" y="151"/>
                  </a:lnTo>
                  <a:lnTo>
                    <a:pt x="2653" y="155"/>
                  </a:lnTo>
                  <a:lnTo>
                    <a:pt x="2653" y="158"/>
                  </a:lnTo>
                  <a:lnTo>
                    <a:pt x="2657" y="162"/>
                  </a:lnTo>
                  <a:lnTo>
                    <a:pt x="2657" y="166"/>
                  </a:lnTo>
                  <a:lnTo>
                    <a:pt x="2657" y="169"/>
                  </a:lnTo>
                  <a:lnTo>
                    <a:pt x="2660" y="173"/>
                  </a:lnTo>
                  <a:lnTo>
                    <a:pt x="2660" y="176"/>
                  </a:lnTo>
                  <a:lnTo>
                    <a:pt x="2664" y="180"/>
                  </a:lnTo>
                  <a:lnTo>
                    <a:pt x="2664" y="184"/>
                  </a:lnTo>
                  <a:lnTo>
                    <a:pt x="2667" y="187"/>
                  </a:lnTo>
                  <a:lnTo>
                    <a:pt x="2667" y="191"/>
                  </a:lnTo>
                  <a:lnTo>
                    <a:pt x="2667" y="194"/>
                  </a:lnTo>
                  <a:lnTo>
                    <a:pt x="2671" y="198"/>
                  </a:lnTo>
                  <a:lnTo>
                    <a:pt x="2671" y="202"/>
                  </a:lnTo>
                  <a:lnTo>
                    <a:pt x="2675" y="205"/>
                  </a:lnTo>
                  <a:lnTo>
                    <a:pt x="2675" y="209"/>
                  </a:lnTo>
                  <a:lnTo>
                    <a:pt x="2678" y="212"/>
                  </a:lnTo>
                  <a:lnTo>
                    <a:pt x="2678" y="216"/>
                  </a:lnTo>
                  <a:lnTo>
                    <a:pt x="2682" y="220"/>
                  </a:lnTo>
                  <a:lnTo>
                    <a:pt x="2682" y="223"/>
                  </a:lnTo>
                  <a:lnTo>
                    <a:pt x="2685" y="227"/>
                  </a:lnTo>
                  <a:lnTo>
                    <a:pt x="2685" y="230"/>
                  </a:lnTo>
                  <a:lnTo>
                    <a:pt x="2689" y="234"/>
                  </a:lnTo>
                  <a:lnTo>
                    <a:pt x="2693" y="238"/>
                  </a:lnTo>
                  <a:lnTo>
                    <a:pt x="2693" y="241"/>
                  </a:lnTo>
                  <a:lnTo>
                    <a:pt x="2696" y="245"/>
                  </a:lnTo>
                  <a:lnTo>
                    <a:pt x="2700" y="248"/>
                  </a:lnTo>
                  <a:lnTo>
                    <a:pt x="2703" y="252"/>
                  </a:lnTo>
                  <a:lnTo>
                    <a:pt x="2707" y="256"/>
                  </a:lnTo>
                  <a:lnTo>
                    <a:pt x="2711" y="259"/>
                  </a:lnTo>
                  <a:lnTo>
                    <a:pt x="2714" y="263"/>
                  </a:lnTo>
                  <a:lnTo>
                    <a:pt x="2718" y="263"/>
                  </a:lnTo>
                  <a:lnTo>
                    <a:pt x="2721" y="263"/>
                  </a:lnTo>
                  <a:lnTo>
                    <a:pt x="2725" y="263"/>
                  </a:lnTo>
                  <a:lnTo>
                    <a:pt x="2729" y="259"/>
                  </a:lnTo>
                  <a:lnTo>
                    <a:pt x="2732" y="256"/>
                  </a:lnTo>
                  <a:lnTo>
                    <a:pt x="2736" y="252"/>
                  </a:lnTo>
                  <a:lnTo>
                    <a:pt x="2739" y="252"/>
                  </a:lnTo>
                  <a:lnTo>
                    <a:pt x="2743" y="248"/>
                  </a:lnTo>
                  <a:lnTo>
                    <a:pt x="2747" y="245"/>
                  </a:lnTo>
                  <a:lnTo>
                    <a:pt x="2747" y="241"/>
                  </a:lnTo>
                  <a:lnTo>
                    <a:pt x="2750" y="238"/>
                  </a:lnTo>
                  <a:lnTo>
                    <a:pt x="2750" y="234"/>
                  </a:lnTo>
                  <a:lnTo>
                    <a:pt x="2754" y="230"/>
                  </a:lnTo>
                  <a:lnTo>
                    <a:pt x="2754" y="227"/>
                  </a:lnTo>
                  <a:lnTo>
                    <a:pt x="2757" y="223"/>
                  </a:lnTo>
                  <a:lnTo>
                    <a:pt x="2757" y="220"/>
                  </a:lnTo>
                  <a:lnTo>
                    <a:pt x="2761" y="216"/>
                  </a:lnTo>
                  <a:lnTo>
                    <a:pt x="2761" y="212"/>
                  </a:lnTo>
                  <a:lnTo>
                    <a:pt x="2765" y="209"/>
                  </a:lnTo>
                  <a:lnTo>
                    <a:pt x="2765" y="205"/>
                  </a:lnTo>
                  <a:lnTo>
                    <a:pt x="2768" y="202"/>
                  </a:lnTo>
                  <a:lnTo>
                    <a:pt x="2768" y="198"/>
                  </a:lnTo>
                  <a:lnTo>
                    <a:pt x="2768" y="194"/>
                  </a:lnTo>
                  <a:lnTo>
                    <a:pt x="2772" y="191"/>
                  </a:lnTo>
                  <a:lnTo>
                    <a:pt x="2772" y="187"/>
                  </a:lnTo>
                  <a:lnTo>
                    <a:pt x="2775" y="184"/>
                  </a:lnTo>
                  <a:lnTo>
                    <a:pt x="2775" y="180"/>
                  </a:lnTo>
                  <a:lnTo>
                    <a:pt x="2775" y="176"/>
                  </a:lnTo>
                  <a:lnTo>
                    <a:pt x="2779" y="173"/>
                  </a:lnTo>
                  <a:lnTo>
                    <a:pt x="2779" y="169"/>
                  </a:lnTo>
                  <a:lnTo>
                    <a:pt x="2779" y="166"/>
                  </a:lnTo>
                  <a:lnTo>
                    <a:pt x="2783" y="162"/>
                  </a:lnTo>
                  <a:lnTo>
                    <a:pt x="2783" y="158"/>
                  </a:lnTo>
                  <a:lnTo>
                    <a:pt x="2786" y="151"/>
                  </a:lnTo>
                  <a:lnTo>
                    <a:pt x="2786" y="148"/>
                  </a:lnTo>
                  <a:lnTo>
                    <a:pt x="2786" y="144"/>
                  </a:lnTo>
                  <a:lnTo>
                    <a:pt x="2790" y="140"/>
                  </a:lnTo>
                  <a:lnTo>
                    <a:pt x="2790" y="137"/>
                  </a:lnTo>
                  <a:lnTo>
                    <a:pt x="2793" y="133"/>
                  </a:lnTo>
                  <a:lnTo>
                    <a:pt x="2793" y="130"/>
                  </a:lnTo>
                  <a:lnTo>
                    <a:pt x="2793" y="126"/>
                  </a:lnTo>
                  <a:lnTo>
                    <a:pt x="2797" y="119"/>
                  </a:lnTo>
                  <a:lnTo>
                    <a:pt x="2797" y="115"/>
                  </a:lnTo>
                  <a:lnTo>
                    <a:pt x="2797" y="112"/>
                  </a:lnTo>
                  <a:lnTo>
                    <a:pt x="2801" y="108"/>
                  </a:lnTo>
                  <a:lnTo>
                    <a:pt x="2801" y="104"/>
                  </a:lnTo>
                  <a:lnTo>
                    <a:pt x="2804" y="101"/>
                  </a:lnTo>
                  <a:lnTo>
                    <a:pt x="2804" y="97"/>
                  </a:lnTo>
                  <a:lnTo>
                    <a:pt x="2804" y="94"/>
                  </a:lnTo>
                  <a:lnTo>
                    <a:pt x="2808" y="90"/>
                  </a:lnTo>
                  <a:lnTo>
                    <a:pt x="2808" y="86"/>
                  </a:lnTo>
                  <a:lnTo>
                    <a:pt x="2811" y="79"/>
                  </a:lnTo>
                  <a:lnTo>
                    <a:pt x="2811" y="76"/>
                  </a:lnTo>
                  <a:lnTo>
                    <a:pt x="2811" y="72"/>
                  </a:lnTo>
                  <a:lnTo>
                    <a:pt x="2815" y="68"/>
                  </a:lnTo>
                  <a:lnTo>
                    <a:pt x="2815" y="65"/>
                  </a:lnTo>
                  <a:lnTo>
                    <a:pt x="2819" y="61"/>
                  </a:lnTo>
                  <a:lnTo>
                    <a:pt x="2819" y="58"/>
                  </a:lnTo>
                  <a:lnTo>
                    <a:pt x="2822" y="54"/>
                  </a:lnTo>
                  <a:lnTo>
                    <a:pt x="2822" y="50"/>
                  </a:lnTo>
                  <a:lnTo>
                    <a:pt x="2822" y="47"/>
                  </a:lnTo>
                  <a:lnTo>
                    <a:pt x="2826" y="43"/>
                  </a:lnTo>
                  <a:lnTo>
                    <a:pt x="2826" y="40"/>
                  </a:lnTo>
                  <a:lnTo>
                    <a:pt x="2829" y="36"/>
                  </a:lnTo>
                  <a:lnTo>
                    <a:pt x="2829" y="32"/>
                  </a:lnTo>
                  <a:lnTo>
                    <a:pt x="2833" y="29"/>
                  </a:lnTo>
                  <a:lnTo>
                    <a:pt x="2837" y="25"/>
                  </a:lnTo>
                  <a:lnTo>
                    <a:pt x="2837" y="22"/>
                  </a:lnTo>
                  <a:lnTo>
                    <a:pt x="2840" y="18"/>
                  </a:lnTo>
                  <a:lnTo>
                    <a:pt x="2840" y="14"/>
                  </a:lnTo>
                  <a:lnTo>
                    <a:pt x="2844" y="11"/>
                  </a:lnTo>
                  <a:lnTo>
                    <a:pt x="2847" y="7"/>
                  </a:lnTo>
                  <a:lnTo>
                    <a:pt x="2851" y="4"/>
                  </a:lnTo>
                  <a:lnTo>
                    <a:pt x="2855" y="4"/>
                  </a:lnTo>
                  <a:lnTo>
                    <a:pt x="2858" y="0"/>
                  </a:lnTo>
                  <a:lnTo>
                    <a:pt x="2862" y="0"/>
                  </a:lnTo>
                  <a:lnTo>
                    <a:pt x="2865" y="4"/>
                  </a:lnTo>
                  <a:lnTo>
                    <a:pt x="2869" y="4"/>
                  </a:lnTo>
                  <a:lnTo>
                    <a:pt x="2873" y="7"/>
                  </a:lnTo>
                  <a:lnTo>
                    <a:pt x="2876" y="11"/>
                  </a:lnTo>
                  <a:lnTo>
                    <a:pt x="2880" y="14"/>
                  </a:lnTo>
                  <a:lnTo>
                    <a:pt x="2883" y="18"/>
                  </a:lnTo>
                  <a:lnTo>
                    <a:pt x="2883" y="22"/>
                  </a:lnTo>
                  <a:lnTo>
                    <a:pt x="2887" y="25"/>
                  </a:lnTo>
                  <a:lnTo>
                    <a:pt x="2887" y="29"/>
                  </a:lnTo>
                  <a:lnTo>
                    <a:pt x="2891" y="32"/>
                  </a:lnTo>
                  <a:lnTo>
                    <a:pt x="2891" y="36"/>
                  </a:lnTo>
                  <a:lnTo>
                    <a:pt x="2894" y="40"/>
                  </a:lnTo>
                  <a:lnTo>
                    <a:pt x="2894" y="43"/>
                  </a:lnTo>
                  <a:lnTo>
                    <a:pt x="2898" y="47"/>
                  </a:lnTo>
                  <a:lnTo>
                    <a:pt x="2898" y="50"/>
                  </a:lnTo>
                  <a:lnTo>
                    <a:pt x="2898" y="54"/>
                  </a:lnTo>
                  <a:lnTo>
                    <a:pt x="2901" y="58"/>
                  </a:lnTo>
                  <a:lnTo>
                    <a:pt x="2901" y="61"/>
                  </a:lnTo>
                  <a:lnTo>
                    <a:pt x="2905" y="65"/>
                  </a:lnTo>
                  <a:lnTo>
                    <a:pt x="2905" y="72"/>
                  </a:lnTo>
                  <a:lnTo>
                    <a:pt x="2905" y="76"/>
                  </a:lnTo>
                  <a:lnTo>
                    <a:pt x="2909" y="79"/>
                  </a:lnTo>
                  <a:lnTo>
                    <a:pt x="2909" y="83"/>
                  </a:lnTo>
                  <a:lnTo>
                    <a:pt x="2909" y="86"/>
                  </a:lnTo>
                  <a:lnTo>
                    <a:pt x="2912" y="94"/>
                  </a:lnTo>
                  <a:lnTo>
                    <a:pt x="2912" y="97"/>
                  </a:lnTo>
                  <a:lnTo>
                    <a:pt x="2916" y="101"/>
                  </a:lnTo>
                  <a:lnTo>
                    <a:pt x="2916" y="104"/>
                  </a:lnTo>
                  <a:lnTo>
                    <a:pt x="2916" y="112"/>
                  </a:lnTo>
                  <a:lnTo>
                    <a:pt x="2919" y="115"/>
                  </a:lnTo>
                  <a:lnTo>
                    <a:pt x="2919" y="119"/>
                  </a:lnTo>
                  <a:lnTo>
                    <a:pt x="2923" y="126"/>
                  </a:lnTo>
                  <a:lnTo>
                    <a:pt x="2923" y="130"/>
                  </a:lnTo>
                  <a:lnTo>
                    <a:pt x="2923" y="133"/>
                  </a:lnTo>
                  <a:lnTo>
                    <a:pt x="2927" y="140"/>
                  </a:lnTo>
                  <a:lnTo>
                    <a:pt x="2927" y="144"/>
                  </a:lnTo>
                  <a:lnTo>
                    <a:pt x="2927" y="151"/>
                  </a:lnTo>
                  <a:lnTo>
                    <a:pt x="2930" y="155"/>
                  </a:lnTo>
                  <a:lnTo>
                    <a:pt x="2930" y="158"/>
                  </a:lnTo>
                  <a:lnTo>
                    <a:pt x="2934" y="166"/>
                  </a:lnTo>
                  <a:lnTo>
                    <a:pt x="2934" y="169"/>
                  </a:lnTo>
                  <a:lnTo>
                    <a:pt x="2934" y="176"/>
                  </a:lnTo>
                  <a:lnTo>
                    <a:pt x="2937" y="180"/>
                  </a:lnTo>
                  <a:lnTo>
                    <a:pt x="2937" y="187"/>
                  </a:lnTo>
                  <a:lnTo>
                    <a:pt x="2941" y="191"/>
                  </a:lnTo>
                  <a:lnTo>
                    <a:pt x="2941" y="194"/>
                  </a:lnTo>
                  <a:lnTo>
                    <a:pt x="2941" y="202"/>
                  </a:lnTo>
                  <a:lnTo>
                    <a:pt x="2945" y="205"/>
                  </a:lnTo>
                  <a:lnTo>
                    <a:pt x="2945" y="212"/>
                  </a:lnTo>
                  <a:lnTo>
                    <a:pt x="2948" y="216"/>
                  </a:lnTo>
                  <a:lnTo>
                    <a:pt x="2948" y="220"/>
                  </a:lnTo>
                  <a:lnTo>
                    <a:pt x="2948" y="227"/>
                  </a:lnTo>
                  <a:lnTo>
                    <a:pt x="2952" y="230"/>
                  </a:lnTo>
                  <a:lnTo>
                    <a:pt x="2952" y="234"/>
                  </a:lnTo>
                  <a:lnTo>
                    <a:pt x="2952" y="241"/>
                  </a:lnTo>
                  <a:lnTo>
                    <a:pt x="2955" y="245"/>
                  </a:lnTo>
                  <a:lnTo>
                    <a:pt x="2955" y="248"/>
                  </a:lnTo>
                  <a:lnTo>
                    <a:pt x="2959" y="252"/>
                  </a:lnTo>
                  <a:lnTo>
                    <a:pt x="2959" y="259"/>
                  </a:lnTo>
                  <a:lnTo>
                    <a:pt x="2959" y="263"/>
                  </a:lnTo>
                  <a:lnTo>
                    <a:pt x="2963" y="266"/>
                  </a:lnTo>
                  <a:lnTo>
                    <a:pt x="2963" y="270"/>
                  </a:lnTo>
                  <a:lnTo>
                    <a:pt x="2966" y="274"/>
                  </a:lnTo>
                  <a:lnTo>
                    <a:pt x="2966" y="277"/>
                  </a:lnTo>
                  <a:lnTo>
                    <a:pt x="2966" y="281"/>
                  </a:lnTo>
                  <a:lnTo>
                    <a:pt x="2970" y="284"/>
                  </a:lnTo>
                  <a:lnTo>
                    <a:pt x="2970" y="288"/>
                  </a:lnTo>
                  <a:lnTo>
                    <a:pt x="2970" y="292"/>
                  </a:lnTo>
                  <a:lnTo>
                    <a:pt x="2973" y="295"/>
                  </a:lnTo>
                  <a:lnTo>
                    <a:pt x="2973" y="299"/>
                  </a:lnTo>
                  <a:lnTo>
                    <a:pt x="2977" y="302"/>
                  </a:lnTo>
                  <a:lnTo>
                    <a:pt x="2977" y="306"/>
                  </a:lnTo>
                  <a:lnTo>
                    <a:pt x="2981" y="310"/>
                  </a:lnTo>
                  <a:lnTo>
                    <a:pt x="2984" y="313"/>
                  </a:lnTo>
                  <a:lnTo>
                    <a:pt x="2984" y="317"/>
                  </a:lnTo>
                  <a:lnTo>
                    <a:pt x="2988" y="320"/>
                  </a:lnTo>
                  <a:lnTo>
                    <a:pt x="2991" y="324"/>
                  </a:lnTo>
                  <a:lnTo>
                    <a:pt x="2995" y="328"/>
                  </a:lnTo>
                  <a:lnTo>
                    <a:pt x="2999" y="331"/>
                  </a:lnTo>
                  <a:lnTo>
                    <a:pt x="3002" y="328"/>
                  </a:lnTo>
                  <a:lnTo>
                    <a:pt x="3006" y="328"/>
                  </a:lnTo>
                  <a:lnTo>
                    <a:pt x="3009" y="324"/>
                  </a:lnTo>
                  <a:lnTo>
                    <a:pt x="3013" y="320"/>
                  </a:lnTo>
                  <a:lnTo>
                    <a:pt x="3017" y="317"/>
                  </a:lnTo>
                  <a:lnTo>
                    <a:pt x="3020" y="313"/>
                  </a:lnTo>
                  <a:lnTo>
                    <a:pt x="3020" y="310"/>
                  </a:lnTo>
                  <a:lnTo>
                    <a:pt x="3024" y="306"/>
                  </a:lnTo>
                  <a:lnTo>
                    <a:pt x="3024" y="302"/>
                  </a:lnTo>
                  <a:lnTo>
                    <a:pt x="3027" y="299"/>
                  </a:lnTo>
                  <a:lnTo>
                    <a:pt x="3027" y="295"/>
                  </a:lnTo>
                  <a:lnTo>
                    <a:pt x="3027" y="292"/>
                  </a:lnTo>
                  <a:lnTo>
                    <a:pt x="3031" y="288"/>
                  </a:lnTo>
                  <a:lnTo>
                    <a:pt x="3031" y="284"/>
                  </a:lnTo>
                  <a:lnTo>
                    <a:pt x="3035" y="281"/>
                  </a:lnTo>
                  <a:lnTo>
                    <a:pt x="3035" y="277"/>
                  </a:lnTo>
                  <a:lnTo>
                    <a:pt x="3035" y="274"/>
                  </a:lnTo>
                  <a:lnTo>
                    <a:pt x="3038" y="266"/>
                  </a:lnTo>
                  <a:lnTo>
                    <a:pt x="3038" y="263"/>
                  </a:lnTo>
                  <a:lnTo>
                    <a:pt x="3038" y="259"/>
                  </a:lnTo>
                  <a:lnTo>
                    <a:pt x="3042" y="252"/>
                  </a:lnTo>
                  <a:lnTo>
                    <a:pt x="3042" y="248"/>
                  </a:lnTo>
                  <a:lnTo>
                    <a:pt x="3045" y="245"/>
                  </a:lnTo>
                  <a:lnTo>
                    <a:pt x="3045" y="238"/>
                  </a:lnTo>
                  <a:lnTo>
                    <a:pt x="3045" y="234"/>
                  </a:lnTo>
                  <a:lnTo>
                    <a:pt x="3049" y="227"/>
                  </a:lnTo>
                  <a:lnTo>
                    <a:pt x="3049" y="220"/>
                  </a:lnTo>
                  <a:lnTo>
                    <a:pt x="3053" y="216"/>
                  </a:lnTo>
                  <a:lnTo>
                    <a:pt x="3053" y="209"/>
                  </a:lnTo>
                  <a:lnTo>
                    <a:pt x="3053" y="202"/>
                  </a:lnTo>
                  <a:lnTo>
                    <a:pt x="3056" y="198"/>
                  </a:lnTo>
                  <a:lnTo>
                    <a:pt x="3056" y="191"/>
                  </a:lnTo>
                  <a:lnTo>
                    <a:pt x="3056" y="184"/>
                  </a:lnTo>
                  <a:lnTo>
                    <a:pt x="3060" y="176"/>
                  </a:lnTo>
                  <a:lnTo>
                    <a:pt x="3060" y="173"/>
                  </a:lnTo>
                  <a:lnTo>
                    <a:pt x="3063" y="166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9" name="Freeform 137"/>
            <p:cNvSpPr>
              <a:spLocks/>
            </p:cNvSpPr>
            <p:nvPr/>
          </p:nvSpPr>
          <p:spPr bwMode="auto">
            <a:xfrm>
              <a:off x="3812" y="1048"/>
              <a:ext cx="422" cy="2462"/>
            </a:xfrm>
            <a:custGeom>
              <a:avLst/>
              <a:gdLst/>
              <a:ahLst/>
              <a:cxnLst>
                <a:cxn ang="0">
                  <a:pos x="4" y="2016"/>
                </a:cxn>
                <a:cxn ang="0">
                  <a:pos x="11" y="1983"/>
                </a:cxn>
                <a:cxn ang="0">
                  <a:pos x="18" y="1947"/>
                </a:cxn>
                <a:cxn ang="0">
                  <a:pos x="26" y="1915"/>
                </a:cxn>
                <a:cxn ang="0">
                  <a:pos x="33" y="1883"/>
                </a:cxn>
                <a:cxn ang="0">
                  <a:pos x="40" y="1854"/>
                </a:cxn>
                <a:cxn ang="0">
                  <a:pos x="47" y="1825"/>
                </a:cxn>
                <a:cxn ang="0">
                  <a:pos x="54" y="1803"/>
                </a:cxn>
                <a:cxn ang="0">
                  <a:pos x="62" y="1785"/>
                </a:cxn>
                <a:cxn ang="0">
                  <a:pos x="72" y="1767"/>
                </a:cxn>
                <a:cxn ang="0">
                  <a:pos x="90" y="1775"/>
                </a:cxn>
                <a:cxn ang="0">
                  <a:pos x="101" y="1793"/>
                </a:cxn>
                <a:cxn ang="0">
                  <a:pos x="105" y="1818"/>
                </a:cxn>
                <a:cxn ang="0">
                  <a:pos x="112" y="1847"/>
                </a:cxn>
                <a:cxn ang="0">
                  <a:pos x="119" y="1879"/>
                </a:cxn>
                <a:cxn ang="0">
                  <a:pos x="126" y="1922"/>
                </a:cxn>
                <a:cxn ang="0">
                  <a:pos x="134" y="1965"/>
                </a:cxn>
                <a:cxn ang="0">
                  <a:pos x="141" y="2012"/>
                </a:cxn>
                <a:cxn ang="0">
                  <a:pos x="148" y="2066"/>
                </a:cxn>
                <a:cxn ang="0">
                  <a:pos x="155" y="2117"/>
                </a:cxn>
                <a:cxn ang="0">
                  <a:pos x="162" y="2171"/>
                </a:cxn>
                <a:cxn ang="0">
                  <a:pos x="170" y="2225"/>
                </a:cxn>
                <a:cxn ang="0">
                  <a:pos x="177" y="2275"/>
                </a:cxn>
                <a:cxn ang="0">
                  <a:pos x="184" y="2322"/>
                </a:cxn>
                <a:cxn ang="0">
                  <a:pos x="191" y="2365"/>
                </a:cxn>
                <a:cxn ang="0">
                  <a:pos x="198" y="2401"/>
                </a:cxn>
                <a:cxn ang="0">
                  <a:pos x="206" y="2430"/>
                </a:cxn>
                <a:cxn ang="0">
                  <a:pos x="213" y="2451"/>
                </a:cxn>
                <a:cxn ang="0">
                  <a:pos x="227" y="2459"/>
                </a:cxn>
                <a:cxn ang="0">
                  <a:pos x="234" y="2441"/>
                </a:cxn>
                <a:cxn ang="0">
                  <a:pos x="242" y="2412"/>
                </a:cxn>
                <a:cxn ang="0">
                  <a:pos x="249" y="2369"/>
                </a:cxn>
                <a:cxn ang="0">
                  <a:pos x="256" y="2315"/>
                </a:cxn>
                <a:cxn ang="0">
                  <a:pos x="263" y="2250"/>
                </a:cxn>
                <a:cxn ang="0">
                  <a:pos x="270" y="2171"/>
                </a:cxn>
                <a:cxn ang="0">
                  <a:pos x="278" y="2084"/>
                </a:cxn>
                <a:cxn ang="0">
                  <a:pos x="285" y="1983"/>
                </a:cxn>
                <a:cxn ang="0">
                  <a:pos x="292" y="1872"/>
                </a:cxn>
                <a:cxn ang="0">
                  <a:pos x="299" y="1753"/>
                </a:cxn>
                <a:cxn ang="0">
                  <a:pos x="306" y="1631"/>
                </a:cxn>
                <a:cxn ang="0">
                  <a:pos x="314" y="1497"/>
                </a:cxn>
                <a:cxn ang="0">
                  <a:pos x="321" y="1361"/>
                </a:cxn>
                <a:cxn ang="0">
                  <a:pos x="328" y="1224"/>
                </a:cxn>
                <a:cxn ang="0">
                  <a:pos x="335" y="1087"/>
                </a:cxn>
                <a:cxn ang="0">
                  <a:pos x="342" y="950"/>
                </a:cxn>
                <a:cxn ang="0">
                  <a:pos x="346" y="813"/>
                </a:cxn>
                <a:cxn ang="0">
                  <a:pos x="353" y="684"/>
                </a:cxn>
                <a:cxn ang="0">
                  <a:pos x="360" y="562"/>
                </a:cxn>
                <a:cxn ang="0">
                  <a:pos x="368" y="450"/>
                </a:cxn>
                <a:cxn ang="0">
                  <a:pos x="375" y="346"/>
                </a:cxn>
                <a:cxn ang="0">
                  <a:pos x="382" y="252"/>
                </a:cxn>
                <a:cxn ang="0">
                  <a:pos x="389" y="173"/>
                </a:cxn>
                <a:cxn ang="0">
                  <a:pos x="396" y="108"/>
                </a:cxn>
                <a:cxn ang="0">
                  <a:pos x="404" y="58"/>
                </a:cxn>
                <a:cxn ang="0">
                  <a:pos x="411" y="22"/>
                </a:cxn>
                <a:cxn ang="0">
                  <a:pos x="418" y="4"/>
                </a:cxn>
              </a:cxnLst>
              <a:rect l="0" t="0" r="r" b="b"/>
              <a:pathLst>
                <a:path w="422" h="2462">
                  <a:moveTo>
                    <a:pt x="0" y="2045"/>
                  </a:moveTo>
                  <a:lnTo>
                    <a:pt x="0" y="2037"/>
                  </a:lnTo>
                  <a:lnTo>
                    <a:pt x="0" y="2030"/>
                  </a:lnTo>
                  <a:lnTo>
                    <a:pt x="4" y="2023"/>
                  </a:lnTo>
                  <a:lnTo>
                    <a:pt x="4" y="2016"/>
                  </a:lnTo>
                  <a:lnTo>
                    <a:pt x="8" y="2009"/>
                  </a:lnTo>
                  <a:lnTo>
                    <a:pt x="8" y="2005"/>
                  </a:lnTo>
                  <a:lnTo>
                    <a:pt x="8" y="1998"/>
                  </a:lnTo>
                  <a:lnTo>
                    <a:pt x="11" y="1991"/>
                  </a:lnTo>
                  <a:lnTo>
                    <a:pt x="11" y="1983"/>
                  </a:lnTo>
                  <a:lnTo>
                    <a:pt x="15" y="1976"/>
                  </a:lnTo>
                  <a:lnTo>
                    <a:pt x="15" y="1969"/>
                  </a:lnTo>
                  <a:lnTo>
                    <a:pt x="15" y="1962"/>
                  </a:lnTo>
                  <a:lnTo>
                    <a:pt x="18" y="1955"/>
                  </a:lnTo>
                  <a:lnTo>
                    <a:pt x="18" y="1947"/>
                  </a:lnTo>
                  <a:lnTo>
                    <a:pt x="18" y="1940"/>
                  </a:lnTo>
                  <a:lnTo>
                    <a:pt x="22" y="1937"/>
                  </a:lnTo>
                  <a:lnTo>
                    <a:pt x="22" y="1929"/>
                  </a:lnTo>
                  <a:lnTo>
                    <a:pt x="26" y="1922"/>
                  </a:lnTo>
                  <a:lnTo>
                    <a:pt x="26" y="1915"/>
                  </a:lnTo>
                  <a:lnTo>
                    <a:pt x="26" y="1908"/>
                  </a:lnTo>
                  <a:lnTo>
                    <a:pt x="29" y="1901"/>
                  </a:lnTo>
                  <a:lnTo>
                    <a:pt x="29" y="1893"/>
                  </a:lnTo>
                  <a:lnTo>
                    <a:pt x="33" y="1890"/>
                  </a:lnTo>
                  <a:lnTo>
                    <a:pt x="33" y="1883"/>
                  </a:lnTo>
                  <a:lnTo>
                    <a:pt x="33" y="1875"/>
                  </a:lnTo>
                  <a:lnTo>
                    <a:pt x="36" y="1872"/>
                  </a:lnTo>
                  <a:lnTo>
                    <a:pt x="36" y="1865"/>
                  </a:lnTo>
                  <a:lnTo>
                    <a:pt x="36" y="1857"/>
                  </a:lnTo>
                  <a:lnTo>
                    <a:pt x="40" y="1854"/>
                  </a:lnTo>
                  <a:lnTo>
                    <a:pt x="40" y="1847"/>
                  </a:lnTo>
                  <a:lnTo>
                    <a:pt x="44" y="1843"/>
                  </a:lnTo>
                  <a:lnTo>
                    <a:pt x="44" y="1836"/>
                  </a:lnTo>
                  <a:lnTo>
                    <a:pt x="44" y="1832"/>
                  </a:lnTo>
                  <a:lnTo>
                    <a:pt x="47" y="1825"/>
                  </a:lnTo>
                  <a:lnTo>
                    <a:pt x="47" y="1821"/>
                  </a:lnTo>
                  <a:lnTo>
                    <a:pt x="51" y="1818"/>
                  </a:lnTo>
                  <a:lnTo>
                    <a:pt x="51" y="1811"/>
                  </a:lnTo>
                  <a:lnTo>
                    <a:pt x="51" y="1807"/>
                  </a:lnTo>
                  <a:lnTo>
                    <a:pt x="54" y="1803"/>
                  </a:lnTo>
                  <a:lnTo>
                    <a:pt x="54" y="1800"/>
                  </a:lnTo>
                  <a:lnTo>
                    <a:pt x="58" y="1796"/>
                  </a:lnTo>
                  <a:lnTo>
                    <a:pt x="58" y="1793"/>
                  </a:lnTo>
                  <a:lnTo>
                    <a:pt x="58" y="1789"/>
                  </a:lnTo>
                  <a:lnTo>
                    <a:pt x="62" y="1785"/>
                  </a:lnTo>
                  <a:lnTo>
                    <a:pt x="62" y="1782"/>
                  </a:lnTo>
                  <a:lnTo>
                    <a:pt x="65" y="1778"/>
                  </a:lnTo>
                  <a:lnTo>
                    <a:pt x="65" y="1775"/>
                  </a:lnTo>
                  <a:lnTo>
                    <a:pt x="69" y="1771"/>
                  </a:lnTo>
                  <a:lnTo>
                    <a:pt x="72" y="1767"/>
                  </a:lnTo>
                  <a:lnTo>
                    <a:pt x="76" y="1764"/>
                  </a:lnTo>
                  <a:lnTo>
                    <a:pt x="80" y="1764"/>
                  </a:lnTo>
                  <a:lnTo>
                    <a:pt x="83" y="1767"/>
                  </a:lnTo>
                  <a:lnTo>
                    <a:pt x="87" y="1771"/>
                  </a:lnTo>
                  <a:lnTo>
                    <a:pt x="90" y="1775"/>
                  </a:lnTo>
                  <a:lnTo>
                    <a:pt x="94" y="1778"/>
                  </a:lnTo>
                  <a:lnTo>
                    <a:pt x="94" y="1782"/>
                  </a:lnTo>
                  <a:lnTo>
                    <a:pt x="98" y="1785"/>
                  </a:lnTo>
                  <a:lnTo>
                    <a:pt x="98" y="1789"/>
                  </a:lnTo>
                  <a:lnTo>
                    <a:pt x="101" y="1793"/>
                  </a:lnTo>
                  <a:lnTo>
                    <a:pt x="101" y="1796"/>
                  </a:lnTo>
                  <a:lnTo>
                    <a:pt x="101" y="1803"/>
                  </a:lnTo>
                  <a:lnTo>
                    <a:pt x="105" y="1807"/>
                  </a:lnTo>
                  <a:lnTo>
                    <a:pt x="105" y="1811"/>
                  </a:lnTo>
                  <a:lnTo>
                    <a:pt x="105" y="1818"/>
                  </a:lnTo>
                  <a:lnTo>
                    <a:pt x="108" y="1821"/>
                  </a:lnTo>
                  <a:lnTo>
                    <a:pt x="108" y="1829"/>
                  </a:lnTo>
                  <a:lnTo>
                    <a:pt x="112" y="1832"/>
                  </a:lnTo>
                  <a:lnTo>
                    <a:pt x="112" y="1839"/>
                  </a:lnTo>
                  <a:lnTo>
                    <a:pt x="112" y="1847"/>
                  </a:lnTo>
                  <a:lnTo>
                    <a:pt x="116" y="1850"/>
                  </a:lnTo>
                  <a:lnTo>
                    <a:pt x="116" y="1857"/>
                  </a:lnTo>
                  <a:lnTo>
                    <a:pt x="119" y="1865"/>
                  </a:lnTo>
                  <a:lnTo>
                    <a:pt x="119" y="1872"/>
                  </a:lnTo>
                  <a:lnTo>
                    <a:pt x="119" y="1879"/>
                  </a:lnTo>
                  <a:lnTo>
                    <a:pt x="123" y="1886"/>
                  </a:lnTo>
                  <a:lnTo>
                    <a:pt x="123" y="1897"/>
                  </a:lnTo>
                  <a:lnTo>
                    <a:pt x="123" y="1904"/>
                  </a:lnTo>
                  <a:lnTo>
                    <a:pt x="126" y="1911"/>
                  </a:lnTo>
                  <a:lnTo>
                    <a:pt x="126" y="1922"/>
                  </a:lnTo>
                  <a:lnTo>
                    <a:pt x="130" y="1929"/>
                  </a:lnTo>
                  <a:lnTo>
                    <a:pt x="130" y="1937"/>
                  </a:lnTo>
                  <a:lnTo>
                    <a:pt x="130" y="1947"/>
                  </a:lnTo>
                  <a:lnTo>
                    <a:pt x="134" y="1955"/>
                  </a:lnTo>
                  <a:lnTo>
                    <a:pt x="134" y="1965"/>
                  </a:lnTo>
                  <a:lnTo>
                    <a:pt x="137" y="1976"/>
                  </a:lnTo>
                  <a:lnTo>
                    <a:pt x="137" y="1983"/>
                  </a:lnTo>
                  <a:lnTo>
                    <a:pt x="137" y="1994"/>
                  </a:lnTo>
                  <a:lnTo>
                    <a:pt x="141" y="2005"/>
                  </a:lnTo>
                  <a:lnTo>
                    <a:pt x="141" y="2012"/>
                  </a:lnTo>
                  <a:lnTo>
                    <a:pt x="144" y="2023"/>
                  </a:lnTo>
                  <a:lnTo>
                    <a:pt x="144" y="2034"/>
                  </a:lnTo>
                  <a:lnTo>
                    <a:pt x="144" y="2045"/>
                  </a:lnTo>
                  <a:lnTo>
                    <a:pt x="148" y="2055"/>
                  </a:lnTo>
                  <a:lnTo>
                    <a:pt x="148" y="2066"/>
                  </a:lnTo>
                  <a:lnTo>
                    <a:pt x="148" y="2077"/>
                  </a:lnTo>
                  <a:lnTo>
                    <a:pt x="152" y="2088"/>
                  </a:lnTo>
                  <a:lnTo>
                    <a:pt x="152" y="2095"/>
                  </a:lnTo>
                  <a:lnTo>
                    <a:pt x="155" y="2106"/>
                  </a:lnTo>
                  <a:lnTo>
                    <a:pt x="155" y="2117"/>
                  </a:lnTo>
                  <a:lnTo>
                    <a:pt x="155" y="2127"/>
                  </a:lnTo>
                  <a:lnTo>
                    <a:pt x="159" y="2138"/>
                  </a:lnTo>
                  <a:lnTo>
                    <a:pt x="159" y="2149"/>
                  </a:lnTo>
                  <a:lnTo>
                    <a:pt x="162" y="2160"/>
                  </a:lnTo>
                  <a:lnTo>
                    <a:pt x="162" y="2171"/>
                  </a:lnTo>
                  <a:lnTo>
                    <a:pt x="162" y="2181"/>
                  </a:lnTo>
                  <a:lnTo>
                    <a:pt x="166" y="2192"/>
                  </a:lnTo>
                  <a:lnTo>
                    <a:pt x="166" y="2203"/>
                  </a:lnTo>
                  <a:lnTo>
                    <a:pt x="170" y="2214"/>
                  </a:lnTo>
                  <a:lnTo>
                    <a:pt x="170" y="2225"/>
                  </a:lnTo>
                  <a:lnTo>
                    <a:pt x="170" y="2235"/>
                  </a:lnTo>
                  <a:lnTo>
                    <a:pt x="173" y="2243"/>
                  </a:lnTo>
                  <a:lnTo>
                    <a:pt x="173" y="2253"/>
                  </a:lnTo>
                  <a:lnTo>
                    <a:pt x="173" y="2264"/>
                  </a:lnTo>
                  <a:lnTo>
                    <a:pt x="177" y="2275"/>
                  </a:lnTo>
                  <a:lnTo>
                    <a:pt x="177" y="2286"/>
                  </a:lnTo>
                  <a:lnTo>
                    <a:pt x="180" y="2293"/>
                  </a:lnTo>
                  <a:lnTo>
                    <a:pt x="180" y="2304"/>
                  </a:lnTo>
                  <a:lnTo>
                    <a:pt x="180" y="2311"/>
                  </a:lnTo>
                  <a:lnTo>
                    <a:pt x="184" y="2322"/>
                  </a:lnTo>
                  <a:lnTo>
                    <a:pt x="184" y="2329"/>
                  </a:lnTo>
                  <a:lnTo>
                    <a:pt x="188" y="2340"/>
                  </a:lnTo>
                  <a:lnTo>
                    <a:pt x="188" y="2347"/>
                  </a:lnTo>
                  <a:lnTo>
                    <a:pt x="188" y="2354"/>
                  </a:lnTo>
                  <a:lnTo>
                    <a:pt x="191" y="2365"/>
                  </a:lnTo>
                  <a:lnTo>
                    <a:pt x="191" y="2372"/>
                  </a:lnTo>
                  <a:lnTo>
                    <a:pt x="191" y="2379"/>
                  </a:lnTo>
                  <a:lnTo>
                    <a:pt x="195" y="2387"/>
                  </a:lnTo>
                  <a:lnTo>
                    <a:pt x="195" y="2394"/>
                  </a:lnTo>
                  <a:lnTo>
                    <a:pt x="198" y="2401"/>
                  </a:lnTo>
                  <a:lnTo>
                    <a:pt x="198" y="2408"/>
                  </a:lnTo>
                  <a:lnTo>
                    <a:pt x="198" y="2412"/>
                  </a:lnTo>
                  <a:lnTo>
                    <a:pt x="202" y="2419"/>
                  </a:lnTo>
                  <a:lnTo>
                    <a:pt x="202" y="2423"/>
                  </a:lnTo>
                  <a:lnTo>
                    <a:pt x="206" y="2430"/>
                  </a:lnTo>
                  <a:lnTo>
                    <a:pt x="206" y="2433"/>
                  </a:lnTo>
                  <a:lnTo>
                    <a:pt x="206" y="2437"/>
                  </a:lnTo>
                  <a:lnTo>
                    <a:pt x="209" y="2444"/>
                  </a:lnTo>
                  <a:lnTo>
                    <a:pt x="209" y="2448"/>
                  </a:lnTo>
                  <a:lnTo>
                    <a:pt x="213" y="2451"/>
                  </a:lnTo>
                  <a:lnTo>
                    <a:pt x="213" y="2455"/>
                  </a:lnTo>
                  <a:lnTo>
                    <a:pt x="216" y="2459"/>
                  </a:lnTo>
                  <a:lnTo>
                    <a:pt x="220" y="2462"/>
                  </a:lnTo>
                  <a:lnTo>
                    <a:pt x="224" y="2462"/>
                  </a:lnTo>
                  <a:lnTo>
                    <a:pt x="227" y="2459"/>
                  </a:lnTo>
                  <a:lnTo>
                    <a:pt x="231" y="2455"/>
                  </a:lnTo>
                  <a:lnTo>
                    <a:pt x="231" y="2451"/>
                  </a:lnTo>
                  <a:lnTo>
                    <a:pt x="234" y="2448"/>
                  </a:lnTo>
                  <a:lnTo>
                    <a:pt x="234" y="2444"/>
                  </a:lnTo>
                  <a:lnTo>
                    <a:pt x="234" y="2441"/>
                  </a:lnTo>
                  <a:lnTo>
                    <a:pt x="238" y="2437"/>
                  </a:lnTo>
                  <a:lnTo>
                    <a:pt x="238" y="2430"/>
                  </a:lnTo>
                  <a:lnTo>
                    <a:pt x="242" y="2426"/>
                  </a:lnTo>
                  <a:lnTo>
                    <a:pt x="242" y="2419"/>
                  </a:lnTo>
                  <a:lnTo>
                    <a:pt x="242" y="2412"/>
                  </a:lnTo>
                  <a:lnTo>
                    <a:pt x="245" y="2405"/>
                  </a:lnTo>
                  <a:lnTo>
                    <a:pt x="245" y="2397"/>
                  </a:lnTo>
                  <a:lnTo>
                    <a:pt x="249" y="2387"/>
                  </a:lnTo>
                  <a:lnTo>
                    <a:pt x="249" y="2379"/>
                  </a:lnTo>
                  <a:lnTo>
                    <a:pt x="249" y="2369"/>
                  </a:lnTo>
                  <a:lnTo>
                    <a:pt x="252" y="2361"/>
                  </a:lnTo>
                  <a:lnTo>
                    <a:pt x="252" y="2351"/>
                  </a:lnTo>
                  <a:lnTo>
                    <a:pt x="256" y="2340"/>
                  </a:lnTo>
                  <a:lnTo>
                    <a:pt x="256" y="2329"/>
                  </a:lnTo>
                  <a:lnTo>
                    <a:pt x="256" y="2315"/>
                  </a:lnTo>
                  <a:lnTo>
                    <a:pt x="260" y="2304"/>
                  </a:lnTo>
                  <a:lnTo>
                    <a:pt x="260" y="2293"/>
                  </a:lnTo>
                  <a:lnTo>
                    <a:pt x="260" y="2279"/>
                  </a:lnTo>
                  <a:lnTo>
                    <a:pt x="263" y="2264"/>
                  </a:lnTo>
                  <a:lnTo>
                    <a:pt x="263" y="2250"/>
                  </a:lnTo>
                  <a:lnTo>
                    <a:pt x="267" y="2235"/>
                  </a:lnTo>
                  <a:lnTo>
                    <a:pt x="267" y="2221"/>
                  </a:lnTo>
                  <a:lnTo>
                    <a:pt x="267" y="2203"/>
                  </a:lnTo>
                  <a:lnTo>
                    <a:pt x="270" y="2189"/>
                  </a:lnTo>
                  <a:lnTo>
                    <a:pt x="270" y="2171"/>
                  </a:lnTo>
                  <a:lnTo>
                    <a:pt x="274" y="2156"/>
                  </a:lnTo>
                  <a:lnTo>
                    <a:pt x="274" y="2138"/>
                  </a:lnTo>
                  <a:lnTo>
                    <a:pt x="274" y="2120"/>
                  </a:lnTo>
                  <a:lnTo>
                    <a:pt x="278" y="2102"/>
                  </a:lnTo>
                  <a:lnTo>
                    <a:pt x="278" y="2084"/>
                  </a:lnTo>
                  <a:lnTo>
                    <a:pt x="278" y="2063"/>
                  </a:lnTo>
                  <a:lnTo>
                    <a:pt x="281" y="2045"/>
                  </a:lnTo>
                  <a:lnTo>
                    <a:pt x="281" y="2023"/>
                  </a:lnTo>
                  <a:lnTo>
                    <a:pt x="285" y="2005"/>
                  </a:lnTo>
                  <a:lnTo>
                    <a:pt x="285" y="1983"/>
                  </a:lnTo>
                  <a:lnTo>
                    <a:pt x="285" y="1962"/>
                  </a:lnTo>
                  <a:lnTo>
                    <a:pt x="288" y="1940"/>
                  </a:lnTo>
                  <a:lnTo>
                    <a:pt x="288" y="1919"/>
                  </a:lnTo>
                  <a:lnTo>
                    <a:pt x="292" y="1897"/>
                  </a:lnTo>
                  <a:lnTo>
                    <a:pt x="292" y="1872"/>
                  </a:lnTo>
                  <a:lnTo>
                    <a:pt x="292" y="1850"/>
                  </a:lnTo>
                  <a:lnTo>
                    <a:pt x="296" y="1825"/>
                  </a:lnTo>
                  <a:lnTo>
                    <a:pt x="296" y="1803"/>
                  </a:lnTo>
                  <a:lnTo>
                    <a:pt x="299" y="1778"/>
                  </a:lnTo>
                  <a:lnTo>
                    <a:pt x="299" y="1753"/>
                  </a:lnTo>
                  <a:lnTo>
                    <a:pt x="299" y="1731"/>
                  </a:lnTo>
                  <a:lnTo>
                    <a:pt x="303" y="1706"/>
                  </a:lnTo>
                  <a:lnTo>
                    <a:pt x="303" y="1681"/>
                  </a:lnTo>
                  <a:lnTo>
                    <a:pt x="303" y="1656"/>
                  </a:lnTo>
                  <a:lnTo>
                    <a:pt x="306" y="1631"/>
                  </a:lnTo>
                  <a:lnTo>
                    <a:pt x="306" y="1602"/>
                  </a:lnTo>
                  <a:lnTo>
                    <a:pt x="310" y="1577"/>
                  </a:lnTo>
                  <a:lnTo>
                    <a:pt x="310" y="1551"/>
                  </a:lnTo>
                  <a:lnTo>
                    <a:pt x="310" y="1523"/>
                  </a:lnTo>
                  <a:lnTo>
                    <a:pt x="314" y="1497"/>
                  </a:lnTo>
                  <a:lnTo>
                    <a:pt x="314" y="1472"/>
                  </a:lnTo>
                  <a:lnTo>
                    <a:pt x="317" y="1443"/>
                  </a:lnTo>
                  <a:lnTo>
                    <a:pt x="317" y="1418"/>
                  </a:lnTo>
                  <a:lnTo>
                    <a:pt x="317" y="1389"/>
                  </a:lnTo>
                  <a:lnTo>
                    <a:pt x="321" y="1361"/>
                  </a:lnTo>
                  <a:lnTo>
                    <a:pt x="321" y="1335"/>
                  </a:lnTo>
                  <a:lnTo>
                    <a:pt x="321" y="1307"/>
                  </a:lnTo>
                  <a:lnTo>
                    <a:pt x="324" y="1281"/>
                  </a:lnTo>
                  <a:lnTo>
                    <a:pt x="324" y="1253"/>
                  </a:lnTo>
                  <a:lnTo>
                    <a:pt x="328" y="1224"/>
                  </a:lnTo>
                  <a:lnTo>
                    <a:pt x="328" y="1195"/>
                  </a:lnTo>
                  <a:lnTo>
                    <a:pt x="328" y="1170"/>
                  </a:lnTo>
                  <a:lnTo>
                    <a:pt x="332" y="1141"/>
                  </a:lnTo>
                  <a:lnTo>
                    <a:pt x="332" y="1112"/>
                  </a:lnTo>
                  <a:lnTo>
                    <a:pt x="335" y="1087"/>
                  </a:lnTo>
                  <a:lnTo>
                    <a:pt x="335" y="1058"/>
                  </a:lnTo>
                  <a:lnTo>
                    <a:pt x="335" y="1029"/>
                  </a:lnTo>
                  <a:lnTo>
                    <a:pt x="339" y="1004"/>
                  </a:lnTo>
                  <a:lnTo>
                    <a:pt x="339" y="975"/>
                  </a:lnTo>
                  <a:lnTo>
                    <a:pt x="342" y="950"/>
                  </a:lnTo>
                  <a:lnTo>
                    <a:pt x="342" y="921"/>
                  </a:lnTo>
                  <a:lnTo>
                    <a:pt x="342" y="896"/>
                  </a:lnTo>
                  <a:lnTo>
                    <a:pt x="346" y="867"/>
                  </a:lnTo>
                  <a:lnTo>
                    <a:pt x="346" y="842"/>
                  </a:lnTo>
                  <a:lnTo>
                    <a:pt x="346" y="813"/>
                  </a:lnTo>
                  <a:lnTo>
                    <a:pt x="350" y="788"/>
                  </a:lnTo>
                  <a:lnTo>
                    <a:pt x="350" y="763"/>
                  </a:lnTo>
                  <a:lnTo>
                    <a:pt x="353" y="738"/>
                  </a:lnTo>
                  <a:lnTo>
                    <a:pt x="353" y="709"/>
                  </a:lnTo>
                  <a:lnTo>
                    <a:pt x="353" y="684"/>
                  </a:lnTo>
                  <a:lnTo>
                    <a:pt x="357" y="659"/>
                  </a:lnTo>
                  <a:lnTo>
                    <a:pt x="357" y="637"/>
                  </a:lnTo>
                  <a:lnTo>
                    <a:pt x="360" y="612"/>
                  </a:lnTo>
                  <a:lnTo>
                    <a:pt x="360" y="587"/>
                  </a:lnTo>
                  <a:lnTo>
                    <a:pt x="360" y="562"/>
                  </a:lnTo>
                  <a:lnTo>
                    <a:pt x="364" y="540"/>
                  </a:lnTo>
                  <a:lnTo>
                    <a:pt x="364" y="515"/>
                  </a:lnTo>
                  <a:lnTo>
                    <a:pt x="364" y="493"/>
                  </a:lnTo>
                  <a:lnTo>
                    <a:pt x="368" y="472"/>
                  </a:lnTo>
                  <a:lnTo>
                    <a:pt x="368" y="450"/>
                  </a:lnTo>
                  <a:lnTo>
                    <a:pt x="371" y="428"/>
                  </a:lnTo>
                  <a:lnTo>
                    <a:pt x="371" y="407"/>
                  </a:lnTo>
                  <a:lnTo>
                    <a:pt x="371" y="385"/>
                  </a:lnTo>
                  <a:lnTo>
                    <a:pt x="375" y="364"/>
                  </a:lnTo>
                  <a:lnTo>
                    <a:pt x="375" y="346"/>
                  </a:lnTo>
                  <a:lnTo>
                    <a:pt x="378" y="324"/>
                  </a:lnTo>
                  <a:lnTo>
                    <a:pt x="378" y="306"/>
                  </a:lnTo>
                  <a:lnTo>
                    <a:pt x="378" y="288"/>
                  </a:lnTo>
                  <a:lnTo>
                    <a:pt x="382" y="270"/>
                  </a:lnTo>
                  <a:lnTo>
                    <a:pt x="382" y="252"/>
                  </a:lnTo>
                  <a:lnTo>
                    <a:pt x="386" y="234"/>
                  </a:lnTo>
                  <a:lnTo>
                    <a:pt x="386" y="220"/>
                  </a:lnTo>
                  <a:lnTo>
                    <a:pt x="386" y="202"/>
                  </a:lnTo>
                  <a:lnTo>
                    <a:pt x="389" y="187"/>
                  </a:lnTo>
                  <a:lnTo>
                    <a:pt x="389" y="173"/>
                  </a:lnTo>
                  <a:lnTo>
                    <a:pt x="389" y="158"/>
                  </a:lnTo>
                  <a:lnTo>
                    <a:pt x="393" y="144"/>
                  </a:lnTo>
                  <a:lnTo>
                    <a:pt x="393" y="133"/>
                  </a:lnTo>
                  <a:lnTo>
                    <a:pt x="396" y="119"/>
                  </a:lnTo>
                  <a:lnTo>
                    <a:pt x="396" y="108"/>
                  </a:lnTo>
                  <a:lnTo>
                    <a:pt x="396" y="97"/>
                  </a:lnTo>
                  <a:lnTo>
                    <a:pt x="400" y="86"/>
                  </a:lnTo>
                  <a:lnTo>
                    <a:pt x="400" y="76"/>
                  </a:lnTo>
                  <a:lnTo>
                    <a:pt x="404" y="65"/>
                  </a:lnTo>
                  <a:lnTo>
                    <a:pt x="404" y="58"/>
                  </a:lnTo>
                  <a:lnTo>
                    <a:pt x="404" y="50"/>
                  </a:lnTo>
                  <a:lnTo>
                    <a:pt x="407" y="40"/>
                  </a:lnTo>
                  <a:lnTo>
                    <a:pt x="407" y="36"/>
                  </a:lnTo>
                  <a:lnTo>
                    <a:pt x="407" y="29"/>
                  </a:lnTo>
                  <a:lnTo>
                    <a:pt x="411" y="22"/>
                  </a:lnTo>
                  <a:lnTo>
                    <a:pt x="411" y="18"/>
                  </a:lnTo>
                  <a:lnTo>
                    <a:pt x="414" y="14"/>
                  </a:lnTo>
                  <a:lnTo>
                    <a:pt x="414" y="11"/>
                  </a:lnTo>
                  <a:lnTo>
                    <a:pt x="414" y="7"/>
                  </a:lnTo>
                  <a:lnTo>
                    <a:pt x="418" y="4"/>
                  </a:lnTo>
                  <a:lnTo>
                    <a:pt x="422" y="0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0" name="Freeform 138"/>
            <p:cNvSpPr>
              <a:spLocks/>
            </p:cNvSpPr>
            <p:nvPr/>
          </p:nvSpPr>
          <p:spPr bwMode="auto">
            <a:xfrm>
              <a:off x="4234" y="1048"/>
              <a:ext cx="975" cy="246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25" y="119"/>
                </a:cxn>
                <a:cxn ang="0">
                  <a:pos x="39" y="252"/>
                </a:cxn>
                <a:cxn ang="0">
                  <a:pos x="50" y="428"/>
                </a:cxn>
                <a:cxn ang="0">
                  <a:pos x="64" y="637"/>
                </a:cxn>
                <a:cxn ang="0">
                  <a:pos x="75" y="867"/>
                </a:cxn>
                <a:cxn ang="0">
                  <a:pos x="90" y="1112"/>
                </a:cxn>
                <a:cxn ang="0">
                  <a:pos x="100" y="1361"/>
                </a:cxn>
                <a:cxn ang="0">
                  <a:pos x="115" y="1602"/>
                </a:cxn>
                <a:cxn ang="0">
                  <a:pos x="126" y="1825"/>
                </a:cxn>
                <a:cxn ang="0">
                  <a:pos x="140" y="2023"/>
                </a:cxn>
                <a:cxn ang="0">
                  <a:pos x="151" y="2189"/>
                </a:cxn>
                <a:cxn ang="0">
                  <a:pos x="165" y="2315"/>
                </a:cxn>
                <a:cxn ang="0">
                  <a:pos x="176" y="2405"/>
                </a:cxn>
                <a:cxn ang="0">
                  <a:pos x="190" y="2451"/>
                </a:cxn>
                <a:cxn ang="0">
                  <a:pos x="212" y="2444"/>
                </a:cxn>
                <a:cxn ang="0">
                  <a:pos x="226" y="2394"/>
                </a:cxn>
                <a:cxn ang="0">
                  <a:pos x="237" y="2322"/>
                </a:cxn>
                <a:cxn ang="0">
                  <a:pos x="252" y="2235"/>
                </a:cxn>
                <a:cxn ang="0">
                  <a:pos x="262" y="2138"/>
                </a:cxn>
                <a:cxn ang="0">
                  <a:pos x="277" y="2045"/>
                </a:cxn>
                <a:cxn ang="0">
                  <a:pos x="288" y="1955"/>
                </a:cxn>
                <a:cxn ang="0">
                  <a:pos x="302" y="1879"/>
                </a:cxn>
                <a:cxn ang="0">
                  <a:pos x="313" y="1821"/>
                </a:cxn>
                <a:cxn ang="0">
                  <a:pos x="327" y="1782"/>
                </a:cxn>
                <a:cxn ang="0">
                  <a:pos x="356" y="1775"/>
                </a:cxn>
                <a:cxn ang="0">
                  <a:pos x="370" y="1807"/>
                </a:cxn>
                <a:cxn ang="0">
                  <a:pos x="381" y="1854"/>
                </a:cxn>
                <a:cxn ang="0">
                  <a:pos x="396" y="1908"/>
                </a:cxn>
                <a:cxn ang="0">
                  <a:pos x="406" y="1969"/>
                </a:cxn>
                <a:cxn ang="0">
                  <a:pos x="421" y="2030"/>
                </a:cxn>
                <a:cxn ang="0">
                  <a:pos x="432" y="2088"/>
                </a:cxn>
                <a:cxn ang="0">
                  <a:pos x="442" y="2138"/>
                </a:cxn>
                <a:cxn ang="0">
                  <a:pos x="457" y="2174"/>
                </a:cxn>
                <a:cxn ang="0">
                  <a:pos x="478" y="2207"/>
                </a:cxn>
                <a:cxn ang="0">
                  <a:pos x="507" y="2185"/>
                </a:cxn>
                <a:cxn ang="0">
                  <a:pos x="518" y="2153"/>
                </a:cxn>
                <a:cxn ang="0">
                  <a:pos x="532" y="2113"/>
                </a:cxn>
                <a:cxn ang="0">
                  <a:pos x="543" y="2070"/>
                </a:cxn>
                <a:cxn ang="0">
                  <a:pos x="558" y="2023"/>
                </a:cxn>
                <a:cxn ang="0">
                  <a:pos x="568" y="1980"/>
                </a:cxn>
                <a:cxn ang="0">
                  <a:pos x="583" y="1940"/>
                </a:cxn>
                <a:cxn ang="0">
                  <a:pos x="597" y="1908"/>
                </a:cxn>
                <a:cxn ang="0">
                  <a:pos x="622" y="1879"/>
                </a:cxn>
                <a:cxn ang="0">
                  <a:pos x="651" y="1904"/>
                </a:cxn>
                <a:cxn ang="0">
                  <a:pos x="666" y="1937"/>
                </a:cxn>
                <a:cxn ang="0">
                  <a:pos x="680" y="1973"/>
                </a:cxn>
                <a:cxn ang="0">
                  <a:pos x="691" y="2009"/>
                </a:cxn>
                <a:cxn ang="0">
                  <a:pos x="702" y="2045"/>
                </a:cxn>
                <a:cxn ang="0">
                  <a:pos x="716" y="2077"/>
                </a:cxn>
                <a:cxn ang="0">
                  <a:pos x="730" y="2109"/>
                </a:cxn>
                <a:cxn ang="0">
                  <a:pos x="756" y="2138"/>
                </a:cxn>
                <a:cxn ang="0">
                  <a:pos x="788" y="2124"/>
                </a:cxn>
                <a:cxn ang="0">
                  <a:pos x="806" y="2091"/>
                </a:cxn>
                <a:cxn ang="0">
                  <a:pos x="820" y="2059"/>
                </a:cxn>
                <a:cxn ang="0">
                  <a:pos x="835" y="2027"/>
                </a:cxn>
                <a:cxn ang="0">
                  <a:pos x="849" y="1994"/>
                </a:cxn>
                <a:cxn ang="0">
                  <a:pos x="864" y="1962"/>
                </a:cxn>
                <a:cxn ang="0">
                  <a:pos x="889" y="1929"/>
                </a:cxn>
                <a:cxn ang="0">
                  <a:pos x="921" y="1933"/>
                </a:cxn>
                <a:cxn ang="0">
                  <a:pos x="946" y="1965"/>
                </a:cxn>
                <a:cxn ang="0">
                  <a:pos x="964" y="1998"/>
                </a:cxn>
                <a:cxn ang="0">
                  <a:pos x="975" y="2027"/>
                </a:cxn>
              </a:cxnLst>
              <a:rect l="0" t="0" r="r" b="b"/>
              <a:pathLst>
                <a:path w="975" h="2462">
                  <a:moveTo>
                    <a:pt x="0" y="0"/>
                  </a:moveTo>
                  <a:lnTo>
                    <a:pt x="3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8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5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43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50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61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8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6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3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4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11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9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6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7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4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72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80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08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6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23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41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8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9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6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4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91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302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9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7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4" y="1771"/>
                  </a:lnTo>
                  <a:lnTo>
                    <a:pt x="338" y="1767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70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8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8" y="1875"/>
                  </a:lnTo>
                  <a:lnTo>
                    <a:pt x="388" y="1883"/>
                  </a:lnTo>
                  <a:lnTo>
                    <a:pt x="388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6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06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4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21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4" y="2052"/>
                  </a:lnTo>
                  <a:lnTo>
                    <a:pt x="424" y="2055"/>
                  </a:lnTo>
                  <a:lnTo>
                    <a:pt x="424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32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5" y="2099"/>
                  </a:lnTo>
                  <a:lnTo>
                    <a:pt x="435" y="2106"/>
                  </a:lnTo>
                  <a:lnTo>
                    <a:pt x="439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42" y="2127"/>
                  </a:lnTo>
                  <a:lnTo>
                    <a:pt x="442" y="2131"/>
                  </a:lnTo>
                  <a:lnTo>
                    <a:pt x="442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50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3" y="2163"/>
                  </a:lnTo>
                  <a:lnTo>
                    <a:pt x="453" y="2167"/>
                  </a:lnTo>
                  <a:lnTo>
                    <a:pt x="457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60" y="2181"/>
                  </a:lnTo>
                  <a:lnTo>
                    <a:pt x="460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1" y="2199"/>
                  </a:lnTo>
                  <a:lnTo>
                    <a:pt x="475" y="2203"/>
                  </a:lnTo>
                  <a:lnTo>
                    <a:pt x="478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89" y="2207"/>
                  </a:lnTo>
                  <a:lnTo>
                    <a:pt x="493" y="2203"/>
                  </a:lnTo>
                  <a:lnTo>
                    <a:pt x="496" y="2199"/>
                  </a:lnTo>
                  <a:lnTo>
                    <a:pt x="500" y="2196"/>
                  </a:lnTo>
                  <a:lnTo>
                    <a:pt x="504" y="2192"/>
                  </a:lnTo>
                  <a:lnTo>
                    <a:pt x="504" y="2189"/>
                  </a:lnTo>
                  <a:lnTo>
                    <a:pt x="507" y="2185"/>
                  </a:lnTo>
                  <a:lnTo>
                    <a:pt x="507" y="2181"/>
                  </a:lnTo>
                  <a:lnTo>
                    <a:pt x="511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4" y="2167"/>
                  </a:lnTo>
                  <a:lnTo>
                    <a:pt x="514" y="2163"/>
                  </a:lnTo>
                  <a:lnTo>
                    <a:pt x="518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22" y="2149"/>
                  </a:lnTo>
                  <a:lnTo>
                    <a:pt x="522" y="2145"/>
                  </a:lnTo>
                  <a:lnTo>
                    <a:pt x="525" y="2142"/>
                  </a:lnTo>
                  <a:lnTo>
                    <a:pt x="525" y="2138"/>
                  </a:lnTo>
                  <a:lnTo>
                    <a:pt x="525" y="2131"/>
                  </a:lnTo>
                  <a:lnTo>
                    <a:pt x="529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2" y="2113"/>
                  </a:lnTo>
                  <a:lnTo>
                    <a:pt x="532" y="2109"/>
                  </a:lnTo>
                  <a:lnTo>
                    <a:pt x="536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3" y="2081"/>
                  </a:lnTo>
                  <a:lnTo>
                    <a:pt x="543" y="2073"/>
                  </a:lnTo>
                  <a:lnTo>
                    <a:pt x="543" y="2070"/>
                  </a:lnTo>
                  <a:lnTo>
                    <a:pt x="547" y="2066"/>
                  </a:lnTo>
                  <a:lnTo>
                    <a:pt x="547" y="2059"/>
                  </a:lnTo>
                  <a:lnTo>
                    <a:pt x="550" y="2055"/>
                  </a:lnTo>
                  <a:lnTo>
                    <a:pt x="550" y="2048"/>
                  </a:lnTo>
                  <a:lnTo>
                    <a:pt x="550" y="2045"/>
                  </a:lnTo>
                  <a:lnTo>
                    <a:pt x="554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61" y="2012"/>
                  </a:lnTo>
                  <a:lnTo>
                    <a:pt x="561" y="2009"/>
                  </a:lnTo>
                  <a:lnTo>
                    <a:pt x="561" y="2005"/>
                  </a:lnTo>
                  <a:lnTo>
                    <a:pt x="565" y="1998"/>
                  </a:lnTo>
                  <a:lnTo>
                    <a:pt x="565" y="1994"/>
                  </a:lnTo>
                  <a:lnTo>
                    <a:pt x="568" y="1991"/>
                  </a:lnTo>
                  <a:lnTo>
                    <a:pt x="568" y="1983"/>
                  </a:lnTo>
                  <a:lnTo>
                    <a:pt x="568" y="1980"/>
                  </a:lnTo>
                  <a:lnTo>
                    <a:pt x="572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9" y="1955"/>
                  </a:lnTo>
                  <a:lnTo>
                    <a:pt x="579" y="1951"/>
                  </a:lnTo>
                  <a:lnTo>
                    <a:pt x="579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6" y="1933"/>
                  </a:lnTo>
                  <a:lnTo>
                    <a:pt x="586" y="1929"/>
                  </a:lnTo>
                  <a:lnTo>
                    <a:pt x="586" y="1926"/>
                  </a:lnTo>
                  <a:lnTo>
                    <a:pt x="590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7" y="1908"/>
                  </a:lnTo>
                  <a:lnTo>
                    <a:pt x="597" y="1904"/>
                  </a:lnTo>
                  <a:lnTo>
                    <a:pt x="601" y="1901"/>
                  </a:lnTo>
                  <a:lnTo>
                    <a:pt x="604" y="1897"/>
                  </a:lnTo>
                  <a:lnTo>
                    <a:pt x="604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5" y="1883"/>
                  </a:lnTo>
                  <a:lnTo>
                    <a:pt x="619" y="1883"/>
                  </a:lnTo>
                  <a:lnTo>
                    <a:pt x="622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3" y="1883"/>
                  </a:lnTo>
                  <a:lnTo>
                    <a:pt x="637" y="1886"/>
                  </a:lnTo>
                  <a:lnTo>
                    <a:pt x="640" y="1890"/>
                  </a:lnTo>
                  <a:lnTo>
                    <a:pt x="644" y="1893"/>
                  </a:lnTo>
                  <a:lnTo>
                    <a:pt x="648" y="1897"/>
                  </a:lnTo>
                  <a:lnTo>
                    <a:pt x="648" y="1901"/>
                  </a:lnTo>
                  <a:lnTo>
                    <a:pt x="651" y="1904"/>
                  </a:lnTo>
                  <a:lnTo>
                    <a:pt x="651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8" y="1919"/>
                  </a:lnTo>
                  <a:lnTo>
                    <a:pt x="658" y="1922"/>
                  </a:lnTo>
                  <a:lnTo>
                    <a:pt x="658" y="1926"/>
                  </a:lnTo>
                  <a:lnTo>
                    <a:pt x="662" y="1929"/>
                  </a:lnTo>
                  <a:lnTo>
                    <a:pt x="666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69" y="1944"/>
                  </a:lnTo>
                  <a:lnTo>
                    <a:pt x="669" y="1947"/>
                  </a:lnTo>
                  <a:lnTo>
                    <a:pt x="673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6" y="1965"/>
                  </a:lnTo>
                  <a:lnTo>
                    <a:pt x="676" y="1969"/>
                  </a:lnTo>
                  <a:lnTo>
                    <a:pt x="680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4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7" y="1994"/>
                  </a:lnTo>
                  <a:lnTo>
                    <a:pt x="687" y="1998"/>
                  </a:lnTo>
                  <a:lnTo>
                    <a:pt x="691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4" y="2016"/>
                  </a:lnTo>
                  <a:lnTo>
                    <a:pt x="694" y="2019"/>
                  </a:lnTo>
                  <a:lnTo>
                    <a:pt x="698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702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5" y="2048"/>
                  </a:lnTo>
                  <a:lnTo>
                    <a:pt x="705" y="2052"/>
                  </a:lnTo>
                  <a:lnTo>
                    <a:pt x="709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2" y="2066"/>
                  </a:lnTo>
                  <a:lnTo>
                    <a:pt x="712" y="2070"/>
                  </a:lnTo>
                  <a:lnTo>
                    <a:pt x="716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20" y="2084"/>
                  </a:lnTo>
                  <a:lnTo>
                    <a:pt x="720" y="2088"/>
                  </a:lnTo>
                  <a:lnTo>
                    <a:pt x="723" y="2091"/>
                  </a:lnTo>
                  <a:lnTo>
                    <a:pt x="723" y="2095"/>
                  </a:lnTo>
                  <a:lnTo>
                    <a:pt x="727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0" y="2109"/>
                  </a:lnTo>
                  <a:lnTo>
                    <a:pt x="734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41" y="2124"/>
                  </a:lnTo>
                  <a:lnTo>
                    <a:pt x="741" y="2127"/>
                  </a:lnTo>
                  <a:lnTo>
                    <a:pt x="745" y="2131"/>
                  </a:lnTo>
                  <a:lnTo>
                    <a:pt x="748" y="2135"/>
                  </a:lnTo>
                  <a:lnTo>
                    <a:pt x="752" y="2138"/>
                  </a:lnTo>
                  <a:lnTo>
                    <a:pt x="756" y="2138"/>
                  </a:lnTo>
                  <a:lnTo>
                    <a:pt x="759" y="2142"/>
                  </a:lnTo>
                  <a:lnTo>
                    <a:pt x="763" y="2142"/>
                  </a:lnTo>
                  <a:lnTo>
                    <a:pt x="766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7" y="2135"/>
                  </a:lnTo>
                  <a:lnTo>
                    <a:pt x="781" y="2131"/>
                  </a:lnTo>
                  <a:lnTo>
                    <a:pt x="784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5" y="2117"/>
                  </a:lnTo>
                  <a:lnTo>
                    <a:pt x="795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2" y="2102"/>
                  </a:lnTo>
                  <a:lnTo>
                    <a:pt x="802" y="2099"/>
                  </a:lnTo>
                  <a:lnTo>
                    <a:pt x="806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3" y="2081"/>
                  </a:lnTo>
                  <a:lnTo>
                    <a:pt x="813" y="2077"/>
                  </a:lnTo>
                  <a:lnTo>
                    <a:pt x="813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0" y="2063"/>
                  </a:lnTo>
                  <a:lnTo>
                    <a:pt x="820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8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31" y="2037"/>
                  </a:lnTo>
                  <a:lnTo>
                    <a:pt x="831" y="2034"/>
                  </a:lnTo>
                  <a:lnTo>
                    <a:pt x="835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8" y="2019"/>
                  </a:lnTo>
                  <a:lnTo>
                    <a:pt x="838" y="2016"/>
                  </a:lnTo>
                  <a:lnTo>
                    <a:pt x="842" y="2012"/>
                  </a:lnTo>
                  <a:lnTo>
                    <a:pt x="842" y="2009"/>
                  </a:lnTo>
                  <a:lnTo>
                    <a:pt x="846" y="2005"/>
                  </a:lnTo>
                  <a:lnTo>
                    <a:pt x="846" y="2001"/>
                  </a:lnTo>
                  <a:lnTo>
                    <a:pt x="846" y="1998"/>
                  </a:lnTo>
                  <a:lnTo>
                    <a:pt x="849" y="1994"/>
                  </a:lnTo>
                  <a:lnTo>
                    <a:pt x="849" y="1991"/>
                  </a:lnTo>
                  <a:lnTo>
                    <a:pt x="853" y="1987"/>
                  </a:lnTo>
                  <a:lnTo>
                    <a:pt x="853" y="1983"/>
                  </a:lnTo>
                  <a:lnTo>
                    <a:pt x="856" y="1980"/>
                  </a:lnTo>
                  <a:lnTo>
                    <a:pt x="856" y="1976"/>
                  </a:lnTo>
                  <a:lnTo>
                    <a:pt x="856" y="1973"/>
                  </a:lnTo>
                  <a:lnTo>
                    <a:pt x="860" y="1969"/>
                  </a:lnTo>
                  <a:lnTo>
                    <a:pt x="864" y="1965"/>
                  </a:lnTo>
                  <a:lnTo>
                    <a:pt x="864" y="1962"/>
                  </a:lnTo>
                  <a:lnTo>
                    <a:pt x="867" y="1958"/>
                  </a:lnTo>
                  <a:lnTo>
                    <a:pt x="871" y="1955"/>
                  </a:lnTo>
                  <a:lnTo>
                    <a:pt x="871" y="1951"/>
                  </a:lnTo>
                  <a:lnTo>
                    <a:pt x="874" y="1947"/>
                  </a:lnTo>
                  <a:lnTo>
                    <a:pt x="878" y="1944"/>
                  </a:lnTo>
                  <a:lnTo>
                    <a:pt x="878" y="1940"/>
                  </a:lnTo>
                  <a:lnTo>
                    <a:pt x="882" y="1937"/>
                  </a:lnTo>
                  <a:lnTo>
                    <a:pt x="885" y="1933"/>
                  </a:lnTo>
                  <a:lnTo>
                    <a:pt x="889" y="1929"/>
                  </a:lnTo>
                  <a:lnTo>
                    <a:pt x="892" y="1926"/>
                  </a:lnTo>
                  <a:lnTo>
                    <a:pt x="896" y="1926"/>
                  </a:lnTo>
                  <a:lnTo>
                    <a:pt x="900" y="1926"/>
                  </a:lnTo>
                  <a:lnTo>
                    <a:pt x="903" y="1926"/>
                  </a:lnTo>
                  <a:lnTo>
                    <a:pt x="907" y="1926"/>
                  </a:lnTo>
                  <a:lnTo>
                    <a:pt x="910" y="1926"/>
                  </a:lnTo>
                  <a:lnTo>
                    <a:pt x="914" y="1929"/>
                  </a:lnTo>
                  <a:lnTo>
                    <a:pt x="918" y="1929"/>
                  </a:lnTo>
                  <a:lnTo>
                    <a:pt x="921" y="1933"/>
                  </a:lnTo>
                  <a:lnTo>
                    <a:pt x="925" y="1937"/>
                  </a:lnTo>
                  <a:lnTo>
                    <a:pt x="928" y="1940"/>
                  </a:lnTo>
                  <a:lnTo>
                    <a:pt x="932" y="1944"/>
                  </a:lnTo>
                  <a:lnTo>
                    <a:pt x="936" y="1947"/>
                  </a:lnTo>
                  <a:lnTo>
                    <a:pt x="939" y="1951"/>
                  </a:lnTo>
                  <a:lnTo>
                    <a:pt x="939" y="1955"/>
                  </a:lnTo>
                  <a:lnTo>
                    <a:pt x="943" y="1958"/>
                  </a:lnTo>
                  <a:lnTo>
                    <a:pt x="943" y="1962"/>
                  </a:lnTo>
                  <a:lnTo>
                    <a:pt x="946" y="1965"/>
                  </a:lnTo>
                  <a:lnTo>
                    <a:pt x="950" y="1969"/>
                  </a:lnTo>
                  <a:lnTo>
                    <a:pt x="950" y="1973"/>
                  </a:lnTo>
                  <a:lnTo>
                    <a:pt x="950" y="1976"/>
                  </a:lnTo>
                  <a:lnTo>
                    <a:pt x="954" y="1980"/>
                  </a:lnTo>
                  <a:lnTo>
                    <a:pt x="957" y="1983"/>
                  </a:lnTo>
                  <a:lnTo>
                    <a:pt x="957" y="1987"/>
                  </a:lnTo>
                  <a:lnTo>
                    <a:pt x="961" y="1991"/>
                  </a:lnTo>
                  <a:lnTo>
                    <a:pt x="961" y="1994"/>
                  </a:lnTo>
                  <a:lnTo>
                    <a:pt x="964" y="1998"/>
                  </a:lnTo>
                  <a:lnTo>
                    <a:pt x="964" y="2001"/>
                  </a:lnTo>
                  <a:lnTo>
                    <a:pt x="968" y="2005"/>
                  </a:lnTo>
                  <a:lnTo>
                    <a:pt x="968" y="2009"/>
                  </a:lnTo>
                  <a:lnTo>
                    <a:pt x="968" y="2012"/>
                  </a:lnTo>
                  <a:lnTo>
                    <a:pt x="972" y="2016"/>
                  </a:lnTo>
                  <a:lnTo>
                    <a:pt x="975" y="2019"/>
                  </a:lnTo>
                  <a:lnTo>
                    <a:pt x="975" y="2023"/>
                  </a:lnTo>
                  <a:lnTo>
                    <a:pt x="975" y="2027"/>
                  </a:lnTo>
                  <a:lnTo>
                    <a:pt x="975" y="2027"/>
                  </a:lnTo>
                </a:path>
              </a:pathLst>
            </a:custGeom>
            <a:noFill/>
            <a:ln w="0">
              <a:solidFill>
                <a:srgbClr val="BF00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1" name="Freeform 139"/>
            <p:cNvSpPr>
              <a:spLocks/>
            </p:cNvSpPr>
            <p:nvPr/>
          </p:nvSpPr>
          <p:spPr bwMode="auto">
            <a:xfrm>
              <a:off x="749" y="2927"/>
              <a:ext cx="3143" cy="331"/>
            </a:xfrm>
            <a:custGeom>
              <a:avLst/>
              <a:gdLst/>
              <a:ahLst/>
              <a:cxnLst>
                <a:cxn ang="0">
                  <a:pos x="57" y="169"/>
                </a:cxn>
                <a:cxn ang="0">
                  <a:pos x="119" y="155"/>
                </a:cxn>
                <a:cxn ang="0">
                  <a:pos x="180" y="122"/>
                </a:cxn>
                <a:cxn ang="0">
                  <a:pos x="241" y="126"/>
                </a:cxn>
                <a:cxn ang="0">
                  <a:pos x="302" y="158"/>
                </a:cxn>
                <a:cxn ang="0">
                  <a:pos x="363" y="169"/>
                </a:cxn>
                <a:cxn ang="0">
                  <a:pos x="425" y="140"/>
                </a:cxn>
                <a:cxn ang="0">
                  <a:pos x="486" y="115"/>
                </a:cxn>
                <a:cxn ang="0">
                  <a:pos x="547" y="137"/>
                </a:cxn>
                <a:cxn ang="0">
                  <a:pos x="608" y="173"/>
                </a:cxn>
                <a:cxn ang="0">
                  <a:pos x="669" y="162"/>
                </a:cxn>
                <a:cxn ang="0">
                  <a:pos x="731" y="122"/>
                </a:cxn>
                <a:cxn ang="0">
                  <a:pos x="792" y="119"/>
                </a:cxn>
                <a:cxn ang="0">
                  <a:pos x="853" y="158"/>
                </a:cxn>
                <a:cxn ang="0">
                  <a:pos x="914" y="176"/>
                </a:cxn>
                <a:cxn ang="0">
                  <a:pos x="975" y="144"/>
                </a:cxn>
                <a:cxn ang="0">
                  <a:pos x="1037" y="112"/>
                </a:cxn>
                <a:cxn ang="0">
                  <a:pos x="1098" y="133"/>
                </a:cxn>
                <a:cxn ang="0">
                  <a:pos x="1159" y="176"/>
                </a:cxn>
                <a:cxn ang="0">
                  <a:pos x="1220" y="169"/>
                </a:cxn>
                <a:cxn ang="0">
                  <a:pos x="1281" y="122"/>
                </a:cxn>
                <a:cxn ang="0">
                  <a:pos x="1343" y="108"/>
                </a:cxn>
                <a:cxn ang="0">
                  <a:pos x="1404" y="155"/>
                </a:cxn>
                <a:cxn ang="0">
                  <a:pos x="1465" y="187"/>
                </a:cxn>
                <a:cxn ang="0">
                  <a:pos x="1526" y="151"/>
                </a:cxn>
                <a:cxn ang="0">
                  <a:pos x="1587" y="104"/>
                </a:cxn>
                <a:cxn ang="0">
                  <a:pos x="1649" y="122"/>
                </a:cxn>
                <a:cxn ang="0">
                  <a:pos x="1710" y="180"/>
                </a:cxn>
                <a:cxn ang="0">
                  <a:pos x="1771" y="184"/>
                </a:cxn>
                <a:cxn ang="0">
                  <a:pos x="1829" y="126"/>
                </a:cxn>
                <a:cxn ang="0">
                  <a:pos x="1890" y="94"/>
                </a:cxn>
                <a:cxn ang="0">
                  <a:pos x="1951" y="144"/>
                </a:cxn>
                <a:cxn ang="0">
                  <a:pos x="2009" y="198"/>
                </a:cxn>
                <a:cxn ang="0">
                  <a:pos x="2070" y="169"/>
                </a:cxn>
                <a:cxn ang="0">
                  <a:pos x="2120" y="108"/>
                </a:cxn>
                <a:cxn ang="0">
                  <a:pos x="2181" y="90"/>
                </a:cxn>
                <a:cxn ang="0">
                  <a:pos x="2232" y="148"/>
                </a:cxn>
                <a:cxn ang="0">
                  <a:pos x="2282" y="209"/>
                </a:cxn>
                <a:cxn ang="0">
                  <a:pos x="2343" y="184"/>
                </a:cxn>
                <a:cxn ang="0">
                  <a:pos x="2383" y="122"/>
                </a:cxn>
                <a:cxn ang="0">
                  <a:pos x="2437" y="68"/>
                </a:cxn>
                <a:cxn ang="0">
                  <a:pos x="2491" y="115"/>
                </a:cxn>
                <a:cxn ang="0">
                  <a:pos x="2527" y="176"/>
                </a:cxn>
                <a:cxn ang="0">
                  <a:pos x="2577" y="230"/>
                </a:cxn>
                <a:cxn ang="0">
                  <a:pos x="2628" y="184"/>
                </a:cxn>
                <a:cxn ang="0">
                  <a:pos x="2660" y="122"/>
                </a:cxn>
                <a:cxn ang="0">
                  <a:pos x="2696" y="61"/>
                </a:cxn>
                <a:cxn ang="0">
                  <a:pos x="2754" y="76"/>
                </a:cxn>
                <a:cxn ang="0">
                  <a:pos x="2786" y="137"/>
                </a:cxn>
                <a:cxn ang="0">
                  <a:pos x="2811" y="198"/>
                </a:cxn>
                <a:cxn ang="0">
                  <a:pos x="2847" y="259"/>
                </a:cxn>
                <a:cxn ang="0">
                  <a:pos x="2898" y="220"/>
                </a:cxn>
                <a:cxn ang="0">
                  <a:pos x="2923" y="158"/>
                </a:cxn>
                <a:cxn ang="0">
                  <a:pos x="2948" y="90"/>
                </a:cxn>
                <a:cxn ang="0">
                  <a:pos x="2973" y="25"/>
                </a:cxn>
                <a:cxn ang="0">
                  <a:pos x="3027" y="29"/>
                </a:cxn>
                <a:cxn ang="0">
                  <a:pos x="3053" y="97"/>
                </a:cxn>
                <a:cxn ang="0">
                  <a:pos x="3078" y="180"/>
                </a:cxn>
                <a:cxn ang="0">
                  <a:pos x="3099" y="263"/>
                </a:cxn>
                <a:cxn ang="0">
                  <a:pos x="3128" y="324"/>
                </a:cxn>
              </a:cxnLst>
              <a:rect l="0" t="0" r="r" b="b"/>
              <a:pathLst>
                <a:path w="3143" h="331">
                  <a:moveTo>
                    <a:pt x="0" y="144"/>
                  </a:moveTo>
                  <a:lnTo>
                    <a:pt x="3" y="148"/>
                  </a:lnTo>
                  <a:lnTo>
                    <a:pt x="7" y="151"/>
                  </a:lnTo>
                  <a:lnTo>
                    <a:pt x="11" y="151"/>
                  </a:lnTo>
                  <a:lnTo>
                    <a:pt x="14" y="155"/>
                  </a:lnTo>
                  <a:lnTo>
                    <a:pt x="18" y="155"/>
                  </a:lnTo>
                  <a:lnTo>
                    <a:pt x="21" y="158"/>
                  </a:lnTo>
                  <a:lnTo>
                    <a:pt x="25" y="158"/>
                  </a:lnTo>
                  <a:lnTo>
                    <a:pt x="29" y="162"/>
                  </a:lnTo>
                  <a:lnTo>
                    <a:pt x="32" y="162"/>
                  </a:lnTo>
                  <a:lnTo>
                    <a:pt x="36" y="162"/>
                  </a:lnTo>
                  <a:lnTo>
                    <a:pt x="39" y="166"/>
                  </a:lnTo>
                  <a:lnTo>
                    <a:pt x="43" y="166"/>
                  </a:lnTo>
                  <a:lnTo>
                    <a:pt x="47" y="166"/>
                  </a:lnTo>
                  <a:lnTo>
                    <a:pt x="50" y="169"/>
                  </a:lnTo>
                  <a:lnTo>
                    <a:pt x="54" y="169"/>
                  </a:lnTo>
                  <a:lnTo>
                    <a:pt x="57" y="169"/>
                  </a:lnTo>
                  <a:lnTo>
                    <a:pt x="61" y="169"/>
                  </a:lnTo>
                  <a:lnTo>
                    <a:pt x="65" y="169"/>
                  </a:lnTo>
                  <a:lnTo>
                    <a:pt x="68" y="169"/>
                  </a:lnTo>
                  <a:lnTo>
                    <a:pt x="72" y="169"/>
                  </a:lnTo>
                  <a:lnTo>
                    <a:pt x="75" y="169"/>
                  </a:lnTo>
                  <a:lnTo>
                    <a:pt x="79" y="169"/>
                  </a:lnTo>
                  <a:lnTo>
                    <a:pt x="83" y="169"/>
                  </a:lnTo>
                  <a:lnTo>
                    <a:pt x="86" y="169"/>
                  </a:lnTo>
                  <a:lnTo>
                    <a:pt x="90" y="169"/>
                  </a:lnTo>
                  <a:lnTo>
                    <a:pt x="93" y="166"/>
                  </a:lnTo>
                  <a:lnTo>
                    <a:pt x="97" y="166"/>
                  </a:lnTo>
                  <a:lnTo>
                    <a:pt x="101" y="166"/>
                  </a:lnTo>
                  <a:lnTo>
                    <a:pt x="104" y="162"/>
                  </a:lnTo>
                  <a:lnTo>
                    <a:pt x="108" y="162"/>
                  </a:lnTo>
                  <a:lnTo>
                    <a:pt x="111" y="158"/>
                  </a:lnTo>
                  <a:lnTo>
                    <a:pt x="115" y="158"/>
                  </a:lnTo>
                  <a:lnTo>
                    <a:pt x="119" y="155"/>
                  </a:lnTo>
                  <a:lnTo>
                    <a:pt x="122" y="155"/>
                  </a:lnTo>
                  <a:lnTo>
                    <a:pt x="126" y="151"/>
                  </a:lnTo>
                  <a:lnTo>
                    <a:pt x="129" y="151"/>
                  </a:lnTo>
                  <a:lnTo>
                    <a:pt x="133" y="148"/>
                  </a:lnTo>
                  <a:lnTo>
                    <a:pt x="137" y="144"/>
                  </a:lnTo>
                  <a:lnTo>
                    <a:pt x="140" y="144"/>
                  </a:lnTo>
                  <a:lnTo>
                    <a:pt x="144" y="140"/>
                  </a:lnTo>
                  <a:lnTo>
                    <a:pt x="147" y="140"/>
                  </a:lnTo>
                  <a:lnTo>
                    <a:pt x="151" y="137"/>
                  </a:lnTo>
                  <a:lnTo>
                    <a:pt x="155" y="137"/>
                  </a:lnTo>
                  <a:lnTo>
                    <a:pt x="158" y="133"/>
                  </a:lnTo>
                  <a:lnTo>
                    <a:pt x="162" y="133"/>
                  </a:lnTo>
                  <a:lnTo>
                    <a:pt x="165" y="130"/>
                  </a:lnTo>
                  <a:lnTo>
                    <a:pt x="169" y="130"/>
                  </a:lnTo>
                  <a:lnTo>
                    <a:pt x="173" y="126"/>
                  </a:lnTo>
                  <a:lnTo>
                    <a:pt x="176" y="126"/>
                  </a:lnTo>
                  <a:lnTo>
                    <a:pt x="180" y="122"/>
                  </a:lnTo>
                  <a:lnTo>
                    <a:pt x="183" y="122"/>
                  </a:lnTo>
                  <a:lnTo>
                    <a:pt x="187" y="122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19"/>
                  </a:lnTo>
                  <a:lnTo>
                    <a:pt x="201" y="119"/>
                  </a:lnTo>
                  <a:lnTo>
                    <a:pt x="205" y="119"/>
                  </a:lnTo>
                  <a:lnTo>
                    <a:pt x="209" y="119"/>
                  </a:lnTo>
                  <a:lnTo>
                    <a:pt x="212" y="119"/>
                  </a:lnTo>
                  <a:lnTo>
                    <a:pt x="216" y="119"/>
                  </a:lnTo>
                  <a:lnTo>
                    <a:pt x="219" y="119"/>
                  </a:lnTo>
                  <a:lnTo>
                    <a:pt x="223" y="119"/>
                  </a:lnTo>
                  <a:lnTo>
                    <a:pt x="227" y="122"/>
                  </a:lnTo>
                  <a:lnTo>
                    <a:pt x="230" y="122"/>
                  </a:lnTo>
                  <a:lnTo>
                    <a:pt x="234" y="122"/>
                  </a:lnTo>
                  <a:lnTo>
                    <a:pt x="237" y="122"/>
                  </a:lnTo>
                  <a:lnTo>
                    <a:pt x="241" y="126"/>
                  </a:lnTo>
                  <a:lnTo>
                    <a:pt x="245" y="126"/>
                  </a:lnTo>
                  <a:lnTo>
                    <a:pt x="248" y="130"/>
                  </a:lnTo>
                  <a:lnTo>
                    <a:pt x="252" y="130"/>
                  </a:lnTo>
                  <a:lnTo>
                    <a:pt x="255" y="133"/>
                  </a:lnTo>
                  <a:lnTo>
                    <a:pt x="259" y="133"/>
                  </a:lnTo>
                  <a:lnTo>
                    <a:pt x="263" y="137"/>
                  </a:lnTo>
                  <a:lnTo>
                    <a:pt x="266" y="137"/>
                  </a:lnTo>
                  <a:lnTo>
                    <a:pt x="270" y="140"/>
                  </a:lnTo>
                  <a:lnTo>
                    <a:pt x="273" y="144"/>
                  </a:lnTo>
                  <a:lnTo>
                    <a:pt x="277" y="144"/>
                  </a:lnTo>
                  <a:lnTo>
                    <a:pt x="281" y="148"/>
                  </a:lnTo>
                  <a:lnTo>
                    <a:pt x="284" y="148"/>
                  </a:lnTo>
                  <a:lnTo>
                    <a:pt x="288" y="151"/>
                  </a:lnTo>
                  <a:lnTo>
                    <a:pt x="291" y="155"/>
                  </a:lnTo>
                  <a:lnTo>
                    <a:pt x="295" y="155"/>
                  </a:lnTo>
                  <a:lnTo>
                    <a:pt x="299" y="158"/>
                  </a:lnTo>
                  <a:lnTo>
                    <a:pt x="302" y="158"/>
                  </a:lnTo>
                  <a:lnTo>
                    <a:pt x="306" y="162"/>
                  </a:lnTo>
                  <a:lnTo>
                    <a:pt x="309" y="162"/>
                  </a:lnTo>
                  <a:lnTo>
                    <a:pt x="313" y="166"/>
                  </a:lnTo>
                  <a:lnTo>
                    <a:pt x="317" y="166"/>
                  </a:lnTo>
                  <a:lnTo>
                    <a:pt x="320" y="166"/>
                  </a:lnTo>
                  <a:lnTo>
                    <a:pt x="324" y="169"/>
                  </a:lnTo>
                  <a:lnTo>
                    <a:pt x="327" y="169"/>
                  </a:lnTo>
                  <a:lnTo>
                    <a:pt x="331" y="169"/>
                  </a:lnTo>
                  <a:lnTo>
                    <a:pt x="335" y="173"/>
                  </a:lnTo>
                  <a:lnTo>
                    <a:pt x="338" y="173"/>
                  </a:lnTo>
                  <a:lnTo>
                    <a:pt x="342" y="173"/>
                  </a:lnTo>
                  <a:lnTo>
                    <a:pt x="345" y="173"/>
                  </a:lnTo>
                  <a:lnTo>
                    <a:pt x="349" y="173"/>
                  </a:lnTo>
                  <a:lnTo>
                    <a:pt x="353" y="173"/>
                  </a:lnTo>
                  <a:lnTo>
                    <a:pt x="356" y="173"/>
                  </a:lnTo>
                  <a:lnTo>
                    <a:pt x="360" y="173"/>
                  </a:lnTo>
                  <a:lnTo>
                    <a:pt x="363" y="169"/>
                  </a:lnTo>
                  <a:lnTo>
                    <a:pt x="367" y="169"/>
                  </a:lnTo>
                  <a:lnTo>
                    <a:pt x="371" y="169"/>
                  </a:lnTo>
                  <a:lnTo>
                    <a:pt x="374" y="169"/>
                  </a:lnTo>
                  <a:lnTo>
                    <a:pt x="378" y="166"/>
                  </a:lnTo>
                  <a:lnTo>
                    <a:pt x="381" y="166"/>
                  </a:lnTo>
                  <a:lnTo>
                    <a:pt x="385" y="162"/>
                  </a:lnTo>
                  <a:lnTo>
                    <a:pt x="389" y="162"/>
                  </a:lnTo>
                  <a:lnTo>
                    <a:pt x="392" y="158"/>
                  </a:lnTo>
                  <a:lnTo>
                    <a:pt x="396" y="158"/>
                  </a:lnTo>
                  <a:lnTo>
                    <a:pt x="399" y="155"/>
                  </a:lnTo>
                  <a:lnTo>
                    <a:pt x="403" y="155"/>
                  </a:lnTo>
                  <a:lnTo>
                    <a:pt x="407" y="151"/>
                  </a:lnTo>
                  <a:lnTo>
                    <a:pt x="410" y="148"/>
                  </a:lnTo>
                  <a:lnTo>
                    <a:pt x="414" y="148"/>
                  </a:lnTo>
                  <a:lnTo>
                    <a:pt x="417" y="144"/>
                  </a:lnTo>
                  <a:lnTo>
                    <a:pt x="421" y="144"/>
                  </a:lnTo>
                  <a:lnTo>
                    <a:pt x="425" y="140"/>
                  </a:lnTo>
                  <a:lnTo>
                    <a:pt x="428" y="137"/>
                  </a:lnTo>
                  <a:lnTo>
                    <a:pt x="432" y="137"/>
                  </a:lnTo>
                  <a:lnTo>
                    <a:pt x="435" y="133"/>
                  </a:lnTo>
                  <a:lnTo>
                    <a:pt x="439" y="130"/>
                  </a:lnTo>
                  <a:lnTo>
                    <a:pt x="443" y="130"/>
                  </a:lnTo>
                  <a:lnTo>
                    <a:pt x="446" y="126"/>
                  </a:lnTo>
                  <a:lnTo>
                    <a:pt x="450" y="126"/>
                  </a:lnTo>
                  <a:lnTo>
                    <a:pt x="453" y="126"/>
                  </a:lnTo>
                  <a:lnTo>
                    <a:pt x="457" y="122"/>
                  </a:lnTo>
                  <a:lnTo>
                    <a:pt x="461" y="122"/>
                  </a:lnTo>
                  <a:lnTo>
                    <a:pt x="464" y="119"/>
                  </a:lnTo>
                  <a:lnTo>
                    <a:pt x="468" y="119"/>
                  </a:lnTo>
                  <a:lnTo>
                    <a:pt x="471" y="119"/>
                  </a:lnTo>
                  <a:lnTo>
                    <a:pt x="475" y="119"/>
                  </a:lnTo>
                  <a:lnTo>
                    <a:pt x="479" y="115"/>
                  </a:lnTo>
                  <a:lnTo>
                    <a:pt x="482" y="115"/>
                  </a:lnTo>
                  <a:lnTo>
                    <a:pt x="486" y="115"/>
                  </a:lnTo>
                  <a:lnTo>
                    <a:pt x="489" y="115"/>
                  </a:lnTo>
                  <a:lnTo>
                    <a:pt x="493" y="115"/>
                  </a:lnTo>
                  <a:lnTo>
                    <a:pt x="497" y="115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19"/>
                  </a:lnTo>
                  <a:lnTo>
                    <a:pt x="511" y="119"/>
                  </a:lnTo>
                  <a:lnTo>
                    <a:pt x="515" y="122"/>
                  </a:lnTo>
                  <a:lnTo>
                    <a:pt x="518" y="122"/>
                  </a:lnTo>
                  <a:lnTo>
                    <a:pt x="522" y="126"/>
                  </a:lnTo>
                  <a:lnTo>
                    <a:pt x="525" y="126"/>
                  </a:lnTo>
                  <a:lnTo>
                    <a:pt x="529" y="130"/>
                  </a:lnTo>
                  <a:lnTo>
                    <a:pt x="533" y="130"/>
                  </a:lnTo>
                  <a:lnTo>
                    <a:pt x="536" y="133"/>
                  </a:lnTo>
                  <a:lnTo>
                    <a:pt x="540" y="133"/>
                  </a:lnTo>
                  <a:lnTo>
                    <a:pt x="543" y="137"/>
                  </a:lnTo>
                  <a:lnTo>
                    <a:pt x="547" y="137"/>
                  </a:lnTo>
                  <a:lnTo>
                    <a:pt x="551" y="140"/>
                  </a:lnTo>
                  <a:lnTo>
                    <a:pt x="554" y="144"/>
                  </a:lnTo>
                  <a:lnTo>
                    <a:pt x="558" y="148"/>
                  </a:lnTo>
                  <a:lnTo>
                    <a:pt x="561" y="148"/>
                  </a:lnTo>
                  <a:lnTo>
                    <a:pt x="565" y="151"/>
                  </a:lnTo>
                  <a:lnTo>
                    <a:pt x="569" y="155"/>
                  </a:lnTo>
                  <a:lnTo>
                    <a:pt x="572" y="155"/>
                  </a:lnTo>
                  <a:lnTo>
                    <a:pt x="576" y="158"/>
                  </a:lnTo>
                  <a:lnTo>
                    <a:pt x="579" y="158"/>
                  </a:lnTo>
                  <a:lnTo>
                    <a:pt x="583" y="162"/>
                  </a:lnTo>
                  <a:lnTo>
                    <a:pt x="587" y="162"/>
                  </a:lnTo>
                  <a:lnTo>
                    <a:pt x="590" y="166"/>
                  </a:lnTo>
                  <a:lnTo>
                    <a:pt x="594" y="166"/>
                  </a:lnTo>
                  <a:lnTo>
                    <a:pt x="597" y="169"/>
                  </a:lnTo>
                  <a:lnTo>
                    <a:pt x="601" y="169"/>
                  </a:lnTo>
                  <a:lnTo>
                    <a:pt x="605" y="173"/>
                  </a:lnTo>
                  <a:lnTo>
                    <a:pt x="608" y="173"/>
                  </a:lnTo>
                  <a:lnTo>
                    <a:pt x="612" y="173"/>
                  </a:lnTo>
                  <a:lnTo>
                    <a:pt x="615" y="173"/>
                  </a:lnTo>
                  <a:lnTo>
                    <a:pt x="619" y="173"/>
                  </a:lnTo>
                  <a:lnTo>
                    <a:pt x="623" y="176"/>
                  </a:lnTo>
                  <a:lnTo>
                    <a:pt x="626" y="176"/>
                  </a:lnTo>
                  <a:lnTo>
                    <a:pt x="630" y="176"/>
                  </a:lnTo>
                  <a:lnTo>
                    <a:pt x="633" y="173"/>
                  </a:lnTo>
                  <a:lnTo>
                    <a:pt x="637" y="173"/>
                  </a:lnTo>
                  <a:lnTo>
                    <a:pt x="641" y="173"/>
                  </a:lnTo>
                  <a:lnTo>
                    <a:pt x="644" y="173"/>
                  </a:lnTo>
                  <a:lnTo>
                    <a:pt x="648" y="173"/>
                  </a:lnTo>
                  <a:lnTo>
                    <a:pt x="651" y="169"/>
                  </a:lnTo>
                  <a:lnTo>
                    <a:pt x="655" y="169"/>
                  </a:lnTo>
                  <a:lnTo>
                    <a:pt x="659" y="169"/>
                  </a:lnTo>
                  <a:lnTo>
                    <a:pt x="662" y="166"/>
                  </a:lnTo>
                  <a:lnTo>
                    <a:pt x="666" y="162"/>
                  </a:lnTo>
                  <a:lnTo>
                    <a:pt x="669" y="162"/>
                  </a:lnTo>
                  <a:lnTo>
                    <a:pt x="673" y="158"/>
                  </a:lnTo>
                  <a:lnTo>
                    <a:pt x="677" y="158"/>
                  </a:lnTo>
                  <a:lnTo>
                    <a:pt x="680" y="155"/>
                  </a:lnTo>
                  <a:lnTo>
                    <a:pt x="684" y="151"/>
                  </a:lnTo>
                  <a:lnTo>
                    <a:pt x="687" y="151"/>
                  </a:lnTo>
                  <a:lnTo>
                    <a:pt x="691" y="148"/>
                  </a:lnTo>
                  <a:lnTo>
                    <a:pt x="695" y="148"/>
                  </a:lnTo>
                  <a:lnTo>
                    <a:pt x="698" y="144"/>
                  </a:lnTo>
                  <a:lnTo>
                    <a:pt x="702" y="140"/>
                  </a:lnTo>
                  <a:lnTo>
                    <a:pt x="705" y="137"/>
                  </a:lnTo>
                  <a:lnTo>
                    <a:pt x="709" y="137"/>
                  </a:lnTo>
                  <a:lnTo>
                    <a:pt x="713" y="133"/>
                  </a:lnTo>
                  <a:lnTo>
                    <a:pt x="716" y="130"/>
                  </a:lnTo>
                  <a:lnTo>
                    <a:pt x="720" y="130"/>
                  </a:lnTo>
                  <a:lnTo>
                    <a:pt x="723" y="126"/>
                  </a:lnTo>
                  <a:lnTo>
                    <a:pt x="727" y="126"/>
                  </a:lnTo>
                  <a:lnTo>
                    <a:pt x="731" y="122"/>
                  </a:lnTo>
                  <a:lnTo>
                    <a:pt x="734" y="122"/>
                  </a:lnTo>
                  <a:lnTo>
                    <a:pt x="738" y="119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15"/>
                  </a:lnTo>
                  <a:lnTo>
                    <a:pt x="752" y="115"/>
                  </a:lnTo>
                  <a:lnTo>
                    <a:pt x="756" y="115"/>
                  </a:lnTo>
                  <a:lnTo>
                    <a:pt x="759" y="115"/>
                  </a:lnTo>
                  <a:lnTo>
                    <a:pt x="763" y="115"/>
                  </a:lnTo>
                  <a:lnTo>
                    <a:pt x="767" y="115"/>
                  </a:lnTo>
                  <a:lnTo>
                    <a:pt x="770" y="115"/>
                  </a:lnTo>
                  <a:lnTo>
                    <a:pt x="774" y="115"/>
                  </a:lnTo>
                  <a:lnTo>
                    <a:pt x="777" y="115"/>
                  </a:lnTo>
                  <a:lnTo>
                    <a:pt x="781" y="115"/>
                  </a:lnTo>
                  <a:lnTo>
                    <a:pt x="785" y="115"/>
                  </a:lnTo>
                  <a:lnTo>
                    <a:pt x="788" y="119"/>
                  </a:lnTo>
                  <a:lnTo>
                    <a:pt x="792" y="119"/>
                  </a:lnTo>
                  <a:lnTo>
                    <a:pt x="795" y="119"/>
                  </a:lnTo>
                  <a:lnTo>
                    <a:pt x="799" y="122"/>
                  </a:lnTo>
                  <a:lnTo>
                    <a:pt x="803" y="122"/>
                  </a:lnTo>
                  <a:lnTo>
                    <a:pt x="806" y="126"/>
                  </a:lnTo>
                  <a:lnTo>
                    <a:pt x="810" y="130"/>
                  </a:lnTo>
                  <a:lnTo>
                    <a:pt x="813" y="130"/>
                  </a:lnTo>
                  <a:lnTo>
                    <a:pt x="817" y="133"/>
                  </a:lnTo>
                  <a:lnTo>
                    <a:pt x="821" y="137"/>
                  </a:lnTo>
                  <a:lnTo>
                    <a:pt x="824" y="137"/>
                  </a:lnTo>
                  <a:lnTo>
                    <a:pt x="828" y="140"/>
                  </a:lnTo>
                  <a:lnTo>
                    <a:pt x="831" y="140"/>
                  </a:lnTo>
                  <a:lnTo>
                    <a:pt x="835" y="144"/>
                  </a:lnTo>
                  <a:lnTo>
                    <a:pt x="839" y="148"/>
                  </a:lnTo>
                  <a:lnTo>
                    <a:pt x="842" y="151"/>
                  </a:lnTo>
                  <a:lnTo>
                    <a:pt x="846" y="151"/>
                  </a:lnTo>
                  <a:lnTo>
                    <a:pt x="849" y="155"/>
                  </a:lnTo>
                  <a:lnTo>
                    <a:pt x="853" y="158"/>
                  </a:lnTo>
                  <a:lnTo>
                    <a:pt x="857" y="158"/>
                  </a:lnTo>
                  <a:lnTo>
                    <a:pt x="860" y="162"/>
                  </a:lnTo>
                  <a:lnTo>
                    <a:pt x="864" y="166"/>
                  </a:lnTo>
                  <a:lnTo>
                    <a:pt x="867" y="166"/>
                  </a:lnTo>
                  <a:lnTo>
                    <a:pt x="871" y="169"/>
                  </a:lnTo>
                  <a:lnTo>
                    <a:pt x="875" y="169"/>
                  </a:lnTo>
                  <a:lnTo>
                    <a:pt x="878" y="173"/>
                  </a:lnTo>
                  <a:lnTo>
                    <a:pt x="882" y="173"/>
                  </a:lnTo>
                  <a:lnTo>
                    <a:pt x="885" y="173"/>
                  </a:lnTo>
                  <a:lnTo>
                    <a:pt x="889" y="176"/>
                  </a:lnTo>
                  <a:lnTo>
                    <a:pt x="893" y="176"/>
                  </a:lnTo>
                  <a:lnTo>
                    <a:pt x="896" y="176"/>
                  </a:lnTo>
                  <a:lnTo>
                    <a:pt x="900" y="176"/>
                  </a:lnTo>
                  <a:lnTo>
                    <a:pt x="903" y="176"/>
                  </a:lnTo>
                  <a:lnTo>
                    <a:pt x="907" y="176"/>
                  </a:lnTo>
                  <a:lnTo>
                    <a:pt x="911" y="176"/>
                  </a:lnTo>
                  <a:lnTo>
                    <a:pt x="914" y="176"/>
                  </a:lnTo>
                  <a:lnTo>
                    <a:pt x="918" y="176"/>
                  </a:lnTo>
                  <a:lnTo>
                    <a:pt x="921" y="176"/>
                  </a:lnTo>
                  <a:lnTo>
                    <a:pt x="925" y="173"/>
                  </a:lnTo>
                  <a:lnTo>
                    <a:pt x="929" y="173"/>
                  </a:lnTo>
                  <a:lnTo>
                    <a:pt x="932" y="173"/>
                  </a:lnTo>
                  <a:lnTo>
                    <a:pt x="936" y="169"/>
                  </a:lnTo>
                  <a:lnTo>
                    <a:pt x="939" y="169"/>
                  </a:lnTo>
                  <a:lnTo>
                    <a:pt x="943" y="166"/>
                  </a:lnTo>
                  <a:lnTo>
                    <a:pt x="947" y="166"/>
                  </a:lnTo>
                  <a:lnTo>
                    <a:pt x="950" y="162"/>
                  </a:lnTo>
                  <a:lnTo>
                    <a:pt x="954" y="158"/>
                  </a:lnTo>
                  <a:lnTo>
                    <a:pt x="957" y="158"/>
                  </a:lnTo>
                  <a:lnTo>
                    <a:pt x="961" y="155"/>
                  </a:lnTo>
                  <a:lnTo>
                    <a:pt x="965" y="151"/>
                  </a:lnTo>
                  <a:lnTo>
                    <a:pt x="968" y="148"/>
                  </a:lnTo>
                  <a:lnTo>
                    <a:pt x="972" y="148"/>
                  </a:lnTo>
                  <a:lnTo>
                    <a:pt x="975" y="144"/>
                  </a:lnTo>
                  <a:lnTo>
                    <a:pt x="979" y="140"/>
                  </a:lnTo>
                  <a:lnTo>
                    <a:pt x="983" y="137"/>
                  </a:lnTo>
                  <a:lnTo>
                    <a:pt x="986" y="137"/>
                  </a:lnTo>
                  <a:lnTo>
                    <a:pt x="990" y="133"/>
                  </a:lnTo>
                  <a:lnTo>
                    <a:pt x="993" y="130"/>
                  </a:lnTo>
                  <a:lnTo>
                    <a:pt x="997" y="130"/>
                  </a:lnTo>
                  <a:lnTo>
                    <a:pt x="1001" y="126"/>
                  </a:lnTo>
                  <a:lnTo>
                    <a:pt x="1004" y="122"/>
                  </a:lnTo>
                  <a:lnTo>
                    <a:pt x="1008" y="122"/>
                  </a:lnTo>
                  <a:lnTo>
                    <a:pt x="1011" y="119"/>
                  </a:lnTo>
                  <a:lnTo>
                    <a:pt x="1015" y="119"/>
                  </a:lnTo>
                  <a:lnTo>
                    <a:pt x="1019" y="115"/>
                  </a:lnTo>
                  <a:lnTo>
                    <a:pt x="1022" y="115"/>
                  </a:lnTo>
                  <a:lnTo>
                    <a:pt x="1026" y="112"/>
                  </a:lnTo>
                  <a:lnTo>
                    <a:pt x="1029" y="112"/>
                  </a:lnTo>
                  <a:lnTo>
                    <a:pt x="1033" y="112"/>
                  </a:lnTo>
                  <a:lnTo>
                    <a:pt x="1037" y="112"/>
                  </a:lnTo>
                  <a:lnTo>
                    <a:pt x="1040" y="112"/>
                  </a:lnTo>
                  <a:lnTo>
                    <a:pt x="1044" y="112"/>
                  </a:lnTo>
                  <a:lnTo>
                    <a:pt x="1047" y="112"/>
                  </a:lnTo>
                  <a:lnTo>
                    <a:pt x="1051" y="112"/>
                  </a:lnTo>
                  <a:lnTo>
                    <a:pt x="1055" y="112"/>
                  </a:lnTo>
                  <a:lnTo>
                    <a:pt x="1058" y="112"/>
                  </a:lnTo>
                  <a:lnTo>
                    <a:pt x="1062" y="112"/>
                  </a:lnTo>
                  <a:lnTo>
                    <a:pt x="1065" y="115"/>
                  </a:lnTo>
                  <a:lnTo>
                    <a:pt x="1069" y="115"/>
                  </a:lnTo>
                  <a:lnTo>
                    <a:pt x="1073" y="115"/>
                  </a:lnTo>
                  <a:lnTo>
                    <a:pt x="1076" y="119"/>
                  </a:lnTo>
                  <a:lnTo>
                    <a:pt x="1080" y="122"/>
                  </a:lnTo>
                  <a:lnTo>
                    <a:pt x="1083" y="122"/>
                  </a:lnTo>
                  <a:lnTo>
                    <a:pt x="1087" y="126"/>
                  </a:lnTo>
                  <a:lnTo>
                    <a:pt x="1091" y="126"/>
                  </a:lnTo>
                  <a:lnTo>
                    <a:pt x="1094" y="130"/>
                  </a:lnTo>
                  <a:lnTo>
                    <a:pt x="1098" y="133"/>
                  </a:lnTo>
                  <a:lnTo>
                    <a:pt x="1101" y="133"/>
                  </a:lnTo>
                  <a:lnTo>
                    <a:pt x="1105" y="137"/>
                  </a:lnTo>
                  <a:lnTo>
                    <a:pt x="1109" y="140"/>
                  </a:lnTo>
                  <a:lnTo>
                    <a:pt x="1112" y="144"/>
                  </a:lnTo>
                  <a:lnTo>
                    <a:pt x="1116" y="148"/>
                  </a:lnTo>
                  <a:lnTo>
                    <a:pt x="1119" y="148"/>
                  </a:lnTo>
                  <a:lnTo>
                    <a:pt x="1123" y="151"/>
                  </a:lnTo>
                  <a:lnTo>
                    <a:pt x="1127" y="155"/>
                  </a:lnTo>
                  <a:lnTo>
                    <a:pt x="1130" y="158"/>
                  </a:lnTo>
                  <a:lnTo>
                    <a:pt x="1134" y="162"/>
                  </a:lnTo>
                  <a:lnTo>
                    <a:pt x="1137" y="162"/>
                  </a:lnTo>
                  <a:lnTo>
                    <a:pt x="1141" y="166"/>
                  </a:lnTo>
                  <a:lnTo>
                    <a:pt x="1145" y="169"/>
                  </a:lnTo>
                  <a:lnTo>
                    <a:pt x="1148" y="169"/>
                  </a:lnTo>
                  <a:lnTo>
                    <a:pt x="1152" y="173"/>
                  </a:lnTo>
                  <a:lnTo>
                    <a:pt x="1155" y="173"/>
                  </a:lnTo>
                  <a:lnTo>
                    <a:pt x="1159" y="176"/>
                  </a:lnTo>
                  <a:lnTo>
                    <a:pt x="1163" y="176"/>
                  </a:lnTo>
                  <a:lnTo>
                    <a:pt x="1166" y="180"/>
                  </a:lnTo>
                  <a:lnTo>
                    <a:pt x="1170" y="180"/>
                  </a:lnTo>
                  <a:lnTo>
                    <a:pt x="1173" y="180"/>
                  </a:lnTo>
                  <a:lnTo>
                    <a:pt x="1177" y="180"/>
                  </a:lnTo>
                  <a:lnTo>
                    <a:pt x="1181" y="180"/>
                  </a:lnTo>
                  <a:lnTo>
                    <a:pt x="1184" y="180"/>
                  </a:lnTo>
                  <a:lnTo>
                    <a:pt x="1188" y="180"/>
                  </a:lnTo>
                  <a:lnTo>
                    <a:pt x="1191" y="180"/>
                  </a:lnTo>
                  <a:lnTo>
                    <a:pt x="1195" y="180"/>
                  </a:lnTo>
                  <a:lnTo>
                    <a:pt x="1199" y="180"/>
                  </a:lnTo>
                  <a:lnTo>
                    <a:pt x="1202" y="180"/>
                  </a:lnTo>
                  <a:lnTo>
                    <a:pt x="1206" y="176"/>
                  </a:lnTo>
                  <a:lnTo>
                    <a:pt x="1209" y="176"/>
                  </a:lnTo>
                  <a:lnTo>
                    <a:pt x="1213" y="173"/>
                  </a:lnTo>
                  <a:lnTo>
                    <a:pt x="1217" y="173"/>
                  </a:lnTo>
                  <a:lnTo>
                    <a:pt x="1220" y="169"/>
                  </a:lnTo>
                  <a:lnTo>
                    <a:pt x="1224" y="169"/>
                  </a:lnTo>
                  <a:lnTo>
                    <a:pt x="1227" y="166"/>
                  </a:lnTo>
                  <a:lnTo>
                    <a:pt x="1231" y="162"/>
                  </a:lnTo>
                  <a:lnTo>
                    <a:pt x="1235" y="158"/>
                  </a:lnTo>
                  <a:lnTo>
                    <a:pt x="1238" y="158"/>
                  </a:lnTo>
                  <a:lnTo>
                    <a:pt x="1242" y="155"/>
                  </a:lnTo>
                  <a:lnTo>
                    <a:pt x="1245" y="151"/>
                  </a:lnTo>
                  <a:lnTo>
                    <a:pt x="1249" y="148"/>
                  </a:lnTo>
                  <a:lnTo>
                    <a:pt x="1253" y="144"/>
                  </a:lnTo>
                  <a:lnTo>
                    <a:pt x="1256" y="144"/>
                  </a:lnTo>
                  <a:lnTo>
                    <a:pt x="1260" y="140"/>
                  </a:lnTo>
                  <a:lnTo>
                    <a:pt x="1263" y="137"/>
                  </a:lnTo>
                  <a:lnTo>
                    <a:pt x="1267" y="133"/>
                  </a:lnTo>
                  <a:lnTo>
                    <a:pt x="1271" y="130"/>
                  </a:lnTo>
                  <a:lnTo>
                    <a:pt x="1274" y="126"/>
                  </a:lnTo>
                  <a:lnTo>
                    <a:pt x="1278" y="126"/>
                  </a:lnTo>
                  <a:lnTo>
                    <a:pt x="1281" y="122"/>
                  </a:lnTo>
                  <a:lnTo>
                    <a:pt x="1285" y="119"/>
                  </a:lnTo>
                  <a:lnTo>
                    <a:pt x="1289" y="119"/>
                  </a:lnTo>
                  <a:lnTo>
                    <a:pt x="1292" y="115"/>
                  </a:lnTo>
                  <a:lnTo>
                    <a:pt x="1296" y="112"/>
                  </a:lnTo>
                  <a:lnTo>
                    <a:pt x="1299" y="112"/>
                  </a:lnTo>
                  <a:lnTo>
                    <a:pt x="1303" y="112"/>
                  </a:lnTo>
                  <a:lnTo>
                    <a:pt x="1307" y="108"/>
                  </a:lnTo>
                  <a:lnTo>
                    <a:pt x="1310" y="108"/>
                  </a:lnTo>
                  <a:lnTo>
                    <a:pt x="1314" y="108"/>
                  </a:lnTo>
                  <a:lnTo>
                    <a:pt x="1317" y="108"/>
                  </a:lnTo>
                  <a:lnTo>
                    <a:pt x="1321" y="104"/>
                  </a:lnTo>
                  <a:lnTo>
                    <a:pt x="1325" y="104"/>
                  </a:lnTo>
                  <a:lnTo>
                    <a:pt x="1328" y="104"/>
                  </a:lnTo>
                  <a:lnTo>
                    <a:pt x="1332" y="108"/>
                  </a:lnTo>
                  <a:lnTo>
                    <a:pt x="1335" y="108"/>
                  </a:lnTo>
                  <a:lnTo>
                    <a:pt x="1339" y="108"/>
                  </a:lnTo>
                  <a:lnTo>
                    <a:pt x="1343" y="108"/>
                  </a:lnTo>
                  <a:lnTo>
                    <a:pt x="1346" y="112"/>
                  </a:lnTo>
                  <a:lnTo>
                    <a:pt x="1350" y="112"/>
                  </a:lnTo>
                  <a:lnTo>
                    <a:pt x="1353" y="115"/>
                  </a:lnTo>
                  <a:lnTo>
                    <a:pt x="1357" y="115"/>
                  </a:lnTo>
                  <a:lnTo>
                    <a:pt x="1361" y="119"/>
                  </a:lnTo>
                  <a:lnTo>
                    <a:pt x="1364" y="122"/>
                  </a:lnTo>
                  <a:lnTo>
                    <a:pt x="1368" y="122"/>
                  </a:lnTo>
                  <a:lnTo>
                    <a:pt x="1371" y="126"/>
                  </a:lnTo>
                  <a:lnTo>
                    <a:pt x="1375" y="130"/>
                  </a:lnTo>
                  <a:lnTo>
                    <a:pt x="1379" y="133"/>
                  </a:lnTo>
                  <a:lnTo>
                    <a:pt x="1382" y="137"/>
                  </a:lnTo>
                  <a:lnTo>
                    <a:pt x="1386" y="140"/>
                  </a:lnTo>
                  <a:lnTo>
                    <a:pt x="1389" y="144"/>
                  </a:lnTo>
                  <a:lnTo>
                    <a:pt x="1393" y="144"/>
                  </a:lnTo>
                  <a:lnTo>
                    <a:pt x="1397" y="148"/>
                  </a:lnTo>
                  <a:lnTo>
                    <a:pt x="1400" y="151"/>
                  </a:lnTo>
                  <a:lnTo>
                    <a:pt x="1404" y="155"/>
                  </a:lnTo>
                  <a:lnTo>
                    <a:pt x="1407" y="158"/>
                  </a:lnTo>
                  <a:lnTo>
                    <a:pt x="1411" y="162"/>
                  </a:lnTo>
                  <a:lnTo>
                    <a:pt x="1415" y="166"/>
                  </a:lnTo>
                  <a:lnTo>
                    <a:pt x="1418" y="166"/>
                  </a:lnTo>
                  <a:lnTo>
                    <a:pt x="1422" y="169"/>
                  </a:lnTo>
                  <a:lnTo>
                    <a:pt x="1425" y="173"/>
                  </a:lnTo>
                  <a:lnTo>
                    <a:pt x="1429" y="176"/>
                  </a:lnTo>
                  <a:lnTo>
                    <a:pt x="1433" y="176"/>
                  </a:lnTo>
                  <a:lnTo>
                    <a:pt x="1436" y="180"/>
                  </a:lnTo>
                  <a:lnTo>
                    <a:pt x="1440" y="180"/>
                  </a:lnTo>
                  <a:lnTo>
                    <a:pt x="1443" y="184"/>
                  </a:lnTo>
                  <a:lnTo>
                    <a:pt x="1447" y="184"/>
                  </a:lnTo>
                  <a:lnTo>
                    <a:pt x="1451" y="184"/>
                  </a:lnTo>
                  <a:lnTo>
                    <a:pt x="1454" y="187"/>
                  </a:lnTo>
                  <a:lnTo>
                    <a:pt x="1458" y="187"/>
                  </a:lnTo>
                  <a:lnTo>
                    <a:pt x="1461" y="187"/>
                  </a:lnTo>
                  <a:lnTo>
                    <a:pt x="1465" y="187"/>
                  </a:lnTo>
                  <a:lnTo>
                    <a:pt x="1469" y="187"/>
                  </a:lnTo>
                  <a:lnTo>
                    <a:pt x="1472" y="187"/>
                  </a:lnTo>
                  <a:lnTo>
                    <a:pt x="1476" y="184"/>
                  </a:lnTo>
                  <a:lnTo>
                    <a:pt x="1479" y="184"/>
                  </a:lnTo>
                  <a:lnTo>
                    <a:pt x="1483" y="184"/>
                  </a:lnTo>
                  <a:lnTo>
                    <a:pt x="1487" y="180"/>
                  </a:lnTo>
                  <a:lnTo>
                    <a:pt x="1490" y="180"/>
                  </a:lnTo>
                  <a:lnTo>
                    <a:pt x="1494" y="176"/>
                  </a:lnTo>
                  <a:lnTo>
                    <a:pt x="1497" y="176"/>
                  </a:lnTo>
                  <a:lnTo>
                    <a:pt x="1501" y="173"/>
                  </a:lnTo>
                  <a:lnTo>
                    <a:pt x="1505" y="169"/>
                  </a:lnTo>
                  <a:lnTo>
                    <a:pt x="1508" y="166"/>
                  </a:lnTo>
                  <a:lnTo>
                    <a:pt x="1512" y="162"/>
                  </a:lnTo>
                  <a:lnTo>
                    <a:pt x="1515" y="162"/>
                  </a:lnTo>
                  <a:lnTo>
                    <a:pt x="1519" y="158"/>
                  </a:lnTo>
                  <a:lnTo>
                    <a:pt x="1523" y="155"/>
                  </a:lnTo>
                  <a:lnTo>
                    <a:pt x="1526" y="151"/>
                  </a:lnTo>
                  <a:lnTo>
                    <a:pt x="1530" y="148"/>
                  </a:lnTo>
                  <a:lnTo>
                    <a:pt x="1533" y="144"/>
                  </a:lnTo>
                  <a:lnTo>
                    <a:pt x="1537" y="140"/>
                  </a:lnTo>
                  <a:lnTo>
                    <a:pt x="1541" y="137"/>
                  </a:lnTo>
                  <a:lnTo>
                    <a:pt x="1544" y="133"/>
                  </a:lnTo>
                  <a:lnTo>
                    <a:pt x="1548" y="130"/>
                  </a:lnTo>
                  <a:lnTo>
                    <a:pt x="1551" y="126"/>
                  </a:lnTo>
                  <a:lnTo>
                    <a:pt x="1555" y="122"/>
                  </a:lnTo>
                  <a:lnTo>
                    <a:pt x="1559" y="119"/>
                  </a:lnTo>
                  <a:lnTo>
                    <a:pt x="1562" y="119"/>
                  </a:lnTo>
                  <a:lnTo>
                    <a:pt x="1566" y="115"/>
                  </a:lnTo>
                  <a:lnTo>
                    <a:pt x="1569" y="112"/>
                  </a:lnTo>
                  <a:lnTo>
                    <a:pt x="1573" y="112"/>
                  </a:lnTo>
                  <a:lnTo>
                    <a:pt x="1577" y="108"/>
                  </a:lnTo>
                  <a:lnTo>
                    <a:pt x="1580" y="104"/>
                  </a:lnTo>
                  <a:lnTo>
                    <a:pt x="1584" y="104"/>
                  </a:lnTo>
                  <a:lnTo>
                    <a:pt x="1587" y="104"/>
                  </a:lnTo>
                  <a:lnTo>
                    <a:pt x="1591" y="101"/>
                  </a:lnTo>
                  <a:lnTo>
                    <a:pt x="1595" y="101"/>
                  </a:lnTo>
                  <a:lnTo>
                    <a:pt x="1598" y="101"/>
                  </a:lnTo>
                  <a:lnTo>
                    <a:pt x="1602" y="101"/>
                  </a:lnTo>
                  <a:lnTo>
                    <a:pt x="1605" y="101"/>
                  </a:lnTo>
                  <a:lnTo>
                    <a:pt x="1609" y="101"/>
                  </a:lnTo>
                  <a:lnTo>
                    <a:pt x="1613" y="101"/>
                  </a:lnTo>
                  <a:lnTo>
                    <a:pt x="1616" y="101"/>
                  </a:lnTo>
                  <a:lnTo>
                    <a:pt x="1620" y="104"/>
                  </a:lnTo>
                  <a:lnTo>
                    <a:pt x="1623" y="104"/>
                  </a:lnTo>
                  <a:lnTo>
                    <a:pt x="1627" y="108"/>
                  </a:lnTo>
                  <a:lnTo>
                    <a:pt x="1631" y="108"/>
                  </a:lnTo>
                  <a:lnTo>
                    <a:pt x="1634" y="112"/>
                  </a:lnTo>
                  <a:lnTo>
                    <a:pt x="1638" y="115"/>
                  </a:lnTo>
                  <a:lnTo>
                    <a:pt x="1641" y="119"/>
                  </a:lnTo>
                  <a:lnTo>
                    <a:pt x="1645" y="119"/>
                  </a:lnTo>
                  <a:lnTo>
                    <a:pt x="1649" y="122"/>
                  </a:lnTo>
                  <a:lnTo>
                    <a:pt x="1652" y="126"/>
                  </a:lnTo>
                  <a:lnTo>
                    <a:pt x="1656" y="130"/>
                  </a:lnTo>
                  <a:lnTo>
                    <a:pt x="1659" y="133"/>
                  </a:lnTo>
                  <a:lnTo>
                    <a:pt x="1663" y="137"/>
                  </a:lnTo>
                  <a:lnTo>
                    <a:pt x="1667" y="140"/>
                  </a:lnTo>
                  <a:lnTo>
                    <a:pt x="1670" y="144"/>
                  </a:lnTo>
                  <a:lnTo>
                    <a:pt x="1674" y="148"/>
                  </a:lnTo>
                  <a:lnTo>
                    <a:pt x="1677" y="151"/>
                  </a:lnTo>
                  <a:lnTo>
                    <a:pt x="1681" y="155"/>
                  </a:lnTo>
                  <a:lnTo>
                    <a:pt x="1685" y="158"/>
                  </a:lnTo>
                  <a:lnTo>
                    <a:pt x="1688" y="162"/>
                  </a:lnTo>
                  <a:lnTo>
                    <a:pt x="1692" y="166"/>
                  </a:lnTo>
                  <a:lnTo>
                    <a:pt x="1695" y="169"/>
                  </a:lnTo>
                  <a:lnTo>
                    <a:pt x="1699" y="173"/>
                  </a:lnTo>
                  <a:lnTo>
                    <a:pt x="1703" y="176"/>
                  </a:lnTo>
                  <a:lnTo>
                    <a:pt x="1706" y="176"/>
                  </a:lnTo>
                  <a:lnTo>
                    <a:pt x="1710" y="180"/>
                  </a:lnTo>
                  <a:lnTo>
                    <a:pt x="1713" y="184"/>
                  </a:lnTo>
                  <a:lnTo>
                    <a:pt x="1717" y="187"/>
                  </a:lnTo>
                  <a:lnTo>
                    <a:pt x="1721" y="187"/>
                  </a:lnTo>
                  <a:lnTo>
                    <a:pt x="1724" y="187"/>
                  </a:lnTo>
                  <a:lnTo>
                    <a:pt x="1728" y="191"/>
                  </a:lnTo>
                  <a:lnTo>
                    <a:pt x="1731" y="191"/>
                  </a:lnTo>
                  <a:lnTo>
                    <a:pt x="1735" y="191"/>
                  </a:lnTo>
                  <a:lnTo>
                    <a:pt x="1739" y="191"/>
                  </a:lnTo>
                  <a:lnTo>
                    <a:pt x="1742" y="194"/>
                  </a:lnTo>
                  <a:lnTo>
                    <a:pt x="1746" y="191"/>
                  </a:lnTo>
                  <a:lnTo>
                    <a:pt x="1749" y="191"/>
                  </a:lnTo>
                  <a:lnTo>
                    <a:pt x="1753" y="191"/>
                  </a:lnTo>
                  <a:lnTo>
                    <a:pt x="1757" y="191"/>
                  </a:lnTo>
                  <a:lnTo>
                    <a:pt x="1760" y="187"/>
                  </a:lnTo>
                  <a:lnTo>
                    <a:pt x="1764" y="187"/>
                  </a:lnTo>
                  <a:lnTo>
                    <a:pt x="1767" y="184"/>
                  </a:lnTo>
                  <a:lnTo>
                    <a:pt x="1771" y="184"/>
                  </a:lnTo>
                  <a:lnTo>
                    <a:pt x="1775" y="180"/>
                  </a:lnTo>
                  <a:lnTo>
                    <a:pt x="1778" y="176"/>
                  </a:lnTo>
                  <a:lnTo>
                    <a:pt x="1782" y="176"/>
                  </a:lnTo>
                  <a:lnTo>
                    <a:pt x="1785" y="173"/>
                  </a:lnTo>
                  <a:lnTo>
                    <a:pt x="1789" y="169"/>
                  </a:lnTo>
                  <a:lnTo>
                    <a:pt x="1793" y="166"/>
                  </a:lnTo>
                  <a:lnTo>
                    <a:pt x="1796" y="162"/>
                  </a:lnTo>
                  <a:lnTo>
                    <a:pt x="1800" y="158"/>
                  </a:lnTo>
                  <a:lnTo>
                    <a:pt x="1803" y="155"/>
                  </a:lnTo>
                  <a:lnTo>
                    <a:pt x="1807" y="151"/>
                  </a:lnTo>
                  <a:lnTo>
                    <a:pt x="1811" y="148"/>
                  </a:lnTo>
                  <a:lnTo>
                    <a:pt x="1814" y="144"/>
                  </a:lnTo>
                  <a:lnTo>
                    <a:pt x="1818" y="140"/>
                  </a:lnTo>
                  <a:lnTo>
                    <a:pt x="1821" y="137"/>
                  </a:lnTo>
                  <a:lnTo>
                    <a:pt x="1821" y="133"/>
                  </a:lnTo>
                  <a:lnTo>
                    <a:pt x="1825" y="130"/>
                  </a:lnTo>
                  <a:lnTo>
                    <a:pt x="1829" y="126"/>
                  </a:lnTo>
                  <a:lnTo>
                    <a:pt x="1832" y="122"/>
                  </a:lnTo>
                  <a:lnTo>
                    <a:pt x="1836" y="119"/>
                  </a:lnTo>
                  <a:lnTo>
                    <a:pt x="1839" y="115"/>
                  </a:lnTo>
                  <a:lnTo>
                    <a:pt x="1843" y="112"/>
                  </a:lnTo>
                  <a:lnTo>
                    <a:pt x="1847" y="108"/>
                  </a:lnTo>
                  <a:lnTo>
                    <a:pt x="1850" y="104"/>
                  </a:lnTo>
                  <a:lnTo>
                    <a:pt x="1854" y="104"/>
                  </a:lnTo>
                  <a:lnTo>
                    <a:pt x="1857" y="101"/>
                  </a:lnTo>
                  <a:lnTo>
                    <a:pt x="1861" y="97"/>
                  </a:lnTo>
                  <a:lnTo>
                    <a:pt x="1865" y="97"/>
                  </a:lnTo>
                  <a:lnTo>
                    <a:pt x="1868" y="97"/>
                  </a:lnTo>
                  <a:lnTo>
                    <a:pt x="1872" y="94"/>
                  </a:lnTo>
                  <a:lnTo>
                    <a:pt x="1875" y="94"/>
                  </a:lnTo>
                  <a:lnTo>
                    <a:pt x="1879" y="94"/>
                  </a:lnTo>
                  <a:lnTo>
                    <a:pt x="1883" y="94"/>
                  </a:lnTo>
                  <a:lnTo>
                    <a:pt x="1886" y="94"/>
                  </a:lnTo>
                  <a:lnTo>
                    <a:pt x="1890" y="94"/>
                  </a:lnTo>
                  <a:lnTo>
                    <a:pt x="1893" y="94"/>
                  </a:lnTo>
                  <a:lnTo>
                    <a:pt x="1897" y="97"/>
                  </a:lnTo>
                  <a:lnTo>
                    <a:pt x="1901" y="97"/>
                  </a:lnTo>
                  <a:lnTo>
                    <a:pt x="1904" y="101"/>
                  </a:lnTo>
                  <a:lnTo>
                    <a:pt x="1908" y="101"/>
                  </a:lnTo>
                  <a:lnTo>
                    <a:pt x="1911" y="104"/>
                  </a:lnTo>
                  <a:lnTo>
                    <a:pt x="1915" y="108"/>
                  </a:lnTo>
                  <a:lnTo>
                    <a:pt x="1919" y="112"/>
                  </a:lnTo>
                  <a:lnTo>
                    <a:pt x="1922" y="115"/>
                  </a:lnTo>
                  <a:lnTo>
                    <a:pt x="1926" y="119"/>
                  </a:lnTo>
                  <a:lnTo>
                    <a:pt x="1929" y="122"/>
                  </a:lnTo>
                  <a:lnTo>
                    <a:pt x="1933" y="126"/>
                  </a:lnTo>
                  <a:lnTo>
                    <a:pt x="1937" y="130"/>
                  </a:lnTo>
                  <a:lnTo>
                    <a:pt x="1940" y="133"/>
                  </a:lnTo>
                  <a:lnTo>
                    <a:pt x="1944" y="137"/>
                  </a:lnTo>
                  <a:lnTo>
                    <a:pt x="1947" y="140"/>
                  </a:lnTo>
                  <a:lnTo>
                    <a:pt x="1951" y="144"/>
                  </a:lnTo>
                  <a:lnTo>
                    <a:pt x="1955" y="148"/>
                  </a:lnTo>
                  <a:lnTo>
                    <a:pt x="1958" y="151"/>
                  </a:lnTo>
                  <a:lnTo>
                    <a:pt x="1958" y="155"/>
                  </a:lnTo>
                  <a:lnTo>
                    <a:pt x="1962" y="158"/>
                  </a:lnTo>
                  <a:lnTo>
                    <a:pt x="1965" y="162"/>
                  </a:lnTo>
                  <a:lnTo>
                    <a:pt x="1969" y="166"/>
                  </a:lnTo>
                  <a:lnTo>
                    <a:pt x="1973" y="169"/>
                  </a:lnTo>
                  <a:lnTo>
                    <a:pt x="1976" y="173"/>
                  </a:lnTo>
                  <a:lnTo>
                    <a:pt x="1980" y="176"/>
                  </a:lnTo>
                  <a:lnTo>
                    <a:pt x="1983" y="180"/>
                  </a:lnTo>
                  <a:lnTo>
                    <a:pt x="1987" y="184"/>
                  </a:lnTo>
                  <a:lnTo>
                    <a:pt x="1991" y="187"/>
                  </a:lnTo>
                  <a:lnTo>
                    <a:pt x="1994" y="191"/>
                  </a:lnTo>
                  <a:lnTo>
                    <a:pt x="1998" y="194"/>
                  </a:lnTo>
                  <a:lnTo>
                    <a:pt x="2001" y="194"/>
                  </a:lnTo>
                  <a:lnTo>
                    <a:pt x="2005" y="198"/>
                  </a:lnTo>
                  <a:lnTo>
                    <a:pt x="2009" y="198"/>
                  </a:lnTo>
                  <a:lnTo>
                    <a:pt x="2012" y="202"/>
                  </a:lnTo>
                  <a:lnTo>
                    <a:pt x="2016" y="202"/>
                  </a:lnTo>
                  <a:lnTo>
                    <a:pt x="2019" y="202"/>
                  </a:lnTo>
                  <a:lnTo>
                    <a:pt x="2023" y="202"/>
                  </a:lnTo>
                  <a:lnTo>
                    <a:pt x="2027" y="202"/>
                  </a:lnTo>
                  <a:lnTo>
                    <a:pt x="2030" y="202"/>
                  </a:lnTo>
                  <a:lnTo>
                    <a:pt x="2034" y="198"/>
                  </a:lnTo>
                  <a:lnTo>
                    <a:pt x="2037" y="198"/>
                  </a:lnTo>
                  <a:lnTo>
                    <a:pt x="2041" y="194"/>
                  </a:lnTo>
                  <a:lnTo>
                    <a:pt x="2045" y="194"/>
                  </a:lnTo>
                  <a:lnTo>
                    <a:pt x="2048" y="191"/>
                  </a:lnTo>
                  <a:lnTo>
                    <a:pt x="2052" y="187"/>
                  </a:lnTo>
                  <a:lnTo>
                    <a:pt x="2055" y="184"/>
                  </a:lnTo>
                  <a:lnTo>
                    <a:pt x="2059" y="180"/>
                  </a:lnTo>
                  <a:lnTo>
                    <a:pt x="2063" y="176"/>
                  </a:lnTo>
                  <a:lnTo>
                    <a:pt x="2066" y="173"/>
                  </a:lnTo>
                  <a:lnTo>
                    <a:pt x="2070" y="169"/>
                  </a:lnTo>
                  <a:lnTo>
                    <a:pt x="2073" y="166"/>
                  </a:lnTo>
                  <a:lnTo>
                    <a:pt x="2077" y="162"/>
                  </a:lnTo>
                  <a:lnTo>
                    <a:pt x="2081" y="158"/>
                  </a:lnTo>
                  <a:lnTo>
                    <a:pt x="2084" y="155"/>
                  </a:lnTo>
                  <a:lnTo>
                    <a:pt x="2088" y="151"/>
                  </a:lnTo>
                  <a:lnTo>
                    <a:pt x="2088" y="148"/>
                  </a:lnTo>
                  <a:lnTo>
                    <a:pt x="2091" y="144"/>
                  </a:lnTo>
                  <a:lnTo>
                    <a:pt x="2095" y="140"/>
                  </a:lnTo>
                  <a:lnTo>
                    <a:pt x="2099" y="137"/>
                  </a:lnTo>
                  <a:lnTo>
                    <a:pt x="2099" y="133"/>
                  </a:lnTo>
                  <a:lnTo>
                    <a:pt x="2102" y="130"/>
                  </a:lnTo>
                  <a:lnTo>
                    <a:pt x="2106" y="126"/>
                  </a:lnTo>
                  <a:lnTo>
                    <a:pt x="2109" y="122"/>
                  </a:lnTo>
                  <a:lnTo>
                    <a:pt x="2113" y="119"/>
                  </a:lnTo>
                  <a:lnTo>
                    <a:pt x="2113" y="115"/>
                  </a:lnTo>
                  <a:lnTo>
                    <a:pt x="2117" y="112"/>
                  </a:lnTo>
                  <a:lnTo>
                    <a:pt x="2120" y="108"/>
                  </a:lnTo>
                  <a:lnTo>
                    <a:pt x="2124" y="104"/>
                  </a:lnTo>
                  <a:lnTo>
                    <a:pt x="2127" y="101"/>
                  </a:lnTo>
                  <a:lnTo>
                    <a:pt x="2131" y="97"/>
                  </a:lnTo>
                  <a:lnTo>
                    <a:pt x="2135" y="94"/>
                  </a:lnTo>
                  <a:lnTo>
                    <a:pt x="2138" y="90"/>
                  </a:lnTo>
                  <a:lnTo>
                    <a:pt x="2142" y="90"/>
                  </a:lnTo>
                  <a:lnTo>
                    <a:pt x="2145" y="86"/>
                  </a:lnTo>
                  <a:lnTo>
                    <a:pt x="2149" y="86"/>
                  </a:lnTo>
                  <a:lnTo>
                    <a:pt x="2153" y="86"/>
                  </a:lnTo>
                  <a:lnTo>
                    <a:pt x="2156" y="83"/>
                  </a:lnTo>
                  <a:lnTo>
                    <a:pt x="2160" y="83"/>
                  </a:lnTo>
                  <a:lnTo>
                    <a:pt x="2163" y="83"/>
                  </a:lnTo>
                  <a:lnTo>
                    <a:pt x="2167" y="83"/>
                  </a:lnTo>
                  <a:lnTo>
                    <a:pt x="2171" y="86"/>
                  </a:lnTo>
                  <a:lnTo>
                    <a:pt x="2174" y="86"/>
                  </a:lnTo>
                  <a:lnTo>
                    <a:pt x="2178" y="86"/>
                  </a:lnTo>
                  <a:lnTo>
                    <a:pt x="2181" y="90"/>
                  </a:lnTo>
                  <a:lnTo>
                    <a:pt x="2185" y="94"/>
                  </a:lnTo>
                  <a:lnTo>
                    <a:pt x="2189" y="97"/>
                  </a:lnTo>
                  <a:lnTo>
                    <a:pt x="2192" y="101"/>
                  </a:lnTo>
                  <a:lnTo>
                    <a:pt x="2196" y="101"/>
                  </a:lnTo>
                  <a:lnTo>
                    <a:pt x="2199" y="104"/>
                  </a:lnTo>
                  <a:lnTo>
                    <a:pt x="2203" y="108"/>
                  </a:lnTo>
                  <a:lnTo>
                    <a:pt x="2207" y="112"/>
                  </a:lnTo>
                  <a:lnTo>
                    <a:pt x="2210" y="115"/>
                  </a:lnTo>
                  <a:lnTo>
                    <a:pt x="2210" y="119"/>
                  </a:lnTo>
                  <a:lnTo>
                    <a:pt x="2214" y="122"/>
                  </a:lnTo>
                  <a:lnTo>
                    <a:pt x="2217" y="126"/>
                  </a:lnTo>
                  <a:lnTo>
                    <a:pt x="2221" y="130"/>
                  </a:lnTo>
                  <a:lnTo>
                    <a:pt x="2225" y="133"/>
                  </a:lnTo>
                  <a:lnTo>
                    <a:pt x="2225" y="137"/>
                  </a:lnTo>
                  <a:lnTo>
                    <a:pt x="2228" y="140"/>
                  </a:lnTo>
                  <a:lnTo>
                    <a:pt x="2232" y="144"/>
                  </a:lnTo>
                  <a:lnTo>
                    <a:pt x="2232" y="148"/>
                  </a:lnTo>
                  <a:lnTo>
                    <a:pt x="2235" y="151"/>
                  </a:lnTo>
                  <a:lnTo>
                    <a:pt x="2235" y="155"/>
                  </a:lnTo>
                  <a:lnTo>
                    <a:pt x="2239" y="158"/>
                  </a:lnTo>
                  <a:lnTo>
                    <a:pt x="2243" y="162"/>
                  </a:lnTo>
                  <a:lnTo>
                    <a:pt x="2246" y="166"/>
                  </a:lnTo>
                  <a:lnTo>
                    <a:pt x="2250" y="169"/>
                  </a:lnTo>
                  <a:lnTo>
                    <a:pt x="2250" y="173"/>
                  </a:lnTo>
                  <a:lnTo>
                    <a:pt x="2253" y="176"/>
                  </a:lnTo>
                  <a:lnTo>
                    <a:pt x="2257" y="180"/>
                  </a:lnTo>
                  <a:lnTo>
                    <a:pt x="2261" y="184"/>
                  </a:lnTo>
                  <a:lnTo>
                    <a:pt x="2261" y="187"/>
                  </a:lnTo>
                  <a:lnTo>
                    <a:pt x="2264" y="191"/>
                  </a:lnTo>
                  <a:lnTo>
                    <a:pt x="2268" y="194"/>
                  </a:lnTo>
                  <a:lnTo>
                    <a:pt x="2271" y="198"/>
                  </a:lnTo>
                  <a:lnTo>
                    <a:pt x="2275" y="202"/>
                  </a:lnTo>
                  <a:lnTo>
                    <a:pt x="2279" y="205"/>
                  </a:lnTo>
                  <a:lnTo>
                    <a:pt x="2282" y="209"/>
                  </a:lnTo>
                  <a:lnTo>
                    <a:pt x="2286" y="209"/>
                  </a:lnTo>
                  <a:lnTo>
                    <a:pt x="2289" y="209"/>
                  </a:lnTo>
                  <a:lnTo>
                    <a:pt x="2293" y="212"/>
                  </a:lnTo>
                  <a:lnTo>
                    <a:pt x="2297" y="212"/>
                  </a:lnTo>
                  <a:lnTo>
                    <a:pt x="2300" y="212"/>
                  </a:lnTo>
                  <a:lnTo>
                    <a:pt x="2304" y="212"/>
                  </a:lnTo>
                  <a:lnTo>
                    <a:pt x="2307" y="212"/>
                  </a:lnTo>
                  <a:lnTo>
                    <a:pt x="2311" y="212"/>
                  </a:lnTo>
                  <a:lnTo>
                    <a:pt x="2315" y="209"/>
                  </a:lnTo>
                  <a:lnTo>
                    <a:pt x="2318" y="209"/>
                  </a:lnTo>
                  <a:lnTo>
                    <a:pt x="2322" y="205"/>
                  </a:lnTo>
                  <a:lnTo>
                    <a:pt x="2325" y="202"/>
                  </a:lnTo>
                  <a:lnTo>
                    <a:pt x="2329" y="198"/>
                  </a:lnTo>
                  <a:lnTo>
                    <a:pt x="2333" y="194"/>
                  </a:lnTo>
                  <a:lnTo>
                    <a:pt x="2336" y="191"/>
                  </a:lnTo>
                  <a:lnTo>
                    <a:pt x="2340" y="187"/>
                  </a:lnTo>
                  <a:lnTo>
                    <a:pt x="2343" y="184"/>
                  </a:lnTo>
                  <a:lnTo>
                    <a:pt x="2347" y="180"/>
                  </a:lnTo>
                  <a:lnTo>
                    <a:pt x="2351" y="176"/>
                  </a:lnTo>
                  <a:lnTo>
                    <a:pt x="2351" y="173"/>
                  </a:lnTo>
                  <a:lnTo>
                    <a:pt x="2354" y="169"/>
                  </a:lnTo>
                  <a:lnTo>
                    <a:pt x="2358" y="166"/>
                  </a:lnTo>
                  <a:lnTo>
                    <a:pt x="2361" y="162"/>
                  </a:lnTo>
                  <a:lnTo>
                    <a:pt x="2361" y="158"/>
                  </a:lnTo>
                  <a:lnTo>
                    <a:pt x="2365" y="155"/>
                  </a:lnTo>
                  <a:lnTo>
                    <a:pt x="2365" y="151"/>
                  </a:lnTo>
                  <a:lnTo>
                    <a:pt x="2369" y="148"/>
                  </a:lnTo>
                  <a:lnTo>
                    <a:pt x="2372" y="144"/>
                  </a:lnTo>
                  <a:lnTo>
                    <a:pt x="2372" y="140"/>
                  </a:lnTo>
                  <a:lnTo>
                    <a:pt x="2376" y="137"/>
                  </a:lnTo>
                  <a:lnTo>
                    <a:pt x="2379" y="133"/>
                  </a:lnTo>
                  <a:lnTo>
                    <a:pt x="2379" y="130"/>
                  </a:lnTo>
                  <a:lnTo>
                    <a:pt x="2383" y="126"/>
                  </a:lnTo>
                  <a:lnTo>
                    <a:pt x="2383" y="122"/>
                  </a:lnTo>
                  <a:lnTo>
                    <a:pt x="2387" y="119"/>
                  </a:lnTo>
                  <a:lnTo>
                    <a:pt x="2390" y="115"/>
                  </a:lnTo>
                  <a:lnTo>
                    <a:pt x="2390" y="112"/>
                  </a:lnTo>
                  <a:lnTo>
                    <a:pt x="2394" y="108"/>
                  </a:lnTo>
                  <a:lnTo>
                    <a:pt x="2397" y="104"/>
                  </a:lnTo>
                  <a:lnTo>
                    <a:pt x="2397" y="101"/>
                  </a:lnTo>
                  <a:lnTo>
                    <a:pt x="2401" y="97"/>
                  </a:lnTo>
                  <a:lnTo>
                    <a:pt x="2405" y="94"/>
                  </a:lnTo>
                  <a:lnTo>
                    <a:pt x="2408" y="90"/>
                  </a:lnTo>
                  <a:lnTo>
                    <a:pt x="2412" y="86"/>
                  </a:lnTo>
                  <a:lnTo>
                    <a:pt x="2415" y="83"/>
                  </a:lnTo>
                  <a:lnTo>
                    <a:pt x="2419" y="79"/>
                  </a:lnTo>
                  <a:lnTo>
                    <a:pt x="2423" y="76"/>
                  </a:lnTo>
                  <a:lnTo>
                    <a:pt x="2426" y="72"/>
                  </a:lnTo>
                  <a:lnTo>
                    <a:pt x="2430" y="72"/>
                  </a:lnTo>
                  <a:lnTo>
                    <a:pt x="2433" y="68"/>
                  </a:lnTo>
                  <a:lnTo>
                    <a:pt x="2437" y="68"/>
                  </a:lnTo>
                  <a:lnTo>
                    <a:pt x="2441" y="68"/>
                  </a:lnTo>
                  <a:lnTo>
                    <a:pt x="2444" y="68"/>
                  </a:lnTo>
                  <a:lnTo>
                    <a:pt x="2448" y="72"/>
                  </a:lnTo>
                  <a:lnTo>
                    <a:pt x="2451" y="72"/>
                  </a:lnTo>
                  <a:lnTo>
                    <a:pt x="2455" y="72"/>
                  </a:lnTo>
                  <a:lnTo>
                    <a:pt x="2459" y="76"/>
                  </a:lnTo>
                  <a:lnTo>
                    <a:pt x="2462" y="79"/>
                  </a:lnTo>
                  <a:lnTo>
                    <a:pt x="2466" y="83"/>
                  </a:lnTo>
                  <a:lnTo>
                    <a:pt x="2469" y="86"/>
                  </a:lnTo>
                  <a:lnTo>
                    <a:pt x="2473" y="90"/>
                  </a:lnTo>
                  <a:lnTo>
                    <a:pt x="2477" y="94"/>
                  </a:lnTo>
                  <a:lnTo>
                    <a:pt x="2480" y="97"/>
                  </a:lnTo>
                  <a:lnTo>
                    <a:pt x="2484" y="101"/>
                  </a:lnTo>
                  <a:lnTo>
                    <a:pt x="2484" y="104"/>
                  </a:lnTo>
                  <a:lnTo>
                    <a:pt x="2487" y="108"/>
                  </a:lnTo>
                  <a:lnTo>
                    <a:pt x="2491" y="112"/>
                  </a:lnTo>
                  <a:lnTo>
                    <a:pt x="2491" y="115"/>
                  </a:lnTo>
                  <a:lnTo>
                    <a:pt x="2495" y="119"/>
                  </a:lnTo>
                  <a:lnTo>
                    <a:pt x="2495" y="122"/>
                  </a:lnTo>
                  <a:lnTo>
                    <a:pt x="2498" y="126"/>
                  </a:lnTo>
                  <a:lnTo>
                    <a:pt x="2502" y="130"/>
                  </a:lnTo>
                  <a:lnTo>
                    <a:pt x="2502" y="133"/>
                  </a:lnTo>
                  <a:lnTo>
                    <a:pt x="2505" y="137"/>
                  </a:lnTo>
                  <a:lnTo>
                    <a:pt x="2505" y="140"/>
                  </a:lnTo>
                  <a:lnTo>
                    <a:pt x="2509" y="144"/>
                  </a:lnTo>
                  <a:lnTo>
                    <a:pt x="2509" y="148"/>
                  </a:lnTo>
                  <a:lnTo>
                    <a:pt x="2513" y="151"/>
                  </a:lnTo>
                  <a:lnTo>
                    <a:pt x="2513" y="155"/>
                  </a:lnTo>
                  <a:lnTo>
                    <a:pt x="2516" y="158"/>
                  </a:lnTo>
                  <a:lnTo>
                    <a:pt x="2520" y="162"/>
                  </a:lnTo>
                  <a:lnTo>
                    <a:pt x="2520" y="166"/>
                  </a:lnTo>
                  <a:lnTo>
                    <a:pt x="2523" y="169"/>
                  </a:lnTo>
                  <a:lnTo>
                    <a:pt x="2523" y="173"/>
                  </a:lnTo>
                  <a:lnTo>
                    <a:pt x="2527" y="176"/>
                  </a:lnTo>
                  <a:lnTo>
                    <a:pt x="2527" y="180"/>
                  </a:lnTo>
                  <a:lnTo>
                    <a:pt x="2531" y="184"/>
                  </a:lnTo>
                  <a:lnTo>
                    <a:pt x="2534" y="187"/>
                  </a:lnTo>
                  <a:lnTo>
                    <a:pt x="2534" y="191"/>
                  </a:lnTo>
                  <a:lnTo>
                    <a:pt x="2538" y="194"/>
                  </a:lnTo>
                  <a:lnTo>
                    <a:pt x="2541" y="198"/>
                  </a:lnTo>
                  <a:lnTo>
                    <a:pt x="2541" y="202"/>
                  </a:lnTo>
                  <a:lnTo>
                    <a:pt x="2545" y="205"/>
                  </a:lnTo>
                  <a:lnTo>
                    <a:pt x="2549" y="209"/>
                  </a:lnTo>
                  <a:lnTo>
                    <a:pt x="2552" y="212"/>
                  </a:lnTo>
                  <a:lnTo>
                    <a:pt x="2556" y="216"/>
                  </a:lnTo>
                  <a:lnTo>
                    <a:pt x="2559" y="220"/>
                  </a:lnTo>
                  <a:lnTo>
                    <a:pt x="2563" y="223"/>
                  </a:lnTo>
                  <a:lnTo>
                    <a:pt x="2567" y="227"/>
                  </a:lnTo>
                  <a:lnTo>
                    <a:pt x="2570" y="230"/>
                  </a:lnTo>
                  <a:lnTo>
                    <a:pt x="2574" y="230"/>
                  </a:lnTo>
                  <a:lnTo>
                    <a:pt x="2577" y="230"/>
                  </a:lnTo>
                  <a:lnTo>
                    <a:pt x="2581" y="230"/>
                  </a:lnTo>
                  <a:lnTo>
                    <a:pt x="2585" y="230"/>
                  </a:lnTo>
                  <a:lnTo>
                    <a:pt x="2588" y="230"/>
                  </a:lnTo>
                  <a:lnTo>
                    <a:pt x="2592" y="227"/>
                  </a:lnTo>
                  <a:lnTo>
                    <a:pt x="2595" y="227"/>
                  </a:lnTo>
                  <a:lnTo>
                    <a:pt x="2599" y="223"/>
                  </a:lnTo>
                  <a:lnTo>
                    <a:pt x="2603" y="220"/>
                  </a:lnTo>
                  <a:lnTo>
                    <a:pt x="2606" y="216"/>
                  </a:lnTo>
                  <a:lnTo>
                    <a:pt x="2610" y="212"/>
                  </a:lnTo>
                  <a:lnTo>
                    <a:pt x="2613" y="209"/>
                  </a:lnTo>
                  <a:lnTo>
                    <a:pt x="2617" y="205"/>
                  </a:lnTo>
                  <a:lnTo>
                    <a:pt x="2617" y="202"/>
                  </a:lnTo>
                  <a:lnTo>
                    <a:pt x="2621" y="198"/>
                  </a:lnTo>
                  <a:lnTo>
                    <a:pt x="2624" y="194"/>
                  </a:lnTo>
                  <a:lnTo>
                    <a:pt x="2624" y="191"/>
                  </a:lnTo>
                  <a:lnTo>
                    <a:pt x="2628" y="187"/>
                  </a:lnTo>
                  <a:lnTo>
                    <a:pt x="2628" y="184"/>
                  </a:lnTo>
                  <a:lnTo>
                    <a:pt x="2631" y="180"/>
                  </a:lnTo>
                  <a:lnTo>
                    <a:pt x="2631" y="176"/>
                  </a:lnTo>
                  <a:lnTo>
                    <a:pt x="2635" y="173"/>
                  </a:lnTo>
                  <a:lnTo>
                    <a:pt x="2639" y="169"/>
                  </a:lnTo>
                  <a:lnTo>
                    <a:pt x="2639" y="166"/>
                  </a:lnTo>
                  <a:lnTo>
                    <a:pt x="2639" y="162"/>
                  </a:lnTo>
                  <a:lnTo>
                    <a:pt x="2642" y="158"/>
                  </a:lnTo>
                  <a:lnTo>
                    <a:pt x="2642" y="155"/>
                  </a:lnTo>
                  <a:lnTo>
                    <a:pt x="2646" y="151"/>
                  </a:lnTo>
                  <a:lnTo>
                    <a:pt x="2646" y="148"/>
                  </a:lnTo>
                  <a:lnTo>
                    <a:pt x="2649" y="144"/>
                  </a:lnTo>
                  <a:lnTo>
                    <a:pt x="2649" y="140"/>
                  </a:lnTo>
                  <a:lnTo>
                    <a:pt x="2653" y="137"/>
                  </a:lnTo>
                  <a:lnTo>
                    <a:pt x="2653" y="133"/>
                  </a:lnTo>
                  <a:lnTo>
                    <a:pt x="2657" y="130"/>
                  </a:lnTo>
                  <a:lnTo>
                    <a:pt x="2657" y="126"/>
                  </a:lnTo>
                  <a:lnTo>
                    <a:pt x="2660" y="122"/>
                  </a:lnTo>
                  <a:lnTo>
                    <a:pt x="2660" y="119"/>
                  </a:lnTo>
                  <a:lnTo>
                    <a:pt x="2664" y="115"/>
                  </a:lnTo>
                  <a:lnTo>
                    <a:pt x="2664" y="112"/>
                  </a:lnTo>
                  <a:lnTo>
                    <a:pt x="2667" y="108"/>
                  </a:lnTo>
                  <a:lnTo>
                    <a:pt x="2667" y="104"/>
                  </a:lnTo>
                  <a:lnTo>
                    <a:pt x="2671" y="101"/>
                  </a:lnTo>
                  <a:lnTo>
                    <a:pt x="2671" y="97"/>
                  </a:lnTo>
                  <a:lnTo>
                    <a:pt x="2675" y="94"/>
                  </a:lnTo>
                  <a:lnTo>
                    <a:pt x="2675" y="90"/>
                  </a:lnTo>
                  <a:lnTo>
                    <a:pt x="2678" y="86"/>
                  </a:lnTo>
                  <a:lnTo>
                    <a:pt x="2682" y="83"/>
                  </a:lnTo>
                  <a:lnTo>
                    <a:pt x="2682" y="79"/>
                  </a:lnTo>
                  <a:lnTo>
                    <a:pt x="2685" y="76"/>
                  </a:lnTo>
                  <a:lnTo>
                    <a:pt x="2685" y="72"/>
                  </a:lnTo>
                  <a:lnTo>
                    <a:pt x="2689" y="68"/>
                  </a:lnTo>
                  <a:lnTo>
                    <a:pt x="2693" y="65"/>
                  </a:lnTo>
                  <a:lnTo>
                    <a:pt x="2696" y="61"/>
                  </a:lnTo>
                  <a:lnTo>
                    <a:pt x="2700" y="58"/>
                  </a:lnTo>
                  <a:lnTo>
                    <a:pt x="2703" y="54"/>
                  </a:lnTo>
                  <a:lnTo>
                    <a:pt x="2707" y="50"/>
                  </a:lnTo>
                  <a:lnTo>
                    <a:pt x="2711" y="47"/>
                  </a:lnTo>
                  <a:lnTo>
                    <a:pt x="2714" y="47"/>
                  </a:lnTo>
                  <a:lnTo>
                    <a:pt x="2718" y="47"/>
                  </a:lnTo>
                  <a:lnTo>
                    <a:pt x="2721" y="47"/>
                  </a:lnTo>
                  <a:lnTo>
                    <a:pt x="2725" y="47"/>
                  </a:lnTo>
                  <a:lnTo>
                    <a:pt x="2729" y="47"/>
                  </a:lnTo>
                  <a:lnTo>
                    <a:pt x="2732" y="50"/>
                  </a:lnTo>
                  <a:lnTo>
                    <a:pt x="2736" y="54"/>
                  </a:lnTo>
                  <a:lnTo>
                    <a:pt x="2739" y="58"/>
                  </a:lnTo>
                  <a:lnTo>
                    <a:pt x="2743" y="61"/>
                  </a:lnTo>
                  <a:lnTo>
                    <a:pt x="2747" y="65"/>
                  </a:lnTo>
                  <a:lnTo>
                    <a:pt x="2750" y="68"/>
                  </a:lnTo>
                  <a:lnTo>
                    <a:pt x="2754" y="72"/>
                  </a:lnTo>
                  <a:lnTo>
                    <a:pt x="2754" y="76"/>
                  </a:lnTo>
                  <a:lnTo>
                    <a:pt x="2757" y="79"/>
                  </a:lnTo>
                  <a:lnTo>
                    <a:pt x="2761" y="83"/>
                  </a:lnTo>
                  <a:lnTo>
                    <a:pt x="2761" y="86"/>
                  </a:lnTo>
                  <a:lnTo>
                    <a:pt x="2765" y="90"/>
                  </a:lnTo>
                  <a:lnTo>
                    <a:pt x="2765" y="94"/>
                  </a:lnTo>
                  <a:lnTo>
                    <a:pt x="2768" y="97"/>
                  </a:lnTo>
                  <a:lnTo>
                    <a:pt x="2768" y="101"/>
                  </a:lnTo>
                  <a:lnTo>
                    <a:pt x="2772" y="104"/>
                  </a:lnTo>
                  <a:lnTo>
                    <a:pt x="2772" y="108"/>
                  </a:lnTo>
                  <a:lnTo>
                    <a:pt x="2775" y="112"/>
                  </a:lnTo>
                  <a:lnTo>
                    <a:pt x="2775" y="115"/>
                  </a:lnTo>
                  <a:lnTo>
                    <a:pt x="2775" y="119"/>
                  </a:lnTo>
                  <a:lnTo>
                    <a:pt x="2779" y="122"/>
                  </a:lnTo>
                  <a:lnTo>
                    <a:pt x="2779" y="126"/>
                  </a:lnTo>
                  <a:lnTo>
                    <a:pt x="2779" y="130"/>
                  </a:lnTo>
                  <a:lnTo>
                    <a:pt x="2783" y="133"/>
                  </a:lnTo>
                  <a:lnTo>
                    <a:pt x="2786" y="137"/>
                  </a:lnTo>
                  <a:lnTo>
                    <a:pt x="2786" y="140"/>
                  </a:lnTo>
                  <a:lnTo>
                    <a:pt x="2786" y="144"/>
                  </a:lnTo>
                  <a:lnTo>
                    <a:pt x="2790" y="148"/>
                  </a:lnTo>
                  <a:lnTo>
                    <a:pt x="2790" y="151"/>
                  </a:lnTo>
                  <a:lnTo>
                    <a:pt x="2793" y="155"/>
                  </a:lnTo>
                  <a:lnTo>
                    <a:pt x="2793" y="158"/>
                  </a:lnTo>
                  <a:lnTo>
                    <a:pt x="2793" y="162"/>
                  </a:lnTo>
                  <a:lnTo>
                    <a:pt x="2797" y="166"/>
                  </a:lnTo>
                  <a:lnTo>
                    <a:pt x="2797" y="169"/>
                  </a:lnTo>
                  <a:lnTo>
                    <a:pt x="2797" y="173"/>
                  </a:lnTo>
                  <a:lnTo>
                    <a:pt x="2801" y="176"/>
                  </a:lnTo>
                  <a:lnTo>
                    <a:pt x="2801" y="180"/>
                  </a:lnTo>
                  <a:lnTo>
                    <a:pt x="2804" y="184"/>
                  </a:lnTo>
                  <a:lnTo>
                    <a:pt x="2804" y="187"/>
                  </a:lnTo>
                  <a:lnTo>
                    <a:pt x="2808" y="191"/>
                  </a:lnTo>
                  <a:lnTo>
                    <a:pt x="2808" y="194"/>
                  </a:lnTo>
                  <a:lnTo>
                    <a:pt x="2811" y="198"/>
                  </a:lnTo>
                  <a:lnTo>
                    <a:pt x="2811" y="202"/>
                  </a:lnTo>
                  <a:lnTo>
                    <a:pt x="2811" y="205"/>
                  </a:lnTo>
                  <a:lnTo>
                    <a:pt x="2815" y="209"/>
                  </a:lnTo>
                  <a:lnTo>
                    <a:pt x="2819" y="212"/>
                  </a:lnTo>
                  <a:lnTo>
                    <a:pt x="2819" y="216"/>
                  </a:lnTo>
                  <a:lnTo>
                    <a:pt x="2819" y="220"/>
                  </a:lnTo>
                  <a:lnTo>
                    <a:pt x="2822" y="223"/>
                  </a:lnTo>
                  <a:lnTo>
                    <a:pt x="2822" y="227"/>
                  </a:lnTo>
                  <a:lnTo>
                    <a:pt x="2826" y="230"/>
                  </a:lnTo>
                  <a:lnTo>
                    <a:pt x="2829" y="234"/>
                  </a:lnTo>
                  <a:lnTo>
                    <a:pt x="2829" y="238"/>
                  </a:lnTo>
                  <a:lnTo>
                    <a:pt x="2833" y="241"/>
                  </a:lnTo>
                  <a:lnTo>
                    <a:pt x="2837" y="245"/>
                  </a:lnTo>
                  <a:lnTo>
                    <a:pt x="2840" y="248"/>
                  </a:lnTo>
                  <a:lnTo>
                    <a:pt x="2840" y="252"/>
                  </a:lnTo>
                  <a:lnTo>
                    <a:pt x="2844" y="256"/>
                  </a:lnTo>
                  <a:lnTo>
                    <a:pt x="2847" y="259"/>
                  </a:lnTo>
                  <a:lnTo>
                    <a:pt x="2851" y="259"/>
                  </a:lnTo>
                  <a:lnTo>
                    <a:pt x="2855" y="263"/>
                  </a:lnTo>
                  <a:lnTo>
                    <a:pt x="2858" y="263"/>
                  </a:lnTo>
                  <a:lnTo>
                    <a:pt x="2862" y="263"/>
                  </a:lnTo>
                  <a:lnTo>
                    <a:pt x="2865" y="259"/>
                  </a:lnTo>
                  <a:lnTo>
                    <a:pt x="2869" y="259"/>
                  </a:lnTo>
                  <a:lnTo>
                    <a:pt x="2873" y="256"/>
                  </a:lnTo>
                  <a:lnTo>
                    <a:pt x="2876" y="252"/>
                  </a:lnTo>
                  <a:lnTo>
                    <a:pt x="2880" y="248"/>
                  </a:lnTo>
                  <a:lnTo>
                    <a:pt x="2883" y="245"/>
                  </a:lnTo>
                  <a:lnTo>
                    <a:pt x="2887" y="241"/>
                  </a:lnTo>
                  <a:lnTo>
                    <a:pt x="2891" y="238"/>
                  </a:lnTo>
                  <a:lnTo>
                    <a:pt x="2891" y="234"/>
                  </a:lnTo>
                  <a:lnTo>
                    <a:pt x="2894" y="230"/>
                  </a:lnTo>
                  <a:lnTo>
                    <a:pt x="2894" y="227"/>
                  </a:lnTo>
                  <a:lnTo>
                    <a:pt x="2898" y="223"/>
                  </a:lnTo>
                  <a:lnTo>
                    <a:pt x="2898" y="220"/>
                  </a:lnTo>
                  <a:lnTo>
                    <a:pt x="2901" y="216"/>
                  </a:lnTo>
                  <a:lnTo>
                    <a:pt x="2901" y="212"/>
                  </a:lnTo>
                  <a:lnTo>
                    <a:pt x="2905" y="209"/>
                  </a:lnTo>
                  <a:lnTo>
                    <a:pt x="2905" y="205"/>
                  </a:lnTo>
                  <a:lnTo>
                    <a:pt x="2905" y="202"/>
                  </a:lnTo>
                  <a:lnTo>
                    <a:pt x="2909" y="198"/>
                  </a:lnTo>
                  <a:lnTo>
                    <a:pt x="2909" y="194"/>
                  </a:lnTo>
                  <a:lnTo>
                    <a:pt x="2909" y="191"/>
                  </a:lnTo>
                  <a:lnTo>
                    <a:pt x="2912" y="187"/>
                  </a:lnTo>
                  <a:lnTo>
                    <a:pt x="2912" y="184"/>
                  </a:lnTo>
                  <a:lnTo>
                    <a:pt x="2916" y="180"/>
                  </a:lnTo>
                  <a:lnTo>
                    <a:pt x="2916" y="176"/>
                  </a:lnTo>
                  <a:lnTo>
                    <a:pt x="2916" y="173"/>
                  </a:lnTo>
                  <a:lnTo>
                    <a:pt x="2919" y="169"/>
                  </a:lnTo>
                  <a:lnTo>
                    <a:pt x="2919" y="166"/>
                  </a:lnTo>
                  <a:lnTo>
                    <a:pt x="2923" y="162"/>
                  </a:lnTo>
                  <a:lnTo>
                    <a:pt x="2923" y="158"/>
                  </a:lnTo>
                  <a:lnTo>
                    <a:pt x="2923" y="151"/>
                  </a:lnTo>
                  <a:lnTo>
                    <a:pt x="2927" y="148"/>
                  </a:lnTo>
                  <a:lnTo>
                    <a:pt x="2927" y="144"/>
                  </a:lnTo>
                  <a:lnTo>
                    <a:pt x="2927" y="140"/>
                  </a:lnTo>
                  <a:lnTo>
                    <a:pt x="2930" y="137"/>
                  </a:lnTo>
                  <a:lnTo>
                    <a:pt x="2930" y="133"/>
                  </a:lnTo>
                  <a:lnTo>
                    <a:pt x="2934" y="130"/>
                  </a:lnTo>
                  <a:lnTo>
                    <a:pt x="2934" y="126"/>
                  </a:lnTo>
                  <a:lnTo>
                    <a:pt x="2934" y="119"/>
                  </a:lnTo>
                  <a:lnTo>
                    <a:pt x="2937" y="115"/>
                  </a:lnTo>
                  <a:lnTo>
                    <a:pt x="2937" y="112"/>
                  </a:lnTo>
                  <a:lnTo>
                    <a:pt x="2941" y="108"/>
                  </a:lnTo>
                  <a:lnTo>
                    <a:pt x="2941" y="104"/>
                  </a:lnTo>
                  <a:lnTo>
                    <a:pt x="2941" y="101"/>
                  </a:lnTo>
                  <a:lnTo>
                    <a:pt x="2945" y="97"/>
                  </a:lnTo>
                  <a:lnTo>
                    <a:pt x="2945" y="94"/>
                  </a:lnTo>
                  <a:lnTo>
                    <a:pt x="2948" y="90"/>
                  </a:lnTo>
                  <a:lnTo>
                    <a:pt x="2948" y="86"/>
                  </a:lnTo>
                  <a:lnTo>
                    <a:pt x="2948" y="79"/>
                  </a:lnTo>
                  <a:lnTo>
                    <a:pt x="2952" y="76"/>
                  </a:lnTo>
                  <a:lnTo>
                    <a:pt x="2952" y="72"/>
                  </a:lnTo>
                  <a:lnTo>
                    <a:pt x="2952" y="68"/>
                  </a:lnTo>
                  <a:lnTo>
                    <a:pt x="2955" y="65"/>
                  </a:lnTo>
                  <a:lnTo>
                    <a:pt x="2955" y="61"/>
                  </a:lnTo>
                  <a:lnTo>
                    <a:pt x="2959" y="58"/>
                  </a:lnTo>
                  <a:lnTo>
                    <a:pt x="2959" y="54"/>
                  </a:lnTo>
                  <a:lnTo>
                    <a:pt x="2963" y="50"/>
                  </a:lnTo>
                  <a:lnTo>
                    <a:pt x="2963" y="47"/>
                  </a:lnTo>
                  <a:lnTo>
                    <a:pt x="2966" y="43"/>
                  </a:lnTo>
                  <a:lnTo>
                    <a:pt x="2966" y="40"/>
                  </a:lnTo>
                  <a:lnTo>
                    <a:pt x="2966" y="36"/>
                  </a:lnTo>
                  <a:lnTo>
                    <a:pt x="2970" y="32"/>
                  </a:lnTo>
                  <a:lnTo>
                    <a:pt x="2970" y="29"/>
                  </a:lnTo>
                  <a:lnTo>
                    <a:pt x="2973" y="25"/>
                  </a:lnTo>
                  <a:lnTo>
                    <a:pt x="2977" y="22"/>
                  </a:lnTo>
                  <a:lnTo>
                    <a:pt x="2977" y="18"/>
                  </a:lnTo>
                  <a:lnTo>
                    <a:pt x="2981" y="14"/>
                  </a:lnTo>
                  <a:lnTo>
                    <a:pt x="2984" y="11"/>
                  </a:lnTo>
                  <a:lnTo>
                    <a:pt x="2988" y="7"/>
                  </a:lnTo>
                  <a:lnTo>
                    <a:pt x="2991" y="4"/>
                  </a:lnTo>
                  <a:lnTo>
                    <a:pt x="2995" y="4"/>
                  </a:lnTo>
                  <a:lnTo>
                    <a:pt x="2999" y="0"/>
                  </a:lnTo>
                  <a:lnTo>
                    <a:pt x="3002" y="4"/>
                  </a:lnTo>
                  <a:lnTo>
                    <a:pt x="3006" y="4"/>
                  </a:lnTo>
                  <a:lnTo>
                    <a:pt x="3009" y="7"/>
                  </a:lnTo>
                  <a:lnTo>
                    <a:pt x="3013" y="11"/>
                  </a:lnTo>
                  <a:lnTo>
                    <a:pt x="3017" y="14"/>
                  </a:lnTo>
                  <a:lnTo>
                    <a:pt x="3020" y="18"/>
                  </a:lnTo>
                  <a:lnTo>
                    <a:pt x="3024" y="22"/>
                  </a:lnTo>
                  <a:lnTo>
                    <a:pt x="3027" y="25"/>
                  </a:lnTo>
                  <a:lnTo>
                    <a:pt x="3027" y="29"/>
                  </a:lnTo>
                  <a:lnTo>
                    <a:pt x="3027" y="32"/>
                  </a:lnTo>
                  <a:lnTo>
                    <a:pt x="3031" y="36"/>
                  </a:lnTo>
                  <a:lnTo>
                    <a:pt x="3035" y="40"/>
                  </a:lnTo>
                  <a:lnTo>
                    <a:pt x="3035" y="43"/>
                  </a:lnTo>
                  <a:lnTo>
                    <a:pt x="3035" y="47"/>
                  </a:lnTo>
                  <a:lnTo>
                    <a:pt x="3038" y="50"/>
                  </a:lnTo>
                  <a:lnTo>
                    <a:pt x="3038" y="54"/>
                  </a:lnTo>
                  <a:lnTo>
                    <a:pt x="3038" y="58"/>
                  </a:lnTo>
                  <a:lnTo>
                    <a:pt x="3042" y="61"/>
                  </a:lnTo>
                  <a:lnTo>
                    <a:pt x="3042" y="65"/>
                  </a:lnTo>
                  <a:lnTo>
                    <a:pt x="3045" y="72"/>
                  </a:lnTo>
                  <a:lnTo>
                    <a:pt x="3045" y="76"/>
                  </a:lnTo>
                  <a:lnTo>
                    <a:pt x="3045" y="79"/>
                  </a:lnTo>
                  <a:lnTo>
                    <a:pt x="3049" y="83"/>
                  </a:lnTo>
                  <a:lnTo>
                    <a:pt x="3049" y="86"/>
                  </a:lnTo>
                  <a:lnTo>
                    <a:pt x="3053" y="94"/>
                  </a:lnTo>
                  <a:lnTo>
                    <a:pt x="3053" y="97"/>
                  </a:lnTo>
                  <a:lnTo>
                    <a:pt x="3053" y="101"/>
                  </a:lnTo>
                  <a:lnTo>
                    <a:pt x="3056" y="104"/>
                  </a:lnTo>
                  <a:lnTo>
                    <a:pt x="3056" y="112"/>
                  </a:lnTo>
                  <a:lnTo>
                    <a:pt x="3056" y="115"/>
                  </a:lnTo>
                  <a:lnTo>
                    <a:pt x="3060" y="119"/>
                  </a:lnTo>
                  <a:lnTo>
                    <a:pt x="3060" y="126"/>
                  </a:lnTo>
                  <a:lnTo>
                    <a:pt x="3063" y="130"/>
                  </a:lnTo>
                  <a:lnTo>
                    <a:pt x="3063" y="133"/>
                  </a:lnTo>
                  <a:lnTo>
                    <a:pt x="3063" y="140"/>
                  </a:lnTo>
                  <a:lnTo>
                    <a:pt x="3067" y="144"/>
                  </a:lnTo>
                  <a:lnTo>
                    <a:pt x="3067" y="151"/>
                  </a:lnTo>
                  <a:lnTo>
                    <a:pt x="3071" y="155"/>
                  </a:lnTo>
                  <a:lnTo>
                    <a:pt x="3071" y="158"/>
                  </a:lnTo>
                  <a:lnTo>
                    <a:pt x="3071" y="166"/>
                  </a:lnTo>
                  <a:lnTo>
                    <a:pt x="3074" y="169"/>
                  </a:lnTo>
                  <a:lnTo>
                    <a:pt x="3074" y="176"/>
                  </a:lnTo>
                  <a:lnTo>
                    <a:pt x="3078" y="180"/>
                  </a:lnTo>
                  <a:lnTo>
                    <a:pt x="3078" y="187"/>
                  </a:lnTo>
                  <a:lnTo>
                    <a:pt x="3078" y="191"/>
                  </a:lnTo>
                  <a:lnTo>
                    <a:pt x="3081" y="194"/>
                  </a:lnTo>
                  <a:lnTo>
                    <a:pt x="3081" y="202"/>
                  </a:lnTo>
                  <a:lnTo>
                    <a:pt x="3081" y="205"/>
                  </a:lnTo>
                  <a:lnTo>
                    <a:pt x="3085" y="212"/>
                  </a:lnTo>
                  <a:lnTo>
                    <a:pt x="3085" y="216"/>
                  </a:lnTo>
                  <a:lnTo>
                    <a:pt x="3089" y="220"/>
                  </a:lnTo>
                  <a:lnTo>
                    <a:pt x="3089" y="227"/>
                  </a:lnTo>
                  <a:lnTo>
                    <a:pt x="3089" y="230"/>
                  </a:lnTo>
                  <a:lnTo>
                    <a:pt x="3092" y="234"/>
                  </a:lnTo>
                  <a:lnTo>
                    <a:pt x="3092" y="241"/>
                  </a:lnTo>
                  <a:lnTo>
                    <a:pt x="3096" y="245"/>
                  </a:lnTo>
                  <a:lnTo>
                    <a:pt x="3096" y="248"/>
                  </a:lnTo>
                  <a:lnTo>
                    <a:pt x="3096" y="252"/>
                  </a:lnTo>
                  <a:lnTo>
                    <a:pt x="3099" y="259"/>
                  </a:lnTo>
                  <a:lnTo>
                    <a:pt x="3099" y="263"/>
                  </a:lnTo>
                  <a:lnTo>
                    <a:pt x="3099" y="266"/>
                  </a:lnTo>
                  <a:lnTo>
                    <a:pt x="3103" y="270"/>
                  </a:lnTo>
                  <a:lnTo>
                    <a:pt x="3103" y="274"/>
                  </a:lnTo>
                  <a:lnTo>
                    <a:pt x="3107" y="277"/>
                  </a:lnTo>
                  <a:lnTo>
                    <a:pt x="3107" y="281"/>
                  </a:lnTo>
                  <a:lnTo>
                    <a:pt x="3107" y="284"/>
                  </a:lnTo>
                  <a:lnTo>
                    <a:pt x="3110" y="288"/>
                  </a:lnTo>
                  <a:lnTo>
                    <a:pt x="3110" y="292"/>
                  </a:lnTo>
                  <a:lnTo>
                    <a:pt x="3114" y="295"/>
                  </a:lnTo>
                  <a:lnTo>
                    <a:pt x="3114" y="299"/>
                  </a:lnTo>
                  <a:lnTo>
                    <a:pt x="3114" y="302"/>
                  </a:lnTo>
                  <a:lnTo>
                    <a:pt x="3117" y="306"/>
                  </a:lnTo>
                  <a:lnTo>
                    <a:pt x="3121" y="310"/>
                  </a:lnTo>
                  <a:lnTo>
                    <a:pt x="3121" y="313"/>
                  </a:lnTo>
                  <a:lnTo>
                    <a:pt x="3125" y="317"/>
                  </a:lnTo>
                  <a:lnTo>
                    <a:pt x="3125" y="320"/>
                  </a:lnTo>
                  <a:lnTo>
                    <a:pt x="3128" y="324"/>
                  </a:lnTo>
                  <a:lnTo>
                    <a:pt x="3132" y="328"/>
                  </a:lnTo>
                  <a:lnTo>
                    <a:pt x="3135" y="328"/>
                  </a:lnTo>
                  <a:lnTo>
                    <a:pt x="3139" y="331"/>
                  </a:lnTo>
                  <a:lnTo>
                    <a:pt x="3143" y="328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2" name="Freeform 140"/>
            <p:cNvSpPr>
              <a:spLocks/>
            </p:cNvSpPr>
            <p:nvPr/>
          </p:nvSpPr>
          <p:spPr bwMode="auto">
            <a:xfrm>
              <a:off x="3892" y="1048"/>
              <a:ext cx="478" cy="2462"/>
            </a:xfrm>
            <a:custGeom>
              <a:avLst/>
              <a:gdLst/>
              <a:ahLst/>
              <a:cxnLst>
                <a:cxn ang="0">
                  <a:pos x="14" y="2196"/>
                </a:cxn>
                <a:cxn ang="0">
                  <a:pos x="21" y="2178"/>
                </a:cxn>
                <a:cxn ang="0">
                  <a:pos x="28" y="2160"/>
                </a:cxn>
                <a:cxn ang="0">
                  <a:pos x="36" y="2138"/>
                </a:cxn>
                <a:cxn ang="0">
                  <a:pos x="43" y="2113"/>
                </a:cxn>
                <a:cxn ang="0">
                  <a:pos x="50" y="2081"/>
                </a:cxn>
                <a:cxn ang="0">
                  <a:pos x="57" y="2052"/>
                </a:cxn>
                <a:cxn ang="0">
                  <a:pos x="64" y="2016"/>
                </a:cxn>
                <a:cxn ang="0">
                  <a:pos x="72" y="1983"/>
                </a:cxn>
                <a:cxn ang="0">
                  <a:pos x="79" y="1947"/>
                </a:cxn>
                <a:cxn ang="0">
                  <a:pos x="86" y="1915"/>
                </a:cxn>
                <a:cxn ang="0">
                  <a:pos x="93" y="1883"/>
                </a:cxn>
                <a:cxn ang="0">
                  <a:pos x="100" y="1854"/>
                </a:cxn>
                <a:cxn ang="0">
                  <a:pos x="108" y="1825"/>
                </a:cxn>
                <a:cxn ang="0">
                  <a:pos x="111" y="1803"/>
                </a:cxn>
                <a:cxn ang="0">
                  <a:pos x="118" y="1785"/>
                </a:cxn>
                <a:cxn ang="0">
                  <a:pos x="133" y="1767"/>
                </a:cxn>
                <a:cxn ang="0">
                  <a:pos x="151" y="1775"/>
                </a:cxn>
                <a:cxn ang="0">
                  <a:pos x="158" y="1793"/>
                </a:cxn>
                <a:cxn ang="0">
                  <a:pos x="165" y="1818"/>
                </a:cxn>
                <a:cxn ang="0">
                  <a:pos x="172" y="1847"/>
                </a:cxn>
                <a:cxn ang="0">
                  <a:pos x="180" y="1879"/>
                </a:cxn>
                <a:cxn ang="0">
                  <a:pos x="187" y="1922"/>
                </a:cxn>
                <a:cxn ang="0">
                  <a:pos x="194" y="1965"/>
                </a:cxn>
                <a:cxn ang="0">
                  <a:pos x="201" y="2012"/>
                </a:cxn>
                <a:cxn ang="0">
                  <a:pos x="208" y="2066"/>
                </a:cxn>
                <a:cxn ang="0">
                  <a:pos x="216" y="2117"/>
                </a:cxn>
                <a:cxn ang="0">
                  <a:pos x="223" y="2171"/>
                </a:cxn>
                <a:cxn ang="0">
                  <a:pos x="230" y="2225"/>
                </a:cxn>
                <a:cxn ang="0">
                  <a:pos x="237" y="2275"/>
                </a:cxn>
                <a:cxn ang="0">
                  <a:pos x="241" y="2322"/>
                </a:cxn>
                <a:cxn ang="0">
                  <a:pos x="248" y="2365"/>
                </a:cxn>
                <a:cxn ang="0">
                  <a:pos x="255" y="2401"/>
                </a:cxn>
                <a:cxn ang="0">
                  <a:pos x="262" y="2430"/>
                </a:cxn>
                <a:cxn ang="0">
                  <a:pos x="273" y="2451"/>
                </a:cxn>
                <a:cxn ang="0">
                  <a:pos x="288" y="2459"/>
                </a:cxn>
                <a:cxn ang="0">
                  <a:pos x="295" y="2441"/>
                </a:cxn>
                <a:cxn ang="0">
                  <a:pos x="302" y="2412"/>
                </a:cxn>
                <a:cxn ang="0">
                  <a:pos x="309" y="2369"/>
                </a:cxn>
                <a:cxn ang="0">
                  <a:pos x="316" y="2315"/>
                </a:cxn>
                <a:cxn ang="0">
                  <a:pos x="324" y="2250"/>
                </a:cxn>
                <a:cxn ang="0">
                  <a:pos x="331" y="2171"/>
                </a:cxn>
                <a:cxn ang="0">
                  <a:pos x="338" y="2084"/>
                </a:cxn>
                <a:cxn ang="0">
                  <a:pos x="345" y="1983"/>
                </a:cxn>
                <a:cxn ang="0">
                  <a:pos x="352" y="1872"/>
                </a:cxn>
                <a:cxn ang="0">
                  <a:pos x="360" y="1753"/>
                </a:cxn>
                <a:cxn ang="0">
                  <a:pos x="367" y="1631"/>
                </a:cxn>
                <a:cxn ang="0">
                  <a:pos x="370" y="1497"/>
                </a:cxn>
                <a:cxn ang="0">
                  <a:pos x="378" y="1361"/>
                </a:cxn>
                <a:cxn ang="0">
                  <a:pos x="385" y="1224"/>
                </a:cxn>
                <a:cxn ang="0">
                  <a:pos x="392" y="1087"/>
                </a:cxn>
                <a:cxn ang="0">
                  <a:pos x="399" y="950"/>
                </a:cxn>
                <a:cxn ang="0">
                  <a:pos x="406" y="813"/>
                </a:cxn>
                <a:cxn ang="0">
                  <a:pos x="414" y="684"/>
                </a:cxn>
                <a:cxn ang="0">
                  <a:pos x="421" y="562"/>
                </a:cxn>
                <a:cxn ang="0">
                  <a:pos x="428" y="450"/>
                </a:cxn>
                <a:cxn ang="0">
                  <a:pos x="435" y="346"/>
                </a:cxn>
                <a:cxn ang="0">
                  <a:pos x="442" y="252"/>
                </a:cxn>
                <a:cxn ang="0">
                  <a:pos x="450" y="173"/>
                </a:cxn>
                <a:cxn ang="0">
                  <a:pos x="457" y="108"/>
                </a:cxn>
                <a:cxn ang="0">
                  <a:pos x="464" y="58"/>
                </a:cxn>
                <a:cxn ang="0">
                  <a:pos x="471" y="22"/>
                </a:cxn>
                <a:cxn ang="0">
                  <a:pos x="478" y="4"/>
                </a:cxn>
              </a:cxnLst>
              <a:rect l="0" t="0" r="r" b="b"/>
              <a:pathLst>
                <a:path w="478" h="2462">
                  <a:moveTo>
                    <a:pt x="0" y="2207"/>
                  </a:moveTo>
                  <a:lnTo>
                    <a:pt x="3" y="2207"/>
                  </a:lnTo>
                  <a:lnTo>
                    <a:pt x="7" y="2203"/>
                  </a:lnTo>
                  <a:lnTo>
                    <a:pt x="10" y="2199"/>
                  </a:lnTo>
                  <a:lnTo>
                    <a:pt x="14" y="2196"/>
                  </a:lnTo>
                  <a:lnTo>
                    <a:pt x="14" y="2192"/>
                  </a:lnTo>
                  <a:lnTo>
                    <a:pt x="18" y="2189"/>
                  </a:lnTo>
                  <a:lnTo>
                    <a:pt x="21" y="2185"/>
                  </a:lnTo>
                  <a:lnTo>
                    <a:pt x="21" y="2181"/>
                  </a:lnTo>
                  <a:lnTo>
                    <a:pt x="21" y="2178"/>
                  </a:lnTo>
                  <a:lnTo>
                    <a:pt x="25" y="2174"/>
                  </a:lnTo>
                  <a:lnTo>
                    <a:pt x="25" y="2171"/>
                  </a:lnTo>
                  <a:lnTo>
                    <a:pt x="25" y="2167"/>
                  </a:lnTo>
                  <a:lnTo>
                    <a:pt x="28" y="2163"/>
                  </a:lnTo>
                  <a:lnTo>
                    <a:pt x="28" y="2160"/>
                  </a:lnTo>
                  <a:lnTo>
                    <a:pt x="32" y="2156"/>
                  </a:lnTo>
                  <a:lnTo>
                    <a:pt x="32" y="2153"/>
                  </a:lnTo>
                  <a:lnTo>
                    <a:pt x="32" y="2145"/>
                  </a:lnTo>
                  <a:lnTo>
                    <a:pt x="36" y="2142"/>
                  </a:lnTo>
                  <a:lnTo>
                    <a:pt x="36" y="2138"/>
                  </a:lnTo>
                  <a:lnTo>
                    <a:pt x="39" y="2131"/>
                  </a:lnTo>
                  <a:lnTo>
                    <a:pt x="39" y="2127"/>
                  </a:lnTo>
                  <a:lnTo>
                    <a:pt x="39" y="2124"/>
                  </a:lnTo>
                  <a:lnTo>
                    <a:pt x="43" y="2117"/>
                  </a:lnTo>
                  <a:lnTo>
                    <a:pt x="43" y="2113"/>
                  </a:lnTo>
                  <a:lnTo>
                    <a:pt x="43" y="2106"/>
                  </a:lnTo>
                  <a:lnTo>
                    <a:pt x="46" y="2099"/>
                  </a:lnTo>
                  <a:lnTo>
                    <a:pt x="46" y="2095"/>
                  </a:lnTo>
                  <a:lnTo>
                    <a:pt x="50" y="2088"/>
                  </a:lnTo>
                  <a:lnTo>
                    <a:pt x="50" y="2081"/>
                  </a:lnTo>
                  <a:lnTo>
                    <a:pt x="50" y="2077"/>
                  </a:lnTo>
                  <a:lnTo>
                    <a:pt x="54" y="2070"/>
                  </a:lnTo>
                  <a:lnTo>
                    <a:pt x="54" y="2063"/>
                  </a:lnTo>
                  <a:lnTo>
                    <a:pt x="57" y="2055"/>
                  </a:lnTo>
                  <a:lnTo>
                    <a:pt x="57" y="2052"/>
                  </a:lnTo>
                  <a:lnTo>
                    <a:pt x="57" y="2045"/>
                  </a:lnTo>
                  <a:lnTo>
                    <a:pt x="61" y="2037"/>
                  </a:lnTo>
                  <a:lnTo>
                    <a:pt x="61" y="2030"/>
                  </a:lnTo>
                  <a:lnTo>
                    <a:pt x="64" y="2023"/>
                  </a:lnTo>
                  <a:lnTo>
                    <a:pt x="64" y="2016"/>
                  </a:lnTo>
                  <a:lnTo>
                    <a:pt x="64" y="2009"/>
                  </a:lnTo>
                  <a:lnTo>
                    <a:pt x="68" y="2005"/>
                  </a:lnTo>
                  <a:lnTo>
                    <a:pt x="68" y="1998"/>
                  </a:lnTo>
                  <a:lnTo>
                    <a:pt x="68" y="1991"/>
                  </a:lnTo>
                  <a:lnTo>
                    <a:pt x="72" y="1983"/>
                  </a:lnTo>
                  <a:lnTo>
                    <a:pt x="72" y="1976"/>
                  </a:lnTo>
                  <a:lnTo>
                    <a:pt x="75" y="1969"/>
                  </a:lnTo>
                  <a:lnTo>
                    <a:pt x="75" y="1962"/>
                  </a:lnTo>
                  <a:lnTo>
                    <a:pt x="75" y="1955"/>
                  </a:lnTo>
                  <a:lnTo>
                    <a:pt x="79" y="1947"/>
                  </a:lnTo>
                  <a:lnTo>
                    <a:pt x="79" y="1940"/>
                  </a:lnTo>
                  <a:lnTo>
                    <a:pt x="82" y="1937"/>
                  </a:lnTo>
                  <a:lnTo>
                    <a:pt x="82" y="1929"/>
                  </a:lnTo>
                  <a:lnTo>
                    <a:pt x="82" y="1922"/>
                  </a:lnTo>
                  <a:lnTo>
                    <a:pt x="86" y="1915"/>
                  </a:lnTo>
                  <a:lnTo>
                    <a:pt x="86" y="1908"/>
                  </a:lnTo>
                  <a:lnTo>
                    <a:pt x="90" y="1901"/>
                  </a:lnTo>
                  <a:lnTo>
                    <a:pt x="90" y="1893"/>
                  </a:lnTo>
                  <a:lnTo>
                    <a:pt x="90" y="1890"/>
                  </a:lnTo>
                  <a:lnTo>
                    <a:pt x="93" y="1883"/>
                  </a:lnTo>
                  <a:lnTo>
                    <a:pt x="93" y="1875"/>
                  </a:lnTo>
                  <a:lnTo>
                    <a:pt x="93" y="1872"/>
                  </a:lnTo>
                  <a:lnTo>
                    <a:pt x="97" y="1865"/>
                  </a:lnTo>
                  <a:lnTo>
                    <a:pt x="97" y="1857"/>
                  </a:lnTo>
                  <a:lnTo>
                    <a:pt x="100" y="1854"/>
                  </a:lnTo>
                  <a:lnTo>
                    <a:pt x="100" y="1847"/>
                  </a:lnTo>
                  <a:lnTo>
                    <a:pt x="100" y="1843"/>
                  </a:lnTo>
                  <a:lnTo>
                    <a:pt x="104" y="1836"/>
                  </a:lnTo>
                  <a:lnTo>
                    <a:pt x="104" y="1832"/>
                  </a:lnTo>
                  <a:lnTo>
                    <a:pt x="108" y="1825"/>
                  </a:lnTo>
                  <a:lnTo>
                    <a:pt x="108" y="1821"/>
                  </a:lnTo>
                  <a:lnTo>
                    <a:pt x="108" y="1818"/>
                  </a:lnTo>
                  <a:lnTo>
                    <a:pt x="111" y="1811"/>
                  </a:lnTo>
                  <a:lnTo>
                    <a:pt x="111" y="1807"/>
                  </a:lnTo>
                  <a:lnTo>
                    <a:pt x="111" y="1803"/>
                  </a:lnTo>
                  <a:lnTo>
                    <a:pt x="115" y="1800"/>
                  </a:lnTo>
                  <a:lnTo>
                    <a:pt x="115" y="1796"/>
                  </a:lnTo>
                  <a:lnTo>
                    <a:pt x="118" y="1793"/>
                  </a:lnTo>
                  <a:lnTo>
                    <a:pt x="118" y="1789"/>
                  </a:lnTo>
                  <a:lnTo>
                    <a:pt x="118" y="1785"/>
                  </a:lnTo>
                  <a:lnTo>
                    <a:pt x="122" y="1782"/>
                  </a:lnTo>
                  <a:lnTo>
                    <a:pt x="126" y="1778"/>
                  </a:lnTo>
                  <a:lnTo>
                    <a:pt x="126" y="1775"/>
                  </a:lnTo>
                  <a:lnTo>
                    <a:pt x="129" y="1771"/>
                  </a:lnTo>
                  <a:lnTo>
                    <a:pt x="133" y="1767"/>
                  </a:lnTo>
                  <a:lnTo>
                    <a:pt x="136" y="1764"/>
                  </a:lnTo>
                  <a:lnTo>
                    <a:pt x="140" y="1764"/>
                  </a:lnTo>
                  <a:lnTo>
                    <a:pt x="144" y="1767"/>
                  </a:lnTo>
                  <a:lnTo>
                    <a:pt x="147" y="1771"/>
                  </a:lnTo>
                  <a:lnTo>
                    <a:pt x="151" y="1775"/>
                  </a:lnTo>
                  <a:lnTo>
                    <a:pt x="154" y="1778"/>
                  </a:lnTo>
                  <a:lnTo>
                    <a:pt x="154" y="1782"/>
                  </a:lnTo>
                  <a:lnTo>
                    <a:pt x="154" y="1785"/>
                  </a:lnTo>
                  <a:lnTo>
                    <a:pt x="158" y="1789"/>
                  </a:lnTo>
                  <a:lnTo>
                    <a:pt x="158" y="1793"/>
                  </a:lnTo>
                  <a:lnTo>
                    <a:pt x="162" y="1796"/>
                  </a:lnTo>
                  <a:lnTo>
                    <a:pt x="162" y="1803"/>
                  </a:lnTo>
                  <a:lnTo>
                    <a:pt x="162" y="1807"/>
                  </a:lnTo>
                  <a:lnTo>
                    <a:pt x="165" y="1811"/>
                  </a:lnTo>
                  <a:lnTo>
                    <a:pt x="165" y="1818"/>
                  </a:lnTo>
                  <a:lnTo>
                    <a:pt x="169" y="1821"/>
                  </a:lnTo>
                  <a:lnTo>
                    <a:pt x="169" y="1829"/>
                  </a:lnTo>
                  <a:lnTo>
                    <a:pt x="169" y="1832"/>
                  </a:lnTo>
                  <a:lnTo>
                    <a:pt x="172" y="1839"/>
                  </a:lnTo>
                  <a:lnTo>
                    <a:pt x="172" y="1847"/>
                  </a:lnTo>
                  <a:lnTo>
                    <a:pt x="176" y="1850"/>
                  </a:lnTo>
                  <a:lnTo>
                    <a:pt x="176" y="1857"/>
                  </a:lnTo>
                  <a:lnTo>
                    <a:pt x="176" y="1865"/>
                  </a:lnTo>
                  <a:lnTo>
                    <a:pt x="180" y="1872"/>
                  </a:lnTo>
                  <a:lnTo>
                    <a:pt x="180" y="1879"/>
                  </a:lnTo>
                  <a:lnTo>
                    <a:pt x="180" y="1886"/>
                  </a:lnTo>
                  <a:lnTo>
                    <a:pt x="183" y="1897"/>
                  </a:lnTo>
                  <a:lnTo>
                    <a:pt x="183" y="1904"/>
                  </a:lnTo>
                  <a:lnTo>
                    <a:pt x="187" y="1911"/>
                  </a:lnTo>
                  <a:lnTo>
                    <a:pt x="187" y="1922"/>
                  </a:lnTo>
                  <a:lnTo>
                    <a:pt x="187" y="1929"/>
                  </a:lnTo>
                  <a:lnTo>
                    <a:pt x="190" y="1937"/>
                  </a:lnTo>
                  <a:lnTo>
                    <a:pt x="190" y="1947"/>
                  </a:lnTo>
                  <a:lnTo>
                    <a:pt x="194" y="1955"/>
                  </a:lnTo>
                  <a:lnTo>
                    <a:pt x="194" y="1965"/>
                  </a:lnTo>
                  <a:lnTo>
                    <a:pt x="194" y="1976"/>
                  </a:lnTo>
                  <a:lnTo>
                    <a:pt x="198" y="1983"/>
                  </a:lnTo>
                  <a:lnTo>
                    <a:pt x="198" y="1994"/>
                  </a:lnTo>
                  <a:lnTo>
                    <a:pt x="198" y="2005"/>
                  </a:lnTo>
                  <a:lnTo>
                    <a:pt x="201" y="2012"/>
                  </a:lnTo>
                  <a:lnTo>
                    <a:pt x="201" y="2023"/>
                  </a:lnTo>
                  <a:lnTo>
                    <a:pt x="205" y="2034"/>
                  </a:lnTo>
                  <a:lnTo>
                    <a:pt x="205" y="2045"/>
                  </a:lnTo>
                  <a:lnTo>
                    <a:pt x="205" y="2055"/>
                  </a:lnTo>
                  <a:lnTo>
                    <a:pt x="208" y="2066"/>
                  </a:lnTo>
                  <a:lnTo>
                    <a:pt x="208" y="2077"/>
                  </a:lnTo>
                  <a:lnTo>
                    <a:pt x="212" y="2088"/>
                  </a:lnTo>
                  <a:lnTo>
                    <a:pt x="212" y="2095"/>
                  </a:lnTo>
                  <a:lnTo>
                    <a:pt x="212" y="2106"/>
                  </a:lnTo>
                  <a:lnTo>
                    <a:pt x="216" y="2117"/>
                  </a:lnTo>
                  <a:lnTo>
                    <a:pt x="216" y="2127"/>
                  </a:lnTo>
                  <a:lnTo>
                    <a:pt x="219" y="2138"/>
                  </a:lnTo>
                  <a:lnTo>
                    <a:pt x="219" y="2149"/>
                  </a:lnTo>
                  <a:lnTo>
                    <a:pt x="219" y="2160"/>
                  </a:lnTo>
                  <a:lnTo>
                    <a:pt x="223" y="2171"/>
                  </a:lnTo>
                  <a:lnTo>
                    <a:pt x="223" y="2181"/>
                  </a:lnTo>
                  <a:lnTo>
                    <a:pt x="223" y="2192"/>
                  </a:lnTo>
                  <a:lnTo>
                    <a:pt x="226" y="2203"/>
                  </a:lnTo>
                  <a:lnTo>
                    <a:pt x="226" y="2214"/>
                  </a:lnTo>
                  <a:lnTo>
                    <a:pt x="230" y="2225"/>
                  </a:lnTo>
                  <a:lnTo>
                    <a:pt x="230" y="2235"/>
                  </a:lnTo>
                  <a:lnTo>
                    <a:pt x="230" y="2243"/>
                  </a:lnTo>
                  <a:lnTo>
                    <a:pt x="234" y="2253"/>
                  </a:lnTo>
                  <a:lnTo>
                    <a:pt x="234" y="2264"/>
                  </a:lnTo>
                  <a:lnTo>
                    <a:pt x="237" y="2275"/>
                  </a:lnTo>
                  <a:lnTo>
                    <a:pt x="237" y="2286"/>
                  </a:lnTo>
                  <a:lnTo>
                    <a:pt x="237" y="2293"/>
                  </a:lnTo>
                  <a:lnTo>
                    <a:pt x="241" y="2304"/>
                  </a:lnTo>
                  <a:lnTo>
                    <a:pt x="241" y="2311"/>
                  </a:lnTo>
                  <a:lnTo>
                    <a:pt x="241" y="2322"/>
                  </a:lnTo>
                  <a:lnTo>
                    <a:pt x="244" y="2329"/>
                  </a:lnTo>
                  <a:lnTo>
                    <a:pt x="244" y="2340"/>
                  </a:lnTo>
                  <a:lnTo>
                    <a:pt x="248" y="2347"/>
                  </a:lnTo>
                  <a:lnTo>
                    <a:pt x="248" y="2354"/>
                  </a:lnTo>
                  <a:lnTo>
                    <a:pt x="248" y="2365"/>
                  </a:lnTo>
                  <a:lnTo>
                    <a:pt x="252" y="2372"/>
                  </a:lnTo>
                  <a:lnTo>
                    <a:pt x="252" y="2379"/>
                  </a:lnTo>
                  <a:lnTo>
                    <a:pt x="255" y="2387"/>
                  </a:lnTo>
                  <a:lnTo>
                    <a:pt x="255" y="2394"/>
                  </a:lnTo>
                  <a:lnTo>
                    <a:pt x="255" y="2401"/>
                  </a:lnTo>
                  <a:lnTo>
                    <a:pt x="259" y="2408"/>
                  </a:lnTo>
                  <a:lnTo>
                    <a:pt x="259" y="2412"/>
                  </a:lnTo>
                  <a:lnTo>
                    <a:pt x="262" y="2419"/>
                  </a:lnTo>
                  <a:lnTo>
                    <a:pt x="262" y="2423"/>
                  </a:lnTo>
                  <a:lnTo>
                    <a:pt x="262" y="2430"/>
                  </a:lnTo>
                  <a:lnTo>
                    <a:pt x="266" y="2433"/>
                  </a:lnTo>
                  <a:lnTo>
                    <a:pt x="266" y="2437"/>
                  </a:lnTo>
                  <a:lnTo>
                    <a:pt x="266" y="2444"/>
                  </a:lnTo>
                  <a:lnTo>
                    <a:pt x="270" y="2448"/>
                  </a:lnTo>
                  <a:lnTo>
                    <a:pt x="273" y="2451"/>
                  </a:lnTo>
                  <a:lnTo>
                    <a:pt x="273" y="2455"/>
                  </a:lnTo>
                  <a:lnTo>
                    <a:pt x="277" y="2459"/>
                  </a:lnTo>
                  <a:lnTo>
                    <a:pt x="280" y="2462"/>
                  </a:lnTo>
                  <a:lnTo>
                    <a:pt x="284" y="2462"/>
                  </a:lnTo>
                  <a:lnTo>
                    <a:pt x="288" y="2459"/>
                  </a:lnTo>
                  <a:lnTo>
                    <a:pt x="291" y="2455"/>
                  </a:lnTo>
                  <a:lnTo>
                    <a:pt x="291" y="2451"/>
                  </a:lnTo>
                  <a:lnTo>
                    <a:pt x="291" y="2448"/>
                  </a:lnTo>
                  <a:lnTo>
                    <a:pt x="295" y="2444"/>
                  </a:lnTo>
                  <a:lnTo>
                    <a:pt x="295" y="2441"/>
                  </a:lnTo>
                  <a:lnTo>
                    <a:pt x="298" y="2437"/>
                  </a:lnTo>
                  <a:lnTo>
                    <a:pt x="298" y="2430"/>
                  </a:lnTo>
                  <a:lnTo>
                    <a:pt x="298" y="2426"/>
                  </a:lnTo>
                  <a:lnTo>
                    <a:pt x="302" y="2419"/>
                  </a:lnTo>
                  <a:lnTo>
                    <a:pt x="302" y="2412"/>
                  </a:lnTo>
                  <a:lnTo>
                    <a:pt x="306" y="2405"/>
                  </a:lnTo>
                  <a:lnTo>
                    <a:pt x="306" y="2397"/>
                  </a:lnTo>
                  <a:lnTo>
                    <a:pt x="306" y="2387"/>
                  </a:lnTo>
                  <a:lnTo>
                    <a:pt x="309" y="2379"/>
                  </a:lnTo>
                  <a:lnTo>
                    <a:pt x="309" y="2369"/>
                  </a:lnTo>
                  <a:lnTo>
                    <a:pt x="309" y="2361"/>
                  </a:lnTo>
                  <a:lnTo>
                    <a:pt x="313" y="2351"/>
                  </a:lnTo>
                  <a:lnTo>
                    <a:pt x="313" y="2340"/>
                  </a:lnTo>
                  <a:lnTo>
                    <a:pt x="316" y="2329"/>
                  </a:lnTo>
                  <a:lnTo>
                    <a:pt x="316" y="2315"/>
                  </a:lnTo>
                  <a:lnTo>
                    <a:pt x="316" y="2304"/>
                  </a:lnTo>
                  <a:lnTo>
                    <a:pt x="320" y="2293"/>
                  </a:lnTo>
                  <a:lnTo>
                    <a:pt x="320" y="2279"/>
                  </a:lnTo>
                  <a:lnTo>
                    <a:pt x="324" y="2264"/>
                  </a:lnTo>
                  <a:lnTo>
                    <a:pt x="324" y="2250"/>
                  </a:lnTo>
                  <a:lnTo>
                    <a:pt x="324" y="2235"/>
                  </a:lnTo>
                  <a:lnTo>
                    <a:pt x="327" y="2221"/>
                  </a:lnTo>
                  <a:lnTo>
                    <a:pt x="327" y="2203"/>
                  </a:lnTo>
                  <a:lnTo>
                    <a:pt x="327" y="2189"/>
                  </a:lnTo>
                  <a:lnTo>
                    <a:pt x="331" y="2171"/>
                  </a:lnTo>
                  <a:lnTo>
                    <a:pt x="331" y="2156"/>
                  </a:lnTo>
                  <a:lnTo>
                    <a:pt x="334" y="2138"/>
                  </a:lnTo>
                  <a:lnTo>
                    <a:pt x="334" y="2120"/>
                  </a:lnTo>
                  <a:lnTo>
                    <a:pt x="334" y="2102"/>
                  </a:lnTo>
                  <a:lnTo>
                    <a:pt x="338" y="2084"/>
                  </a:lnTo>
                  <a:lnTo>
                    <a:pt x="338" y="2063"/>
                  </a:lnTo>
                  <a:lnTo>
                    <a:pt x="342" y="2045"/>
                  </a:lnTo>
                  <a:lnTo>
                    <a:pt x="342" y="2023"/>
                  </a:lnTo>
                  <a:lnTo>
                    <a:pt x="342" y="2005"/>
                  </a:lnTo>
                  <a:lnTo>
                    <a:pt x="345" y="1983"/>
                  </a:lnTo>
                  <a:lnTo>
                    <a:pt x="345" y="1962"/>
                  </a:lnTo>
                  <a:lnTo>
                    <a:pt x="349" y="1940"/>
                  </a:lnTo>
                  <a:lnTo>
                    <a:pt x="349" y="1919"/>
                  </a:lnTo>
                  <a:lnTo>
                    <a:pt x="349" y="1897"/>
                  </a:lnTo>
                  <a:lnTo>
                    <a:pt x="352" y="1872"/>
                  </a:lnTo>
                  <a:lnTo>
                    <a:pt x="352" y="1850"/>
                  </a:lnTo>
                  <a:lnTo>
                    <a:pt x="352" y="1825"/>
                  </a:lnTo>
                  <a:lnTo>
                    <a:pt x="356" y="1803"/>
                  </a:lnTo>
                  <a:lnTo>
                    <a:pt x="356" y="1778"/>
                  </a:lnTo>
                  <a:lnTo>
                    <a:pt x="360" y="1753"/>
                  </a:lnTo>
                  <a:lnTo>
                    <a:pt x="360" y="1731"/>
                  </a:lnTo>
                  <a:lnTo>
                    <a:pt x="360" y="1706"/>
                  </a:lnTo>
                  <a:lnTo>
                    <a:pt x="363" y="1681"/>
                  </a:lnTo>
                  <a:lnTo>
                    <a:pt x="363" y="1656"/>
                  </a:lnTo>
                  <a:lnTo>
                    <a:pt x="367" y="1631"/>
                  </a:lnTo>
                  <a:lnTo>
                    <a:pt x="367" y="1602"/>
                  </a:lnTo>
                  <a:lnTo>
                    <a:pt x="367" y="1577"/>
                  </a:lnTo>
                  <a:lnTo>
                    <a:pt x="370" y="1551"/>
                  </a:lnTo>
                  <a:lnTo>
                    <a:pt x="370" y="1523"/>
                  </a:lnTo>
                  <a:lnTo>
                    <a:pt x="370" y="1497"/>
                  </a:lnTo>
                  <a:lnTo>
                    <a:pt x="374" y="1472"/>
                  </a:lnTo>
                  <a:lnTo>
                    <a:pt x="374" y="1443"/>
                  </a:lnTo>
                  <a:lnTo>
                    <a:pt x="378" y="1418"/>
                  </a:lnTo>
                  <a:lnTo>
                    <a:pt x="378" y="1389"/>
                  </a:lnTo>
                  <a:lnTo>
                    <a:pt x="378" y="1361"/>
                  </a:lnTo>
                  <a:lnTo>
                    <a:pt x="381" y="1335"/>
                  </a:lnTo>
                  <a:lnTo>
                    <a:pt x="381" y="1307"/>
                  </a:lnTo>
                  <a:lnTo>
                    <a:pt x="385" y="1281"/>
                  </a:lnTo>
                  <a:lnTo>
                    <a:pt x="385" y="1253"/>
                  </a:lnTo>
                  <a:lnTo>
                    <a:pt x="385" y="1224"/>
                  </a:lnTo>
                  <a:lnTo>
                    <a:pt x="388" y="1195"/>
                  </a:lnTo>
                  <a:lnTo>
                    <a:pt x="388" y="1170"/>
                  </a:lnTo>
                  <a:lnTo>
                    <a:pt x="392" y="1141"/>
                  </a:lnTo>
                  <a:lnTo>
                    <a:pt x="392" y="1112"/>
                  </a:lnTo>
                  <a:lnTo>
                    <a:pt x="392" y="1087"/>
                  </a:lnTo>
                  <a:lnTo>
                    <a:pt x="396" y="1058"/>
                  </a:lnTo>
                  <a:lnTo>
                    <a:pt x="396" y="1029"/>
                  </a:lnTo>
                  <a:lnTo>
                    <a:pt x="396" y="1004"/>
                  </a:lnTo>
                  <a:lnTo>
                    <a:pt x="399" y="975"/>
                  </a:lnTo>
                  <a:lnTo>
                    <a:pt x="399" y="950"/>
                  </a:lnTo>
                  <a:lnTo>
                    <a:pt x="403" y="921"/>
                  </a:lnTo>
                  <a:lnTo>
                    <a:pt x="403" y="896"/>
                  </a:lnTo>
                  <a:lnTo>
                    <a:pt x="403" y="867"/>
                  </a:lnTo>
                  <a:lnTo>
                    <a:pt x="406" y="842"/>
                  </a:lnTo>
                  <a:lnTo>
                    <a:pt x="406" y="813"/>
                  </a:lnTo>
                  <a:lnTo>
                    <a:pt x="410" y="788"/>
                  </a:lnTo>
                  <a:lnTo>
                    <a:pt x="410" y="763"/>
                  </a:lnTo>
                  <a:lnTo>
                    <a:pt x="410" y="738"/>
                  </a:lnTo>
                  <a:lnTo>
                    <a:pt x="414" y="709"/>
                  </a:lnTo>
                  <a:lnTo>
                    <a:pt x="414" y="684"/>
                  </a:lnTo>
                  <a:lnTo>
                    <a:pt x="414" y="659"/>
                  </a:lnTo>
                  <a:lnTo>
                    <a:pt x="417" y="637"/>
                  </a:lnTo>
                  <a:lnTo>
                    <a:pt x="417" y="612"/>
                  </a:lnTo>
                  <a:lnTo>
                    <a:pt x="421" y="587"/>
                  </a:lnTo>
                  <a:lnTo>
                    <a:pt x="421" y="562"/>
                  </a:lnTo>
                  <a:lnTo>
                    <a:pt x="421" y="540"/>
                  </a:lnTo>
                  <a:lnTo>
                    <a:pt x="424" y="515"/>
                  </a:lnTo>
                  <a:lnTo>
                    <a:pt x="424" y="493"/>
                  </a:lnTo>
                  <a:lnTo>
                    <a:pt x="428" y="472"/>
                  </a:lnTo>
                  <a:lnTo>
                    <a:pt x="428" y="450"/>
                  </a:lnTo>
                  <a:lnTo>
                    <a:pt x="428" y="428"/>
                  </a:lnTo>
                  <a:lnTo>
                    <a:pt x="432" y="407"/>
                  </a:lnTo>
                  <a:lnTo>
                    <a:pt x="432" y="385"/>
                  </a:lnTo>
                  <a:lnTo>
                    <a:pt x="435" y="364"/>
                  </a:lnTo>
                  <a:lnTo>
                    <a:pt x="435" y="346"/>
                  </a:lnTo>
                  <a:lnTo>
                    <a:pt x="435" y="324"/>
                  </a:lnTo>
                  <a:lnTo>
                    <a:pt x="439" y="306"/>
                  </a:lnTo>
                  <a:lnTo>
                    <a:pt x="439" y="288"/>
                  </a:lnTo>
                  <a:lnTo>
                    <a:pt x="439" y="270"/>
                  </a:lnTo>
                  <a:lnTo>
                    <a:pt x="442" y="252"/>
                  </a:lnTo>
                  <a:lnTo>
                    <a:pt x="442" y="234"/>
                  </a:lnTo>
                  <a:lnTo>
                    <a:pt x="446" y="220"/>
                  </a:lnTo>
                  <a:lnTo>
                    <a:pt x="446" y="202"/>
                  </a:lnTo>
                  <a:lnTo>
                    <a:pt x="446" y="187"/>
                  </a:lnTo>
                  <a:lnTo>
                    <a:pt x="450" y="173"/>
                  </a:lnTo>
                  <a:lnTo>
                    <a:pt x="450" y="158"/>
                  </a:lnTo>
                  <a:lnTo>
                    <a:pt x="453" y="144"/>
                  </a:lnTo>
                  <a:lnTo>
                    <a:pt x="453" y="133"/>
                  </a:lnTo>
                  <a:lnTo>
                    <a:pt x="453" y="119"/>
                  </a:lnTo>
                  <a:lnTo>
                    <a:pt x="457" y="108"/>
                  </a:lnTo>
                  <a:lnTo>
                    <a:pt x="457" y="97"/>
                  </a:lnTo>
                  <a:lnTo>
                    <a:pt x="457" y="86"/>
                  </a:lnTo>
                  <a:lnTo>
                    <a:pt x="460" y="76"/>
                  </a:lnTo>
                  <a:lnTo>
                    <a:pt x="460" y="65"/>
                  </a:lnTo>
                  <a:lnTo>
                    <a:pt x="464" y="58"/>
                  </a:lnTo>
                  <a:lnTo>
                    <a:pt x="464" y="50"/>
                  </a:lnTo>
                  <a:lnTo>
                    <a:pt x="464" y="40"/>
                  </a:lnTo>
                  <a:lnTo>
                    <a:pt x="468" y="36"/>
                  </a:lnTo>
                  <a:lnTo>
                    <a:pt x="468" y="29"/>
                  </a:lnTo>
                  <a:lnTo>
                    <a:pt x="471" y="22"/>
                  </a:lnTo>
                  <a:lnTo>
                    <a:pt x="471" y="18"/>
                  </a:lnTo>
                  <a:lnTo>
                    <a:pt x="471" y="14"/>
                  </a:lnTo>
                  <a:lnTo>
                    <a:pt x="475" y="11"/>
                  </a:lnTo>
                  <a:lnTo>
                    <a:pt x="475" y="7"/>
                  </a:lnTo>
                  <a:lnTo>
                    <a:pt x="478" y="4"/>
                  </a:lnTo>
                  <a:lnTo>
                    <a:pt x="478" y="0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3" name="Freeform 141"/>
            <p:cNvSpPr>
              <a:spLocks/>
            </p:cNvSpPr>
            <p:nvPr/>
          </p:nvSpPr>
          <p:spPr bwMode="auto">
            <a:xfrm>
              <a:off x="4374" y="1048"/>
              <a:ext cx="835" cy="2462"/>
            </a:xfrm>
            <a:custGeom>
              <a:avLst/>
              <a:gdLst/>
              <a:ahLst/>
              <a:cxnLst>
                <a:cxn ang="0">
                  <a:pos x="11" y="29"/>
                </a:cxn>
                <a:cxn ang="0">
                  <a:pos x="22" y="97"/>
                </a:cxn>
                <a:cxn ang="0">
                  <a:pos x="32" y="202"/>
                </a:cxn>
                <a:cxn ang="0">
                  <a:pos x="43" y="346"/>
                </a:cxn>
                <a:cxn ang="0">
                  <a:pos x="58" y="515"/>
                </a:cxn>
                <a:cxn ang="0">
                  <a:pos x="68" y="709"/>
                </a:cxn>
                <a:cxn ang="0">
                  <a:pos x="79" y="921"/>
                </a:cxn>
                <a:cxn ang="0">
                  <a:pos x="90" y="1141"/>
                </a:cxn>
                <a:cxn ang="0">
                  <a:pos x="101" y="1361"/>
                </a:cxn>
                <a:cxn ang="0">
                  <a:pos x="112" y="1577"/>
                </a:cxn>
                <a:cxn ang="0">
                  <a:pos x="122" y="1778"/>
                </a:cxn>
                <a:cxn ang="0">
                  <a:pos x="133" y="1962"/>
                </a:cxn>
                <a:cxn ang="0">
                  <a:pos x="144" y="2120"/>
                </a:cxn>
                <a:cxn ang="0">
                  <a:pos x="155" y="2250"/>
                </a:cxn>
                <a:cxn ang="0">
                  <a:pos x="169" y="2351"/>
                </a:cxn>
                <a:cxn ang="0">
                  <a:pos x="180" y="2419"/>
                </a:cxn>
                <a:cxn ang="0">
                  <a:pos x="191" y="2455"/>
                </a:cxn>
                <a:cxn ang="0">
                  <a:pos x="212" y="2444"/>
                </a:cxn>
                <a:cxn ang="0">
                  <a:pos x="223" y="2401"/>
                </a:cxn>
                <a:cxn ang="0">
                  <a:pos x="234" y="2340"/>
                </a:cxn>
                <a:cxn ang="0">
                  <a:pos x="245" y="2264"/>
                </a:cxn>
                <a:cxn ang="0">
                  <a:pos x="256" y="2181"/>
                </a:cxn>
                <a:cxn ang="0">
                  <a:pos x="266" y="2095"/>
                </a:cxn>
                <a:cxn ang="0">
                  <a:pos x="281" y="2012"/>
                </a:cxn>
                <a:cxn ang="0">
                  <a:pos x="292" y="1937"/>
                </a:cxn>
                <a:cxn ang="0">
                  <a:pos x="302" y="1872"/>
                </a:cxn>
                <a:cxn ang="0">
                  <a:pos x="313" y="1821"/>
                </a:cxn>
                <a:cxn ang="0">
                  <a:pos x="324" y="1785"/>
                </a:cxn>
                <a:cxn ang="0">
                  <a:pos x="346" y="1767"/>
                </a:cxn>
                <a:cxn ang="0">
                  <a:pos x="364" y="1793"/>
                </a:cxn>
                <a:cxn ang="0">
                  <a:pos x="374" y="1825"/>
                </a:cxn>
                <a:cxn ang="0">
                  <a:pos x="385" y="1872"/>
                </a:cxn>
                <a:cxn ang="0">
                  <a:pos x="396" y="1922"/>
                </a:cxn>
                <a:cxn ang="0">
                  <a:pos x="407" y="1976"/>
                </a:cxn>
                <a:cxn ang="0">
                  <a:pos x="418" y="2030"/>
                </a:cxn>
                <a:cxn ang="0">
                  <a:pos x="428" y="2081"/>
                </a:cxn>
                <a:cxn ang="0">
                  <a:pos x="439" y="2127"/>
                </a:cxn>
                <a:cxn ang="0">
                  <a:pos x="454" y="2163"/>
                </a:cxn>
                <a:cxn ang="0">
                  <a:pos x="464" y="2192"/>
                </a:cxn>
                <a:cxn ang="0">
                  <a:pos x="490" y="2207"/>
                </a:cxn>
                <a:cxn ang="0">
                  <a:pos x="508" y="2178"/>
                </a:cxn>
                <a:cxn ang="0">
                  <a:pos x="518" y="2149"/>
                </a:cxn>
                <a:cxn ang="0">
                  <a:pos x="533" y="2113"/>
                </a:cxn>
                <a:cxn ang="0">
                  <a:pos x="544" y="2073"/>
                </a:cxn>
                <a:cxn ang="0">
                  <a:pos x="554" y="2034"/>
                </a:cxn>
                <a:cxn ang="0">
                  <a:pos x="565" y="1994"/>
                </a:cxn>
                <a:cxn ang="0">
                  <a:pos x="576" y="1958"/>
                </a:cxn>
                <a:cxn ang="0">
                  <a:pos x="587" y="1926"/>
                </a:cxn>
                <a:cxn ang="0">
                  <a:pos x="601" y="1897"/>
                </a:cxn>
                <a:cxn ang="0">
                  <a:pos x="630" y="1883"/>
                </a:cxn>
                <a:cxn ang="0">
                  <a:pos x="655" y="1911"/>
                </a:cxn>
                <a:cxn ang="0">
                  <a:pos x="666" y="1940"/>
                </a:cxn>
                <a:cxn ang="0">
                  <a:pos x="677" y="1973"/>
                </a:cxn>
                <a:cxn ang="0">
                  <a:pos x="688" y="2005"/>
                </a:cxn>
                <a:cxn ang="0">
                  <a:pos x="698" y="2037"/>
                </a:cxn>
                <a:cxn ang="0">
                  <a:pos x="713" y="2066"/>
                </a:cxn>
                <a:cxn ang="0">
                  <a:pos x="724" y="2095"/>
                </a:cxn>
                <a:cxn ang="0">
                  <a:pos x="738" y="2124"/>
                </a:cxn>
                <a:cxn ang="0">
                  <a:pos x="767" y="2142"/>
                </a:cxn>
                <a:cxn ang="0">
                  <a:pos x="792" y="2117"/>
                </a:cxn>
                <a:cxn ang="0">
                  <a:pos x="810" y="2088"/>
                </a:cxn>
                <a:cxn ang="0">
                  <a:pos x="821" y="2059"/>
                </a:cxn>
                <a:cxn ang="0">
                  <a:pos x="832" y="2030"/>
                </a:cxn>
              </a:cxnLst>
              <a:rect l="0" t="0" r="r" b="b"/>
              <a:pathLst>
                <a:path w="835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40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8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6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3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1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9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2" y="2462"/>
                  </a:lnTo>
                  <a:lnTo>
                    <a:pt x="205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8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6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4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1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4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2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9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10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7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49" y="1767"/>
                  </a:lnTo>
                  <a:lnTo>
                    <a:pt x="353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4" y="1793"/>
                  </a:lnTo>
                  <a:lnTo>
                    <a:pt x="364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1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82" y="1854"/>
                  </a:lnTo>
                  <a:lnTo>
                    <a:pt x="382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9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3" y="1962"/>
                  </a:lnTo>
                  <a:lnTo>
                    <a:pt x="407" y="1969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21" y="2037"/>
                  </a:lnTo>
                  <a:lnTo>
                    <a:pt x="421" y="2045"/>
                  </a:lnTo>
                  <a:lnTo>
                    <a:pt x="421" y="2052"/>
                  </a:lnTo>
                  <a:lnTo>
                    <a:pt x="425" y="2055"/>
                  </a:lnTo>
                  <a:lnTo>
                    <a:pt x="425" y="2063"/>
                  </a:lnTo>
                  <a:lnTo>
                    <a:pt x="428" y="2070"/>
                  </a:lnTo>
                  <a:lnTo>
                    <a:pt x="428" y="2077"/>
                  </a:lnTo>
                  <a:lnTo>
                    <a:pt x="428" y="2081"/>
                  </a:lnTo>
                  <a:lnTo>
                    <a:pt x="432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9" y="2117"/>
                  </a:lnTo>
                  <a:lnTo>
                    <a:pt x="439" y="2124"/>
                  </a:lnTo>
                  <a:lnTo>
                    <a:pt x="439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6" y="2142"/>
                  </a:lnTo>
                  <a:lnTo>
                    <a:pt x="446" y="2145"/>
                  </a:lnTo>
                  <a:lnTo>
                    <a:pt x="446" y="2153"/>
                  </a:lnTo>
                  <a:lnTo>
                    <a:pt x="450" y="2156"/>
                  </a:lnTo>
                  <a:lnTo>
                    <a:pt x="450" y="2160"/>
                  </a:lnTo>
                  <a:lnTo>
                    <a:pt x="454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7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61" y="2185"/>
                  </a:lnTo>
                  <a:lnTo>
                    <a:pt x="464" y="2189"/>
                  </a:lnTo>
                  <a:lnTo>
                    <a:pt x="464" y="2192"/>
                  </a:lnTo>
                  <a:lnTo>
                    <a:pt x="468" y="2196"/>
                  </a:lnTo>
                  <a:lnTo>
                    <a:pt x="472" y="2199"/>
                  </a:lnTo>
                  <a:lnTo>
                    <a:pt x="472" y="2203"/>
                  </a:lnTo>
                  <a:lnTo>
                    <a:pt x="475" y="2207"/>
                  </a:lnTo>
                  <a:lnTo>
                    <a:pt x="479" y="2207"/>
                  </a:lnTo>
                  <a:lnTo>
                    <a:pt x="482" y="2210"/>
                  </a:lnTo>
                  <a:lnTo>
                    <a:pt x="486" y="2207"/>
                  </a:lnTo>
                  <a:lnTo>
                    <a:pt x="490" y="2207"/>
                  </a:lnTo>
                  <a:lnTo>
                    <a:pt x="493" y="2203"/>
                  </a:lnTo>
                  <a:lnTo>
                    <a:pt x="497" y="2199"/>
                  </a:lnTo>
                  <a:lnTo>
                    <a:pt x="500" y="2196"/>
                  </a:lnTo>
                  <a:lnTo>
                    <a:pt x="500" y="2192"/>
                  </a:lnTo>
                  <a:lnTo>
                    <a:pt x="504" y="2189"/>
                  </a:lnTo>
                  <a:lnTo>
                    <a:pt x="508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1" y="2174"/>
                  </a:lnTo>
                  <a:lnTo>
                    <a:pt x="511" y="2171"/>
                  </a:lnTo>
                  <a:lnTo>
                    <a:pt x="515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8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6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29" y="2124"/>
                  </a:lnTo>
                  <a:lnTo>
                    <a:pt x="529" y="2120"/>
                  </a:lnTo>
                  <a:lnTo>
                    <a:pt x="533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6" y="2099"/>
                  </a:lnTo>
                  <a:lnTo>
                    <a:pt x="536" y="2095"/>
                  </a:lnTo>
                  <a:lnTo>
                    <a:pt x="540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4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7" y="2059"/>
                  </a:lnTo>
                  <a:lnTo>
                    <a:pt x="547" y="2055"/>
                  </a:lnTo>
                  <a:lnTo>
                    <a:pt x="551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4" y="2034"/>
                  </a:lnTo>
                  <a:lnTo>
                    <a:pt x="554" y="2030"/>
                  </a:lnTo>
                  <a:lnTo>
                    <a:pt x="558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62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5" y="1994"/>
                  </a:lnTo>
                  <a:lnTo>
                    <a:pt x="565" y="1991"/>
                  </a:lnTo>
                  <a:lnTo>
                    <a:pt x="569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2" y="1973"/>
                  </a:lnTo>
                  <a:lnTo>
                    <a:pt x="572" y="1965"/>
                  </a:lnTo>
                  <a:lnTo>
                    <a:pt x="576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80" y="1951"/>
                  </a:lnTo>
                  <a:lnTo>
                    <a:pt x="580" y="1944"/>
                  </a:lnTo>
                  <a:lnTo>
                    <a:pt x="583" y="1940"/>
                  </a:lnTo>
                  <a:lnTo>
                    <a:pt x="583" y="1937"/>
                  </a:lnTo>
                  <a:lnTo>
                    <a:pt x="583" y="1933"/>
                  </a:lnTo>
                  <a:lnTo>
                    <a:pt x="587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0" y="1919"/>
                  </a:lnTo>
                  <a:lnTo>
                    <a:pt x="594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601" y="1901"/>
                  </a:lnTo>
                  <a:lnTo>
                    <a:pt x="601" y="1897"/>
                  </a:lnTo>
                  <a:lnTo>
                    <a:pt x="605" y="1893"/>
                  </a:lnTo>
                  <a:lnTo>
                    <a:pt x="608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19" y="1879"/>
                  </a:lnTo>
                  <a:lnTo>
                    <a:pt x="623" y="1879"/>
                  </a:lnTo>
                  <a:lnTo>
                    <a:pt x="626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7" y="1890"/>
                  </a:lnTo>
                  <a:lnTo>
                    <a:pt x="641" y="1893"/>
                  </a:lnTo>
                  <a:lnTo>
                    <a:pt x="644" y="1897"/>
                  </a:lnTo>
                  <a:lnTo>
                    <a:pt x="648" y="1901"/>
                  </a:lnTo>
                  <a:lnTo>
                    <a:pt x="652" y="1904"/>
                  </a:lnTo>
                  <a:lnTo>
                    <a:pt x="652" y="1908"/>
                  </a:lnTo>
                  <a:lnTo>
                    <a:pt x="655" y="1911"/>
                  </a:lnTo>
                  <a:lnTo>
                    <a:pt x="655" y="1915"/>
                  </a:lnTo>
                  <a:lnTo>
                    <a:pt x="655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62" y="1929"/>
                  </a:lnTo>
                  <a:lnTo>
                    <a:pt x="662" y="1933"/>
                  </a:lnTo>
                  <a:lnTo>
                    <a:pt x="666" y="1937"/>
                  </a:lnTo>
                  <a:lnTo>
                    <a:pt x="666" y="1940"/>
                  </a:lnTo>
                  <a:lnTo>
                    <a:pt x="670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3" y="1955"/>
                  </a:lnTo>
                  <a:lnTo>
                    <a:pt x="673" y="1958"/>
                  </a:lnTo>
                  <a:lnTo>
                    <a:pt x="673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80" y="1976"/>
                  </a:lnTo>
                  <a:lnTo>
                    <a:pt x="680" y="1980"/>
                  </a:lnTo>
                  <a:lnTo>
                    <a:pt x="680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8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91" y="2009"/>
                  </a:lnTo>
                  <a:lnTo>
                    <a:pt x="691" y="2012"/>
                  </a:lnTo>
                  <a:lnTo>
                    <a:pt x="695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8" y="2027"/>
                  </a:lnTo>
                  <a:lnTo>
                    <a:pt x="698" y="2030"/>
                  </a:lnTo>
                  <a:lnTo>
                    <a:pt x="698" y="2037"/>
                  </a:lnTo>
                  <a:lnTo>
                    <a:pt x="702" y="2041"/>
                  </a:lnTo>
                  <a:lnTo>
                    <a:pt x="702" y="2045"/>
                  </a:lnTo>
                  <a:lnTo>
                    <a:pt x="706" y="2048"/>
                  </a:lnTo>
                  <a:lnTo>
                    <a:pt x="706" y="2052"/>
                  </a:lnTo>
                  <a:lnTo>
                    <a:pt x="706" y="2055"/>
                  </a:lnTo>
                  <a:lnTo>
                    <a:pt x="709" y="2059"/>
                  </a:lnTo>
                  <a:lnTo>
                    <a:pt x="709" y="2063"/>
                  </a:lnTo>
                  <a:lnTo>
                    <a:pt x="713" y="2066"/>
                  </a:lnTo>
                  <a:lnTo>
                    <a:pt x="713" y="2070"/>
                  </a:lnTo>
                  <a:lnTo>
                    <a:pt x="713" y="2073"/>
                  </a:lnTo>
                  <a:lnTo>
                    <a:pt x="716" y="2077"/>
                  </a:lnTo>
                  <a:lnTo>
                    <a:pt x="716" y="2081"/>
                  </a:lnTo>
                  <a:lnTo>
                    <a:pt x="716" y="2084"/>
                  </a:lnTo>
                  <a:lnTo>
                    <a:pt x="720" y="2088"/>
                  </a:lnTo>
                  <a:lnTo>
                    <a:pt x="720" y="2091"/>
                  </a:lnTo>
                  <a:lnTo>
                    <a:pt x="724" y="2095"/>
                  </a:lnTo>
                  <a:lnTo>
                    <a:pt x="724" y="2099"/>
                  </a:lnTo>
                  <a:lnTo>
                    <a:pt x="727" y="2102"/>
                  </a:lnTo>
                  <a:lnTo>
                    <a:pt x="727" y="2106"/>
                  </a:lnTo>
                  <a:lnTo>
                    <a:pt x="731" y="2109"/>
                  </a:lnTo>
                  <a:lnTo>
                    <a:pt x="731" y="2113"/>
                  </a:lnTo>
                  <a:lnTo>
                    <a:pt x="734" y="2117"/>
                  </a:lnTo>
                  <a:lnTo>
                    <a:pt x="738" y="2120"/>
                  </a:lnTo>
                  <a:lnTo>
                    <a:pt x="738" y="2124"/>
                  </a:lnTo>
                  <a:lnTo>
                    <a:pt x="742" y="2127"/>
                  </a:lnTo>
                  <a:lnTo>
                    <a:pt x="745" y="2131"/>
                  </a:lnTo>
                  <a:lnTo>
                    <a:pt x="749" y="2135"/>
                  </a:lnTo>
                  <a:lnTo>
                    <a:pt x="752" y="2138"/>
                  </a:lnTo>
                  <a:lnTo>
                    <a:pt x="756" y="2142"/>
                  </a:lnTo>
                  <a:lnTo>
                    <a:pt x="760" y="2142"/>
                  </a:lnTo>
                  <a:lnTo>
                    <a:pt x="763" y="2142"/>
                  </a:lnTo>
                  <a:lnTo>
                    <a:pt x="767" y="2142"/>
                  </a:lnTo>
                  <a:lnTo>
                    <a:pt x="770" y="2138"/>
                  </a:lnTo>
                  <a:lnTo>
                    <a:pt x="774" y="2138"/>
                  </a:lnTo>
                  <a:lnTo>
                    <a:pt x="778" y="2135"/>
                  </a:lnTo>
                  <a:lnTo>
                    <a:pt x="781" y="2131"/>
                  </a:lnTo>
                  <a:lnTo>
                    <a:pt x="785" y="2127"/>
                  </a:lnTo>
                  <a:lnTo>
                    <a:pt x="788" y="2124"/>
                  </a:lnTo>
                  <a:lnTo>
                    <a:pt x="792" y="2120"/>
                  </a:lnTo>
                  <a:lnTo>
                    <a:pt x="792" y="2117"/>
                  </a:lnTo>
                  <a:lnTo>
                    <a:pt x="796" y="2113"/>
                  </a:lnTo>
                  <a:lnTo>
                    <a:pt x="799" y="2109"/>
                  </a:lnTo>
                  <a:lnTo>
                    <a:pt x="799" y="2106"/>
                  </a:lnTo>
                  <a:lnTo>
                    <a:pt x="803" y="2102"/>
                  </a:lnTo>
                  <a:lnTo>
                    <a:pt x="803" y="2099"/>
                  </a:lnTo>
                  <a:lnTo>
                    <a:pt x="803" y="2095"/>
                  </a:lnTo>
                  <a:lnTo>
                    <a:pt x="806" y="2091"/>
                  </a:lnTo>
                  <a:lnTo>
                    <a:pt x="810" y="2088"/>
                  </a:lnTo>
                  <a:lnTo>
                    <a:pt x="810" y="2084"/>
                  </a:lnTo>
                  <a:lnTo>
                    <a:pt x="810" y="2081"/>
                  </a:lnTo>
                  <a:lnTo>
                    <a:pt x="814" y="2077"/>
                  </a:lnTo>
                  <a:lnTo>
                    <a:pt x="814" y="2073"/>
                  </a:lnTo>
                  <a:lnTo>
                    <a:pt x="817" y="2070"/>
                  </a:lnTo>
                  <a:lnTo>
                    <a:pt x="817" y="2066"/>
                  </a:lnTo>
                  <a:lnTo>
                    <a:pt x="821" y="2063"/>
                  </a:lnTo>
                  <a:lnTo>
                    <a:pt x="821" y="2059"/>
                  </a:lnTo>
                  <a:lnTo>
                    <a:pt x="824" y="2055"/>
                  </a:lnTo>
                  <a:lnTo>
                    <a:pt x="824" y="2052"/>
                  </a:lnTo>
                  <a:lnTo>
                    <a:pt x="824" y="2048"/>
                  </a:lnTo>
                  <a:lnTo>
                    <a:pt x="828" y="2045"/>
                  </a:lnTo>
                  <a:lnTo>
                    <a:pt x="828" y="2041"/>
                  </a:lnTo>
                  <a:lnTo>
                    <a:pt x="828" y="2037"/>
                  </a:lnTo>
                  <a:lnTo>
                    <a:pt x="832" y="2034"/>
                  </a:lnTo>
                  <a:lnTo>
                    <a:pt x="832" y="2030"/>
                  </a:lnTo>
                  <a:lnTo>
                    <a:pt x="835" y="2027"/>
                  </a:lnTo>
                  <a:lnTo>
                    <a:pt x="835" y="2023"/>
                  </a:lnTo>
                  <a:lnTo>
                    <a:pt x="835" y="2019"/>
                  </a:lnTo>
                  <a:lnTo>
                    <a:pt x="835" y="2019"/>
                  </a:lnTo>
                </a:path>
              </a:pathLst>
            </a:custGeom>
            <a:noFill/>
            <a:ln w="0">
              <a:solidFill>
                <a:srgbClr val="BFB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4" name="Freeform 142"/>
            <p:cNvSpPr>
              <a:spLocks/>
            </p:cNvSpPr>
            <p:nvPr/>
          </p:nvSpPr>
          <p:spPr bwMode="auto">
            <a:xfrm>
              <a:off x="749" y="2927"/>
              <a:ext cx="3211" cy="263"/>
            </a:xfrm>
            <a:custGeom>
              <a:avLst/>
              <a:gdLst/>
              <a:ahLst/>
              <a:cxnLst>
                <a:cxn ang="0">
                  <a:pos x="57" y="122"/>
                </a:cxn>
                <a:cxn ang="0">
                  <a:pos x="119" y="133"/>
                </a:cxn>
                <a:cxn ang="0">
                  <a:pos x="180" y="166"/>
                </a:cxn>
                <a:cxn ang="0">
                  <a:pos x="241" y="162"/>
                </a:cxn>
                <a:cxn ang="0">
                  <a:pos x="302" y="130"/>
                </a:cxn>
                <a:cxn ang="0">
                  <a:pos x="363" y="119"/>
                </a:cxn>
                <a:cxn ang="0">
                  <a:pos x="425" y="151"/>
                </a:cxn>
                <a:cxn ang="0">
                  <a:pos x="486" y="173"/>
                </a:cxn>
                <a:cxn ang="0">
                  <a:pos x="547" y="151"/>
                </a:cxn>
                <a:cxn ang="0">
                  <a:pos x="608" y="119"/>
                </a:cxn>
                <a:cxn ang="0">
                  <a:pos x="669" y="130"/>
                </a:cxn>
                <a:cxn ang="0">
                  <a:pos x="731" y="166"/>
                </a:cxn>
                <a:cxn ang="0">
                  <a:pos x="792" y="169"/>
                </a:cxn>
                <a:cxn ang="0">
                  <a:pos x="853" y="133"/>
                </a:cxn>
                <a:cxn ang="0">
                  <a:pos x="914" y="115"/>
                </a:cxn>
                <a:cxn ang="0">
                  <a:pos x="975" y="148"/>
                </a:cxn>
                <a:cxn ang="0">
                  <a:pos x="1037" y="176"/>
                </a:cxn>
                <a:cxn ang="0">
                  <a:pos x="1098" y="155"/>
                </a:cxn>
                <a:cxn ang="0">
                  <a:pos x="1159" y="115"/>
                </a:cxn>
                <a:cxn ang="0">
                  <a:pos x="1220" y="122"/>
                </a:cxn>
                <a:cxn ang="0">
                  <a:pos x="1281" y="166"/>
                </a:cxn>
                <a:cxn ang="0">
                  <a:pos x="1343" y="180"/>
                </a:cxn>
                <a:cxn ang="0">
                  <a:pos x="1404" y="137"/>
                </a:cxn>
                <a:cxn ang="0">
                  <a:pos x="1465" y="104"/>
                </a:cxn>
                <a:cxn ang="0">
                  <a:pos x="1526" y="140"/>
                </a:cxn>
                <a:cxn ang="0">
                  <a:pos x="1587" y="184"/>
                </a:cxn>
                <a:cxn ang="0">
                  <a:pos x="1649" y="166"/>
                </a:cxn>
                <a:cxn ang="0">
                  <a:pos x="1710" y="112"/>
                </a:cxn>
                <a:cxn ang="0">
                  <a:pos x="1771" y="108"/>
                </a:cxn>
                <a:cxn ang="0">
                  <a:pos x="1832" y="166"/>
                </a:cxn>
                <a:cxn ang="0">
                  <a:pos x="1893" y="191"/>
                </a:cxn>
                <a:cxn ang="0">
                  <a:pos x="1955" y="140"/>
                </a:cxn>
                <a:cxn ang="0">
                  <a:pos x="2016" y="94"/>
                </a:cxn>
                <a:cxn ang="0">
                  <a:pos x="2077" y="130"/>
                </a:cxn>
                <a:cxn ang="0">
                  <a:pos x="2135" y="191"/>
                </a:cxn>
                <a:cxn ang="0">
                  <a:pos x="2196" y="184"/>
                </a:cxn>
                <a:cxn ang="0">
                  <a:pos x="2250" y="122"/>
                </a:cxn>
                <a:cxn ang="0">
                  <a:pos x="2307" y="83"/>
                </a:cxn>
                <a:cxn ang="0">
                  <a:pos x="2365" y="137"/>
                </a:cxn>
                <a:cxn ang="0">
                  <a:pos x="2412" y="198"/>
                </a:cxn>
                <a:cxn ang="0">
                  <a:pos x="2473" y="194"/>
                </a:cxn>
                <a:cxn ang="0">
                  <a:pos x="2516" y="133"/>
                </a:cxn>
                <a:cxn ang="0">
                  <a:pos x="2563" y="72"/>
                </a:cxn>
                <a:cxn ang="0">
                  <a:pos x="2621" y="101"/>
                </a:cxn>
                <a:cxn ang="0">
                  <a:pos x="2657" y="162"/>
                </a:cxn>
                <a:cxn ang="0">
                  <a:pos x="2700" y="223"/>
                </a:cxn>
                <a:cxn ang="0">
                  <a:pos x="2757" y="202"/>
                </a:cxn>
                <a:cxn ang="0">
                  <a:pos x="2790" y="140"/>
                </a:cxn>
                <a:cxn ang="0">
                  <a:pos x="2822" y="79"/>
                </a:cxn>
                <a:cxn ang="0">
                  <a:pos x="2876" y="54"/>
                </a:cxn>
                <a:cxn ang="0">
                  <a:pos x="2916" y="115"/>
                </a:cxn>
                <a:cxn ang="0">
                  <a:pos x="2941" y="176"/>
                </a:cxn>
                <a:cxn ang="0">
                  <a:pos x="2970" y="238"/>
                </a:cxn>
                <a:cxn ang="0">
                  <a:pos x="3027" y="241"/>
                </a:cxn>
                <a:cxn ang="0">
                  <a:pos x="3053" y="180"/>
                </a:cxn>
                <a:cxn ang="0">
                  <a:pos x="3078" y="112"/>
                </a:cxn>
                <a:cxn ang="0">
                  <a:pos x="3103" y="47"/>
                </a:cxn>
                <a:cxn ang="0">
                  <a:pos x="3150" y="7"/>
                </a:cxn>
                <a:cxn ang="0">
                  <a:pos x="3182" y="72"/>
                </a:cxn>
                <a:cxn ang="0">
                  <a:pos x="3207" y="151"/>
                </a:cxn>
              </a:cxnLst>
              <a:rect l="0" t="0" r="r" b="b"/>
              <a:pathLst>
                <a:path w="3211" h="263">
                  <a:moveTo>
                    <a:pt x="0" y="144"/>
                  </a:moveTo>
                  <a:lnTo>
                    <a:pt x="3" y="144"/>
                  </a:lnTo>
                  <a:lnTo>
                    <a:pt x="7" y="140"/>
                  </a:lnTo>
                  <a:lnTo>
                    <a:pt x="11" y="137"/>
                  </a:lnTo>
                  <a:lnTo>
                    <a:pt x="14" y="137"/>
                  </a:lnTo>
                  <a:lnTo>
                    <a:pt x="18" y="133"/>
                  </a:lnTo>
                  <a:lnTo>
                    <a:pt x="21" y="133"/>
                  </a:lnTo>
                  <a:lnTo>
                    <a:pt x="25" y="133"/>
                  </a:lnTo>
                  <a:lnTo>
                    <a:pt x="29" y="130"/>
                  </a:lnTo>
                  <a:lnTo>
                    <a:pt x="32" y="130"/>
                  </a:lnTo>
                  <a:lnTo>
                    <a:pt x="36" y="126"/>
                  </a:lnTo>
                  <a:lnTo>
                    <a:pt x="39" y="126"/>
                  </a:lnTo>
                  <a:lnTo>
                    <a:pt x="43" y="126"/>
                  </a:lnTo>
                  <a:lnTo>
                    <a:pt x="47" y="122"/>
                  </a:lnTo>
                  <a:lnTo>
                    <a:pt x="50" y="122"/>
                  </a:lnTo>
                  <a:lnTo>
                    <a:pt x="54" y="122"/>
                  </a:lnTo>
                  <a:lnTo>
                    <a:pt x="57" y="122"/>
                  </a:lnTo>
                  <a:lnTo>
                    <a:pt x="61" y="122"/>
                  </a:lnTo>
                  <a:lnTo>
                    <a:pt x="65" y="122"/>
                  </a:lnTo>
                  <a:lnTo>
                    <a:pt x="68" y="122"/>
                  </a:lnTo>
                  <a:lnTo>
                    <a:pt x="72" y="122"/>
                  </a:lnTo>
                  <a:lnTo>
                    <a:pt x="75" y="122"/>
                  </a:lnTo>
                  <a:lnTo>
                    <a:pt x="79" y="122"/>
                  </a:lnTo>
                  <a:lnTo>
                    <a:pt x="83" y="122"/>
                  </a:lnTo>
                  <a:lnTo>
                    <a:pt x="86" y="122"/>
                  </a:lnTo>
                  <a:lnTo>
                    <a:pt x="90" y="122"/>
                  </a:lnTo>
                  <a:lnTo>
                    <a:pt x="93" y="126"/>
                  </a:lnTo>
                  <a:lnTo>
                    <a:pt x="97" y="126"/>
                  </a:lnTo>
                  <a:lnTo>
                    <a:pt x="101" y="126"/>
                  </a:lnTo>
                  <a:lnTo>
                    <a:pt x="104" y="130"/>
                  </a:lnTo>
                  <a:lnTo>
                    <a:pt x="108" y="130"/>
                  </a:lnTo>
                  <a:lnTo>
                    <a:pt x="111" y="130"/>
                  </a:lnTo>
                  <a:lnTo>
                    <a:pt x="115" y="133"/>
                  </a:lnTo>
                  <a:lnTo>
                    <a:pt x="119" y="133"/>
                  </a:lnTo>
                  <a:lnTo>
                    <a:pt x="122" y="137"/>
                  </a:lnTo>
                  <a:lnTo>
                    <a:pt x="126" y="137"/>
                  </a:lnTo>
                  <a:lnTo>
                    <a:pt x="129" y="140"/>
                  </a:lnTo>
                  <a:lnTo>
                    <a:pt x="133" y="140"/>
                  </a:lnTo>
                  <a:lnTo>
                    <a:pt x="137" y="144"/>
                  </a:lnTo>
                  <a:lnTo>
                    <a:pt x="140" y="148"/>
                  </a:lnTo>
                  <a:lnTo>
                    <a:pt x="144" y="148"/>
                  </a:lnTo>
                  <a:lnTo>
                    <a:pt x="147" y="151"/>
                  </a:lnTo>
                  <a:lnTo>
                    <a:pt x="151" y="151"/>
                  </a:lnTo>
                  <a:lnTo>
                    <a:pt x="155" y="155"/>
                  </a:lnTo>
                  <a:lnTo>
                    <a:pt x="158" y="155"/>
                  </a:lnTo>
                  <a:lnTo>
                    <a:pt x="162" y="158"/>
                  </a:lnTo>
                  <a:lnTo>
                    <a:pt x="165" y="158"/>
                  </a:lnTo>
                  <a:lnTo>
                    <a:pt x="169" y="162"/>
                  </a:lnTo>
                  <a:lnTo>
                    <a:pt x="173" y="162"/>
                  </a:lnTo>
                  <a:lnTo>
                    <a:pt x="176" y="162"/>
                  </a:lnTo>
                  <a:lnTo>
                    <a:pt x="180" y="166"/>
                  </a:lnTo>
                  <a:lnTo>
                    <a:pt x="183" y="166"/>
                  </a:lnTo>
                  <a:lnTo>
                    <a:pt x="187" y="166"/>
                  </a:lnTo>
                  <a:lnTo>
                    <a:pt x="191" y="169"/>
                  </a:lnTo>
                  <a:lnTo>
                    <a:pt x="194" y="169"/>
                  </a:lnTo>
                  <a:lnTo>
                    <a:pt x="198" y="169"/>
                  </a:lnTo>
                  <a:lnTo>
                    <a:pt x="201" y="169"/>
                  </a:lnTo>
                  <a:lnTo>
                    <a:pt x="205" y="169"/>
                  </a:lnTo>
                  <a:lnTo>
                    <a:pt x="209" y="169"/>
                  </a:lnTo>
                  <a:lnTo>
                    <a:pt x="212" y="169"/>
                  </a:lnTo>
                  <a:lnTo>
                    <a:pt x="216" y="169"/>
                  </a:lnTo>
                  <a:lnTo>
                    <a:pt x="219" y="169"/>
                  </a:lnTo>
                  <a:lnTo>
                    <a:pt x="223" y="169"/>
                  </a:lnTo>
                  <a:lnTo>
                    <a:pt x="227" y="169"/>
                  </a:lnTo>
                  <a:lnTo>
                    <a:pt x="230" y="166"/>
                  </a:lnTo>
                  <a:lnTo>
                    <a:pt x="234" y="166"/>
                  </a:lnTo>
                  <a:lnTo>
                    <a:pt x="237" y="166"/>
                  </a:lnTo>
                  <a:lnTo>
                    <a:pt x="241" y="162"/>
                  </a:lnTo>
                  <a:lnTo>
                    <a:pt x="245" y="162"/>
                  </a:lnTo>
                  <a:lnTo>
                    <a:pt x="248" y="162"/>
                  </a:lnTo>
                  <a:lnTo>
                    <a:pt x="252" y="158"/>
                  </a:lnTo>
                  <a:lnTo>
                    <a:pt x="255" y="158"/>
                  </a:lnTo>
                  <a:lnTo>
                    <a:pt x="259" y="155"/>
                  </a:lnTo>
                  <a:lnTo>
                    <a:pt x="263" y="155"/>
                  </a:lnTo>
                  <a:lnTo>
                    <a:pt x="266" y="151"/>
                  </a:lnTo>
                  <a:lnTo>
                    <a:pt x="270" y="151"/>
                  </a:lnTo>
                  <a:lnTo>
                    <a:pt x="273" y="148"/>
                  </a:lnTo>
                  <a:lnTo>
                    <a:pt x="277" y="144"/>
                  </a:lnTo>
                  <a:lnTo>
                    <a:pt x="281" y="144"/>
                  </a:lnTo>
                  <a:lnTo>
                    <a:pt x="284" y="140"/>
                  </a:lnTo>
                  <a:lnTo>
                    <a:pt x="288" y="140"/>
                  </a:lnTo>
                  <a:lnTo>
                    <a:pt x="291" y="137"/>
                  </a:lnTo>
                  <a:lnTo>
                    <a:pt x="295" y="133"/>
                  </a:lnTo>
                  <a:lnTo>
                    <a:pt x="299" y="133"/>
                  </a:lnTo>
                  <a:lnTo>
                    <a:pt x="302" y="130"/>
                  </a:lnTo>
                  <a:lnTo>
                    <a:pt x="306" y="130"/>
                  </a:lnTo>
                  <a:lnTo>
                    <a:pt x="309" y="126"/>
                  </a:lnTo>
                  <a:lnTo>
                    <a:pt x="313" y="126"/>
                  </a:lnTo>
                  <a:lnTo>
                    <a:pt x="317" y="126"/>
                  </a:lnTo>
                  <a:lnTo>
                    <a:pt x="320" y="122"/>
                  </a:lnTo>
                  <a:lnTo>
                    <a:pt x="324" y="122"/>
                  </a:lnTo>
                  <a:lnTo>
                    <a:pt x="327" y="122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19"/>
                  </a:lnTo>
                  <a:lnTo>
                    <a:pt x="342" y="119"/>
                  </a:lnTo>
                  <a:lnTo>
                    <a:pt x="345" y="119"/>
                  </a:lnTo>
                  <a:lnTo>
                    <a:pt x="349" y="119"/>
                  </a:lnTo>
                  <a:lnTo>
                    <a:pt x="353" y="119"/>
                  </a:lnTo>
                  <a:lnTo>
                    <a:pt x="356" y="119"/>
                  </a:lnTo>
                  <a:lnTo>
                    <a:pt x="360" y="119"/>
                  </a:lnTo>
                  <a:lnTo>
                    <a:pt x="363" y="119"/>
                  </a:lnTo>
                  <a:lnTo>
                    <a:pt x="367" y="122"/>
                  </a:lnTo>
                  <a:lnTo>
                    <a:pt x="371" y="122"/>
                  </a:lnTo>
                  <a:lnTo>
                    <a:pt x="374" y="122"/>
                  </a:lnTo>
                  <a:lnTo>
                    <a:pt x="378" y="126"/>
                  </a:lnTo>
                  <a:lnTo>
                    <a:pt x="381" y="126"/>
                  </a:lnTo>
                  <a:lnTo>
                    <a:pt x="385" y="126"/>
                  </a:lnTo>
                  <a:lnTo>
                    <a:pt x="389" y="130"/>
                  </a:lnTo>
                  <a:lnTo>
                    <a:pt x="392" y="130"/>
                  </a:lnTo>
                  <a:lnTo>
                    <a:pt x="396" y="133"/>
                  </a:lnTo>
                  <a:lnTo>
                    <a:pt x="399" y="133"/>
                  </a:lnTo>
                  <a:lnTo>
                    <a:pt x="403" y="137"/>
                  </a:lnTo>
                  <a:lnTo>
                    <a:pt x="407" y="140"/>
                  </a:lnTo>
                  <a:lnTo>
                    <a:pt x="410" y="140"/>
                  </a:lnTo>
                  <a:lnTo>
                    <a:pt x="414" y="144"/>
                  </a:lnTo>
                  <a:lnTo>
                    <a:pt x="417" y="144"/>
                  </a:lnTo>
                  <a:lnTo>
                    <a:pt x="421" y="148"/>
                  </a:lnTo>
                  <a:lnTo>
                    <a:pt x="425" y="151"/>
                  </a:lnTo>
                  <a:lnTo>
                    <a:pt x="428" y="151"/>
                  </a:lnTo>
                  <a:lnTo>
                    <a:pt x="432" y="155"/>
                  </a:lnTo>
                  <a:lnTo>
                    <a:pt x="435" y="155"/>
                  </a:lnTo>
                  <a:lnTo>
                    <a:pt x="439" y="158"/>
                  </a:lnTo>
                  <a:lnTo>
                    <a:pt x="443" y="158"/>
                  </a:lnTo>
                  <a:lnTo>
                    <a:pt x="446" y="162"/>
                  </a:lnTo>
                  <a:lnTo>
                    <a:pt x="450" y="162"/>
                  </a:lnTo>
                  <a:lnTo>
                    <a:pt x="453" y="166"/>
                  </a:lnTo>
                  <a:lnTo>
                    <a:pt x="457" y="166"/>
                  </a:lnTo>
                  <a:lnTo>
                    <a:pt x="461" y="166"/>
                  </a:lnTo>
                  <a:lnTo>
                    <a:pt x="464" y="169"/>
                  </a:lnTo>
                  <a:lnTo>
                    <a:pt x="468" y="169"/>
                  </a:lnTo>
                  <a:lnTo>
                    <a:pt x="471" y="169"/>
                  </a:lnTo>
                  <a:lnTo>
                    <a:pt x="475" y="173"/>
                  </a:lnTo>
                  <a:lnTo>
                    <a:pt x="479" y="173"/>
                  </a:lnTo>
                  <a:lnTo>
                    <a:pt x="482" y="173"/>
                  </a:lnTo>
                  <a:lnTo>
                    <a:pt x="486" y="173"/>
                  </a:lnTo>
                  <a:lnTo>
                    <a:pt x="489" y="173"/>
                  </a:lnTo>
                  <a:lnTo>
                    <a:pt x="493" y="173"/>
                  </a:lnTo>
                  <a:lnTo>
                    <a:pt x="497" y="173"/>
                  </a:lnTo>
                  <a:lnTo>
                    <a:pt x="500" y="173"/>
                  </a:lnTo>
                  <a:lnTo>
                    <a:pt x="504" y="169"/>
                  </a:lnTo>
                  <a:lnTo>
                    <a:pt x="507" y="169"/>
                  </a:lnTo>
                  <a:lnTo>
                    <a:pt x="511" y="169"/>
                  </a:lnTo>
                  <a:lnTo>
                    <a:pt x="515" y="166"/>
                  </a:lnTo>
                  <a:lnTo>
                    <a:pt x="518" y="166"/>
                  </a:lnTo>
                  <a:lnTo>
                    <a:pt x="522" y="166"/>
                  </a:lnTo>
                  <a:lnTo>
                    <a:pt x="525" y="162"/>
                  </a:lnTo>
                  <a:lnTo>
                    <a:pt x="529" y="162"/>
                  </a:lnTo>
                  <a:lnTo>
                    <a:pt x="533" y="158"/>
                  </a:lnTo>
                  <a:lnTo>
                    <a:pt x="536" y="158"/>
                  </a:lnTo>
                  <a:lnTo>
                    <a:pt x="540" y="155"/>
                  </a:lnTo>
                  <a:lnTo>
                    <a:pt x="543" y="151"/>
                  </a:lnTo>
                  <a:lnTo>
                    <a:pt x="547" y="151"/>
                  </a:lnTo>
                  <a:lnTo>
                    <a:pt x="551" y="148"/>
                  </a:lnTo>
                  <a:lnTo>
                    <a:pt x="554" y="144"/>
                  </a:lnTo>
                  <a:lnTo>
                    <a:pt x="558" y="144"/>
                  </a:lnTo>
                  <a:lnTo>
                    <a:pt x="561" y="140"/>
                  </a:lnTo>
                  <a:lnTo>
                    <a:pt x="565" y="140"/>
                  </a:lnTo>
                  <a:lnTo>
                    <a:pt x="569" y="137"/>
                  </a:lnTo>
                  <a:lnTo>
                    <a:pt x="572" y="137"/>
                  </a:lnTo>
                  <a:lnTo>
                    <a:pt x="576" y="133"/>
                  </a:lnTo>
                  <a:lnTo>
                    <a:pt x="579" y="130"/>
                  </a:lnTo>
                  <a:lnTo>
                    <a:pt x="583" y="130"/>
                  </a:lnTo>
                  <a:lnTo>
                    <a:pt x="587" y="126"/>
                  </a:lnTo>
                  <a:lnTo>
                    <a:pt x="590" y="126"/>
                  </a:lnTo>
                  <a:lnTo>
                    <a:pt x="594" y="122"/>
                  </a:lnTo>
                  <a:lnTo>
                    <a:pt x="597" y="122"/>
                  </a:lnTo>
                  <a:lnTo>
                    <a:pt x="601" y="122"/>
                  </a:lnTo>
                  <a:lnTo>
                    <a:pt x="605" y="119"/>
                  </a:lnTo>
                  <a:lnTo>
                    <a:pt x="608" y="119"/>
                  </a:lnTo>
                  <a:lnTo>
                    <a:pt x="612" y="119"/>
                  </a:lnTo>
                  <a:lnTo>
                    <a:pt x="615" y="119"/>
                  </a:lnTo>
                  <a:lnTo>
                    <a:pt x="619" y="115"/>
                  </a:lnTo>
                  <a:lnTo>
                    <a:pt x="623" y="115"/>
                  </a:lnTo>
                  <a:lnTo>
                    <a:pt x="626" y="115"/>
                  </a:lnTo>
                  <a:lnTo>
                    <a:pt x="630" y="115"/>
                  </a:lnTo>
                  <a:lnTo>
                    <a:pt x="633" y="115"/>
                  </a:lnTo>
                  <a:lnTo>
                    <a:pt x="637" y="119"/>
                  </a:lnTo>
                  <a:lnTo>
                    <a:pt x="641" y="119"/>
                  </a:lnTo>
                  <a:lnTo>
                    <a:pt x="644" y="119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22"/>
                  </a:lnTo>
                  <a:lnTo>
                    <a:pt x="659" y="122"/>
                  </a:lnTo>
                  <a:lnTo>
                    <a:pt x="662" y="126"/>
                  </a:lnTo>
                  <a:lnTo>
                    <a:pt x="666" y="126"/>
                  </a:lnTo>
                  <a:lnTo>
                    <a:pt x="669" y="130"/>
                  </a:lnTo>
                  <a:lnTo>
                    <a:pt x="673" y="130"/>
                  </a:lnTo>
                  <a:lnTo>
                    <a:pt x="677" y="133"/>
                  </a:lnTo>
                  <a:lnTo>
                    <a:pt x="680" y="137"/>
                  </a:lnTo>
                  <a:lnTo>
                    <a:pt x="684" y="137"/>
                  </a:lnTo>
                  <a:lnTo>
                    <a:pt x="687" y="140"/>
                  </a:lnTo>
                  <a:lnTo>
                    <a:pt x="691" y="140"/>
                  </a:lnTo>
                  <a:lnTo>
                    <a:pt x="695" y="144"/>
                  </a:lnTo>
                  <a:lnTo>
                    <a:pt x="698" y="148"/>
                  </a:lnTo>
                  <a:lnTo>
                    <a:pt x="702" y="148"/>
                  </a:lnTo>
                  <a:lnTo>
                    <a:pt x="705" y="151"/>
                  </a:lnTo>
                  <a:lnTo>
                    <a:pt x="709" y="155"/>
                  </a:lnTo>
                  <a:lnTo>
                    <a:pt x="713" y="155"/>
                  </a:lnTo>
                  <a:lnTo>
                    <a:pt x="716" y="158"/>
                  </a:lnTo>
                  <a:lnTo>
                    <a:pt x="720" y="158"/>
                  </a:lnTo>
                  <a:lnTo>
                    <a:pt x="723" y="162"/>
                  </a:lnTo>
                  <a:lnTo>
                    <a:pt x="727" y="166"/>
                  </a:lnTo>
                  <a:lnTo>
                    <a:pt x="731" y="166"/>
                  </a:lnTo>
                  <a:lnTo>
                    <a:pt x="734" y="169"/>
                  </a:lnTo>
                  <a:lnTo>
                    <a:pt x="738" y="169"/>
                  </a:lnTo>
                  <a:lnTo>
                    <a:pt x="741" y="169"/>
                  </a:lnTo>
                  <a:lnTo>
                    <a:pt x="745" y="173"/>
                  </a:lnTo>
                  <a:lnTo>
                    <a:pt x="749" y="173"/>
                  </a:lnTo>
                  <a:lnTo>
                    <a:pt x="752" y="173"/>
                  </a:lnTo>
                  <a:lnTo>
                    <a:pt x="756" y="173"/>
                  </a:lnTo>
                  <a:lnTo>
                    <a:pt x="759" y="173"/>
                  </a:lnTo>
                  <a:lnTo>
                    <a:pt x="763" y="176"/>
                  </a:lnTo>
                  <a:lnTo>
                    <a:pt x="767" y="176"/>
                  </a:lnTo>
                  <a:lnTo>
                    <a:pt x="770" y="176"/>
                  </a:lnTo>
                  <a:lnTo>
                    <a:pt x="774" y="173"/>
                  </a:lnTo>
                  <a:lnTo>
                    <a:pt x="777" y="173"/>
                  </a:lnTo>
                  <a:lnTo>
                    <a:pt x="781" y="173"/>
                  </a:lnTo>
                  <a:lnTo>
                    <a:pt x="785" y="173"/>
                  </a:lnTo>
                  <a:lnTo>
                    <a:pt x="788" y="173"/>
                  </a:lnTo>
                  <a:lnTo>
                    <a:pt x="792" y="169"/>
                  </a:lnTo>
                  <a:lnTo>
                    <a:pt x="795" y="169"/>
                  </a:lnTo>
                  <a:lnTo>
                    <a:pt x="799" y="166"/>
                  </a:lnTo>
                  <a:lnTo>
                    <a:pt x="803" y="166"/>
                  </a:lnTo>
                  <a:lnTo>
                    <a:pt x="806" y="162"/>
                  </a:lnTo>
                  <a:lnTo>
                    <a:pt x="810" y="162"/>
                  </a:lnTo>
                  <a:lnTo>
                    <a:pt x="813" y="158"/>
                  </a:lnTo>
                  <a:lnTo>
                    <a:pt x="817" y="158"/>
                  </a:lnTo>
                  <a:lnTo>
                    <a:pt x="821" y="155"/>
                  </a:lnTo>
                  <a:lnTo>
                    <a:pt x="824" y="151"/>
                  </a:lnTo>
                  <a:lnTo>
                    <a:pt x="828" y="151"/>
                  </a:lnTo>
                  <a:lnTo>
                    <a:pt x="831" y="148"/>
                  </a:lnTo>
                  <a:lnTo>
                    <a:pt x="835" y="144"/>
                  </a:lnTo>
                  <a:lnTo>
                    <a:pt x="839" y="140"/>
                  </a:lnTo>
                  <a:lnTo>
                    <a:pt x="842" y="140"/>
                  </a:lnTo>
                  <a:lnTo>
                    <a:pt x="846" y="137"/>
                  </a:lnTo>
                  <a:lnTo>
                    <a:pt x="849" y="137"/>
                  </a:lnTo>
                  <a:lnTo>
                    <a:pt x="853" y="133"/>
                  </a:lnTo>
                  <a:lnTo>
                    <a:pt x="857" y="130"/>
                  </a:lnTo>
                  <a:lnTo>
                    <a:pt x="860" y="130"/>
                  </a:lnTo>
                  <a:lnTo>
                    <a:pt x="864" y="126"/>
                  </a:lnTo>
                  <a:lnTo>
                    <a:pt x="867" y="126"/>
                  </a:lnTo>
                  <a:lnTo>
                    <a:pt x="871" y="122"/>
                  </a:lnTo>
                  <a:lnTo>
                    <a:pt x="875" y="122"/>
                  </a:lnTo>
                  <a:lnTo>
                    <a:pt x="878" y="119"/>
                  </a:lnTo>
                  <a:lnTo>
                    <a:pt x="882" y="119"/>
                  </a:lnTo>
                  <a:lnTo>
                    <a:pt x="885" y="115"/>
                  </a:lnTo>
                  <a:lnTo>
                    <a:pt x="889" y="115"/>
                  </a:lnTo>
                  <a:lnTo>
                    <a:pt x="893" y="115"/>
                  </a:lnTo>
                  <a:lnTo>
                    <a:pt x="896" y="115"/>
                  </a:lnTo>
                  <a:lnTo>
                    <a:pt x="900" y="115"/>
                  </a:lnTo>
                  <a:lnTo>
                    <a:pt x="903" y="115"/>
                  </a:lnTo>
                  <a:lnTo>
                    <a:pt x="907" y="115"/>
                  </a:lnTo>
                  <a:lnTo>
                    <a:pt x="911" y="115"/>
                  </a:lnTo>
                  <a:lnTo>
                    <a:pt x="914" y="115"/>
                  </a:lnTo>
                  <a:lnTo>
                    <a:pt x="918" y="115"/>
                  </a:lnTo>
                  <a:lnTo>
                    <a:pt x="921" y="115"/>
                  </a:lnTo>
                  <a:lnTo>
                    <a:pt x="925" y="115"/>
                  </a:lnTo>
                  <a:lnTo>
                    <a:pt x="929" y="119"/>
                  </a:lnTo>
                  <a:lnTo>
                    <a:pt x="932" y="119"/>
                  </a:lnTo>
                  <a:lnTo>
                    <a:pt x="936" y="119"/>
                  </a:lnTo>
                  <a:lnTo>
                    <a:pt x="939" y="122"/>
                  </a:lnTo>
                  <a:lnTo>
                    <a:pt x="943" y="122"/>
                  </a:lnTo>
                  <a:lnTo>
                    <a:pt x="947" y="126"/>
                  </a:lnTo>
                  <a:lnTo>
                    <a:pt x="950" y="130"/>
                  </a:lnTo>
                  <a:lnTo>
                    <a:pt x="954" y="130"/>
                  </a:lnTo>
                  <a:lnTo>
                    <a:pt x="957" y="133"/>
                  </a:lnTo>
                  <a:lnTo>
                    <a:pt x="961" y="137"/>
                  </a:lnTo>
                  <a:lnTo>
                    <a:pt x="965" y="137"/>
                  </a:lnTo>
                  <a:lnTo>
                    <a:pt x="968" y="140"/>
                  </a:lnTo>
                  <a:lnTo>
                    <a:pt x="972" y="144"/>
                  </a:lnTo>
                  <a:lnTo>
                    <a:pt x="975" y="148"/>
                  </a:lnTo>
                  <a:lnTo>
                    <a:pt x="979" y="148"/>
                  </a:lnTo>
                  <a:lnTo>
                    <a:pt x="983" y="151"/>
                  </a:lnTo>
                  <a:lnTo>
                    <a:pt x="986" y="151"/>
                  </a:lnTo>
                  <a:lnTo>
                    <a:pt x="990" y="155"/>
                  </a:lnTo>
                  <a:lnTo>
                    <a:pt x="993" y="158"/>
                  </a:lnTo>
                  <a:lnTo>
                    <a:pt x="997" y="162"/>
                  </a:lnTo>
                  <a:lnTo>
                    <a:pt x="1001" y="162"/>
                  </a:lnTo>
                  <a:lnTo>
                    <a:pt x="1004" y="166"/>
                  </a:lnTo>
                  <a:lnTo>
                    <a:pt x="1008" y="166"/>
                  </a:lnTo>
                  <a:lnTo>
                    <a:pt x="1011" y="169"/>
                  </a:lnTo>
                  <a:lnTo>
                    <a:pt x="1015" y="169"/>
                  </a:lnTo>
                  <a:lnTo>
                    <a:pt x="1019" y="173"/>
                  </a:lnTo>
                  <a:lnTo>
                    <a:pt x="1022" y="173"/>
                  </a:lnTo>
                  <a:lnTo>
                    <a:pt x="1026" y="176"/>
                  </a:lnTo>
                  <a:lnTo>
                    <a:pt x="1029" y="176"/>
                  </a:lnTo>
                  <a:lnTo>
                    <a:pt x="1033" y="176"/>
                  </a:lnTo>
                  <a:lnTo>
                    <a:pt x="1037" y="176"/>
                  </a:lnTo>
                  <a:lnTo>
                    <a:pt x="1040" y="176"/>
                  </a:lnTo>
                  <a:lnTo>
                    <a:pt x="1044" y="176"/>
                  </a:lnTo>
                  <a:lnTo>
                    <a:pt x="1047" y="176"/>
                  </a:lnTo>
                  <a:lnTo>
                    <a:pt x="1051" y="176"/>
                  </a:lnTo>
                  <a:lnTo>
                    <a:pt x="1055" y="176"/>
                  </a:lnTo>
                  <a:lnTo>
                    <a:pt x="1058" y="176"/>
                  </a:lnTo>
                  <a:lnTo>
                    <a:pt x="1062" y="176"/>
                  </a:lnTo>
                  <a:lnTo>
                    <a:pt x="1065" y="173"/>
                  </a:lnTo>
                  <a:lnTo>
                    <a:pt x="1069" y="173"/>
                  </a:lnTo>
                  <a:lnTo>
                    <a:pt x="1073" y="173"/>
                  </a:lnTo>
                  <a:lnTo>
                    <a:pt x="1076" y="169"/>
                  </a:lnTo>
                  <a:lnTo>
                    <a:pt x="1080" y="169"/>
                  </a:lnTo>
                  <a:lnTo>
                    <a:pt x="1083" y="166"/>
                  </a:lnTo>
                  <a:lnTo>
                    <a:pt x="1087" y="162"/>
                  </a:lnTo>
                  <a:lnTo>
                    <a:pt x="1091" y="162"/>
                  </a:lnTo>
                  <a:lnTo>
                    <a:pt x="1094" y="158"/>
                  </a:lnTo>
                  <a:lnTo>
                    <a:pt x="1098" y="155"/>
                  </a:lnTo>
                  <a:lnTo>
                    <a:pt x="1101" y="155"/>
                  </a:lnTo>
                  <a:lnTo>
                    <a:pt x="1105" y="151"/>
                  </a:lnTo>
                  <a:lnTo>
                    <a:pt x="1109" y="148"/>
                  </a:lnTo>
                  <a:lnTo>
                    <a:pt x="1112" y="148"/>
                  </a:lnTo>
                  <a:lnTo>
                    <a:pt x="1116" y="144"/>
                  </a:lnTo>
                  <a:lnTo>
                    <a:pt x="1119" y="140"/>
                  </a:lnTo>
                  <a:lnTo>
                    <a:pt x="1123" y="137"/>
                  </a:lnTo>
                  <a:lnTo>
                    <a:pt x="1127" y="137"/>
                  </a:lnTo>
                  <a:lnTo>
                    <a:pt x="1130" y="133"/>
                  </a:lnTo>
                  <a:lnTo>
                    <a:pt x="1134" y="130"/>
                  </a:lnTo>
                  <a:lnTo>
                    <a:pt x="1137" y="126"/>
                  </a:lnTo>
                  <a:lnTo>
                    <a:pt x="1141" y="126"/>
                  </a:lnTo>
                  <a:lnTo>
                    <a:pt x="1145" y="122"/>
                  </a:lnTo>
                  <a:lnTo>
                    <a:pt x="1148" y="122"/>
                  </a:lnTo>
                  <a:lnTo>
                    <a:pt x="1152" y="119"/>
                  </a:lnTo>
                  <a:lnTo>
                    <a:pt x="1155" y="119"/>
                  </a:lnTo>
                  <a:lnTo>
                    <a:pt x="1159" y="115"/>
                  </a:lnTo>
                  <a:lnTo>
                    <a:pt x="1163" y="115"/>
                  </a:lnTo>
                  <a:lnTo>
                    <a:pt x="1166" y="112"/>
                  </a:lnTo>
                  <a:lnTo>
                    <a:pt x="1170" y="112"/>
                  </a:lnTo>
                  <a:lnTo>
                    <a:pt x="1173" y="112"/>
                  </a:lnTo>
                  <a:lnTo>
                    <a:pt x="1177" y="112"/>
                  </a:lnTo>
                  <a:lnTo>
                    <a:pt x="1181" y="112"/>
                  </a:lnTo>
                  <a:lnTo>
                    <a:pt x="1184" y="112"/>
                  </a:lnTo>
                  <a:lnTo>
                    <a:pt x="1188" y="112"/>
                  </a:lnTo>
                  <a:lnTo>
                    <a:pt x="1191" y="112"/>
                  </a:lnTo>
                  <a:lnTo>
                    <a:pt x="1195" y="112"/>
                  </a:lnTo>
                  <a:lnTo>
                    <a:pt x="1199" y="112"/>
                  </a:lnTo>
                  <a:lnTo>
                    <a:pt x="1202" y="112"/>
                  </a:lnTo>
                  <a:lnTo>
                    <a:pt x="1206" y="115"/>
                  </a:lnTo>
                  <a:lnTo>
                    <a:pt x="1209" y="115"/>
                  </a:lnTo>
                  <a:lnTo>
                    <a:pt x="1213" y="119"/>
                  </a:lnTo>
                  <a:lnTo>
                    <a:pt x="1217" y="119"/>
                  </a:lnTo>
                  <a:lnTo>
                    <a:pt x="1220" y="122"/>
                  </a:lnTo>
                  <a:lnTo>
                    <a:pt x="1224" y="122"/>
                  </a:lnTo>
                  <a:lnTo>
                    <a:pt x="1227" y="126"/>
                  </a:lnTo>
                  <a:lnTo>
                    <a:pt x="1231" y="130"/>
                  </a:lnTo>
                  <a:lnTo>
                    <a:pt x="1235" y="130"/>
                  </a:lnTo>
                  <a:lnTo>
                    <a:pt x="1238" y="133"/>
                  </a:lnTo>
                  <a:lnTo>
                    <a:pt x="1242" y="137"/>
                  </a:lnTo>
                  <a:lnTo>
                    <a:pt x="1245" y="137"/>
                  </a:lnTo>
                  <a:lnTo>
                    <a:pt x="1249" y="140"/>
                  </a:lnTo>
                  <a:lnTo>
                    <a:pt x="1253" y="144"/>
                  </a:lnTo>
                  <a:lnTo>
                    <a:pt x="1256" y="148"/>
                  </a:lnTo>
                  <a:lnTo>
                    <a:pt x="1260" y="151"/>
                  </a:lnTo>
                  <a:lnTo>
                    <a:pt x="1263" y="151"/>
                  </a:lnTo>
                  <a:lnTo>
                    <a:pt x="1267" y="155"/>
                  </a:lnTo>
                  <a:lnTo>
                    <a:pt x="1271" y="158"/>
                  </a:lnTo>
                  <a:lnTo>
                    <a:pt x="1274" y="162"/>
                  </a:lnTo>
                  <a:lnTo>
                    <a:pt x="1278" y="166"/>
                  </a:lnTo>
                  <a:lnTo>
                    <a:pt x="1281" y="166"/>
                  </a:lnTo>
                  <a:lnTo>
                    <a:pt x="1285" y="169"/>
                  </a:lnTo>
                  <a:lnTo>
                    <a:pt x="1289" y="169"/>
                  </a:lnTo>
                  <a:lnTo>
                    <a:pt x="1292" y="173"/>
                  </a:lnTo>
                  <a:lnTo>
                    <a:pt x="1296" y="176"/>
                  </a:lnTo>
                  <a:lnTo>
                    <a:pt x="1299" y="176"/>
                  </a:lnTo>
                  <a:lnTo>
                    <a:pt x="1303" y="176"/>
                  </a:lnTo>
                  <a:lnTo>
                    <a:pt x="1307" y="180"/>
                  </a:lnTo>
                  <a:lnTo>
                    <a:pt x="1310" y="180"/>
                  </a:lnTo>
                  <a:lnTo>
                    <a:pt x="1314" y="180"/>
                  </a:lnTo>
                  <a:lnTo>
                    <a:pt x="1317" y="180"/>
                  </a:lnTo>
                  <a:lnTo>
                    <a:pt x="1321" y="180"/>
                  </a:lnTo>
                  <a:lnTo>
                    <a:pt x="1325" y="180"/>
                  </a:lnTo>
                  <a:lnTo>
                    <a:pt x="1328" y="180"/>
                  </a:lnTo>
                  <a:lnTo>
                    <a:pt x="1332" y="180"/>
                  </a:lnTo>
                  <a:lnTo>
                    <a:pt x="1335" y="180"/>
                  </a:lnTo>
                  <a:lnTo>
                    <a:pt x="1339" y="180"/>
                  </a:lnTo>
                  <a:lnTo>
                    <a:pt x="1343" y="180"/>
                  </a:lnTo>
                  <a:lnTo>
                    <a:pt x="1346" y="176"/>
                  </a:lnTo>
                  <a:lnTo>
                    <a:pt x="1350" y="176"/>
                  </a:lnTo>
                  <a:lnTo>
                    <a:pt x="1353" y="173"/>
                  </a:lnTo>
                  <a:lnTo>
                    <a:pt x="1357" y="173"/>
                  </a:lnTo>
                  <a:lnTo>
                    <a:pt x="1361" y="169"/>
                  </a:lnTo>
                  <a:lnTo>
                    <a:pt x="1364" y="166"/>
                  </a:lnTo>
                  <a:lnTo>
                    <a:pt x="1368" y="166"/>
                  </a:lnTo>
                  <a:lnTo>
                    <a:pt x="1371" y="162"/>
                  </a:lnTo>
                  <a:lnTo>
                    <a:pt x="1375" y="158"/>
                  </a:lnTo>
                  <a:lnTo>
                    <a:pt x="1379" y="155"/>
                  </a:lnTo>
                  <a:lnTo>
                    <a:pt x="1382" y="155"/>
                  </a:lnTo>
                  <a:lnTo>
                    <a:pt x="1386" y="151"/>
                  </a:lnTo>
                  <a:lnTo>
                    <a:pt x="1389" y="148"/>
                  </a:lnTo>
                  <a:lnTo>
                    <a:pt x="1393" y="144"/>
                  </a:lnTo>
                  <a:lnTo>
                    <a:pt x="1397" y="140"/>
                  </a:lnTo>
                  <a:lnTo>
                    <a:pt x="1400" y="140"/>
                  </a:lnTo>
                  <a:lnTo>
                    <a:pt x="1404" y="137"/>
                  </a:lnTo>
                  <a:lnTo>
                    <a:pt x="1407" y="133"/>
                  </a:lnTo>
                  <a:lnTo>
                    <a:pt x="1411" y="130"/>
                  </a:lnTo>
                  <a:lnTo>
                    <a:pt x="1415" y="126"/>
                  </a:lnTo>
                  <a:lnTo>
                    <a:pt x="1418" y="126"/>
                  </a:lnTo>
                  <a:lnTo>
                    <a:pt x="1422" y="122"/>
                  </a:lnTo>
                  <a:lnTo>
                    <a:pt x="1425" y="119"/>
                  </a:lnTo>
                  <a:lnTo>
                    <a:pt x="1429" y="115"/>
                  </a:lnTo>
                  <a:lnTo>
                    <a:pt x="1433" y="115"/>
                  </a:lnTo>
                  <a:lnTo>
                    <a:pt x="1436" y="112"/>
                  </a:lnTo>
                  <a:lnTo>
                    <a:pt x="1440" y="112"/>
                  </a:lnTo>
                  <a:lnTo>
                    <a:pt x="1443" y="112"/>
                  </a:lnTo>
                  <a:lnTo>
                    <a:pt x="1447" y="108"/>
                  </a:lnTo>
                  <a:lnTo>
                    <a:pt x="1451" y="108"/>
                  </a:lnTo>
                  <a:lnTo>
                    <a:pt x="1454" y="108"/>
                  </a:lnTo>
                  <a:lnTo>
                    <a:pt x="1458" y="104"/>
                  </a:lnTo>
                  <a:lnTo>
                    <a:pt x="1461" y="104"/>
                  </a:lnTo>
                  <a:lnTo>
                    <a:pt x="1465" y="104"/>
                  </a:lnTo>
                  <a:lnTo>
                    <a:pt x="1469" y="108"/>
                  </a:lnTo>
                  <a:lnTo>
                    <a:pt x="1472" y="108"/>
                  </a:lnTo>
                  <a:lnTo>
                    <a:pt x="1476" y="108"/>
                  </a:lnTo>
                  <a:lnTo>
                    <a:pt x="1479" y="108"/>
                  </a:lnTo>
                  <a:lnTo>
                    <a:pt x="1483" y="112"/>
                  </a:lnTo>
                  <a:lnTo>
                    <a:pt x="1487" y="112"/>
                  </a:lnTo>
                  <a:lnTo>
                    <a:pt x="1490" y="112"/>
                  </a:lnTo>
                  <a:lnTo>
                    <a:pt x="1494" y="115"/>
                  </a:lnTo>
                  <a:lnTo>
                    <a:pt x="1497" y="115"/>
                  </a:lnTo>
                  <a:lnTo>
                    <a:pt x="1501" y="119"/>
                  </a:lnTo>
                  <a:lnTo>
                    <a:pt x="1505" y="122"/>
                  </a:lnTo>
                  <a:lnTo>
                    <a:pt x="1508" y="126"/>
                  </a:lnTo>
                  <a:lnTo>
                    <a:pt x="1512" y="130"/>
                  </a:lnTo>
                  <a:lnTo>
                    <a:pt x="1515" y="130"/>
                  </a:lnTo>
                  <a:lnTo>
                    <a:pt x="1519" y="133"/>
                  </a:lnTo>
                  <a:lnTo>
                    <a:pt x="1523" y="137"/>
                  </a:lnTo>
                  <a:lnTo>
                    <a:pt x="1526" y="140"/>
                  </a:lnTo>
                  <a:lnTo>
                    <a:pt x="1530" y="144"/>
                  </a:lnTo>
                  <a:lnTo>
                    <a:pt x="1533" y="148"/>
                  </a:lnTo>
                  <a:lnTo>
                    <a:pt x="1537" y="151"/>
                  </a:lnTo>
                  <a:lnTo>
                    <a:pt x="1541" y="151"/>
                  </a:lnTo>
                  <a:lnTo>
                    <a:pt x="1544" y="155"/>
                  </a:lnTo>
                  <a:lnTo>
                    <a:pt x="1548" y="158"/>
                  </a:lnTo>
                  <a:lnTo>
                    <a:pt x="1551" y="162"/>
                  </a:lnTo>
                  <a:lnTo>
                    <a:pt x="1555" y="166"/>
                  </a:lnTo>
                  <a:lnTo>
                    <a:pt x="1559" y="169"/>
                  </a:lnTo>
                  <a:lnTo>
                    <a:pt x="1562" y="169"/>
                  </a:lnTo>
                  <a:lnTo>
                    <a:pt x="1566" y="173"/>
                  </a:lnTo>
                  <a:lnTo>
                    <a:pt x="1569" y="176"/>
                  </a:lnTo>
                  <a:lnTo>
                    <a:pt x="1573" y="176"/>
                  </a:lnTo>
                  <a:lnTo>
                    <a:pt x="1577" y="180"/>
                  </a:lnTo>
                  <a:lnTo>
                    <a:pt x="1580" y="180"/>
                  </a:lnTo>
                  <a:lnTo>
                    <a:pt x="1584" y="184"/>
                  </a:lnTo>
                  <a:lnTo>
                    <a:pt x="1587" y="184"/>
                  </a:lnTo>
                  <a:lnTo>
                    <a:pt x="1591" y="184"/>
                  </a:lnTo>
                  <a:lnTo>
                    <a:pt x="1595" y="187"/>
                  </a:lnTo>
                  <a:lnTo>
                    <a:pt x="1598" y="187"/>
                  </a:lnTo>
                  <a:lnTo>
                    <a:pt x="1602" y="187"/>
                  </a:lnTo>
                  <a:lnTo>
                    <a:pt x="1605" y="187"/>
                  </a:lnTo>
                  <a:lnTo>
                    <a:pt x="1609" y="187"/>
                  </a:lnTo>
                  <a:lnTo>
                    <a:pt x="1613" y="184"/>
                  </a:lnTo>
                  <a:lnTo>
                    <a:pt x="1616" y="184"/>
                  </a:lnTo>
                  <a:lnTo>
                    <a:pt x="1620" y="184"/>
                  </a:lnTo>
                  <a:lnTo>
                    <a:pt x="1623" y="180"/>
                  </a:lnTo>
                  <a:lnTo>
                    <a:pt x="1627" y="180"/>
                  </a:lnTo>
                  <a:lnTo>
                    <a:pt x="1631" y="176"/>
                  </a:lnTo>
                  <a:lnTo>
                    <a:pt x="1634" y="176"/>
                  </a:lnTo>
                  <a:lnTo>
                    <a:pt x="1638" y="173"/>
                  </a:lnTo>
                  <a:lnTo>
                    <a:pt x="1641" y="169"/>
                  </a:lnTo>
                  <a:lnTo>
                    <a:pt x="1645" y="169"/>
                  </a:lnTo>
                  <a:lnTo>
                    <a:pt x="1649" y="166"/>
                  </a:lnTo>
                  <a:lnTo>
                    <a:pt x="1652" y="162"/>
                  </a:lnTo>
                  <a:lnTo>
                    <a:pt x="1656" y="158"/>
                  </a:lnTo>
                  <a:lnTo>
                    <a:pt x="1659" y="158"/>
                  </a:lnTo>
                  <a:lnTo>
                    <a:pt x="1663" y="155"/>
                  </a:lnTo>
                  <a:lnTo>
                    <a:pt x="1667" y="151"/>
                  </a:lnTo>
                  <a:lnTo>
                    <a:pt x="1670" y="148"/>
                  </a:lnTo>
                  <a:lnTo>
                    <a:pt x="1674" y="144"/>
                  </a:lnTo>
                  <a:lnTo>
                    <a:pt x="1677" y="140"/>
                  </a:lnTo>
                  <a:lnTo>
                    <a:pt x="1681" y="137"/>
                  </a:lnTo>
                  <a:lnTo>
                    <a:pt x="1685" y="133"/>
                  </a:lnTo>
                  <a:lnTo>
                    <a:pt x="1688" y="130"/>
                  </a:lnTo>
                  <a:lnTo>
                    <a:pt x="1692" y="126"/>
                  </a:lnTo>
                  <a:lnTo>
                    <a:pt x="1695" y="122"/>
                  </a:lnTo>
                  <a:lnTo>
                    <a:pt x="1699" y="119"/>
                  </a:lnTo>
                  <a:lnTo>
                    <a:pt x="1703" y="119"/>
                  </a:lnTo>
                  <a:lnTo>
                    <a:pt x="1706" y="115"/>
                  </a:lnTo>
                  <a:lnTo>
                    <a:pt x="1710" y="112"/>
                  </a:lnTo>
                  <a:lnTo>
                    <a:pt x="1713" y="108"/>
                  </a:lnTo>
                  <a:lnTo>
                    <a:pt x="1717" y="108"/>
                  </a:lnTo>
                  <a:lnTo>
                    <a:pt x="1721" y="104"/>
                  </a:lnTo>
                  <a:lnTo>
                    <a:pt x="1724" y="104"/>
                  </a:lnTo>
                  <a:lnTo>
                    <a:pt x="1728" y="101"/>
                  </a:lnTo>
                  <a:lnTo>
                    <a:pt x="1731" y="101"/>
                  </a:lnTo>
                  <a:lnTo>
                    <a:pt x="1735" y="101"/>
                  </a:lnTo>
                  <a:lnTo>
                    <a:pt x="1739" y="101"/>
                  </a:lnTo>
                  <a:lnTo>
                    <a:pt x="1742" y="101"/>
                  </a:lnTo>
                  <a:lnTo>
                    <a:pt x="1746" y="101"/>
                  </a:lnTo>
                  <a:lnTo>
                    <a:pt x="1749" y="101"/>
                  </a:lnTo>
                  <a:lnTo>
                    <a:pt x="1753" y="101"/>
                  </a:lnTo>
                  <a:lnTo>
                    <a:pt x="1757" y="104"/>
                  </a:lnTo>
                  <a:lnTo>
                    <a:pt x="1760" y="104"/>
                  </a:lnTo>
                  <a:lnTo>
                    <a:pt x="1764" y="104"/>
                  </a:lnTo>
                  <a:lnTo>
                    <a:pt x="1767" y="108"/>
                  </a:lnTo>
                  <a:lnTo>
                    <a:pt x="1771" y="108"/>
                  </a:lnTo>
                  <a:lnTo>
                    <a:pt x="1775" y="112"/>
                  </a:lnTo>
                  <a:lnTo>
                    <a:pt x="1778" y="115"/>
                  </a:lnTo>
                  <a:lnTo>
                    <a:pt x="1782" y="119"/>
                  </a:lnTo>
                  <a:lnTo>
                    <a:pt x="1785" y="119"/>
                  </a:lnTo>
                  <a:lnTo>
                    <a:pt x="1789" y="122"/>
                  </a:lnTo>
                  <a:lnTo>
                    <a:pt x="1793" y="126"/>
                  </a:lnTo>
                  <a:lnTo>
                    <a:pt x="1796" y="130"/>
                  </a:lnTo>
                  <a:lnTo>
                    <a:pt x="1800" y="133"/>
                  </a:lnTo>
                  <a:lnTo>
                    <a:pt x="1803" y="137"/>
                  </a:lnTo>
                  <a:lnTo>
                    <a:pt x="1807" y="140"/>
                  </a:lnTo>
                  <a:lnTo>
                    <a:pt x="1811" y="144"/>
                  </a:lnTo>
                  <a:lnTo>
                    <a:pt x="1814" y="148"/>
                  </a:lnTo>
                  <a:lnTo>
                    <a:pt x="1818" y="151"/>
                  </a:lnTo>
                  <a:lnTo>
                    <a:pt x="1821" y="155"/>
                  </a:lnTo>
                  <a:lnTo>
                    <a:pt x="1825" y="158"/>
                  </a:lnTo>
                  <a:lnTo>
                    <a:pt x="1829" y="162"/>
                  </a:lnTo>
                  <a:lnTo>
                    <a:pt x="1832" y="166"/>
                  </a:lnTo>
                  <a:lnTo>
                    <a:pt x="1836" y="169"/>
                  </a:lnTo>
                  <a:lnTo>
                    <a:pt x="1839" y="173"/>
                  </a:lnTo>
                  <a:lnTo>
                    <a:pt x="1843" y="176"/>
                  </a:lnTo>
                  <a:lnTo>
                    <a:pt x="1847" y="180"/>
                  </a:lnTo>
                  <a:lnTo>
                    <a:pt x="1850" y="180"/>
                  </a:lnTo>
                  <a:lnTo>
                    <a:pt x="1854" y="184"/>
                  </a:lnTo>
                  <a:lnTo>
                    <a:pt x="1857" y="187"/>
                  </a:lnTo>
                  <a:lnTo>
                    <a:pt x="1861" y="187"/>
                  </a:lnTo>
                  <a:lnTo>
                    <a:pt x="1865" y="191"/>
                  </a:lnTo>
                  <a:lnTo>
                    <a:pt x="1868" y="191"/>
                  </a:lnTo>
                  <a:lnTo>
                    <a:pt x="1872" y="191"/>
                  </a:lnTo>
                  <a:lnTo>
                    <a:pt x="1875" y="191"/>
                  </a:lnTo>
                  <a:lnTo>
                    <a:pt x="1879" y="191"/>
                  </a:lnTo>
                  <a:lnTo>
                    <a:pt x="1883" y="194"/>
                  </a:lnTo>
                  <a:lnTo>
                    <a:pt x="1886" y="191"/>
                  </a:lnTo>
                  <a:lnTo>
                    <a:pt x="1890" y="191"/>
                  </a:lnTo>
                  <a:lnTo>
                    <a:pt x="1893" y="191"/>
                  </a:lnTo>
                  <a:lnTo>
                    <a:pt x="1897" y="191"/>
                  </a:lnTo>
                  <a:lnTo>
                    <a:pt x="1901" y="187"/>
                  </a:lnTo>
                  <a:lnTo>
                    <a:pt x="1904" y="187"/>
                  </a:lnTo>
                  <a:lnTo>
                    <a:pt x="1908" y="184"/>
                  </a:lnTo>
                  <a:lnTo>
                    <a:pt x="1911" y="184"/>
                  </a:lnTo>
                  <a:lnTo>
                    <a:pt x="1915" y="180"/>
                  </a:lnTo>
                  <a:lnTo>
                    <a:pt x="1919" y="176"/>
                  </a:lnTo>
                  <a:lnTo>
                    <a:pt x="1922" y="173"/>
                  </a:lnTo>
                  <a:lnTo>
                    <a:pt x="1926" y="169"/>
                  </a:lnTo>
                  <a:lnTo>
                    <a:pt x="1929" y="166"/>
                  </a:lnTo>
                  <a:lnTo>
                    <a:pt x="1933" y="162"/>
                  </a:lnTo>
                  <a:lnTo>
                    <a:pt x="1937" y="158"/>
                  </a:lnTo>
                  <a:lnTo>
                    <a:pt x="1940" y="155"/>
                  </a:lnTo>
                  <a:lnTo>
                    <a:pt x="1944" y="151"/>
                  </a:lnTo>
                  <a:lnTo>
                    <a:pt x="1947" y="148"/>
                  </a:lnTo>
                  <a:lnTo>
                    <a:pt x="1951" y="144"/>
                  </a:lnTo>
                  <a:lnTo>
                    <a:pt x="1955" y="140"/>
                  </a:lnTo>
                  <a:lnTo>
                    <a:pt x="1958" y="137"/>
                  </a:lnTo>
                  <a:lnTo>
                    <a:pt x="1962" y="133"/>
                  </a:lnTo>
                  <a:lnTo>
                    <a:pt x="1965" y="130"/>
                  </a:lnTo>
                  <a:lnTo>
                    <a:pt x="1969" y="126"/>
                  </a:lnTo>
                  <a:lnTo>
                    <a:pt x="1973" y="122"/>
                  </a:lnTo>
                  <a:lnTo>
                    <a:pt x="1976" y="119"/>
                  </a:lnTo>
                  <a:lnTo>
                    <a:pt x="1980" y="115"/>
                  </a:lnTo>
                  <a:lnTo>
                    <a:pt x="1983" y="112"/>
                  </a:lnTo>
                  <a:lnTo>
                    <a:pt x="1987" y="108"/>
                  </a:lnTo>
                  <a:lnTo>
                    <a:pt x="1991" y="104"/>
                  </a:lnTo>
                  <a:lnTo>
                    <a:pt x="1994" y="101"/>
                  </a:lnTo>
                  <a:lnTo>
                    <a:pt x="1998" y="101"/>
                  </a:lnTo>
                  <a:lnTo>
                    <a:pt x="2001" y="97"/>
                  </a:lnTo>
                  <a:lnTo>
                    <a:pt x="2005" y="97"/>
                  </a:lnTo>
                  <a:lnTo>
                    <a:pt x="2009" y="94"/>
                  </a:lnTo>
                  <a:lnTo>
                    <a:pt x="2012" y="94"/>
                  </a:lnTo>
                  <a:lnTo>
                    <a:pt x="2016" y="94"/>
                  </a:lnTo>
                  <a:lnTo>
                    <a:pt x="2019" y="94"/>
                  </a:lnTo>
                  <a:lnTo>
                    <a:pt x="2023" y="94"/>
                  </a:lnTo>
                  <a:lnTo>
                    <a:pt x="2027" y="94"/>
                  </a:lnTo>
                  <a:lnTo>
                    <a:pt x="2030" y="94"/>
                  </a:lnTo>
                  <a:lnTo>
                    <a:pt x="2034" y="97"/>
                  </a:lnTo>
                  <a:lnTo>
                    <a:pt x="2037" y="97"/>
                  </a:lnTo>
                  <a:lnTo>
                    <a:pt x="2041" y="97"/>
                  </a:lnTo>
                  <a:lnTo>
                    <a:pt x="2045" y="101"/>
                  </a:lnTo>
                  <a:lnTo>
                    <a:pt x="2048" y="101"/>
                  </a:lnTo>
                  <a:lnTo>
                    <a:pt x="2052" y="104"/>
                  </a:lnTo>
                  <a:lnTo>
                    <a:pt x="2055" y="108"/>
                  </a:lnTo>
                  <a:lnTo>
                    <a:pt x="2059" y="112"/>
                  </a:lnTo>
                  <a:lnTo>
                    <a:pt x="2063" y="115"/>
                  </a:lnTo>
                  <a:lnTo>
                    <a:pt x="2066" y="119"/>
                  </a:lnTo>
                  <a:lnTo>
                    <a:pt x="2070" y="122"/>
                  </a:lnTo>
                  <a:lnTo>
                    <a:pt x="2073" y="126"/>
                  </a:lnTo>
                  <a:lnTo>
                    <a:pt x="2077" y="130"/>
                  </a:lnTo>
                  <a:lnTo>
                    <a:pt x="2081" y="133"/>
                  </a:lnTo>
                  <a:lnTo>
                    <a:pt x="2084" y="137"/>
                  </a:lnTo>
                  <a:lnTo>
                    <a:pt x="2088" y="140"/>
                  </a:lnTo>
                  <a:lnTo>
                    <a:pt x="2091" y="144"/>
                  </a:lnTo>
                  <a:lnTo>
                    <a:pt x="2095" y="148"/>
                  </a:lnTo>
                  <a:lnTo>
                    <a:pt x="2095" y="151"/>
                  </a:lnTo>
                  <a:lnTo>
                    <a:pt x="2099" y="155"/>
                  </a:lnTo>
                  <a:lnTo>
                    <a:pt x="2102" y="158"/>
                  </a:lnTo>
                  <a:lnTo>
                    <a:pt x="2106" y="162"/>
                  </a:lnTo>
                  <a:lnTo>
                    <a:pt x="2109" y="166"/>
                  </a:lnTo>
                  <a:lnTo>
                    <a:pt x="2113" y="169"/>
                  </a:lnTo>
                  <a:lnTo>
                    <a:pt x="2117" y="173"/>
                  </a:lnTo>
                  <a:lnTo>
                    <a:pt x="2120" y="176"/>
                  </a:lnTo>
                  <a:lnTo>
                    <a:pt x="2124" y="180"/>
                  </a:lnTo>
                  <a:lnTo>
                    <a:pt x="2127" y="184"/>
                  </a:lnTo>
                  <a:lnTo>
                    <a:pt x="2131" y="187"/>
                  </a:lnTo>
                  <a:lnTo>
                    <a:pt x="2135" y="191"/>
                  </a:lnTo>
                  <a:lnTo>
                    <a:pt x="2138" y="194"/>
                  </a:lnTo>
                  <a:lnTo>
                    <a:pt x="2142" y="198"/>
                  </a:lnTo>
                  <a:lnTo>
                    <a:pt x="2145" y="198"/>
                  </a:lnTo>
                  <a:lnTo>
                    <a:pt x="2149" y="198"/>
                  </a:lnTo>
                  <a:lnTo>
                    <a:pt x="2153" y="202"/>
                  </a:lnTo>
                  <a:lnTo>
                    <a:pt x="2156" y="202"/>
                  </a:lnTo>
                  <a:lnTo>
                    <a:pt x="2160" y="202"/>
                  </a:lnTo>
                  <a:lnTo>
                    <a:pt x="2163" y="202"/>
                  </a:lnTo>
                  <a:lnTo>
                    <a:pt x="2167" y="202"/>
                  </a:lnTo>
                  <a:lnTo>
                    <a:pt x="2171" y="198"/>
                  </a:lnTo>
                  <a:lnTo>
                    <a:pt x="2174" y="198"/>
                  </a:lnTo>
                  <a:lnTo>
                    <a:pt x="2178" y="198"/>
                  </a:lnTo>
                  <a:lnTo>
                    <a:pt x="2181" y="194"/>
                  </a:lnTo>
                  <a:lnTo>
                    <a:pt x="2185" y="191"/>
                  </a:lnTo>
                  <a:lnTo>
                    <a:pt x="2189" y="191"/>
                  </a:lnTo>
                  <a:lnTo>
                    <a:pt x="2192" y="187"/>
                  </a:lnTo>
                  <a:lnTo>
                    <a:pt x="2196" y="184"/>
                  </a:lnTo>
                  <a:lnTo>
                    <a:pt x="2199" y="180"/>
                  </a:lnTo>
                  <a:lnTo>
                    <a:pt x="2203" y="176"/>
                  </a:lnTo>
                  <a:lnTo>
                    <a:pt x="2207" y="173"/>
                  </a:lnTo>
                  <a:lnTo>
                    <a:pt x="2210" y="169"/>
                  </a:lnTo>
                  <a:lnTo>
                    <a:pt x="2214" y="166"/>
                  </a:lnTo>
                  <a:lnTo>
                    <a:pt x="2217" y="162"/>
                  </a:lnTo>
                  <a:lnTo>
                    <a:pt x="2221" y="158"/>
                  </a:lnTo>
                  <a:lnTo>
                    <a:pt x="2225" y="155"/>
                  </a:lnTo>
                  <a:lnTo>
                    <a:pt x="2225" y="151"/>
                  </a:lnTo>
                  <a:lnTo>
                    <a:pt x="2228" y="148"/>
                  </a:lnTo>
                  <a:lnTo>
                    <a:pt x="2232" y="144"/>
                  </a:lnTo>
                  <a:lnTo>
                    <a:pt x="2235" y="140"/>
                  </a:lnTo>
                  <a:lnTo>
                    <a:pt x="2235" y="137"/>
                  </a:lnTo>
                  <a:lnTo>
                    <a:pt x="2239" y="133"/>
                  </a:lnTo>
                  <a:lnTo>
                    <a:pt x="2243" y="130"/>
                  </a:lnTo>
                  <a:lnTo>
                    <a:pt x="2246" y="126"/>
                  </a:lnTo>
                  <a:lnTo>
                    <a:pt x="2250" y="122"/>
                  </a:lnTo>
                  <a:lnTo>
                    <a:pt x="2250" y="119"/>
                  </a:lnTo>
                  <a:lnTo>
                    <a:pt x="2253" y="115"/>
                  </a:lnTo>
                  <a:lnTo>
                    <a:pt x="2257" y="112"/>
                  </a:lnTo>
                  <a:lnTo>
                    <a:pt x="2261" y="108"/>
                  </a:lnTo>
                  <a:lnTo>
                    <a:pt x="2264" y="104"/>
                  </a:lnTo>
                  <a:lnTo>
                    <a:pt x="2268" y="101"/>
                  </a:lnTo>
                  <a:lnTo>
                    <a:pt x="2271" y="97"/>
                  </a:lnTo>
                  <a:lnTo>
                    <a:pt x="2275" y="94"/>
                  </a:lnTo>
                  <a:lnTo>
                    <a:pt x="2279" y="90"/>
                  </a:lnTo>
                  <a:lnTo>
                    <a:pt x="2282" y="90"/>
                  </a:lnTo>
                  <a:lnTo>
                    <a:pt x="2286" y="86"/>
                  </a:lnTo>
                  <a:lnTo>
                    <a:pt x="2289" y="86"/>
                  </a:lnTo>
                  <a:lnTo>
                    <a:pt x="2293" y="83"/>
                  </a:lnTo>
                  <a:lnTo>
                    <a:pt x="2297" y="83"/>
                  </a:lnTo>
                  <a:lnTo>
                    <a:pt x="2300" y="83"/>
                  </a:lnTo>
                  <a:lnTo>
                    <a:pt x="2304" y="83"/>
                  </a:lnTo>
                  <a:lnTo>
                    <a:pt x="2307" y="83"/>
                  </a:lnTo>
                  <a:lnTo>
                    <a:pt x="2311" y="86"/>
                  </a:lnTo>
                  <a:lnTo>
                    <a:pt x="2315" y="86"/>
                  </a:lnTo>
                  <a:lnTo>
                    <a:pt x="2318" y="90"/>
                  </a:lnTo>
                  <a:lnTo>
                    <a:pt x="2322" y="90"/>
                  </a:lnTo>
                  <a:lnTo>
                    <a:pt x="2325" y="94"/>
                  </a:lnTo>
                  <a:lnTo>
                    <a:pt x="2329" y="97"/>
                  </a:lnTo>
                  <a:lnTo>
                    <a:pt x="2333" y="101"/>
                  </a:lnTo>
                  <a:lnTo>
                    <a:pt x="2336" y="104"/>
                  </a:lnTo>
                  <a:lnTo>
                    <a:pt x="2340" y="108"/>
                  </a:lnTo>
                  <a:lnTo>
                    <a:pt x="2343" y="112"/>
                  </a:lnTo>
                  <a:lnTo>
                    <a:pt x="2347" y="115"/>
                  </a:lnTo>
                  <a:lnTo>
                    <a:pt x="2351" y="119"/>
                  </a:lnTo>
                  <a:lnTo>
                    <a:pt x="2354" y="122"/>
                  </a:lnTo>
                  <a:lnTo>
                    <a:pt x="2358" y="126"/>
                  </a:lnTo>
                  <a:lnTo>
                    <a:pt x="2361" y="130"/>
                  </a:lnTo>
                  <a:lnTo>
                    <a:pt x="2361" y="133"/>
                  </a:lnTo>
                  <a:lnTo>
                    <a:pt x="2365" y="137"/>
                  </a:lnTo>
                  <a:lnTo>
                    <a:pt x="2365" y="140"/>
                  </a:lnTo>
                  <a:lnTo>
                    <a:pt x="2369" y="144"/>
                  </a:lnTo>
                  <a:lnTo>
                    <a:pt x="2372" y="148"/>
                  </a:lnTo>
                  <a:lnTo>
                    <a:pt x="2372" y="151"/>
                  </a:lnTo>
                  <a:lnTo>
                    <a:pt x="2376" y="155"/>
                  </a:lnTo>
                  <a:lnTo>
                    <a:pt x="2379" y="158"/>
                  </a:lnTo>
                  <a:lnTo>
                    <a:pt x="2383" y="162"/>
                  </a:lnTo>
                  <a:lnTo>
                    <a:pt x="2383" y="166"/>
                  </a:lnTo>
                  <a:lnTo>
                    <a:pt x="2387" y="169"/>
                  </a:lnTo>
                  <a:lnTo>
                    <a:pt x="2390" y="173"/>
                  </a:lnTo>
                  <a:lnTo>
                    <a:pt x="2390" y="176"/>
                  </a:lnTo>
                  <a:lnTo>
                    <a:pt x="2394" y="180"/>
                  </a:lnTo>
                  <a:lnTo>
                    <a:pt x="2397" y="184"/>
                  </a:lnTo>
                  <a:lnTo>
                    <a:pt x="2401" y="187"/>
                  </a:lnTo>
                  <a:lnTo>
                    <a:pt x="2405" y="191"/>
                  </a:lnTo>
                  <a:lnTo>
                    <a:pt x="2408" y="194"/>
                  </a:lnTo>
                  <a:lnTo>
                    <a:pt x="2412" y="198"/>
                  </a:lnTo>
                  <a:lnTo>
                    <a:pt x="2415" y="202"/>
                  </a:lnTo>
                  <a:lnTo>
                    <a:pt x="2419" y="205"/>
                  </a:lnTo>
                  <a:lnTo>
                    <a:pt x="2423" y="209"/>
                  </a:lnTo>
                  <a:lnTo>
                    <a:pt x="2426" y="209"/>
                  </a:lnTo>
                  <a:lnTo>
                    <a:pt x="2430" y="212"/>
                  </a:lnTo>
                  <a:lnTo>
                    <a:pt x="2433" y="212"/>
                  </a:lnTo>
                  <a:lnTo>
                    <a:pt x="2437" y="212"/>
                  </a:lnTo>
                  <a:lnTo>
                    <a:pt x="2441" y="212"/>
                  </a:lnTo>
                  <a:lnTo>
                    <a:pt x="2444" y="212"/>
                  </a:lnTo>
                  <a:lnTo>
                    <a:pt x="2448" y="212"/>
                  </a:lnTo>
                  <a:lnTo>
                    <a:pt x="2451" y="209"/>
                  </a:lnTo>
                  <a:lnTo>
                    <a:pt x="2455" y="209"/>
                  </a:lnTo>
                  <a:lnTo>
                    <a:pt x="2459" y="205"/>
                  </a:lnTo>
                  <a:lnTo>
                    <a:pt x="2462" y="205"/>
                  </a:lnTo>
                  <a:lnTo>
                    <a:pt x="2466" y="202"/>
                  </a:lnTo>
                  <a:lnTo>
                    <a:pt x="2469" y="198"/>
                  </a:lnTo>
                  <a:lnTo>
                    <a:pt x="2473" y="194"/>
                  </a:lnTo>
                  <a:lnTo>
                    <a:pt x="2477" y="191"/>
                  </a:lnTo>
                  <a:lnTo>
                    <a:pt x="2480" y="187"/>
                  </a:lnTo>
                  <a:lnTo>
                    <a:pt x="2484" y="184"/>
                  </a:lnTo>
                  <a:lnTo>
                    <a:pt x="2487" y="180"/>
                  </a:lnTo>
                  <a:lnTo>
                    <a:pt x="2491" y="176"/>
                  </a:lnTo>
                  <a:lnTo>
                    <a:pt x="2491" y="173"/>
                  </a:lnTo>
                  <a:lnTo>
                    <a:pt x="2495" y="169"/>
                  </a:lnTo>
                  <a:lnTo>
                    <a:pt x="2495" y="166"/>
                  </a:lnTo>
                  <a:lnTo>
                    <a:pt x="2498" y="162"/>
                  </a:lnTo>
                  <a:lnTo>
                    <a:pt x="2502" y="158"/>
                  </a:lnTo>
                  <a:lnTo>
                    <a:pt x="2502" y="155"/>
                  </a:lnTo>
                  <a:lnTo>
                    <a:pt x="2505" y="151"/>
                  </a:lnTo>
                  <a:lnTo>
                    <a:pt x="2509" y="148"/>
                  </a:lnTo>
                  <a:lnTo>
                    <a:pt x="2509" y="144"/>
                  </a:lnTo>
                  <a:lnTo>
                    <a:pt x="2513" y="140"/>
                  </a:lnTo>
                  <a:lnTo>
                    <a:pt x="2513" y="137"/>
                  </a:lnTo>
                  <a:lnTo>
                    <a:pt x="2516" y="133"/>
                  </a:lnTo>
                  <a:lnTo>
                    <a:pt x="2520" y="130"/>
                  </a:lnTo>
                  <a:lnTo>
                    <a:pt x="2520" y="126"/>
                  </a:lnTo>
                  <a:lnTo>
                    <a:pt x="2523" y="122"/>
                  </a:lnTo>
                  <a:lnTo>
                    <a:pt x="2527" y="119"/>
                  </a:lnTo>
                  <a:lnTo>
                    <a:pt x="2527" y="115"/>
                  </a:lnTo>
                  <a:lnTo>
                    <a:pt x="2531" y="112"/>
                  </a:lnTo>
                  <a:lnTo>
                    <a:pt x="2534" y="108"/>
                  </a:lnTo>
                  <a:lnTo>
                    <a:pt x="2534" y="104"/>
                  </a:lnTo>
                  <a:lnTo>
                    <a:pt x="2538" y="101"/>
                  </a:lnTo>
                  <a:lnTo>
                    <a:pt x="2541" y="97"/>
                  </a:lnTo>
                  <a:lnTo>
                    <a:pt x="2545" y="94"/>
                  </a:lnTo>
                  <a:lnTo>
                    <a:pt x="2545" y="90"/>
                  </a:lnTo>
                  <a:lnTo>
                    <a:pt x="2549" y="86"/>
                  </a:lnTo>
                  <a:lnTo>
                    <a:pt x="2552" y="83"/>
                  </a:lnTo>
                  <a:lnTo>
                    <a:pt x="2556" y="79"/>
                  </a:lnTo>
                  <a:lnTo>
                    <a:pt x="2559" y="76"/>
                  </a:lnTo>
                  <a:lnTo>
                    <a:pt x="2563" y="72"/>
                  </a:lnTo>
                  <a:lnTo>
                    <a:pt x="2567" y="72"/>
                  </a:lnTo>
                  <a:lnTo>
                    <a:pt x="2570" y="72"/>
                  </a:lnTo>
                  <a:lnTo>
                    <a:pt x="2574" y="68"/>
                  </a:lnTo>
                  <a:lnTo>
                    <a:pt x="2577" y="68"/>
                  </a:lnTo>
                  <a:lnTo>
                    <a:pt x="2581" y="68"/>
                  </a:lnTo>
                  <a:lnTo>
                    <a:pt x="2585" y="68"/>
                  </a:lnTo>
                  <a:lnTo>
                    <a:pt x="2588" y="72"/>
                  </a:lnTo>
                  <a:lnTo>
                    <a:pt x="2592" y="72"/>
                  </a:lnTo>
                  <a:lnTo>
                    <a:pt x="2595" y="76"/>
                  </a:lnTo>
                  <a:lnTo>
                    <a:pt x="2599" y="76"/>
                  </a:lnTo>
                  <a:lnTo>
                    <a:pt x="2603" y="79"/>
                  </a:lnTo>
                  <a:lnTo>
                    <a:pt x="2606" y="83"/>
                  </a:lnTo>
                  <a:lnTo>
                    <a:pt x="2610" y="86"/>
                  </a:lnTo>
                  <a:lnTo>
                    <a:pt x="2613" y="90"/>
                  </a:lnTo>
                  <a:lnTo>
                    <a:pt x="2617" y="94"/>
                  </a:lnTo>
                  <a:lnTo>
                    <a:pt x="2621" y="97"/>
                  </a:lnTo>
                  <a:lnTo>
                    <a:pt x="2621" y="101"/>
                  </a:lnTo>
                  <a:lnTo>
                    <a:pt x="2624" y="104"/>
                  </a:lnTo>
                  <a:lnTo>
                    <a:pt x="2628" y="108"/>
                  </a:lnTo>
                  <a:lnTo>
                    <a:pt x="2628" y="112"/>
                  </a:lnTo>
                  <a:lnTo>
                    <a:pt x="2631" y="115"/>
                  </a:lnTo>
                  <a:lnTo>
                    <a:pt x="2635" y="119"/>
                  </a:lnTo>
                  <a:lnTo>
                    <a:pt x="2635" y="122"/>
                  </a:lnTo>
                  <a:lnTo>
                    <a:pt x="2639" y="126"/>
                  </a:lnTo>
                  <a:lnTo>
                    <a:pt x="2639" y="130"/>
                  </a:lnTo>
                  <a:lnTo>
                    <a:pt x="2642" y="133"/>
                  </a:lnTo>
                  <a:lnTo>
                    <a:pt x="2642" y="137"/>
                  </a:lnTo>
                  <a:lnTo>
                    <a:pt x="2646" y="140"/>
                  </a:lnTo>
                  <a:lnTo>
                    <a:pt x="2649" y="144"/>
                  </a:lnTo>
                  <a:lnTo>
                    <a:pt x="2649" y="148"/>
                  </a:lnTo>
                  <a:lnTo>
                    <a:pt x="2653" y="151"/>
                  </a:lnTo>
                  <a:lnTo>
                    <a:pt x="2653" y="155"/>
                  </a:lnTo>
                  <a:lnTo>
                    <a:pt x="2657" y="158"/>
                  </a:lnTo>
                  <a:lnTo>
                    <a:pt x="2657" y="162"/>
                  </a:lnTo>
                  <a:lnTo>
                    <a:pt x="2660" y="166"/>
                  </a:lnTo>
                  <a:lnTo>
                    <a:pt x="2664" y="169"/>
                  </a:lnTo>
                  <a:lnTo>
                    <a:pt x="2664" y="173"/>
                  </a:lnTo>
                  <a:lnTo>
                    <a:pt x="2667" y="176"/>
                  </a:lnTo>
                  <a:lnTo>
                    <a:pt x="2667" y="180"/>
                  </a:lnTo>
                  <a:lnTo>
                    <a:pt x="2671" y="184"/>
                  </a:lnTo>
                  <a:lnTo>
                    <a:pt x="2671" y="187"/>
                  </a:lnTo>
                  <a:lnTo>
                    <a:pt x="2675" y="191"/>
                  </a:lnTo>
                  <a:lnTo>
                    <a:pt x="2678" y="194"/>
                  </a:lnTo>
                  <a:lnTo>
                    <a:pt x="2682" y="198"/>
                  </a:lnTo>
                  <a:lnTo>
                    <a:pt x="2682" y="202"/>
                  </a:lnTo>
                  <a:lnTo>
                    <a:pt x="2685" y="205"/>
                  </a:lnTo>
                  <a:lnTo>
                    <a:pt x="2685" y="209"/>
                  </a:lnTo>
                  <a:lnTo>
                    <a:pt x="2689" y="212"/>
                  </a:lnTo>
                  <a:lnTo>
                    <a:pt x="2693" y="216"/>
                  </a:lnTo>
                  <a:lnTo>
                    <a:pt x="2696" y="220"/>
                  </a:lnTo>
                  <a:lnTo>
                    <a:pt x="2700" y="223"/>
                  </a:lnTo>
                  <a:lnTo>
                    <a:pt x="2703" y="227"/>
                  </a:lnTo>
                  <a:lnTo>
                    <a:pt x="2707" y="227"/>
                  </a:lnTo>
                  <a:lnTo>
                    <a:pt x="2711" y="230"/>
                  </a:lnTo>
                  <a:lnTo>
                    <a:pt x="2714" y="230"/>
                  </a:lnTo>
                  <a:lnTo>
                    <a:pt x="2718" y="230"/>
                  </a:lnTo>
                  <a:lnTo>
                    <a:pt x="2721" y="230"/>
                  </a:lnTo>
                  <a:lnTo>
                    <a:pt x="2725" y="230"/>
                  </a:lnTo>
                  <a:lnTo>
                    <a:pt x="2729" y="230"/>
                  </a:lnTo>
                  <a:lnTo>
                    <a:pt x="2732" y="227"/>
                  </a:lnTo>
                  <a:lnTo>
                    <a:pt x="2736" y="223"/>
                  </a:lnTo>
                  <a:lnTo>
                    <a:pt x="2739" y="223"/>
                  </a:lnTo>
                  <a:lnTo>
                    <a:pt x="2743" y="220"/>
                  </a:lnTo>
                  <a:lnTo>
                    <a:pt x="2747" y="216"/>
                  </a:lnTo>
                  <a:lnTo>
                    <a:pt x="2750" y="212"/>
                  </a:lnTo>
                  <a:lnTo>
                    <a:pt x="2754" y="209"/>
                  </a:lnTo>
                  <a:lnTo>
                    <a:pt x="2754" y="205"/>
                  </a:lnTo>
                  <a:lnTo>
                    <a:pt x="2757" y="202"/>
                  </a:lnTo>
                  <a:lnTo>
                    <a:pt x="2761" y="198"/>
                  </a:lnTo>
                  <a:lnTo>
                    <a:pt x="2761" y="194"/>
                  </a:lnTo>
                  <a:lnTo>
                    <a:pt x="2765" y="191"/>
                  </a:lnTo>
                  <a:lnTo>
                    <a:pt x="2768" y="187"/>
                  </a:lnTo>
                  <a:lnTo>
                    <a:pt x="2768" y="184"/>
                  </a:lnTo>
                  <a:lnTo>
                    <a:pt x="2768" y="180"/>
                  </a:lnTo>
                  <a:lnTo>
                    <a:pt x="2772" y="176"/>
                  </a:lnTo>
                  <a:lnTo>
                    <a:pt x="2775" y="173"/>
                  </a:lnTo>
                  <a:lnTo>
                    <a:pt x="2775" y="169"/>
                  </a:lnTo>
                  <a:lnTo>
                    <a:pt x="2779" y="166"/>
                  </a:lnTo>
                  <a:lnTo>
                    <a:pt x="2779" y="162"/>
                  </a:lnTo>
                  <a:lnTo>
                    <a:pt x="2779" y="158"/>
                  </a:lnTo>
                  <a:lnTo>
                    <a:pt x="2783" y="155"/>
                  </a:lnTo>
                  <a:lnTo>
                    <a:pt x="2786" y="151"/>
                  </a:lnTo>
                  <a:lnTo>
                    <a:pt x="2786" y="148"/>
                  </a:lnTo>
                  <a:lnTo>
                    <a:pt x="2786" y="144"/>
                  </a:lnTo>
                  <a:lnTo>
                    <a:pt x="2790" y="140"/>
                  </a:lnTo>
                  <a:lnTo>
                    <a:pt x="2793" y="137"/>
                  </a:lnTo>
                  <a:lnTo>
                    <a:pt x="2793" y="133"/>
                  </a:lnTo>
                  <a:lnTo>
                    <a:pt x="2793" y="130"/>
                  </a:lnTo>
                  <a:lnTo>
                    <a:pt x="2797" y="126"/>
                  </a:lnTo>
                  <a:lnTo>
                    <a:pt x="2797" y="122"/>
                  </a:lnTo>
                  <a:lnTo>
                    <a:pt x="2801" y="119"/>
                  </a:lnTo>
                  <a:lnTo>
                    <a:pt x="2801" y="115"/>
                  </a:lnTo>
                  <a:lnTo>
                    <a:pt x="2804" y="112"/>
                  </a:lnTo>
                  <a:lnTo>
                    <a:pt x="2804" y="108"/>
                  </a:lnTo>
                  <a:lnTo>
                    <a:pt x="2808" y="104"/>
                  </a:lnTo>
                  <a:lnTo>
                    <a:pt x="2811" y="101"/>
                  </a:lnTo>
                  <a:lnTo>
                    <a:pt x="2811" y="97"/>
                  </a:lnTo>
                  <a:lnTo>
                    <a:pt x="2811" y="94"/>
                  </a:lnTo>
                  <a:lnTo>
                    <a:pt x="2815" y="90"/>
                  </a:lnTo>
                  <a:lnTo>
                    <a:pt x="2819" y="86"/>
                  </a:lnTo>
                  <a:lnTo>
                    <a:pt x="2819" y="83"/>
                  </a:lnTo>
                  <a:lnTo>
                    <a:pt x="2822" y="79"/>
                  </a:lnTo>
                  <a:lnTo>
                    <a:pt x="2822" y="76"/>
                  </a:lnTo>
                  <a:lnTo>
                    <a:pt x="2826" y="72"/>
                  </a:lnTo>
                  <a:lnTo>
                    <a:pt x="2829" y="68"/>
                  </a:lnTo>
                  <a:lnTo>
                    <a:pt x="2833" y="65"/>
                  </a:lnTo>
                  <a:lnTo>
                    <a:pt x="2837" y="61"/>
                  </a:lnTo>
                  <a:lnTo>
                    <a:pt x="2837" y="58"/>
                  </a:lnTo>
                  <a:lnTo>
                    <a:pt x="2840" y="54"/>
                  </a:lnTo>
                  <a:lnTo>
                    <a:pt x="2844" y="50"/>
                  </a:lnTo>
                  <a:lnTo>
                    <a:pt x="2847" y="47"/>
                  </a:lnTo>
                  <a:lnTo>
                    <a:pt x="2851" y="47"/>
                  </a:lnTo>
                  <a:lnTo>
                    <a:pt x="2855" y="47"/>
                  </a:lnTo>
                  <a:lnTo>
                    <a:pt x="2858" y="47"/>
                  </a:lnTo>
                  <a:lnTo>
                    <a:pt x="2862" y="47"/>
                  </a:lnTo>
                  <a:lnTo>
                    <a:pt x="2865" y="47"/>
                  </a:lnTo>
                  <a:lnTo>
                    <a:pt x="2869" y="47"/>
                  </a:lnTo>
                  <a:lnTo>
                    <a:pt x="2873" y="50"/>
                  </a:lnTo>
                  <a:lnTo>
                    <a:pt x="2876" y="54"/>
                  </a:lnTo>
                  <a:lnTo>
                    <a:pt x="2880" y="58"/>
                  </a:lnTo>
                  <a:lnTo>
                    <a:pt x="2883" y="61"/>
                  </a:lnTo>
                  <a:lnTo>
                    <a:pt x="2887" y="65"/>
                  </a:lnTo>
                  <a:lnTo>
                    <a:pt x="2891" y="68"/>
                  </a:lnTo>
                  <a:lnTo>
                    <a:pt x="2891" y="72"/>
                  </a:lnTo>
                  <a:lnTo>
                    <a:pt x="2894" y="76"/>
                  </a:lnTo>
                  <a:lnTo>
                    <a:pt x="2898" y="79"/>
                  </a:lnTo>
                  <a:lnTo>
                    <a:pt x="2898" y="83"/>
                  </a:lnTo>
                  <a:lnTo>
                    <a:pt x="2901" y="86"/>
                  </a:lnTo>
                  <a:lnTo>
                    <a:pt x="2905" y="90"/>
                  </a:lnTo>
                  <a:lnTo>
                    <a:pt x="2905" y="94"/>
                  </a:lnTo>
                  <a:lnTo>
                    <a:pt x="2905" y="97"/>
                  </a:lnTo>
                  <a:lnTo>
                    <a:pt x="2909" y="101"/>
                  </a:lnTo>
                  <a:lnTo>
                    <a:pt x="2909" y="104"/>
                  </a:lnTo>
                  <a:lnTo>
                    <a:pt x="2912" y="108"/>
                  </a:lnTo>
                  <a:lnTo>
                    <a:pt x="2912" y="112"/>
                  </a:lnTo>
                  <a:lnTo>
                    <a:pt x="2916" y="115"/>
                  </a:lnTo>
                  <a:lnTo>
                    <a:pt x="2916" y="119"/>
                  </a:lnTo>
                  <a:lnTo>
                    <a:pt x="2916" y="122"/>
                  </a:lnTo>
                  <a:lnTo>
                    <a:pt x="2919" y="126"/>
                  </a:lnTo>
                  <a:lnTo>
                    <a:pt x="2919" y="130"/>
                  </a:lnTo>
                  <a:lnTo>
                    <a:pt x="2923" y="133"/>
                  </a:lnTo>
                  <a:lnTo>
                    <a:pt x="2923" y="137"/>
                  </a:lnTo>
                  <a:lnTo>
                    <a:pt x="2927" y="140"/>
                  </a:lnTo>
                  <a:lnTo>
                    <a:pt x="2927" y="144"/>
                  </a:lnTo>
                  <a:lnTo>
                    <a:pt x="2927" y="148"/>
                  </a:lnTo>
                  <a:lnTo>
                    <a:pt x="2930" y="151"/>
                  </a:lnTo>
                  <a:lnTo>
                    <a:pt x="2930" y="155"/>
                  </a:lnTo>
                  <a:lnTo>
                    <a:pt x="2934" y="158"/>
                  </a:lnTo>
                  <a:lnTo>
                    <a:pt x="2934" y="162"/>
                  </a:lnTo>
                  <a:lnTo>
                    <a:pt x="2934" y="166"/>
                  </a:lnTo>
                  <a:lnTo>
                    <a:pt x="2937" y="169"/>
                  </a:lnTo>
                  <a:lnTo>
                    <a:pt x="2937" y="173"/>
                  </a:lnTo>
                  <a:lnTo>
                    <a:pt x="2941" y="176"/>
                  </a:lnTo>
                  <a:lnTo>
                    <a:pt x="2941" y="180"/>
                  </a:lnTo>
                  <a:lnTo>
                    <a:pt x="2945" y="184"/>
                  </a:lnTo>
                  <a:lnTo>
                    <a:pt x="2945" y="187"/>
                  </a:lnTo>
                  <a:lnTo>
                    <a:pt x="2948" y="191"/>
                  </a:lnTo>
                  <a:lnTo>
                    <a:pt x="2948" y="194"/>
                  </a:lnTo>
                  <a:lnTo>
                    <a:pt x="2948" y="198"/>
                  </a:lnTo>
                  <a:lnTo>
                    <a:pt x="2952" y="202"/>
                  </a:lnTo>
                  <a:lnTo>
                    <a:pt x="2952" y="205"/>
                  </a:lnTo>
                  <a:lnTo>
                    <a:pt x="2955" y="209"/>
                  </a:lnTo>
                  <a:lnTo>
                    <a:pt x="2955" y="212"/>
                  </a:lnTo>
                  <a:lnTo>
                    <a:pt x="2959" y="216"/>
                  </a:lnTo>
                  <a:lnTo>
                    <a:pt x="2959" y="220"/>
                  </a:lnTo>
                  <a:lnTo>
                    <a:pt x="2963" y="223"/>
                  </a:lnTo>
                  <a:lnTo>
                    <a:pt x="2963" y="227"/>
                  </a:lnTo>
                  <a:lnTo>
                    <a:pt x="2966" y="230"/>
                  </a:lnTo>
                  <a:lnTo>
                    <a:pt x="2966" y="234"/>
                  </a:lnTo>
                  <a:lnTo>
                    <a:pt x="2970" y="238"/>
                  </a:lnTo>
                  <a:lnTo>
                    <a:pt x="2973" y="241"/>
                  </a:lnTo>
                  <a:lnTo>
                    <a:pt x="2977" y="245"/>
                  </a:lnTo>
                  <a:lnTo>
                    <a:pt x="2977" y="248"/>
                  </a:lnTo>
                  <a:lnTo>
                    <a:pt x="2981" y="252"/>
                  </a:lnTo>
                  <a:lnTo>
                    <a:pt x="2984" y="256"/>
                  </a:lnTo>
                  <a:lnTo>
                    <a:pt x="2988" y="259"/>
                  </a:lnTo>
                  <a:lnTo>
                    <a:pt x="2991" y="259"/>
                  </a:lnTo>
                  <a:lnTo>
                    <a:pt x="2995" y="263"/>
                  </a:lnTo>
                  <a:lnTo>
                    <a:pt x="2999" y="263"/>
                  </a:lnTo>
                  <a:lnTo>
                    <a:pt x="3002" y="263"/>
                  </a:lnTo>
                  <a:lnTo>
                    <a:pt x="3006" y="259"/>
                  </a:lnTo>
                  <a:lnTo>
                    <a:pt x="3009" y="259"/>
                  </a:lnTo>
                  <a:lnTo>
                    <a:pt x="3013" y="256"/>
                  </a:lnTo>
                  <a:lnTo>
                    <a:pt x="3017" y="252"/>
                  </a:lnTo>
                  <a:lnTo>
                    <a:pt x="3020" y="248"/>
                  </a:lnTo>
                  <a:lnTo>
                    <a:pt x="3024" y="245"/>
                  </a:lnTo>
                  <a:lnTo>
                    <a:pt x="3027" y="241"/>
                  </a:lnTo>
                  <a:lnTo>
                    <a:pt x="3027" y="238"/>
                  </a:lnTo>
                  <a:lnTo>
                    <a:pt x="3031" y="234"/>
                  </a:lnTo>
                  <a:lnTo>
                    <a:pt x="3035" y="230"/>
                  </a:lnTo>
                  <a:lnTo>
                    <a:pt x="3035" y="227"/>
                  </a:lnTo>
                  <a:lnTo>
                    <a:pt x="3035" y="223"/>
                  </a:lnTo>
                  <a:lnTo>
                    <a:pt x="3038" y="220"/>
                  </a:lnTo>
                  <a:lnTo>
                    <a:pt x="3038" y="216"/>
                  </a:lnTo>
                  <a:lnTo>
                    <a:pt x="3042" y="212"/>
                  </a:lnTo>
                  <a:lnTo>
                    <a:pt x="3042" y="209"/>
                  </a:lnTo>
                  <a:lnTo>
                    <a:pt x="3045" y="205"/>
                  </a:lnTo>
                  <a:lnTo>
                    <a:pt x="3045" y="202"/>
                  </a:lnTo>
                  <a:lnTo>
                    <a:pt x="3045" y="198"/>
                  </a:lnTo>
                  <a:lnTo>
                    <a:pt x="3049" y="194"/>
                  </a:lnTo>
                  <a:lnTo>
                    <a:pt x="3049" y="191"/>
                  </a:lnTo>
                  <a:lnTo>
                    <a:pt x="3053" y="187"/>
                  </a:lnTo>
                  <a:lnTo>
                    <a:pt x="3053" y="184"/>
                  </a:lnTo>
                  <a:lnTo>
                    <a:pt x="3053" y="180"/>
                  </a:lnTo>
                  <a:lnTo>
                    <a:pt x="3056" y="176"/>
                  </a:lnTo>
                  <a:lnTo>
                    <a:pt x="3056" y="173"/>
                  </a:lnTo>
                  <a:lnTo>
                    <a:pt x="3056" y="169"/>
                  </a:lnTo>
                  <a:lnTo>
                    <a:pt x="3060" y="166"/>
                  </a:lnTo>
                  <a:lnTo>
                    <a:pt x="3060" y="162"/>
                  </a:lnTo>
                  <a:lnTo>
                    <a:pt x="3063" y="158"/>
                  </a:lnTo>
                  <a:lnTo>
                    <a:pt x="3063" y="151"/>
                  </a:lnTo>
                  <a:lnTo>
                    <a:pt x="3063" y="148"/>
                  </a:lnTo>
                  <a:lnTo>
                    <a:pt x="3067" y="144"/>
                  </a:lnTo>
                  <a:lnTo>
                    <a:pt x="3067" y="140"/>
                  </a:lnTo>
                  <a:lnTo>
                    <a:pt x="3071" y="137"/>
                  </a:lnTo>
                  <a:lnTo>
                    <a:pt x="3071" y="133"/>
                  </a:lnTo>
                  <a:lnTo>
                    <a:pt x="3071" y="130"/>
                  </a:lnTo>
                  <a:lnTo>
                    <a:pt x="3074" y="126"/>
                  </a:lnTo>
                  <a:lnTo>
                    <a:pt x="3074" y="119"/>
                  </a:lnTo>
                  <a:lnTo>
                    <a:pt x="3078" y="115"/>
                  </a:lnTo>
                  <a:lnTo>
                    <a:pt x="3078" y="112"/>
                  </a:lnTo>
                  <a:lnTo>
                    <a:pt x="3078" y="108"/>
                  </a:lnTo>
                  <a:lnTo>
                    <a:pt x="3081" y="104"/>
                  </a:lnTo>
                  <a:lnTo>
                    <a:pt x="3081" y="101"/>
                  </a:lnTo>
                  <a:lnTo>
                    <a:pt x="3081" y="97"/>
                  </a:lnTo>
                  <a:lnTo>
                    <a:pt x="3085" y="94"/>
                  </a:lnTo>
                  <a:lnTo>
                    <a:pt x="3085" y="90"/>
                  </a:lnTo>
                  <a:lnTo>
                    <a:pt x="3089" y="86"/>
                  </a:lnTo>
                  <a:lnTo>
                    <a:pt x="3089" y="79"/>
                  </a:lnTo>
                  <a:lnTo>
                    <a:pt x="3089" y="76"/>
                  </a:lnTo>
                  <a:lnTo>
                    <a:pt x="3092" y="72"/>
                  </a:lnTo>
                  <a:lnTo>
                    <a:pt x="3092" y="68"/>
                  </a:lnTo>
                  <a:lnTo>
                    <a:pt x="3096" y="65"/>
                  </a:lnTo>
                  <a:lnTo>
                    <a:pt x="3096" y="61"/>
                  </a:lnTo>
                  <a:lnTo>
                    <a:pt x="3096" y="58"/>
                  </a:lnTo>
                  <a:lnTo>
                    <a:pt x="3099" y="54"/>
                  </a:lnTo>
                  <a:lnTo>
                    <a:pt x="3099" y="50"/>
                  </a:lnTo>
                  <a:lnTo>
                    <a:pt x="3103" y="47"/>
                  </a:lnTo>
                  <a:lnTo>
                    <a:pt x="3103" y="43"/>
                  </a:lnTo>
                  <a:lnTo>
                    <a:pt x="3107" y="40"/>
                  </a:lnTo>
                  <a:lnTo>
                    <a:pt x="3107" y="36"/>
                  </a:lnTo>
                  <a:lnTo>
                    <a:pt x="3110" y="32"/>
                  </a:lnTo>
                  <a:lnTo>
                    <a:pt x="3110" y="29"/>
                  </a:lnTo>
                  <a:lnTo>
                    <a:pt x="3114" y="25"/>
                  </a:lnTo>
                  <a:lnTo>
                    <a:pt x="3114" y="22"/>
                  </a:lnTo>
                  <a:lnTo>
                    <a:pt x="3117" y="18"/>
                  </a:lnTo>
                  <a:lnTo>
                    <a:pt x="3121" y="14"/>
                  </a:lnTo>
                  <a:lnTo>
                    <a:pt x="3125" y="11"/>
                  </a:lnTo>
                  <a:lnTo>
                    <a:pt x="3128" y="7"/>
                  </a:lnTo>
                  <a:lnTo>
                    <a:pt x="3132" y="4"/>
                  </a:lnTo>
                  <a:lnTo>
                    <a:pt x="3135" y="4"/>
                  </a:lnTo>
                  <a:lnTo>
                    <a:pt x="3139" y="0"/>
                  </a:lnTo>
                  <a:lnTo>
                    <a:pt x="3143" y="4"/>
                  </a:lnTo>
                  <a:lnTo>
                    <a:pt x="3146" y="4"/>
                  </a:lnTo>
                  <a:lnTo>
                    <a:pt x="3150" y="7"/>
                  </a:lnTo>
                  <a:lnTo>
                    <a:pt x="3153" y="11"/>
                  </a:lnTo>
                  <a:lnTo>
                    <a:pt x="3157" y="14"/>
                  </a:lnTo>
                  <a:lnTo>
                    <a:pt x="3161" y="18"/>
                  </a:lnTo>
                  <a:lnTo>
                    <a:pt x="3164" y="22"/>
                  </a:lnTo>
                  <a:lnTo>
                    <a:pt x="3164" y="25"/>
                  </a:lnTo>
                  <a:lnTo>
                    <a:pt x="3168" y="29"/>
                  </a:lnTo>
                  <a:lnTo>
                    <a:pt x="3168" y="32"/>
                  </a:lnTo>
                  <a:lnTo>
                    <a:pt x="3171" y="36"/>
                  </a:lnTo>
                  <a:lnTo>
                    <a:pt x="3171" y="40"/>
                  </a:lnTo>
                  <a:lnTo>
                    <a:pt x="3175" y="43"/>
                  </a:lnTo>
                  <a:lnTo>
                    <a:pt x="3175" y="47"/>
                  </a:lnTo>
                  <a:lnTo>
                    <a:pt x="3175" y="50"/>
                  </a:lnTo>
                  <a:lnTo>
                    <a:pt x="3179" y="54"/>
                  </a:lnTo>
                  <a:lnTo>
                    <a:pt x="3179" y="58"/>
                  </a:lnTo>
                  <a:lnTo>
                    <a:pt x="3182" y="61"/>
                  </a:lnTo>
                  <a:lnTo>
                    <a:pt x="3182" y="65"/>
                  </a:lnTo>
                  <a:lnTo>
                    <a:pt x="3182" y="72"/>
                  </a:lnTo>
                  <a:lnTo>
                    <a:pt x="3186" y="76"/>
                  </a:lnTo>
                  <a:lnTo>
                    <a:pt x="3186" y="79"/>
                  </a:lnTo>
                  <a:lnTo>
                    <a:pt x="3186" y="83"/>
                  </a:lnTo>
                  <a:lnTo>
                    <a:pt x="3189" y="86"/>
                  </a:lnTo>
                  <a:lnTo>
                    <a:pt x="3189" y="94"/>
                  </a:lnTo>
                  <a:lnTo>
                    <a:pt x="3193" y="97"/>
                  </a:lnTo>
                  <a:lnTo>
                    <a:pt x="3193" y="101"/>
                  </a:lnTo>
                  <a:lnTo>
                    <a:pt x="3193" y="104"/>
                  </a:lnTo>
                  <a:lnTo>
                    <a:pt x="3197" y="112"/>
                  </a:lnTo>
                  <a:lnTo>
                    <a:pt x="3197" y="115"/>
                  </a:lnTo>
                  <a:lnTo>
                    <a:pt x="3200" y="119"/>
                  </a:lnTo>
                  <a:lnTo>
                    <a:pt x="3200" y="126"/>
                  </a:lnTo>
                  <a:lnTo>
                    <a:pt x="3200" y="130"/>
                  </a:lnTo>
                  <a:lnTo>
                    <a:pt x="3204" y="133"/>
                  </a:lnTo>
                  <a:lnTo>
                    <a:pt x="3204" y="140"/>
                  </a:lnTo>
                  <a:lnTo>
                    <a:pt x="3207" y="144"/>
                  </a:lnTo>
                  <a:lnTo>
                    <a:pt x="3207" y="151"/>
                  </a:lnTo>
                  <a:lnTo>
                    <a:pt x="3207" y="155"/>
                  </a:lnTo>
                  <a:lnTo>
                    <a:pt x="3211" y="158"/>
                  </a:lnTo>
                  <a:lnTo>
                    <a:pt x="3211" y="166"/>
                  </a:lnTo>
                  <a:lnTo>
                    <a:pt x="3211" y="169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5" name="Freeform 143"/>
            <p:cNvSpPr>
              <a:spLocks/>
            </p:cNvSpPr>
            <p:nvPr/>
          </p:nvSpPr>
          <p:spPr bwMode="auto">
            <a:xfrm>
              <a:off x="3960" y="1048"/>
              <a:ext cx="551" cy="2462"/>
            </a:xfrm>
            <a:custGeom>
              <a:avLst/>
              <a:gdLst/>
              <a:ahLst/>
              <a:cxnLst>
                <a:cxn ang="0">
                  <a:pos x="7" y="2073"/>
                </a:cxn>
                <a:cxn ang="0">
                  <a:pos x="18" y="2106"/>
                </a:cxn>
                <a:cxn ang="0">
                  <a:pos x="25" y="2131"/>
                </a:cxn>
                <a:cxn ang="0">
                  <a:pos x="32" y="2156"/>
                </a:cxn>
                <a:cxn ang="0">
                  <a:pos x="43" y="2178"/>
                </a:cxn>
                <a:cxn ang="0">
                  <a:pos x="54" y="2199"/>
                </a:cxn>
                <a:cxn ang="0">
                  <a:pos x="76" y="2207"/>
                </a:cxn>
                <a:cxn ang="0">
                  <a:pos x="90" y="2185"/>
                </a:cxn>
                <a:cxn ang="0">
                  <a:pos x="101" y="2163"/>
                </a:cxn>
                <a:cxn ang="0">
                  <a:pos x="108" y="2138"/>
                </a:cxn>
                <a:cxn ang="0">
                  <a:pos x="115" y="2106"/>
                </a:cxn>
                <a:cxn ang="0">
                  <a:pos x="126" y="2070"/>
                </a:cxn>
                <a:cxn ang="0">
                  <a:pos x="133" y="2030"/>
                </a:cxn>
                <a:cxn ang="0">
                  <a:pos x="140" y="1991"/>
                </a:cxn>
                <a:cxn ang="0">
                  <a:pos x="151" y="1947"/>
                </a:cxn>
                <a:cxn ang="0">
                  <a:pos x="158" y="1908"/>
                </a:cxn>
                <a:cxn ang="0">
                  <a:pos x="166" y="1872"/>
                </a:cxn>
                <a:cxn ang="0">
                  <a:pos x="173" y="1836"/>
                </a:cxn>
                <a:cxn ang="0">
                  <a:pos x="184" y="1807"/>
                </a:cxn>
                <a:cxn ang="0">
                  <a:pos x="191" y="1785"/>
                </a:cxn>
                <a:cxn ang="0">
                  <a:pos x="205" y="1764"/>
                </a:cxn>
                <a:cxn ang="0">
                  <a:pos x="223" y="1778"/>
                </a:cxn>
                <a:cxn ang="0">
                  <a:pos x="234" y="1803"/>
                </a:cxn>
                <a:cxn ang="0">
                  <a:pos x="241" y="1832"/>
                </a:cxn>
                <a:cxn ang="0">
                  <a:pos x="248" y="1872"/>
                </a:cxn>
                <a:cxn ang="0">
                  <a:pos x="259" y="1922"/>
                </a:cxn>
                <a:cxn ang="0">
                  <a:pos x="266" y="1976"/>
                </a:cxn>
                <a:cxn ang="0">
                  <a:pos x="274" y="2034"/>
                </a:cxn>
                <a:cxn ang="0">
                  <a:pos x="284" y="2095"/>
                </a:cxn>
                <a:cxn ang="0">
                  <a:pos x="292" y="2160"/>
                </a:cxn>
                <a:cxn ang="0">
                  <a:pos x="299" y="2225"/>
                </a:cxn>
                <a:cxn ang="0">
                  <a:pos x="310" y="2286"/>
                </a:cxn>
                <a:cxn ang="0">
                  <a:pos x="317" y="2340"/>
                </a:cxn>
                <a:cxn ang="0">
                  <a:pos x="324" y="2387"/>
                </a:cxn>
                <a:cxn ang="0">
                  <a:pos x="335" y="2423"/>
                </a:cxn>
                <a:cxn ang="0">
                  <a:pos x="342" y="2451"/>
                </a:cxn>
                <a:cxn ang="0">
                  <a:pos x="360" y="2459"/>
                </a:cxn>
                <a:cxn ang="0">
                  <a:pos x="367" y="2437"/>
                </a:cxn>
                <a:cxn ang="0">
                  <a:pos x="378" y="2397"/>
                </a:cxn>
                <a:cxn ang="0">
                  <a:pos x="385" y="2340"/>
                </a:cxn>
                <a:cxn ang="0">
                  <a:pos x="392" y="2264"/>
                </a:cxn>
                <a:cxn ang="0">
                  <a:pos x="403" y="2171"/>
                </a:cxn>
                <a:cxn ang="0">
                  <a:pos x="410" y="2063"/>
                </a:cxn>
                <a:cxn ang="0">
                  <a:pos x="418" y="1940"/>
                </a:cxn>
                <a:cxn ang="0">
                  <a:pos x="428" y="1803"/>
                </a:cxn>
                <a:cxn ang="0">
                  <a:pos x="436" y="1656"/>
                </a:cxn>
                <a:cxn ang="0">
                  <a:pos x="443" y="1497"/>
                </a:cxn>
                <a:cxn ang="0">
                  <a:pos x="454" y="1335"/>
                </a:cxn>
                <a:cxn ang="0">
                  <a:pos x="461" y="1170"/>
                </a:cxn>
                <a:cxn ang="0">
                  <a:pos x="468" y="1004"/>
                </a:cxn>
                <a:cxn ang="0">
                  <a:pos x="475" y="842"/>
                </a:cxn>
                <a:cxn ang="0">
                  <a:pos x="486" y="684"/>
                </a:cxn>
                <a:cxn ang="0">
                  <a:pos x="493" y="540"/>
                </a:cxn>
                <a:cxn ang="0">
                  <a:pos x="500" y="407"/>
                </a:cxn>
                <a:cxn ang="0">
                  <a:pos x="511" y="288"/>
                </a:cxn>
                <a:cxn ang="0">
                  <a:pos x="518" y="187"/>
                </a:cxn>
                <a:cxn ang="0">
                  <a:pos x="526" y="108"/>
                </a:cxn>
                <a:cxn ang="0">
                  <a:pos x="536" y="50"/>
                </a:cxn>
                <a:cxn ang="0">
                  <a:pos x="544" y="14"/>
                </a:cxn>
              </a:cxnLst>
              <a:rect l="0" t="0" r="r" b="b"/>
              <a:pathLst>
                <a:path w="551" h="2462">
                  <a:moveTo>
                    <a:pt x="0" y="2048"/>
                  </a:moveTo>
                  <a:lnTo>
                    <a:pt x="4" y="2055"/>
                  </a:lnTo>
                  <a:lnTo>
                    <a:pt x="4" y="2059"/>
                  </a:lnTo>
                  <a:lnTo>
                    <a:pt x="7" y="2066"/>
                  </a:lnTo>
                  <a:lnTo>
                    <a:pt x="7" y="2070"/>
                  </a:lnTo>
                  <a:lnTo>
                    <a:pt x="7" y="2073"/>
                  </a:lnTo>
                  <a:lnTo>
                    <a:pt x="11" y="2081"/>
                  </a:lnTo>
                  <a:lnTo>
                    <a:pt x="11" y="2084"/>
                  </a:lnTo>
                  <a:lnTo>
                    <a:pt x="14" y="2091"/>
                  </a:lnTo>
                  <a:lnTo>
                    <a:pt x="14" y="2095"/>
                  </a:lnTo>
                  <a:lnTo>
                    <a:pt x="14" y="2099"/>
                  </a:lnTo>
                  <a:lnTo>
                    <a:pt x="18" y="2106"/>
                  </a:lnTo>
                  <a:lnTo>
                    <a:pt x="18" y="2109"/>
                  </a:lnTo>
                  <a:lnTo>
                    <a:pt x="22" y="2113"/>
                  </a:lnTo>
                  <a:lnTo>
                    <a:pt x="22" y="2120"/>
                  </a:lnTo>
                  <a:lnTo>
                    <a:pt x="22" y="2124"/>
                  </a:lnTo>
                  <a:lnTo>
                    <a:pt x="25" y="2127"/>
                  </a:lnTo>
                  <a:lnTo>
                    <a:pt x="25" y="2131"/>
                  </a:lnTo>
                  <a:lnTo>
                    <a:pt x="25" y="2138"/>
                  </a:lnTo>
                  <a:lnTo>
                    <a:pt x="29" y="2142"/>
                  </a:lnTo>
                  <a:lnTo>
                    <a:pt x="29" y="2145"/>
                  </a:lnTo>
                  <a:lnTo>
                    <a:pt x="32" y="2149"/>
                  </a:lnTo>
                  <a:lnTo>
                    <a:pt x="32" y="2153"/>
                  </a:lnTo>
                  <a:lnTo>
                    <a:pt x="32" y="2156"/>
                  </a:lnTo>
                  <a:lnTo>
                    <a:pt x="36" y="2160"/>
                  </a:lnTo>
                  <a:lnTo>
                    <a:pt x="36" y="2163"/>
                  </a:lnTo>
                  <a:lnTo>
                    <a:pt x="40" y="2167"/>
                  </a:lnTo>
                  <a:lnTo>
                    <a:pt x="40" y="2171"/>
                  </a:lnTo>
                  <a:lnTo>
                    <a:pt x="40" y="2174"/>
                  </a:lnTo>
                  <a:lnTo>
                    <a:pt x="43" y="2178"/>
                  </a:lnTo>
                  <a:lnTo>
                    <a:pt x="43" y="2181"/>
                  </a:lnTo>
                  <a:lnTo>
                    <a:pt x="47" y="2185"/>
                  </a:lnTo>
                  <a:lnTo>
                    <a:pt x="47" y="2189"/>
                  </a:lnTo>
                  <a:lnTo>
                    <a:pt x="50" y="2192"/>
                  </a:lnTo>
                  <a:lnTo>
                    <a:pt x="50" y="2196"/>
                  </a:lnTo>
                  <a:lnTo>
                    <a:pt x="54" y="2199"/>
                  </a:lnTo>
                  <a:lnTo>
                    <a:pt x="58" y="2203"/>
                  </a:lnTo>
                  <a:lnTo>
                    <a:pt x="61" y="2207"/>
                  </a:lnTo>
                  <a:lnTo>
                    <a:pt x="65" y="2207"/>
                  </a:lnTo>
                  <a:lnTo>
                    <a:pt x="68" y="2210"/>
                  </a:lnTo>
                  <a:lnTo>
                    <a:pt x="72" y="2207"/>
                  </a:lnTo>
                  <a:lnTo>
                    <a:pt x="76" y="2207"/>
                  </a:lnTo>
                  <a:lnTo>
                    <a:pt x="79" y="2203"/>
                  </a:lnTo>
                  <a:lnTo>
                    <a:pt x="83" y="2199"/>
                  </a:lnTo>
                  <a:lnTo>
                    <a:pt x="86" y="2196"/>
                  </a:lnTo>
                  <a:lnTo>
                    <a:pt x="86" y="2192"/>
                  </a:lnTo>
                  <a:lnTo>
                    <a:pt x="90" y="2189"/>
                  </a:lnTo>
                  <a:lnTo>
                    <a:pt x="90" y="2185"/>
                  </a:lnTo>
                  <a:lnTo>
                    <a:pt x="94" y="2181"/>
                  </a:lnTo>
                  <a:lnTo>
                    <a:pt x="94" y="2178"/>
                  </a:lnTo>
                  <a:lnTo>
                    <a:pt x="94" y="2174"/>
                  </a:lnTo>
                  <a:lnTo>
                    <a:pt x="97" y="2171"/>
                  </a:lnTo>
                  <a:lnTo>
                    <a:pt x="97" y="2167"/>
                  </a:lnTo>
                  <a:lnTo>
                    <a:pt x="101" y="2163"/>
                  </a:lnTo>
                  <a:lnTo>
                    <a:pt x="101" y="2160"/>
                  </a:lnTo>
                  <a:lnTo>
                    <a:pt x="101" y="2156"/>
                  </a:lnTo>
                  <a:lnTo>
                    <a:pt x="104" y="2153"/>
                  </a:lnTo>
                  <a:lnTo>
                    <a:pt x="104" y="2145"/>
                  </a:lnTo>
                  <a:lnTo>
                    <a:pt x="108" y="2142"/>
                  </a:lnTo>
                  <a:lnTo>
                    <a:pt x="108" y="2138"/>
                  </a:lnTo>
                  <a:lnTo>
                    <a:pt x="108" y="2131"/>
                  </a:lnTo>
                  <a:lnTo>
                    <a:pt x="112" y="2127"/>
                  </a:lnTo>
                  <a:lnTo>
                    <a:pt x="112" y="2124"/>
                  </a:lnTo>
                  <a:lnTo>
                    <a:pt x="112" y="2117"/>
                  </a:lnTo>
                  <a:lnTo>
                    <a:pt x="115" y="2113"/>
                  </a:lnTo>
                  <a:lnTo>
                    <a:pt x="115" y="2106"/>
                  </a:lnTo>
                  <a:lnTo>
                    <a:pt x="119" y="2099"/>
                  </a:lnTo>
                  <a:lnTo>
                    <a:pt x="119" y="2095"/>
                  </a:lnTo>
                  <a:lnTo>
                    <a:pt x="119" y="2088"/>
                  </a:lnTo>
                  <a:lnTo>
                    <a:pt x="122" y="2081"/>
                  </a:lnTo>
                  <a:lnTo>
                    <a:pt x="122" y="2077"/>
                  </a:lnTo>
                  <a:lnTo>
                    <a:pt x="126" y="2070"/>
                  </a:lnTo>
                  <a:lnTo>
                    <a:pt x="126" y="2063"/>
                  </a:lnTo>
                  <a:lnTo>
                    <a:pt x="126" y="2055"/>
                  </a:lnTo>
                  <a:lnTo>
                    <a:pt x="130" y="2052"/>
                  </a:lnTo>
                  <a:lnTo>
                    <a:pt x="130" y="2045"/>
                  </a:lnTo>
                  <a:lnTo>
                    <a:pt x="130" y="2037"/>
                  </a:lnTo>
                  <a:lnTo>
                    <a:pt x="133" y="2030"/>
                  </a:lnTo>
                  <a:lnTo>
                    <a:pt x="133" y="2023"/>
                  </a:lnTo>
                  <a:lnTo>
                    <a:pt x="137" y="2016"/>
                  </a:lnTo>
                  <a:lnTo>
                    <a:pt x="137" y="2009"/>
                  </a:lnTo>
                  <a:lnTo>
                    <a:pt x="137" y="2005"/>
                  </a:lnTo>
                  <a:lnTo>
                    <a:pt x="140" y="1998"/>
                  </a:lnTo>
                  <a:lnTo>
                    <a:pt x="140" y="1991"/>
                  </a:lnTo>
                  <a:lnTo>
                    <a:pt x="144" y="1983"/>
                  </a:lnTo>
                  <a:lnTo>
                    <a:pt x="144" y="1976"/>
                  </a:lnTo>
                  <a:lnTo>
                    <a:pt x="144" y="1969"/>
                  </a:lnTo>
                  <a:lnTo>
                    <a:pt x="148" y="1962"/>
                  </a:lnTo>
                  <a:lnTo>
                    <a:pt x="148" y="1955"/>
                  </a:lnTo>
                  <a:lnTo>
                    <a:pt x="151" y="1947"/>
                  </a:lnTo>
                  <a:lnTo>
                    <a:pt x="151" y="1940"/>
                  </a:lnTo>
                  <a:lnTo>
                    <a:pt x="151" y="1937"/>
                  </a:lnTo>
                  <a:lnTo>
                    <a:pt x="155" y="1929"/>
                  </a:lnTo>
                  <a:lnTo>
                    <a:pt x="155" y="1922"/>
                  </a:lnTo>
                  <a:lnTo>
                    <a:pt x="155" y="1915"/>
                  </a:lnTo>
                  <a:lnTo>
                    <a:pt x="158" y="1908"/>
                  </a:lnTo>
                  <a:lnTo>
                    <a:pt x="158" y="1901"/>
                  </a:lnTo>
                  <a:lnTo>
                    <a:pt x="162" y="1893"/>
                  </a:lnTo>
                  <a:lnTo>
                    <a:pt x="162" y="1890"/>
                  </a:lnTo>
                  <a:lnTo>
                    <a:pt x="162" y="1883"/>
                  </a:lnTo>
                  <a:lnTo>
                    <a:pt x="166" y="1875"/>
                  </a:lnTo>
                  <a:lnTo>
                    <a:pt x="166" y="1872"/>
                  </a:lnTo>
                  <a:lnTo>
                    <a:pt x="169" y="1865"/>
                  </a:lnTo>
                  <a:lnTo>
                    <a:pt x="169" y="1857"/>
                  </a:lnTo>
                  <a:lnTo>
                    <a:pt x="169" y="1854"/>
                  </a:lnTo>
                  <a:lnTo>
                    <a:pt x="173" y="1847"/>
                  </a:lnTo>
                  <a:lnTo>
                    <a:pt x="173" y="1843"/>
                  </a:lnTo>
                  <a:lnTo>
                    <a:pt x="173" y="1836"/>
                  </a:lnTo>
                  <a:lnTo>
                    <a:pt x="176" y="1832"/>
                  </a:lnTo>
                  <a:lnTo>
                    <a:pt x="176" y="1825"/>
                  </a:lnTo>
                  <a:lnTo>
                    <a:pt x="180" y="1821"/>
                  </a:lnTo>
                  <a:lnTo>
                    <a:pt x="180" y="1818"/>
                  </a:lnTo>
                  <a:lnTo>
                    <a:pt x="180" y="1811"/>
                  </a:lnTo>
                  <a:lnTo>
                    <a:pt x="184" y="1807"/>
                  </a:lnTo>
                  <a:lnTo>
                    <a:pt x="184" y="1803"/>
                  </a:lnTo>
                  <a:lnTo>
                    <a:pt x="187" y="1800"/>
                  </a:lnTo>
                  <a:lnTo>
                    <a:pt x="187" y="1796"/>
                  </a:lnTo>
                  <a:lnTo>
                    <a:pt x="187" y="1793"/>
                  </a:lnTo>
                  <a:lnTo>
                    <a:pt x="191" y="1789"/>
                  </a:lnTo>
                  <a:lnTo>
                    <a:pt x="191" y="1785"/>
                  </a:lnTo>
                  <a:lnTo>
                    <a:pt x="194" y="1782"/>
                  </a:lnTo>
                  <a:lnTo>
                    <a:pt x="194" y="1778"/>
                  </a:lnTo>
                  <a:lnTo>
                    <a:pt x="198" y="1775"/>
                  </a:lnTo>
                  <a:lnTo>
                    <a:pt x="198" y="1771"/>
                  </a:lnTo>
                  <a:lnTo>
                    <a:pt x="202" y="1767"/>
                  </a:lnTo>
                  <a:lnTo>
                    <a:pt x="205" y="1764"/>
                  </a:lnTo>
                  <a:lnTo>
                    <a:pt x="209" y="1764"/>
                  </a:lnTo>
                  <a:lnTo>
                    <a:pt x="212" y="1764"/>
                  </a:lnTo>
                  <a:lnTo>
                    <a:pt x="216" y="1767"/>
                  </a:lnTo>
                  <a:lnTo>
                    <a:pt x="220" y="1771"/>
                  </a:lnTo>
                  <a:lnTo>
                    <a:pt x="223" y="1775"/>
                  </a:lnTo>
                  <a:lnTo>
                    <a:pt x="223" y="1778"/>
                  </a:lnTo>
                  <a:lnTo>
                    <a:pt x="227" y="1782"/>
                  </a:lnTo>
                  <a:lnTo>
                    <a:pt x="227" y="1785"/>
                  </a:lnTo>
                  <a:lnTo>
                    <a:pt x="230" y="1789"/>
                  </a:lnTo>
                  <a:lnTo>
                    <a:pt x="230" y="1793"/>
                  </a:lnTo>
                  <a:lnTo>
                    <a:pt x="230" y="1796"/>
                  </a:lnTo>
                  <a:lnTo>
                    <a:pt x="234" y="1803"/>
                  </a:lnTo>
                  <a:lnTo>
                    <a:pt x="234" y="1807"/>
                  </a:lnTo>
                  <a:lnTo>
                    <a:pt x="238" y="1811"/>
                  </a:lnTo>
                  <a:lnTo>
                    <a:pt x="238" y="1818"/>
                  </a:lnTo>
                  <a:lnTo>
                    <a:pt x="238" y="1821"/>
                  </a:lnTo>
                  <a:lnTo>
                    <a:pt x="241" y="1829"/>
                  </a:lnTo>
                  <a:lnTo>
                    <a:pt x="241" y="1832"/>
                  </a:lnTo>
                  <a:lnTo>
                    <a:pt x="241" y="1839"/>
                  </a:lnTo>
                  <a:lnTo>
                    <a:pt x="245" y="1847"/>
                  </a:lnTo>
                  <a:lnTo>
                    <a:pt x="245" y="1850"/>
                  </a:lnTo>
                  <a:lnTo>
                    <a:pt x="248" y="1857"/>
                  </a:lnTo>
                  <a:lnTo>
                    <a:pt x="248" y="1865"/>
                  </a:lnTo>
                  <a:lnTo>
                    <a:pt x="248" y="1872"/>
                  </a:lnTo>
                  <a:lnTo>
                    <a:pt x="252" y="1879"/>
                  </a:lnTo>
                  <a:lnTo>
                    <a:pt x="252" y="1886"/>
                  </a:lnTo>
                  <a:lnTo>
                    <a:pt x="256" y="1897"/>
                  </a:lnTo>
                  <a:lnTo>
                    <a:pt x="256" y="1904"/>
                  </a:lnTo>
                  <a:lnTo>
                    <a:pt x="256" y="1911"/>
                  </a:lnTo>
                  <a:lnTo>
                    <a:pt x="259" y="1922"/>
                  </a:lnTo>
                  <a:lnTo>
                    <a:pt x="259" y="1929"/>
                  </a:lnTo>
                  <a:lnTo>
                    <a:pt x="259" y="1937"/>
                  </a:lnTo>
                  <a:lnTo>
                    <a:pt x="263" y="1947"/>
                  </a:lnTo>
                  <a:lnTo>
                    <a:pt x="263" y="1955"/>
                  </a:lnTo>
                  <a:lnTo>
                    <a:pt x="266" y="1965"/>
                  </a:lnTo>
                  <a:lnTo>
                    <a:pt x="266" y="1976"/>
                  </a:lnTo>
                  <a:lnTo>
                    <a:pt x="266" y="1983"/>
                  </a:lnTo>
                  <a:lnTo>
                    <a:pt x="270" y="1994"/>
                  </a:lnTo>
                  <a:lnTo>
                    <a:pt x="270" y="2005"/>
                  </a:lnTo>
                  <a:lnTo>
                    <a:pt x="274" y="2012"/>
                  </a:lnTo>
                  <a:lnTo>
                    <a:pt x="274" y="2023"/>
                  </a:lnTo>
                  <a:lnTo>
                    <a:pt x="274" y="2034"/>
                  </a:lnTo>
                  <a:lnTo>
                    <a:pt x="277" y="2045"/>
                  </a:lnTo>
                  <a:lnTo>
                    <a:pt x="277" y="2055"/>
                  </a:lnTo>
                  <a:lnTo>
                    <a:pt x="281" y="2066"/>
                  </a:lnTo>
                  <a:lnTo>
                    <a:pt x="281" y="2077"/>
                  </a:lnTo>
                  <a:lnTo>
                    <a:pt x="281" y="2088"/>
                  </a:lnTo>
                  <a:lnTo>
                    <a:pt x="284" y="2095"/>
                  </a:lnTo>
                  <a:lnTo>
                    <a:pt x="284" y="2106"/>
                  </a:lnTo>
                  <a:lnTo>
                    <a:pt x="284" y="2117"/>
                  </a:lnTo>
                  <a:lnTo>
                    <a:pt x="288" y="2127"/>
                  </a:lnTo>
                  <a:lnTo>
                    <a:pt x="288" y="2138"/>
                  </a:lnTo>
                  <a:lnTo>
                    <a:pt x="292" y="2149"/>
                  </a:lnTo>
                  <a:lnTo>
                    <a:pt x="292" y="2160"/>
                  </a:lnTo>
                  <a:lnTo>
                    <a:pt x="292" y="2171"/>
                  </a:lnTo>
                  <a:lnTo>
                    <a:pt x="295" y="2181"/>
                  </a:lnTo>
                  <a:lnTo>
                    <a:pt x="295" y="2192"/>
                  </a:lnTo>
                  <a:lnTo>
                    <a:pt x="299" y="2203"/>
                  </a:lnTo>
                  <a:lnTo>
                    <a:pt x="299" y="2214"/>
                  </a:lnTo>
                  <a:lnTo>
                    <a:pt x="299" y="2225"/>
                  </a:lnTo>
                  <a:lnTo>
                    <a:pt x="302" y="2235"/>
                  </a:lnTo>
                  <a:lnTo>
                    <a:pt x="302" y="2243"/>
                  </a:lnTo>
                  <a:lnTo>
                    <a:pt x="302" y="2253"/>
                  </a:lnTo>
                  <a:lnTo>
                    <a:pt x="306" y="2264"/>
                  </a:lnTo>
                  <a:lnTo>
                    <a:pt x="306" y="2275"/>
                  </a:lnTo>
                  <a:lnTo>
                    <a:pt x="310" y="2286"/>
                  </a:lnTo>
                  <a:lnTo>
                    <a:pt x="310" y="2293"/>
                  </a:lnTo>
                  <a:lnTo>
                    <a:pt x="310" y="2304"/>
                  </a:lnTo>
                  <a:lnTo>
                    <a:pt x="313" y="2311"/>
                  </a:lnTo>
                  <a:lnTo>
                    <a:pt x="313" y="2322"/>
                  </a:lnTo>
                  <a:lnTo>
                    <a:pt x="317" y="2329"/>
                  </a:lnTo>
                  <a:lnTo>
                    <a:pt x="317" y="2340"/>
                  </a:lnTo>
                  <a:lnTo>
                    <a:pt x="317" y="2347"/>
                  </a:lnTo>
                  <a:lnTo>
                    <a:pt x="320" y="2354"/>
                  </a:lnTo>
                  <a:lnTo>
                    <a:pt x="320" y="2365"/>
                  </a:lnTo>
                  <a:lnTo>
                    <a:pt x="324" y="2372"/>
                  </a:lnTo>
                  <a:lnTo>
                    <a:pt x="324" y="2379"/>
                  </a:lnTo>
                  <a:lnTo>
                    <a:pt x="324" y="2387"/>
                  </a:lnTo>
                  <a:lnTo>
                    <a:pt x="328" y="2394"/>
                  </a:lnTo>
                  <a:lnTo>
                    <a:pt x="328" y="2401"/>
                  </a:lnTo>
                  <a:lnTo>
                    <a:pt x="328" y="2408"/>
                  </a:lnTo>
                  <a:lnTo>
                    <a:pt x="331" y="2412"/>
                  </a:lnTo>
                  <a:lnTo>
                    <a:pt x="331" y="2419"/>
                  </a:lnTo>
                  <a:lnTo>
                    <a:pt x="335" y="2423"/>
                  </a:lnTo>
                  <a:lnTo>
                    <a:pt x="335" y="2430"/>
                  </a:lnTo>
                  <a:lnTo>
                    <a:pt x="335" y="2433"/>
                  </a:lnTo>
                  <a:lnTo>
                    <a:pt x="338" y="2437"/>
                  </a:lnTo>
                  <a:lnTo>
                    <a:pt x="338" y="2444"/>
                  </a:lnTo>
                  <a:lnTo>
                    <a:pt x="342" y="2448"/>
                  </a:lnTo>
                  <a:lnTo>
                    <a:pt x="342" y="2451"/>
                  </a:lnTo>
                  <a:lnTo>
                    <a:pt x="346" y="2455"/>
                  </a:lnTo>
                  <a:lnTo>
                    <a:pt x="346" y="2459"/>
                  </a:lnTo>
                  <a:lnTo>
                    <a:pt x="349" y="2462"/>
                  </a:lnTo>
                  <a:lnTo>
                    <a:pt x="353" y="2462"/>
                  </a:lnTo>
                  <a:lnTo>
                    <a:pt x="356" y="2462"/>
                  </a:lnTo>
                  <a:lnTo>
                    <a:pt x="360" y="2459"/>
                  </a:lnTo>
                  <a:lnTo>
                    <a:pt x="360" y="2455"/>
                  </a:lnTo>
                  <a:lnTo>
                    <a:pt x="364" y="2451"/>
                  </a:lnTo>
                  <a:lnTo>
                    <a:pt x="364" y="2448"/>
                  </a:lnTo>
                  <a:lnTo>
                    <a:pt x="367" y="2444"/>
                  </a:lnTo>
                  <a:lnTo>
                    <a:pt x="367" y="2441"/>
                  </a:lnTo>
                  <a:lnTo>
                    <a:pt x="367" y="2437"/>
                  </a:lnTo>
                  <a:lnTo>
                    <a:pt x="371" y="2430"/>
                  </a:lnTo>
                  <a:lnTo>
                    <a:pt x="371" y="2426"/>
                  </a:lnTo>
                  <a:lnTo>
                    <a:pt x="371" y="2419"/>
                  </a:lnTo>
                  <a:lnTo>
                    <a:pt x="374" y="2412"/>
                  </a:lnTo>
                  <a:lnTo>
                    <a:pt x="374" y="2405"/>
                  </a:lnTo>
                  <a:lnTo>
                    <a:pt x="378" y="2397"/>
                  </a:lnTo>
                  <a:lnTo>
                    <a:pt x="378" y="2387"/>
                  </a:lnTo>
                  <a:lnTo>
                    <a:pt x="378" y="2379"/>
                  </a:lnTo>
                  <a:lnTo>
                    <a:pt x="382" y="2369"/>
                  </a:lnTo>
                  <a:lnTo>
                    <a:pt x="382" y="2361"/>
                  </a:lnTo>
                  <a:lnTo>
                    <a:pt x="385" y="2351"/>
                  </a:lnTo>
                  <a:lnTo>
                    <a:pt x="385" y="2340"/>
                  </a:lnTo>
                  <a:lnTo>
                    <a:pt x="385" y="2329"/>
                  </a:lnTo>
                  <a:lnTo>
                    <a:pt x="389" y="2315"/>
                  </a:lnTo>
                  <a:lnTo>
                    <a:pt x="389" y="2304"/>
                  </a:lnTo>
                  <a:lnTo>
                    <a:pt x="389" y="2293"/>
                  </a:lnTo>
                  <a:lnTo>
                    <a:pt x="392" y="2279"/>
                  </a:lnTo>
                  <a:lnTo>
                    <a:pt x="392" y="2264"/>
                  </a:lnTo>
                  <a:lnTo>
                    <a:pt x="396" y="2250"/>
                  </a:lnTo>
                  <a:lnTo>
                    <a:pt x="396" y="2235"/>
                  </a:lnTo>
                  <a:lnTo>
                    <a:pt x="396" y="2221"/>
                  </a:lnTo>
                  <a:lnTo>
                    <a:pt x="400" y="2203"/>
                  </a:lnTo>
                  <a:lnTo>
                    <a:pt x="400" y="2189"/>
                  </a:lnTo>
                  <a:lnTo>
                    <a:pt x="403" y="2171"/>
                  </a:lnTo>
                  <a:lnTo>
                    <a:pt x="403" y="2156"/>
                  </a:lnTo>
                  <a:lnTo>
                    <a:pt x="403" y="2138"/>
                  </a:lnTo>
                  <a:lnTo>
                    <a:pt x="407" y="2120"/>
                  </a:lnTo>
                  <a:lnTo>
                    <a:pt x="407" y="2102"/>
                  </a:lnTo>
                  <a:lnTo>
                    <a:pt x="410" y="2084"/>
                  </a:lnTo>
                  <a:lnTo>
                    <a:pt x="410" y="2063"/>
                  </a:lnTo>
                  <a:lnTo>
                    <a:pt x="410" y="2045"/>
                  </a:lnTo>
                  <a:lnTo>
                    <a:pt x="414" y="2023"/>
                  </a:lnTo>
                  <a:lnTo>
                    <a:pt x="414" y="2005"/>
                  </a:lnTo>
                  <a:lnTo>
                    <a:pt x="414" y="1983"/>
                  </a:lnTo>
                  <a:lnTo>
                    <a:pt x="418" y="1962"/>
                  </a:lnTo>
                  <a:lnTo>
                    <a:pt x="418" y="1940"/>
                  </a:lnTo>
                  <a:lnTo>
                    <a:pt x="421" y="1919"/>
                  </a:lnTo>
                  <a:lnTo>
                    <a:pt x="421" y="1897"/>
                  </a:lnTo>
                  <a:lnTo>
                    <a:pt x="421" y="1872"/>
                  </a:lnTo>
                  <a:lnTo>
                    <a:pt x="425" y="1850"/>
                  </a:lnTo>
                  <a:lnTo>
                    <a:pt x="425" y="1825"/>
                  </a:lnTo>
                  <a:lnTo>
                    <a:pt x="428" y="1803"/>
                  </a:lnTo>
                  <a:lnTo>
                    <a:pt x="428" y="1778"/>
                  </a:lnTo>
                  <a:lnTo>
                    <a:pt x="428" y="1753"/>
                  </a:lnTo>
                  <a:lnTo>
                    <a:pt x="432" y="1731"/>
                  </a:lnTo>
                  <a:lnTo>
                    <a:pt x="432" y="1706"/>
                  </a:lnTo>
                  <a:lnTo>
                    <a:pt x="432" y="1681"/>
                  </a:lnTo>
                  <a:lnTo>
                    <a:pt x="436" y="1656"/>
                  </a:lnTo>
                  <a:lnTo>
                    <a:pt x="436" y="1631"/>
                  </a:lnTo>
                  <a:lnTo>
                    <a:pt x="439" y="1602"/>
                  </a:lnTo>
                  <a:lnTo>
                    <a:pt x="439" y="1577"/>
                  </a:lnTo>
                  <a:lnTo>
                    <a:pt x="439" y="1551"/>
                  </a:lnTo>
                  <a:lnTo>
                    <a:pt x="443" y="1523"/>
                  </a:lnTo>
                  <a:lnTo>
                    <a:pt x="443" y="1497"/>
                  </a:lnTo>
                  <a:lnTo>
                    <a:pt x="446" y="1472"/>
                  </a:lnTo>
                  <a:lnTo>
                    <a:pt x="446" y="1443"/>
                  </a:lnTo>
                  <a:lnTo>
                    <a:pt x="446" y="1418"/>
                  </a:lnTo>
                  <a:lnTo>
                    <a:pt x="450" y="1389"/>
                  </a:lnTo>
                  <a:lnTo>
                    <a:pt x="450" y="1361"/>
                  </a:lnTo>
                  <a:lnTo>
                    <a:pt x="454" y="1335"/>
                  </a:lnTo>
                  <a:lnTo>
                    <a:pt x="454" y="1307"/>
                  </a:lnTo>
                  <a:lnTo>
                    <a:pt x="454" y="1281"/>
                  </a:lnTo>
                  <a:lnTo>
                    <a:pt x="457" y="1253"/>
                  </a:lnTo>
                  <a:lnTo>
                    <a:pt x="457" y="1224"/>
                  </a:lnTo>
                  <a:lnTo>
                    <a:pt x="457" y="1195"/>
                  </a:lnTo>
                  <a:lnTo>
                    <a:pt x="461" y="1170"/>
                  </a:lnTo>
                  <a:lnTo>
                    <a:pt x="461" y="1141"/>
                  </a:lnTo>
                  <a:lnTo>
                    <a:pt x="464" y="1112"/>
                  </a:lnTo>
                  <a:lnTo>
                    <a:pt x="464" y="1087"/>
                  </a:lnTo>
                  <a:lnTo>
                    <a:pt x="464" y="1058"/>
                  </a:lnTo>
                  <a:lnTo>
                    <a:pt x="468" y="1029"/>
                  </a:lnTo>
                  <a:lnTo>
                    <a:pt x="468" y="1004"/>
                  </a:lnTo>
                  <a:lnTo>
                    <a:pt x="472" y="975"/>
                  </a:lnTo>
                  <a:lnTo>
                    <a:pt x="472" y="950"/>
                  </a:lnTo>
                  <a:lnTo>
                    <a:pt x="472" y="921"/>
                  </a:lnTo>
                  <a:lnTo>
                    <a:pt x="475" y="896"/>
                  </a:lnTo>
                  <a:lnTo>
                    <a:pt x="475" y="867"/>
                  </a:lnTo>
                  <a:lnTo>
                    <a:pt x="475" y="842"/>
                  </a:lnTo>
                  <a:lnTo>
                    <a:pt x="479" y="813"/>
                  </a:lnTo>
                  <a:lnTo>
                    <a:pt x="479" y="788"/>
                  </a:lnTo>
                  <a:lnTo>
                    <a:pt x="482" y="763"/>
                  </a:lnTo>
                  <a:lnTo>
                    <a:pt x="482" y="738"/>
                  </a:lnTo>
                  <a:lnTo>
                    <a:pt x="482" y="709"/>
                  </a:lnTo>
                  <a:lnTo>
                    <a:pt x="486" y="684"/>
                  </a:lnTo>
                  <a:lnTo>
                    <a:pt x="486" y="659"/>
                  </a:lnTo>
                  <a:lnTo>
                    <a:pt x="490" y="637"/>
                  </a:lnTo>
                  <a:lnTo>
                    <a:pt x="490" y="612"/>
                  </a:lnTo>
                  <a:lnTo>
                    <a:pt x="490" y="587"/>
                  </a:lnTo>
                  <a:lnTo>
                    <a:pt x="493" y="562"/>
                  </a:lnTo>
                  <a:lnTo>
                    <a:pt x="493" y="540"/>
                  </a:lnTo>
                  <a:lnTo>
                    <a:pt x="497" y="515"/>
                  </a:lnTo>
                  <a:lnTo>
                    <a:pt x="497" y="493"/>
                  </a:lnTo>
                  <a:lnTo>
                    <a:pt x="497" y="472"/>
                  </a:lnTo>
                  <a:lnTo>
                    <a:pt x="500" y="450"/>
                  </a:lnTo>
                  <a:lnTo>
                    <a:pt x="500" y="428"/>
                  </a:lnTo>
                  <a:lnTo>
                    <a:pt x="500" y="407"/>
                  </a:lnTo>
                  <a:lnTo>
                    <a:pt x="504" y="385"/>
                  </a:lnTo>
                  <a:lnTo>
                    <a:pt x="504" y="364"/>
                  </a:lnTo>
                  <a:lnTo>
                    <a:pt x="508" y="346"/>
                  </a:lnTo>
                  <a:lnTo>
                    <a:pt x="508" y="324"/>
                  </a:lnTo>
                  <a:lnTo>
                    <a:pt x="508" y="306"/>
                  </a:lnTo>
                  <a:lnTo>
                    <a:pt x="511" y="288"/>
                  </a:lnTo>
                  <a:lnTo>
                    <a:pt x="511" y="270"/>
                  </a:lnTo>
                  <a:lnTo>
                    <a:pt x="515" y="252"/>
                  </a:lnTo>
                  <a:lnTo>
                    <a:pt x="515" y="234"/>
                  </a:lnTo>
                  <a:lnTo>
                    <a:pt x="515" y="220"/>
                  </a:lnTo>
                  <a:lnTo>
                    <a:pt x="518" y="202"/>
                  </a:lnTo>
                  <a:lnTo>
                    <a:pt x="518" y="187"/>
                  </a:lnTo>
                  <a:lnTo>
                    <a:pt x="522" y="173"/>
                  </a:lnTo>
                  <a:lnTo>
                    <a:pt x="522" y="158"/>
                  </a:lnTo>
                  <a:lnTo>
                    <a:pt x="522" y="144"/>
                  </a:lnTo>
                  <a:lnTo>
                    <a:pt x="526" y="133"/>
                  </a:lnTo>
                  <a:lnTo>
                    <a:pt x="526" y="119"/>
                  </a:lnTo>
                  <a:lnTo>
                    <a:pt x="526" y="108"/>
                  </a:lnTo>
                  <a:lnTo>
                    <a:pt x="529" y="97"/>
                  </a:lnTo>
                  <a:lnTo>
                    <a:pt x="529" y="86"/>
                  </a:lnTo>
                  <a:lnTo>
                    <a:pt x="533" y="76"/>
                  </a:lnTo>
                  <a:lnTo>
                    <a:pt x="533" y="65"/>
                  </a:lnTo>
                  <a:lnTo>
                    <a:pt x="533" y="58"/>
                  </a:lnTo>
                  <a:lnTo>
                    <a:pt x="536" y="50"/>
                  </a:lnTo>
                  <a:lnTo>
                    <a:pt x="536" y="40"/>
                  </a:lnTo>
                  <a:lnTo>
                    <a:pt x="540" y="36"/>
                  </a:lnTo>
                  <a:lnTo>
                    <a:pt x="540" y="29"/>
                  </a:lnTo>
                  <a:lnTo>
                    <a:pt x="540" y="22"/>
                  </a:lnTo>
                  <a:lnTo>
                    <a:pt x="544" y="18"/>
                  </a:lnTo>
                  <a:lnTo>
                    <a:pt x="544" y="14"/>
                  </a:lnTo>
                  <a:lnTo>
                    <a:pt x="544" y="11"/>
                  </a:lnTo>
                  <a:lnTo>
                    <a:pt x="547" y="7"/>
                  </a:lnTo>
                  <a:lnTo>
                    <a:pt x="551" y="4"/>
                  </a:lnTo>
                  <a:lnTo>
                    <a:pt x="551" y="0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6" name="Freeform 144"/>
            <p:cNvSpPr>
              <a:spLocks/>
            </p:cNvSpPr>
            <p:nvPr/>
          </p:nvSpPr>
          <p:spPr bwMode="auto">
            <a:xfrm>
              <a:off x="4514" y="1048"/>
              <a:ext cx="695" cy="2462"/>
            </a:xfrm>
            <a:custGeom>
              <a:avLst/>
              <a:gdLst/>
              <a:ahLst/>
              <a:cxnLst>
                <a:cxn ang="0">
                  <a:pos x="11" y="22"/>
                </a:cxn>
                <a:cxn ang="0">
                  <a:pos x="18" y="76"/>
                </a:cxn>
                <a:cxn ang="0">
                  <a:pos x="29" y="158"/>
                </a:cxn>
                <a:cxn ang="0">
                  <a:pos x="40" y="270"/>
                </a:cxn>
                <a:cxn ang="0">
                  <a:pos x="47" y="407"/>
                </a:cxn>
                <a:cxn ang="0">
                  <a:pos x="58" y="562"/>
                </a:cxn>
                <a:cxn ang="0">
                  <a:pos x="69" y="738"/>
                </a:cxn>
                <a:cxn ang="0">
                  <a:pos x="76" y="921"/>
                </a:cxn>
                <a:cxn ang="0">
                  <a:pos x="87" y="1112"/>
                </a:cxn>
                <a:cxn ang="0">
                  <a:pos x="98" y="1307"/>
                </a:cxn>
                <a:cxn ang="0">
                  <a:pos x="108" y="1497"/>
                </a:cxn>
                <a:cxn ang="0">
                  <a:pos x="116" y="1681"/>
                </a:cxn>
                <a:cxn ang="0">
                  <a:pos x="126" y="1850"/>
                </a:cxn>
                <a:cxn ang="0">
                  <a:pos x="137" y="2005"/>
                </a:cxn>
                <a:cxn ang="0">
                  <a:pos x="144" y="2138"/>
                </a:cxn>
                <a:cxn ang="0">
                  <a:pos x="155" y="2250"/>
                </a:cxn>
                <a:cxn ang="0">
                  <a:pos x="166" y="2340"/>
                </a:cxn>
                <a:cxn ang="0">
                  <a:pos x="177" y="2405"/>
                </a:cxn>
                <a:cxn ang="0">
                  <a:pos x="184" y="2444"/>
                </a:cxn>
                <a:cxn ang="0">
                  <a:pos x="202" y="2459"/>
                </a:cxn>
                <a:cxn ang="0">
                  <a:pos x="216" y="2430"/>
                </a:cxn>
                <a:cxn ang="0">
                  <a:pos x="227" y="2387"/>
                </a:cxn>
                <a:cxn ang="0">
                  <a:pos x="234" y="2329"/>
                </a:cxn>
                <a:cxn ang="0">
                  <a:pos x="245" y="2264"/>
                </a:cxn>
                <a:cxn ang="0">
                  <a:pos x="256" y="2192"/>
                </a:cxn>
                <a:cxn ang="0">
                  <a:pos x="263" y="2117"/>
                </a:cxn>
                <a:cxn ang="0">
                  <a:pos x="274" y="2045"/>
                </a:cxn>
                <a:cxn ang="0">
                  <a:pos x="285" y="1976"/>
                </a:cxn>
                <a:cxn ang="0">
                  <a:pos x="292" y="1911"/>
                </a:cxn>
                <a:cxn ang="0">
                  <a:pos x="303" y="1857"/>
                </a:cxn>
                <a:cxn ang="0">
                  <a:pos x="314" y="1818"/>
                </a:cxn>
                <a:cxn ang="0">
                  <a:pos x="324" y="1785"/>
                </a:cxn>
                <a:cxn ang="0">
                  <a:pos x="342" y="1764"/>
                </a:cxn>
                <a:cxn ang="0">
                  <a:pos x="360" y="1789"/>
                </a:cxn>
                <a:cxn ang="0">
                  <a:pos x="371" y="1818"/>
                </a:cxn>
                <a:cxn ang="0">
                  <a:pos x="378" y="1854"/>
                </a:cxn>
                <a:cxn ang="0">
                  <a:pos x="389" y="1893"/>
                </a:cxn>
                <a:cxn ang="0">
                  <a:pos x="400" y="1940"/>
                </a:cxn>
                <a:cxn ang="0">
                  <a:pos x="411" y="1991"/>
                </a:cxn>
                <a:cxn ang="0">
                  <a:pos x="418" y="2037"/>
                </a:cxn>
                <a:cxn ang="0">
                  <a:pos x="429" y="2081"/>
                </a:cxn>
                <a:cxn ang="0">
                  <a:pos x="440" y="2124"/>
                </a:cxn>
                <a:cxn ang="0">
                  <a:pos x="447" y="2156"/>
                </a:cxn>
                <a:cxn ang="0">
                  <a:pos x="458" y="2181"/>
                </a:cxn>
                <a:cxn ang="0">
                  <a:pos x="476" y="2207"/>
                </a:cxn>
                <a:cxn ang="0">
                  <a:pos x="497" y="2196"/>
                </a:cxn>
                <a:cxn ang="0">
                  <a:pos x="512" y="2171"/>
                </a:cxn>
                <a:cxn ang="0">
                  <a:pos x="522" y="2145"/>
                </a:cxn>
                <a:cxn ang="0">
                  <a:pos x="530" y="2113"/>
                </a:cxn>
                <a:cxn ang="0">
                  <a:pos x="540" y="2081"/>
                </a:cxn>
                <a:cxn ang="0">
                  <a:pos x="551" y="2045"/>
                </a:cxn>
                <a:cxn ang="0">
                  <a:pos x="558" y="2009"/>
                </a:cxn>
                <a:cxn ang="0">
                  <a:pos x="569" y="1976"/>
                </a:cxn>
                <a:cxn ang="0">
                  <a:pos x="580" y="1944"/>
                </a:cxn>
                <a:cxn ang="0">
                  <a:pos x="591" y="1919"/>
                </a:cxn>
                <a:cxn ang="0">
                  <a:pos x="605" y="1893"/>
                </a:cxn>
                <a:cxn ang="0">
                  <a:pos x="630" y="1883"/>
                </a:cxn>
                <a:cxn ang="0">
                  <a:pos x="652" y="1908"/>
                </a:cxn>
                <a:cxn ang="0">
                  <a:pos x="663" y="1933"/>
                </a:cxn>
                <a:cxn ang="0">
                  <a:pos x="674" y="1958"/>
                </a:cxn>
                <a:cxn ang="0">
                  <a:pos x="684" y="1987"/>
                </a:cxn>
                <a:cxn ang="0">
                  <a:pos x="692" y="2016"/>
                </a:cxn>
              </a:cxnLst>
              <a:rect l="0" t="0" r="r" b="b"/>
              <a:pathLst>
                <a:path w="695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8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6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4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1" y="2045"/>
                  </a:lnTo>
                  <a:lnTo>
                    <a:pt x="141" y="2063"/>
                  </a:lnTo>
                  <a:lnTo>
                    <a:pt x="141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2" y="2189"/>
                  </a:lnTo>
                  <a:lnTo>
                    <a:pt x="152" y="2203"/>
                  </a:lnTo>
                  <a:lnTo>
                    <a:pt x="152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9" y="2264"/>
                  </a:lnTo>
                  <a:lnTo>
                    <a:pt x="159" y="2279"/>
                  </a:lnTo>
                  <a:lnTo>
                    <a:pt x="159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70" y="2361"/>
                  </a:lnTo>
                  <a:lnTo>
                    <a:pt x="170" y="2369"/>
                  </a:lnTo>
                  <a:lnTo>
                    <a:pt x="170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7" y="2405"/>
                  </a:lnTo>
                  <a:lnTo>
                    <a:pt x="177" y="2412"/>
                  </a:lnTo>
                  <a:lnTo>
                    <a:pt x="177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8" y="2448"/>
                  </a:lnTo>
                  <a:lnTo>
                    <a:pt x="188" y="2451"/>
                  </a:lnTo>
                  <a:lnTo>
                    <a:pt x="188" y="2455"/>
                  </a:lnTo>
                  <a:lnTo>
                    <a:pt x="191" y="2459"/>
                  </a:lnTo>
                  <a:lnTo>
                    <a:pt x="195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6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3" y="2444"/>
                  </a:lnTo>
                  <a:lnTo>
                    <a:pt x="213" y="2437"/>
                  </a:lnTo>
                  <a:lnTo>
                    <a:pt x="213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0" y="2408"/>
                  </a:lnTo>
                  <a:lnTo>
                    <a:pt x="224" y="2401"/>
                  </a:lnTo>
                  <a:lnTo>
                    <a:pt x="224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1" y="2365"/>
                  </a:lnTo>
                  <a:lnTo>
                    <a:pt x="231" y="2354"/>
                  </a:lnTo>
                  <a:lnTo>
                    <a:pt x="231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38" y="2304"/>
                  </a:lnTo>
                  <a:lnTo>
                    <a:pt x="242" y="2293"/>
                  </a:lnTo>
                  <a:lnTo>
                    <a:pt x="242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9" y="2243"/>
                  </a:lnTo>
                  <a:lnTo>
                    <a:pt x="249" y="2235"/>
                  </a:lnTo>
                  <a:lnTo>
                    <a:pt x="249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6" y="2171"/>
                  </a:lnTo>
                  <a:lnTo>
                    <a:pt x="260" y="2160"/>
                  </a:lnTo>
                  <a:lnTo>
                    <a:pt x="260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7" y="2106"/>
                  </a:lnTo>
                  <a:lnTo>
                    <a:pt x="267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4" y="2034"/>
                  </a:lnTo>
                  <a:lnTo>
                    <a:pt x="278" y="2023"/>
                  </a:lnTo>
                  <a:lnTo>
                    <a:pt x="278" y="2012"/>
                  </a:lnTo>
                  <a:lnTo>
                    <a:pt x="281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5" y="1976"/>
                  </a:lnTo>
                  <a:lnTo>
                    <a:pt x="285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92" y="1929"/>
                  </a:lnTo>
                  <a:lnTo>
                    <a:pt x="292" y="1922"/>
                  </a:lnTo>
                  <a:lnTo>
                    <a:pt x="292" y="1911"/>
                  </a:lnTo>
                  <a:lnTo>
                    <a:pt x="296" y="1904"/>
                  </a:lnTo>
                  <a:lnTo>
                    <a:pt x="296" y="1897"/>
                  </a:lnTo>
                  <a:lnTo>
                    <a:pt x="299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3" y="1865"/>
                  </a:lnTo>
                  <a:lnTo>
                    <a:pt x="303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10" y="1832"/>
                  </a:lnTo>
                  <a:lnTo>
                    <a:pt x="310" y="1829"/>
                  </a:lnTo>
                  <a:lnTo>
                    <a:pt x="314" y="1821"/>
                  </a:lnTo>
                  <a:lnTo>
                    <a:pt x="314" y="1818"/>
                  </a:lnTo>
                  <a:lnTo>
                    <a:pt x="314" y="1811"/>
                  </a:lnTo>
                  <a:lnTo>
                    <a:pt x="317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1" y="1793"/>
                  </a:lnTo>
                  <a:lnTo>
                    <a:pt x="321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8" y="1778"/>
                  </a:lnTo>
                  <a:lnTo>
                    <a:pt x="328" y="1775"/>
                  </a:lnTo>
                  <a:lnTo>
                    <a:pt x="332" y="1771"/>
                  </a:lnTo>
                  <a:lnTo>
                    <a:pt x="335" y="1767"/>
                  </a:lnTo>
                  <a:lnTo>
                    <a:pt x="339" y="1764"/>
                  </a:lnTo>
                  <a:lnTo>
                    <a:pt x="342" y="1764"/>
                  </a:lnTo>
                  <a:lnTo>
                    <a:pt x="346" y="1767"/>
                  </a:lnTo>
                  <a:lnTo>
                    <a:pt x="350" y="1771"/>
                  </a:lnTo>
                  <a:lnTo>
                    <a:pt x="353" y="1775"/>
                  </a:lnTo>
                  <a:lnTo>
                    <a:pt x="357" y="1778"/>
                  </a:lnTo>
                  <a:lnTo>
                    <a:pt x="357" y="1782"/>
                  </a:lnTo>
                  <a:lnTo>
                    <a:pt x="360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4" y="1796"/>
                  </a:lnTo>
                  <a:lnTo>
                    <a:pt x="364" y="1800"/>
                  </a:lnTo>
                  <a:lnTo>
                    <a:pt x="368" y="1803"/>
                  </a:lnTo>
                  <a:lnTo>
                    <a:pt x="368" y="1807"/>
                  </a:lnTo>
                  <a:lnTo>
                    <a:pt x="368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5" y="1825"/>
                  </a:lnTo>
                  <a:lnTo>
                    <a:pt x="375" y="1832"/>
                  </a:lnTo>
                  <a:lnTo>
                    <a:pt x="375" y="1836"/>
                  </a:lnTo>
                  <a:lnTo>
                    <a:pt x="378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2" y="1857"/>
                  </a:lnTo>
                  <a:lnTo>
                    <a:pt x="382" y="1865"/>
                  </a:lnTo>
                  <a:lnTo>
                    <a:pt x="386" y="1872"/>
                  </a:lnTo>
                  <a:lnTo>
                    <a:pt x="386" y="1875"/>
                  </a:lnTo>
                  <a:lnTo>
                    <a:pt x="386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93" y="1901"/>
                  </a:lnTo>
                  <a:lnTo>
                    <a:pt x="393" y="1908"/>
                  </a:lnTo>
                  <a:lnTo>
                    <a:pt x="393" y="1915"/>
                  </a:lnTo>
                  <a:lnTo>
                    <a:pt x="396" y="1922"/>
                  </a:lnTo>
                  <a:lnTo>
                    <a:pt x="396" y="1929"/>
                  </a:lnTo>
                  <a:lnTo>
                    <a:pt x="400" y="1937"/>
                  </a:lnTo>
                  <a:lnTo>
                    <a:pt x="400" y="1940"/>
                  </a:lnTo>
                  <a:lnTo>
                    <a:pt x="400" y="1947"/>
                  </a:lnTo>
                  <a:lnTo>
                    <a:pt x="404" y="1955"/>
                  </a:lnTo>
                  <a:lnTo>
                    <a:pt x="404" y="1962"/>
                  </a:lnTo>
                  <a:lnTo>
                    <a:pt x="404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11" y="1991"/>
                  </a:lnTo>
                  <a:lnTo>
                    <a:pt x="411" y="1998"/>
                  </a:lnTo>
                  <a:lnTo>
                    <a:pt x="411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8" y="2023"/>
                  </a:lnTo>
                  <a:lnTo>
                    <a:pt x="418" y="2030"/>
                  </a:lnTo>
                  <a:lnTo>
                    <a:pt x="418" y="2037"/>
                  </a:lnTo>
                  <a:lnTo>
                    <a:pt x="422" y="2045"/>
                  </a:lnTo>
                  <a:lnTo>
                    <a:pt x="422" y="2052"/>
                  </a:lnTo>
                  <a:lnTo>
                    <a:pt x="422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9" y="2077"/>
                  </a:lnTo>
                  <a:lnTo>
                    <a:pt x="429" y="2081"/>
                  </a:lnTo>
                  <a:lnTo>
                    <a:pt x="429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6" y="2106"/>
                  </a:lnTo>
                  <a:lnTo>
                    <a:pt x="436" y="2113"/>
                  </a:lnTo>
                  <a:lnTo>
                    <a:pt x="436" y="2117"/>
                  </a:lnTo>
                  <a:lnTo>
                    <a:pt x="440" y="2124"/>
                  </a:lnTo>
                  <a:lnTo>
                    <a:pt x="440" y="2127"/>
                  </a:lnTo>
                  <a:lnTo>
                    <a:pt x="443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7" y="2145"/>
                  </a:lnTo>
                  <a:lnTo>
                    <a:pt x="447" y="2153"/>
                  </a:lnTo>
                  <a:lnTo>
                    <a:pt x="447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4" y="2167"/>
                  </a:lnTo>
                  <a:lnTo>
                    <a:pt x="454" y="2171"/>
                  </a:lnTo>
                  <a:lnTo>
                    <a:pt x="454" y="2174"/>
                  </a:lnTo>
                  <a:lnTo>
                    <a:pt x="458" y="2178"/>
                  </a:lnTo>
                  <a:lnTo>
                    <a:pt x="458" y="2181"/>
                  </a:lnTo>
                  <a:lnTo>
                    <a:pt x="461" y="2185"/>
                  </a:lnTo>
                  <a:lnTo>
                    <a:pt x="461" y="2189"/>
                  </a:lnTo>
                  <a:lnTo>
                    <a:pt x="465" y="2192"/>
                  </a:lnTo>
                  <a:lnTo>
                    <a:pt x="468" y="2196"/>
                  </a:lnTo>
                  <a:lnTo>
                    <a:pt x="468" y="2199"/>
                  </a:lnTo>
                  <a:lnTo>
                    <a:pt x="472" y="2203"/>
                  </a:lnTo>
                  <a:lnTo>
                    <a:pt x="476" y="2207"/>
                  </a:lnTo>
                  <a:lnTo>
                    <a:pt x="479" y="2210"/>
                  </a:lnTo>
                  <a:lnTo>
                    <a:pt x="483" y="2210"/>
                  </a:lnTo>
                  <a:lnTo>
                    <a:pt x="486" y="2207"/>
                  </a:lnTo>
                  <a:lnTo>
                    <a:pt x="490" y="2203"/>
                  </a:lnTo>
                  <a:lnTo>
                    <a:pt x="494" y="2203"/>
                  </a:lnTo>
                  <a:lnTo>
                    <a:pt x="497" y="2199"/>
                  </a:lnTo>
                  <a:lnTo>
                    <a:pt x="497" y="2196"/>
                  </a:lnTo>
                  <a:lnTo>
                    <a:pt x="501" y="2192"/>
                  </a:lnTo>
                  <a:lnTo>
                    <a:pt x="504" y="2189"/>
                  </a:lnTo>
                  <a:lnTo>
                    <a:pt x="504" y="2185"/>
                  </a:lnTo>
                  <a:lnTo>
                    <a:pt x="508" y="2181"/>
                  </a:lnTo>
                  <a:lnTo>
                    <a:pt x="508" y="2178"/>
                  </a:lnTo>
                  <a:lnTo>
                    <a:pt x="512" y="2174"/>
                  </a:lnTo>
                  <a:lnTo>
                    <a:pt x="512" y="2171"/>
                  </a:lnTo>
                  <a:lnTo>
                    <a:pt x="512" y="2167"/>
                  </a:lnTo>
                  <a:lnTo>
                    <a:pt x="515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9" y="2153"/>
                  </a:lnTo>
                  <a:lnTo>
                    <a:pt x="519" y="2149"/>
                  </a:lnTo>
                  <a:lnTo>
                    <a:pt x="522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6" y="2131"/>
                  </a:lnTo>
                  <a:lnTo>
                    <a:pt x="526" y="2127"/>
                  </a:lnTo>
                  <a:lnTo>
                    <a:pt x="530" y="2124"/>
                  </a:lnTo>
                  <a:lnTo>
                    <a:pt x="530" y="2120"/>
                  </a:lnTo>
                  <a:lnTo>
                    <a:pt x="530" y="2113"/>
                  </a:lnTo>
                  <a:lnTo>
                    <a:pt x="533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7" y="2095"/>
                  </a:lnTo>
                  <a:lnTo>
                    <a:pt x="537" y="2091"/>
                  </a:lnTo>
                  <a:lnTo>
                    <a:pt x="540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4" y="2070"/>
                  </a:lnTo>
                  <a:lnTo>
                    <a:pt x="544" y="2066"/>
                  </a:lnTo>
                  <a:lnTo>
                    <a:pt x="548" y="2059"/>
                  </a:lnTo>
                  <a:lnTo>
                    <a:pt x="548" y="2055"/>
                  </a:lnTo>
                  <a:lnTo>
                    <a:pt x="548" y="2048"/>
                  </a:lnTo>
                  <a:lnTo>
                    <a:pt x="551" y="2045"/>
                  </a:lnTo>
                  <a:lnTo>
                    <a:pt x="551" y="2037"/>
                  </a:lnTo>
                  <a:lnTo>
                    <a:pt x="555" y="2034"/>
                  </a:lnTo>
                  <a:lnTo>
                    <a:pt x="555" y="2030"/>
                  </a:lnTo>
                  <a:lnTo>
                    <a:pt x="555" y="2023"/>
                  </a:lnTo>
                  <a:lnTo>
                    <a:pt x="558" y="2019"/>
                  </a:lnTo>
                  <a:lnTo>
                    <a:pt x="558" y="2012"/>
                  </a:lnTo>
                  <a:lnTo>
                    <a:pt x="558" y="2009"/>
                  </a:lnTo>
                  <a:lnTo>
                    <a:pt x="562" y="2005"/>
                  </a:lnTo>
                  <a:lnTo>
                    <a:pt x="562" y="1998"/>
                  </a:lnTo>
                  <a:lnTo>
                    <a:pt x="566" y="1994"/>
                  </a:lnTo>
                  <a:lnTo>
                    <a:pt x="566" y="1991"/>
                  </a:lnTo>
                  <a:lnTo>
                    <a:pt x="566" y="1983"/>
                  </a:lnTo>
                  <a:lnTo>
                    <a:pt x="569" y="1980"/>
                  </a:lnTo>
                  <a:lnTo>
                    <a:pt x="569" y="1976"/>
                  </a:lnTo>
                  <a:lnTo>
                    <a:pt x="573" y="1973"/>
                  </a:lnTo>
                  <a:lnTo>
                    <a:pt x="573" y="1965"/>
                  </a:lnTo>
                  <a:lnTo>
                    <a:pt x="573" y="1962"/>
                  </a:lnTo>
                  <a:lnTo>
                    <a:pt x="576" y="1958"/>
                  </a:lnTo>
                  <a:lnTo>
                    <a:pt x="576" y="1955"/>
                  </a:lnTo>
                  <a:lnTo>
                    <a:pt x="576" y="1951"/>
                  </a:lnTo>
                  <a:lnTo>
                    <a:pt x="580" y="1944"/>
                  </a:lnTo>
                  <a:lnTo>
                    <a:pt x="580" y="1940"/>
                  </a:lnTo>
                  <a:lnTo>
                    <a:pt x="584" y="1937"/>
                  </a:lnTo>
                  <a:lnTo>
                    <a:pt x="584" y="1933"/>
                  </a:lnTo>
                  <a:lnTo>
                    <a:pt x="584" y="1929"/>
                  </a:lnTo>
                  <a:lnTo>
                    <a:pt x="587" y="1926"/>
                  </a:lnTo>
                  <a:lnTo>
                    <a:pt x="587" y="1922"/>
                  </a:lnTo>
                  <a:lnTo>
                    <a:pt x="591" y="1919"/>
                  </a:lnTo>
                  <a:lnTo>
                    <a:pt x="591" y="1915"/>
                  </a:lnTo>
                  <a:lnTo>
                    <a:pt x="594" y="1911"/>
                  </a:lnTo>
                  <a:lnTo>
                    <a:pt x="594" y="1908"/>
                  </a:lnTo>
                  <a:lnTo>
                    <a:pt x="598" y="1904"/>
                  </a:lnTo>
                  <a:lnTo>
                    <a:pt x="598" y="1901"/>
                  </a:lnTo>
                  <a:lnTo>
                    <a:pt x="602" y="1897"/>
                  </a:lnTo>
                  <a:lnTo>
                    <a:pt x="605" y="1893"/>
                  </a:lnTo>
                  <a:lnTo>
                    <a:pt x="609" y="1890"/>
                  </a:lnTo>
                  <a:lnTo>
                    <a:pt x="612" y="1886"/>
                  </a:lnTo>
                  <a:lnTo>
                    <a:pt x="616" y="1883"/>
                  </a:lnTo>
                  <a:lnTo>
                    <a:pt x="620" y="1879"/>
                  </a:lnTo>
                  <a:lnTo>
                    <a:pt x="623" y="1879"/>
                  </a:lnTo>
                  <a:lnTo>
                    <a:pt x="627" y="1883"/>
                  </a:lnTo>
                  <a:lnTo>
                    <a:pt x="630" y="1883"/>
                  </a:lnTo>
                  <a:lnTo>
                    <a:pt x="634" y="1886"/>
                  </a:lnTo>
                  <a:lnTo>
                    <a:pt x="638" y="1890"/>
                  </a:lnTo>
                  <a:lnTo>
                    <a:pt x="641" y="1893"/>
                  </a:lnTo>
                  <a:lnTo>
                    <a:pt x="645" y="1897"/>
                  </a:lnTo>
                  <a:lnTo>
                    <a:pt x="645" y="1901"/>
                  </a:lnTo>
                  <a:lnTo>
                    <a:pt x="648" y="1904"/>
                  </a:lnTo>
                  <a:lnTo>
                    <a:pt x="652" y="1908"/>
                  </a:lnTo>
                  <a:lnTo>
                    <a:pt x="652" y="1911"/>
                  </a:lnTo>
                  <a:lnTo>
                    <a:pt x="656" y="1915"/>
                  </a:lnTo>
                  <a:lnTo>
                    <a:pt x="656" y="1919"/>
                  </a:lnTo>
                  <a:lnTo>
                    <a:pt x="659" y="1922"/>
                  </a:lnTo>
                  <a:lnTo>
                    <a:pt x="659" y="1926"/>
                  </a:lnTo>
                  <a:lnTo>
                    <a:pt x="659" y="1929"/>
                  </a:lnTo>
                  <a:lnTo>
                    <a:pt x="663" y="1933"/>
                  </a:lnTo>
                  <a:lnTo>
                    <a:pt x="663" y="1937"/>
                  </a:lnTo>
                  <a:lnTo>
                    <a:pt x="666" y="1940"/>
                  </a:lnTo>
                  <a:lnTo>
                    <a:pt x="666" y="1944"/>
                  </a:lnTo>
                  <a:lnTo>
                    <a:pt x="670" y="1947"/>
                  </a:lnTo>
                  <a:lnTo>
                    <a:pt x="670" y="1951"/>
                  </a:lnTo>
                  <a:lnTo>
                    <a:pt x="670" y="1955"/>
                  </a:lnTo>
                  <a:lnTo>
                    <a:pt x="674" y="1958"/>
                  </a:lnTo>
                  <a:lnTo>
                    <a:pt x="674" y="1965"/>
                  </a:lnTo>
                  <a:lnTo>
                    <a:pt x="677" y="1969"/>
                  </a:lnTo>
                  <a:lnTo>
                    <a:pt x="677" y="1973"/>
                  </a:lnTo>
                  <a:lnTo>
                    <a:pt x="677" y="1976"/>
                  </a:lnTo>
                  <a:lnTo>
                    <a:pt x="681" y="1980"/>
                  </a:lnTo>
                  <a:lnTo>
                    <a:pt x="681" y="1983"/>
                  </a:lnTo>
                  <a:lnTo>
                    <a:pt x="684" y="1987"/>
                  </a:lnTo>
                  <a:lnTo>
                    <a:pt x="684" y="1991"/>
                  </a:lnTo>
                  <a:lnTo>
                    <a:pt x="684" y="1994"/>
                  </a:lnTo>
                  <a:lnTo>
                    <a:pt x="688" y="1998"/>
                  </a:lnTo>
                  <a:lnTo>
                    <a:pt x="688" y="2005"/>
                  </a:lnTo>
                  <a:lnTo>
                    <a:pt x="688" y="2009"/>
                  </a:lnTo>
                  <a:lnTo>
                    <a:pt x="692" y="2012"/>
                  </a:lnTo>
                  <a:lnTo>
                    <a:pt x="692" y="2016"/>
                  </a:lnTo>
                  <a:lnTo>
                    <a:pt x="695" y="2019"/>
                  </a:lnTo>
                  <a:lnTo>
                    <a:pt x="695" y="2023"/>
                  </a:lnTo>
                  <a:lnTo>
                    <a:pt x="695" y="2027"/>
                  </a:lnTo>
                  <a:lnTo>
                    <a:pt x="695" y="2027"/>
                  </a:lnTo>
                </a:path>
              </a:pathLst>
            </a:custGeom>
            <a:noFill/>
            <a:ln w="0">
              <a:solidFill>
                <a:srgbClr val="3F3F3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7" name="Freeform 145"/>
            <p:cNvSpPr>
              <a:spLocks/>
            </p:cNvSpPr>
            <p:nvPr/>
          </p:nvSpPr>
          <p:spPr bwMode="auto">
            <a:xfrm>
              <a:off x="749" y="2927"/>
              <a:ext cx="3283" cy="263"/>
            </a:xfrm>
            <a:custGeom>
              <a:avLst/>
              <a:gdLst/>
              <a:ahLst/>
              <a:cxnLst>
                <a:cxn ang="0">
                  <a:pos x="57" y="169"/>
                </a:cxn>
                <a:cxn ang="0">
                  <a:pos x="119" y="155"/>
                </a:cxn>
                <a:cxn ang="0">
                  <a:pos x="180" y="126"/>
                </a:cxn>
                <a:cxn ang="0">
                  <a:pos x="241" y="126"/>
                </a:cxn>
                <a:cxn ang="0">
                  <a:pos x="302" y="158"/>
                </a:cxn>
                <a:cxn ang="0">
                  <a:pos x="363" y="169"/>
                </a:cxn>
                <a:cxn ang="0">
                  <a:pos x="425" y="140"/>
                </a:cxn>
                <a:cxn ang="0">
                  <a:pos x="486" y="119"/>
                </a:cxn>
                <a:cxn ang="0">
                  <a:pos x="547" y="140"/>
                </a:cxn>
                <a:cxn ang="0">
                  <a:pos x="608" y="169"/>
                </a:cxn>
                <a:cxn ang="0">
                  <a:pos x="669" y="162"/>
                </a:cxn>
                <a:cxn ang="0">
                  <a:pos x="731" y="126"/>
                </a:cxn>
                <a:cxn ang="0">
                  <a:pos x="792" y="122"/>
                </a:cxn>
                <a:cxn ang="0">
                  <a:pos x="853" y="155"/>
                </a:cxn>
                <a:cxn ang="0">
                  <a:pos x="914" y="173"/>
                </a:cxn>
                <a:cxn ang="0">
                  <a:pos x="975" y="144"/>
                </a:cxn>
                <a:cxn ang="0">
                  <a:pos x="1037" y="115"/>
                </a:cxn>
                <a:cxn ang="0">
                  <a:pos x="1098" y="133"/>
                </a:cxn>
                <a:cxn ang="0">
                  <a:pos x="1159" y="173"/>
                </a:cxn>
                <a:cxn ang="0">
                  <a:pos x="1220" y="169"/>
                </a:cxn>
                <a:cxn ang="0">
                  <a:pos x="1281" y="126"/>
                </a:cxn>
                <a:cxn ang="0">
                  <a:pos x="1343" y="112"/>
                </a:cxn>
                <a:cxn ang="0">
                  <a:pos x="1404" y="155"/>
                </a:cxn>
                <a:cxn ang="0">
                  <a:pos x="1465" y="180"/>
                </a:cxn>
                <a:cxn ang="0">
                  <a:pos x="1526" y="151"/>
                </a:cxn>
                <a:cxn ang="0">
                  <a:pos x="1587" y="108"/>
                </a:cxn>
                <a:cxn ang="0">
                  <a:pos x="1649" y="126"/>
                </a:cxn>
                <a:cxn ang="0">
                  <a:pos x="1710" y="176"/>
                </a:cxn>
                <a:cxn ang="0">
                  <a:pos x="1771" y="176"/>
                </a:cxn>
                <a:cxn ang="0">
                  <a:pos x="1832" y="126"/>
                </a:cxn>
                <a:cxn ang="0">
                  <a:pos x="1893" y="101"/>
                </a:cxn>
                <a:cxn ang="0">
                  <a:pos x="1955" y="148"/>
                </a:cxn>
                <a:cxn ang="0">
                  <a:pos x="2016" y="191"/>
                </a:cxn>
                <a:cxn ang="0">
                  <a:pos x="2077" y="158"/>
                </a:cxn>
                <a:cxn ang="0">
                  <a:pos x="2138" y="101"/>
                </a:cxn>
                <a:cxn ang="0">
                  <a:pos x="2199" y="112"/>
                </a:cxn>
                <a:cxn ang="0">
                  <a:pos x="2253" y="173"/>
                </a:cxn>
                <a:cxn ang="0">
                  <a:pos x="2315" y="198"/>
                </a:cxn>
                <a:cxn ang="0">
                  <a:pos x="2372" y="144"/>
                </a:cxn>
                <a:cxn ang="0">
                  <a:pos x="2426" y="86"/>
                </a:cxn>
                <a:cxn ang="0">
                  <a:pos x="2487" y="115"/>
                </a:cxn>
                <a:cxn ang="0">
                  <a:pos x="2531" y="176"/>
                </a:cxn>
                <a:cxn ang="0">
                  <a:pos x="2592" y="209"/>
                </a:cxn>
                <a:cxn ang="0">
                  <a:pos x="2642" y="155"/>
                </a:cxn>
                <a:cxn ang="0">
                  <a:pos x="2682" y="94"/>
                </a:cxn>
                <a:cxn ang="0">
                  <a:pos x="2743" y="79"/>
                </a:cxn>
                <a:cxn ang="0">
                  <a:pos x="2786" y="140"/>
                </a:cxn>
                <a:cxn ang="0">
                  <a:pos x="2822" y="202"/>
                </a:cxn>
                <a:cxn ang="0">
                  <a:pos x="2880" y="220"/>
                </a:cxn>
                <a:cxn ang="0">
                  <a:pos x="2919" y="158"/>
                </a:cxn>
                <a:cxn ang="0">
                  <a:pos x="2952" y="97"/>
                </a:cxn>
                <a:cxn ang="0">
                  <a:pos x="2999" y="47"/>
                </a:cxn>
                <a:cxn ang="0">
                  <a:pos x="3045" y="97"/>
                </a:cxn>
                <a:cxn ang="0">
                  <a:pos x="3071" y="158"/>
                </a:cxn>
                <a:cxn ang="0">
                  <a:pos x="3099" y="220"/>
                </a:cxn>
                <a:cxn ang="0">
                  <a:pos x="3150" y="256"/>
                </a:cxn>
                <a:cxn ang="0">
                  <a:pos x="3186" y="198"/>
                </a:cxn>
                <a:cxn ang="0">
                  <a:pos x="3211" y="133"/>
                </a:cxn>
                <a:cxn ang="0">
                  <a:pos x="3233" y="65"/>
                </a:cxn>
                <a:cxn ang="0">
                  <a:pos x="3269" y="4"/>
                </a:cxn>
              </a:cxnLst>
              <a:rect l="0" t="0" r="r" b="b"/>
              <a:pathLst>
                <a:path w="3283" h="263">
                  <a:moveTo>
                    <a:pt x="0" y="144"/>
                  </a:moveTo>
                  <a:lnTo>
                    <a:pt x="3" y="148"/>
                  </a:lnTo>
                  <a:lnTo>
                    <a:pt x="7" y="148"/>
                  </a:lnTo>
                  <a:lnTo>
                    <a:pt x="11" y="151"/>
                  </a:lnTo>
                  <a:lnTo>
                    <a:pt x="14" y="151"/>
                  </a:lnTo>
                  <a:lnTo>
                    <a:pt x="18" y="155"/>
                  </a:lnTo>
                  <a:lnTo>
                    <a:pt x="21" y="155"/>
                  </a:lnTo>
                  <a:lnTo>
                    <a:pt x="25" y="158"/>
                  </a:lnTo>
                  <a:lnTo>
                    <a:pt x="29" y="158"/>
                  </a:lnTo>
                  <a:lnTo>
                    <a:pt x="32" y="162"/>
                  </a:lnTo>
                  <a:lnTo>
                    <a:pt x="36" y="162"/>
                  </a:lnTo>
                  <a:lnTo>
                    <a:pt x="39" y="162"/>
                  </a:lnTo>
                  <a:lnTo>
                    <a:pt x="43" y="166"/>
                  </a:lnTo>
                  <a:lnTo>
                    <a:pt x="47" y="166"/>
                  </a:lnTo>
                  <a:lnTo>
                    <a:pt x="50" y="166"/>
                  </a:lnTo>
                  <a:lnTo>
                    <a:pt x="54" y="166"/>
                  </a:lnTo>
                  <a:lnTo>
                    <a:pt x="57" y="169"/>
                  </a:lnTo>
                  <a:lnTo>
                    <a:pt x="61" y="169"/>
                  </a:lnTo>
                  <a:lnTo>
                    <a:pt x="65" y="169"/>
                  </a:lnTo>
                  <a:lnTo>
                    <a:pt x="68" y="169"/>
                  </a:lnTo>
                  <a:lnTo>
                    <a:pt x="72" y="169"/>
                  </a:lnTo>
                  <a:lnTo>
                    <a:pt x="75" y="169"/>
                  </a:lnTo>
                  <a:lnTo>
                    <a:pt x="79" y="169"/>
                  </a:lnTo>
                  <a:lnTo>
                    <a:pt x="83" y="166"/>
                  </a:lnTo>
                  <a:lnTo>
                    <a:pt x="86" y="166"/>
                  </a:lnTo>
                  <a:lnTo>
                    <a:pt x="90" y="166"/>
                  </a:lnTo>
                  <a:lnTo>
                    <a:pt x="93" y="166"/>
                  </a:lnTo>
                  <a:lnTo>
                    <a:pt x="97" y="162"/>
                  </a:lnTo>
                  <a:lnTo>
                    <a:pt x="101" y="162"/>
                  </a:lnTo>
                  <a:lnTo>
                    <a:pt x="104" y="162"/>
                  </a:lnTo>
                  <a:lnTo>
                    <a:pt x="108" y="158"/>
                  </a:lnTo>
                  <a:lnTo>
                    <a:pt x="111" y="158"/>
                  </a:lnTo>
                  <a:lnTo>
                    <a:pt x="115" y="158"/>
                  </a:lnTo>
                  <a:lnTo>
                    <a:pt x="119" y="155"/>
                  </a:lnTo>
                  <a:lnTo>
                    <a:pt x="122" y="151"/>
                  </a:lnTo>
                  <a:lnTo>
                    <a:pt x="126" y="151"/>
                  </a:lnTo>
                  <a:lnTo>
                    <a:pt x="129" y="148"/>
                  </a:lnTo>
                  <a:lnTo>
                    <a:pt x="133" y="148"/>
                  </a:lnTo>
                  <a:lnTo>
                    <a:pt x="137" y="144"/>
                  </a:lnTo>
                  <a:lnTo>
                    <a:pt x="140" y="144"/>
                  </a:lnTo>
                  <a:lnTo>
                    <a:pt x="144" y="140"/>
                  </a:lnTo>
                  <a:lnTo>
                    <a:pt x="147" y="140"/>
                  </a:lnTo>
                  <a:lnTo>
                    <a:pt x="151" y="137"/>
                  </a:lnTo>
                  <a:lnTo>
                    <a:pt x="155" y="137"/>
                  </a:lnTo>
                  <a:lnTo>
                    <a:pt x="158" y="133"/>
                  </a:lnTo>
                  <a:lnTo>
                    <a:pt x="162" y="133"/>
                  </a:lnTo>
                  <a:lnTo>
                    <a:pt x="165" y="130"/>
                  </a:lnTo>
                  <a:lnTo>
                    <a:pt x="169" y="130"/>
                  </a:lnTo>
                  <a:lnTo>
                    <a:pt x="173" y="130"/>
                  </a:lnTo>
                  <a:lnTo>
                    <a:pt x="176" y="126"/>
                  </a:lnTo>
                  <a:lnTo>
                    <a:pt x="180" y="126"/>
                  </a:lnTo>
                  <a:lnTo>
                    <a:pt x="183" y="122"/>
                  </a:lnTo>
                  <a:lnTo>
                    <a:pt x="187" y="122"/>
                  </a:lnTo>
                  <a:lnTo>
                    <a:pt x="191" y="122"/>
                  </a:lnTo>
                  <a:lnTo>
                    <a:pt x="194" y="122"/>
                  </a:lnTo>
                  <a:lnTo>
                    <a:pt x="198" y="122"/>
                  </a:lnTo>
                  <a:lnTo>
                    <a:pt x="201" y="122"/>
                  </a:lnTo>
                  <a:lnTo>
                    <a:pt x="205" y="122"/>
                  </a:lnTo>
                  <a:lnTo>
                    <a:pt x="209" y="122"/>
                  </a:lnTo>
                  <a:lnTo>
                    <a:pt x="212" y="122"/>
                  </a:lnTo>
                  <a:lnTo>
                    <a:pt x="216" y="122"/>
                  </a:lnTo>
                  <a:lnTo>
                    <a:pt x="219" y="122"/>
                  </a:lnTo>
                  <a:lnTo>
                    <a:pt x="223" y="122"/>
                  </a:lnTo>
                  <a:lnTo>
                    <a:pt x="227" y="122"/>
                  </a:lnTo>
                  <a:lnTo>
                    <a:pt x="230" y="122"/>
                  </a:lnTo>
                  <a:lnTo>
                    <a:pt x="234" y="126"/>
                  </a:lnTo>
                  <a:lnTo>
                    <a:pt x="237" y="126"/>
                  </a:lnTo>
                  <a:lnTo>
                    <a:pt x="241" y="126"/>
                  </a:lnTo>
                  <a:lnTo>
                    <a:pt x="245" y="130"/>
                  </a:lnTo>
                  <a:lnTo>
                    <a:pt x="248" y="130"/>
                  </a:lnTo>
                  <a:lnTo>
                    <a:pt x="252" y="133"/>
                  </a:lnTo>
                  <a:lnTo>
                    <a:pt x="255" y="133"/>
                  </a:lnTo>
                  <a:lnTo>
                    <a:pt x="259" y="137"/>
                  </a:lnTo>
                  <a:lnTo>
                    <a:pt x="263" y="137"/>
                  </a:lnTo>
                  <a:lnTo>
                    <a:pt x="266" y="140"/>
                  </a:lnTo>
                  <a:lnTo>
                    <a:pt x="270" y="140"/>
                  </a:lnTo>
                  <a:lnTo>
                    <a:pt x="273" y="144"/>
                  </a:lnTo>
                  <a:lnTo>
                    <a:pt x="277" y="144"/>
                  </a:lnTo>
                  <a:lnTo>
                    <a:pt x="281" y="148"/>
                  </a:lnTo>
                  <a:lnTo>
                    <a:pt x="284" y="148"/>
                  </a:lnTo>
                  <a:lnTo>
                    <a:pt x="288" y="151"/>
                  </a:lnTo>
                  <a:lnTo>
                    <a:pt x="291" y="151"/>
                  </a:lnTo>
                  <a:lnTo>
                    <a:pt x="295" y="155"/>
                  </a:lnTo>
                  <a:lnTo>
                    <a:pt x="299" y="155"/>
                  </a:lnTo>
                  <a:lnTo>
                    <a:pt x="302" y="158"/>
                  </a:lnTo>
                  <a:lnTo>
                    <a:pt x="306" y="158"/>
                  </a:lnTo>
                  <a:lnTo>
                    <a:pt x="309" y="162"/>
                  </a:lnTo>
                  <a:lnTo>
                    <a:pt x="313" y="162"/>
                  </a:lnTo>
                  <a:lnTo>
                    <a:pt x="317" y="166"/>
                  </a:lnTo>
                  <a:lnTo>
                    <a:pt x="320" y="166"/>
                  </a:lnTo>
                  <a:lnTo>
                    <a:pt x="324" y="166"/>
                  </a:lnTo>
                  <a:lnTo>
                    <a:pt x="327" y="169"/>
                  </a:lnTo>
                  <a:lnTo>
                    <a:pt x="331" y="169"/>
                  </a:lnTo>
                  <a:lnTo>
                    <a:pt x="335" y="169"/>
                  </a:lnTo>
                  <a:lnTo>
                    <a:pt x="338" y="169"/>
                  </a:lnTo>
                  <a:lnTo>
                    <a:pt x="342" y="169"/>
                  </a:lnTo>
                  <a:lnTo>
                    <a:pt x="345" y="169"/>
                  </a:lnTo>
                  <a:lnTo>
                    <a:pt x="349" y="169"/>
                  </a:lnTo>
                  <a:lnTo>
                    <a:pt x="353" y="169"/>
                  </a:lnTo>
                  <a:lnTo>
                    <a:pt x="356" y="169"/>
                  </a:lnTo>
                  <a:lnTo>
                    <a:pt x="360" y="169"/>
                  </a:lnTo>
                  <a:lnTo>
                    <a:pt x="363" y="169"/>
                  </a:lnTo>
                  <a:lnTo>
                    <a:pt x="367" y="169"/>
                  </a:lnTo>
                  <a:lnTo>
                    <a:pt x="371" y="166"/>
                  </a:lnTo>
                  <a:lnTo>
                    <a:pt x="374" y="166"/>
                  </a:lnTo>
                  <a:lnTo>
                    <a:pt x="378" y="166"/>
                  </a:lnTo>
                  <a:lnTo>
                    <a:pt x="381" y="162"/>
                  </a:lnTo>
                  <a:lnTo>
                    <a:pt x="385" y="162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6" y="155"/>
                  </a:lnTo>
                  <a:lnTo>
                    <a:pt x="399" y="155"/>
                  </a:lnTo>
                  <a:lnTo>
                    <a:pt x="403" y="151"/>
                  </a:lnTo>
                  <a:lnTo>
                    <a:pt x="407" y="151"/>
                  </a:lnTo>
                  <a:lnTo>
                    <a:pt x="410" y="148"/>
                  </a:lnTo>
                  <a:lnTo>
                    <a:pt x="414" y="148"/>
                  </a:lnTo>
                  <a:lnTo>
                    <a:pt x="417" y="144"/>
                  </a:lnTo>
                  <a:lnTo>
                    <a:pt x="421" y="144"/>
                  </a:lnTo>
                  <a:lnTo>
                    <a:pt x="425" y="140"/>
                  </a:lnTo>
                  <a:lnTo>
                    <a:pt x="428" y="137"/>
                  </a:lnTo>
                  <a:lnTo>
                    <a:pt x="432" y="137"/>
                  </a:lnTo>
                  <a:lnTo>
                    <a:pt x="435" y="133"/>
                  </a:lnTo>
                  <a:lnTo>
                    <a:pt x="439" y="133"/>
                  </a:lnTo>
                  <a:lnTo>
                    <a:pt x="443" y="130"/>
                  </a:lnTo>
                  <a:lnTo>
                    <a:pt x="446" y="130"/>
                  </a:lnTo>
                  <a:lnTo>
                    <a:pt x="450" y="126"/>
                  </a:lnTo>
                  <a:lnTo>
                    <a:pt x="453" y="126"/>
                  </a:lnTo>
                  <a:lnTo>
                    <a:pt x="457" y="126"/>
                  </a:lnTo>
                  <a:lnTo>
                    <a:pt x="461" y="122"/>
                  </a:lnTo>
                  <a:lnTo>
                    <a:pt x="464" y="122"/>
                  </a:lnTo>
                  <a:lnTo>
                    <a:pt x="468" y="122"/>
                  </a:lnTo>
                  <a:lnTo>
                    <a:pt x="471" y="119"/>
                  </a:lnTo>
                  <a:lnTo>
                    <a:pt x="475" y="119"/>
                  </a:lnTo>
                  <a:lnTo>
                    <a:pt x="479" y="119"/>
                  </a:lnTo>
                  <a:lnTo>
                    <a:pt x="482" y="119"/>
                  </a:lnTo>
                  <a:lnTo>
                    <a:pt x="486" y="119"/>
                  </a:lnTo>
                  <a:lnTo>
                    <a:pt x="489" y="119"/>
                  </a:lnTo>
                  <a:lnTo>
                    <a:pt x="493" y="119"/>
                  </a:lnTo>
                  <a:lnTo>
                    <a:pt x="497" y="119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22"/>
                  </a:lnTo>
                  <a:lnTo>
                    <a:pt x="511" y="122"/>
                  </a:lnTo>
                  <a:lnTo>
                    <a:pt x="515" y="122"/>
                  </a:lnTo>
                  <a:lnTo>
                    <a:pt x="518" y="126"/>
                  </a:lnTo>
                  <a:lnTo>
                    <a:pt x="522" y="126"/>
                  </a:lnTo>
                  <a:lnTo>
                    <a:pt x="525" y="130"/>
                  </a:lnTo>
                  <a:lnTo>
                    <a:pt x="529" y="130"/>
                  </a:lnTo>
                  <a:lnTo>
                    <a:pt x="533" y="130"/>
                  </a:lnTo>
                  <a:lnTo>
                    <a:pt x="536" y="133"/>
                  </a:lnTo>
                  <a:lnTo>
                    <a:pt x="540" y="137"/>
                  </a:lnTo>
                  <a:lnTo>
                    <a:pt x="543" y="137"/>
                  </a:lnTo>
                  <a:lnTo>
                    <a:pt x="547" y="140"/>
                  </a:lnTo>
                  <a:lnTo>
                    <a:pt x="551" y="140"/>
                  </a:lnTo>
                  <a:lnTo>
                    <a:pt x="554" y="144"/>
                  </a:lnTo>
                  <a:lnTo>
                    <a:pt x="558" y="144"/>
                  </a:lnTo>
                  <a:lnTo>
                    <a:pt x="561" y="148"/>
                  </a:lnTo>
                  <a:lnTo>
                    <a:pt x="565" y="151"/>
                  </a:lnTo>
                  <a:lnTo>
                    <a:pt x="569" y="151"/>
                  </a:lnTo>
                  <a:lnTo>
                    <a:pt x="572" y="155"/>
                  </a:lnTo>
                  <a:lnTo>
                    <a:pt x="576" y="155"/>
                  </a:lnTo>
                  <a:lnTo>
                    <a:pt x="579" y="158"/>
                  </a:lnTo>
                  <a:lnTo>
                    <a:pt x="583" y="158"/>
                  </a:lnTo>
                  <a:lnTo>
                    <a:pt x="587" y="162"/>
                  </a:lnTo>
                  <a:lnTo>
                    <a:pt x="590" y="162"/>
                  </a:lnTo>
                  <a:lnTo>
                    <a:pt x="594" y="166"/>
                  </a:lnTo>
                  <a:lnTo>
                    <a:pt x="597" y="166"/>
                  </a:lnTo>
                  <a:lnTo>
                    <a:pt x="601" y="169"/>
                  </a:lnTo>
                  <a:lnTo>
                    <a:pt x="605" y="169"/>
                  </a:lnTo>
                  <a:lnTo>
                    <a:pt x="608" y="169"/>
                  </a:lnTo>
                  <a:lnTo>
                    <a:pt x="612" y="169"/>
                  </a:lnTo>
                  <a:lnTo>
                    <a:pt x="615" y="173"/>
                  </a:lnTo>
                  <a:lnTo>
                    <a:pt x="619" y="173"/>
                  </a:lnTo>
                  <a:lnTo>
                    <a:pt x="623" y="173"/>
                  </a:lnTo>
                  <a:lnTo>
                    <a:pt x="626" y="173"/>
                  </a:lnTo>
                  <a:lnTo>
                    <a:pt x="630" y="173"/>
                  </a:lnTo>
                  <a:lnTo>
                    <a:pt x="633" y="173"/>
                  </a:lnTo>
                  <a:lnTo>
                    <a:pt x="637" y="173"/>
                  </a:lnTo>
                  <a:lnTo>
                    <a:pt x="641" y="169"/>
                  </a:lnTo>
                  <a:lnTo>
                    <a:pt x="644" y="169"/>
                  </a:lnTo>
                  <a:lnTo>
                    <a:pt x="648" y="169"/>
                  </a:lnTo>
                  <a:lnTo>
                    <a:pt x="651" y="169"/>
                  </a:lnTo>
                  <a:lnTo>
                    <a:pt x="655" y="166"/>
                  </a:lnTo>
                  <a:lnTo>
                    <a:pt x="659" y="166"/>
                  </a:lnTo>
                  <a:lnTo>
                    <a:pt x="662" y="166"/>
                  </a:lnTo>
                  <a:lnTo>
                    <a:pt x="666" y="162"/>
                  </a:lnTo>
                  <a:lnTo>
                    <a:pt x="669" y="162"/>
                  </a:lnTo>
                  <a:lnTo>
                    <a:pt x="673" y="158"/>
                  </a:lnTo>
                  <a:lnTo>
                    <a:pt x="677" y="158"/>
                  </a:lnTo>
                  <a:lnTo>
                    <a:pt x="680" y="155"/>
                  </a:lnTo>
                  <a:lnTo>
                    <a:pt x="684" y="151"/>
                  </a:lnTo>
                  <a:lnTo>
                    <a:pt x="687" y="151"/>
                  </a:lnTo>
                  <a:lnTo>
                    <a:pt x="691" y="148"/>
                  </a:lnTo>
                  <a:lnTo>
                    <a:pt x="695" y="144"/>
                  </a:lnTo>
                  <a:lnTo>
                    <a:pt x="698" y="144"/>
                  </a:lnTo>
                  <a:lnTo>
                    <a:pt x="702" y="140"/>
                  </a:lnTo>
                  <a:lnTo>
                    <a:pt x="705" y="140"/>
                  </a:lnTo>
                  <a:lnTo>
                    <a:pt x="709" y="137"/>
                  </a:lnTo>
                  <a:lnTo>
                    <a:pt x="713" y="133"/>
                  </a:lnTo>
                  <a:lnTo>
                    <a:pt x="716" y="133"/>
                  </a:lnTo>
                  <a:lnTo>
                    <a:pt x="720" y="130"/>
                  </a:lnTo>
                  <a:lnTo>
                    <a:pt x="723" y="130"/>
                  </a:lnTo>
                  <a:lnTo>
                    <a:pt x="727" y="126"/>
                  </a:lnTo>
                  <a:lnTo>
                    <a:pt x="731" y="126"/>
                  </a:lnTo>
                  <a:lnTo>
                    <a:pt x="734" y="122"/>
                  </a:lnTo>
                  <a:lnTo>
                    <a:pt x="738" y="122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19"/>
                  </a:lnTo>
                  <a:lnTo>
                    <a:pt x="752" y="119"/>
                  </a:lnTo>
                  <a:lnTo>
                    <a:pt x="756" y="119"/>
                  </a:lnTo>
                  <a:lnTo>
                    <a:pt x="759" y="115"/>
                  </a:lnTo>
                  <a:lnTo>
                    <a:pt x="763" y="115"/>
                  </a:lnTo>
                  <a:lnTo>
                    <a:pt x="767" y="115"/>
                  </a:lnTo>
                  <a:lnTo>
                    <a:pt x="770" y="115"/>
                  </a:lnTo>
                  <a:lnTo>
                    <a:pt x="774" y="115"/>
                  </a:lnTo>
                  <a:lnTo>
                    <a:pt x="777" y="119"/>
                  </a:lnTo>
                  <a:lnTo>
                    <a:pt x="781" y="119"/>
                  </a:lnTo>
                  <a:lnTo>
                    <a:pt x="785" y="119"/>
                  </a:lnTo>
                  <a:lnTo>
                    <a:pt x="788" y="119"/>
                  </a:lnTo>
                  <a:lnTo>
                    <a:pt x="792" y="122"/>
                  </a:lnTo>
                  <a:lnTo>
                    <a:pt x="795" y="122"/>
                  </a:lnTo>
                  <a:lnTo>
                    <a:pt x="799" y="122"/>
                  </a:lnTo>
                  <a:lnTo>
                    <a:pt x="803" y="126"/>
                  </a:lnTo>
                  <a:lnTo>
                    <a:pt x="806" y="126"/>
                  </a:lnTo>
                  <a:lnTo>
                    <a:pt x="810" y="130"/>
                  </a:lnTo>
                  <a:lnTo>
                    <a:pt x="813" y="130"/>
                  </a:lnTo>
                  <a:lnTo>
                    <a:pt x="817" y="133"/>
                  </a:lnTo>
                  <a:lnTo>
                    <a:pt x="821" y="137"/>
                  </a:lnTo>
                  <a:lnTo>
                    <a:pt x="824" y="137"/>
                  </a:lnTo>
                  <a:lnTo>
                    <a:pt x="828" y="140"/>
                  </a:lnTo>
                  <a:lnTo>
                    <a:pt x="831" y="140"/>
                  </a:lnTo>
                  <a:lnTo>
                    <a:pt x="835" y="144"/>
                  </a:lnTo>
                  <a:lnTo>
                    <a:pt x="839" y="148"/>
                  </a:lnTo>
                  <a:lnTo>
                    <a:pt x="842" y="151"/>
                  </a:lnTo>
                  <a:lnTo>
                    <a:pt x="846" y="151"/>
                  </a:lnTo>
                  <a:lnTo>
                    <a:pt x="849" y="155"/>
                  </a:lnTo>
                  <a:lnTo>
                    <a:pt x="853" y="155"/>
                  </a:lnTo>
                  <a:lnTo>
                    <a:pt x="857" y="158"/>
                  </a:lnTo>
                  <a:lnTo>
                    <a:pt x="860" y="162"/>
                  </a:lnTo>
                  <a:lnTo>
                    <a:pt x="864" y="162"/>
                  </a:lnTo>
                  <a:lnTo>
                    <a:pt x="867" y="166"/>
                  </a:lnTo>
                  <a:lnTo>
                    <a:pt x="871" y="166"/>
                  </a:lnTo>
                  <a:lnTo>
                    <a:pt x="875" y="169"/>
                  </a:lnTo>
                  <a:lnTo>
                    <a:pt x="878" y="169"/>
                  </a:lnTo>
                  <a:lnTo>
                    <a:pt x="882" y="169"/>
                  </a:lnTo>
                  <a:lnTo>
                    <a:pt x="885" y="173"/>
                  </a:lnTo>
                  <a:lnTo>
                    <a:pt x="889" y="173"/>
                  </a:lnTo>
                  <a:lnTo>
                    <a:pt x="893" y="173"/>
                  </a:lnTo>
                  <a:lnTo>
                    <a:pt x="896" y="173"/>
                  </a:lnTo>
                  <a:lnTo>
                    <a:pt x="900" y="173"/>
                  </a:lnTo>
                  <a:lnTo>
                    <a:pt x="903" y="176"/>
                  </a:lnTo>
                  <a:lnTo>
                    <a:pt x="907" y="176"/>
                  </a:lnTo>
                  <a:lnTo>
                    <a:pt x="911" y="176"/>
                  </a:lnTo>
                  <a:lnTo>
                    <a:pt x="914" y="173"/>
                  </a:lnTo>
                  <a:lnTo>
                    <a:pt x="918" y="173"/>
                  </a:lnTo>
                  <a:lnTo>
                    <a:pt x="921" y="173"/>
                  </a:lnTo>
                  <a:lnTo>
                    <a:pt x="925" y="173"/>
                  </a:lnTo>
                  <a:lnTo>
                    <a:pt x="929" y="169"/>
                  </a:lnTo>
                  <a:lnTo>
                    <a:pt x="932" y="169"/>
                  </a:lnTo>
                  <a:lnTo>
                    <a:pt x="936" y="169"/>
                  </a:lnTo>
                  <a:lnTo>
                    <a:pt x="939" y="166"/>
                  </a:lnTo>
                  <a:lnTo>
                    <a:pt x="943" y="166"/>
                  </a:lnTo>
                  <a:lnTo>
                    <a:pt x="947" y="162"/>
                  </a:lnTo>
                  <a:lnTo>
                    <a:pt x="950" y="162"/>
                  </a:lnTo>
                  <a:lnTo>
                    <a:pt x="954" y="158"/>
                  </a:lnTo>
                  <a:lnTo>
                    <a:pt x="957" y="155"/>
                  </a:lnTo>
                  <a:lnTo>
                    <a:pt x="961" y="155"/>
                  </a:lnTo>
                  <a:lnTo>
                    <a:pt x="965" y="151"/>
                  </a:lnTo>
                  <a:lnTo>
                    <a:pt x="968" y="148"/>
                  </a:lnTo>
                  <a:lnTo>
                    <a:pt x="972" y="148"/>
                  </a:lnTo>
                  <a:lnTo>
                    <a:pt x="975" y="144"/>
                  </a:lnTo>
                  <a:lnTo>
                    <a:pt x="979" y="140"/>
                  </a:lnTo>
                  <a:lnTo>
                    <a:pt x="983" y="140"/>
                  </a:lnTo>
                  <a:lnTo>
                    <a:pt x="986" y="137"/>
                  </a:lnTo>
                  <a:lnTo>
                    <a:pt x="990" y="133"/>
                  </a:lnTo>
                  <a:lnTo>
                    <a:pt x="993" y="133"/>
                  </a:lnTo>
                  <a:lnTo>
                    <a:pt x="997" y="130"/>
                  </a:lnTo>
                  <a:lnTo>
                    <a:pt x="1001" y="126"/>
                  </a:lnTo>
                  <a:lnTo>
                    <a:pt x="1004" y="126"/>
                  </a:lnTo>
                  <a:lnTo>
                    <a:pt x="1008" y="122"/>
                  </a:lnTo>
                  <a:lnTo>
                    <a:pt x="1011" y="122"/>
                  </a:lnTo>
                  <a:lnTo>
                    <a:pt x="1015" y="119"/>
                  </a:lnTo>
                  <a:lnTo>
                    <a:pt x="1019" y="119"/>
                  </a:lnTo>
                  <a:lnTo>
                    <a:pt x="1022" y="119"/>
                  </a:lnTo>
                  <a:lnTo>
                    <a:pt x="1026" y="115"/>
                  </a:lnTo>
                  <a:lnTo>
                    <a:pt x="1029" y="115"/>
                  </a:lnTo>
                  <a:lnTo>
                    <a:pt x="1033" y="115"/>
                  </a:lnTo>
                  <a:lnTo>
                    <a:pt x="1037" y="115"/>
                  </a:lnTo>
                  <a:lnTo>
                    <a:pt x="1040" y="115"/>
                  </a:lnTo>
                  <a:lnTo>
                    <a:pt x="1044" y="115"/>
                  </a:lnTo>
                  <a:lnTo>
                    <a:pt x="1047" y="115"/>
                  </a:lnTo>
                  <a:lnTo>
                    <a:pt x="1051" y="115"/>
                  </a:lnTo>
                  <a:lnTo>
                    <a:pt x="1055" y="115"/>
                  </a:lnTo>
                  <a:lnTo>
                    <a:pt x="1058" y="115"/>
                  </a:lnTo>
                  <a:lnTo>
                    <a:pt x="1062" y="115"/>
                  </a:lnTo>
                  <a:lnTo>
                    <a:pt x="1065" y="115"/>
                  </a:lnTo>
                  <a:lnTo>
                    <a:pt x="1069" y="119"/>
                  </a:lnTo>
                  <a:lnTo>
                    <a:pt x="1073" y="119"/>
                  </a:lnTo>
                  <a:lnTo>
                    <a:pt x="1076" y="122"/>
                  </a:lnTo>
                  <a:lnTo>
                    <a:pt x="1080" y="122"/>
                  </a:lnTo>
                  <a:lnTo>
                    <a:pt x="1083" y="126"/>
                  </a:lnTo>
                  <a:lnTo>
                    <a:pt x="1087" y="126"/>
                  </a:lnTo>
                  <a:lnTo>
                    <a:pt x="1091" y="130"/>
                  </a:lnTo>
                  <a:lnTo>
                    <a:pt x="1094" y="130"/>
                  </a:lnTo>
                  <a:lnTo>
                    <a:pt x="1098" y="133"/>
                  </a:lnTo>
                  <a:lnTo>
                    <a:pt x="1101" y="137"/>
                  </a:lnTo>
                  <a:lnTo>
                    <a:pt x="1105" y="140"/>
                  </a:lnTo>
                  <a:lnTo>
                    <a:pt x="1109" y="140"/>
                  </a:lnTo>
                  <a:lnTo>
                    <a:pt x="1112" y="144"/>
                  </a:lnTo>
                  <a:lnTo>
                    <a:pt x="1116" y="148"/>
                  </a:lnTo>
                  <a:lnTo>
                    <a:pt x="1119" y="148"/>
                  </a:lnTo>
                  <a:lnTo>
                    <a:pt x="1123" y="151"/>
                  </a:lnTo>
                  <a:lnTo>
                    <a:pt x="1127" y="155"/>
                  </a:lnTo>
                  <a:lnTo>
                    <a:pt x="1130" y="158"/>
                  </a:lnTo>
                  <a:lnTo>
                    <a:pt x="1134" y="158"/>
                  </a:lnTo>
                  <a:lnTo>
                    <a:pt x="1137" y="162"/>
                  </a:lnTo>
                  <a:lnTo>
                    <a:pt x="1141" y="166"/>
                  </a:lnTo>
                  <a:lnTo>
                    <a:pt x="1145" y="166"/>
                  </a:lnTo>
                  <a:lnTo>
                    <a:pt x="1148" y="169"/>
                  </a:lnTo>
                  <a:lnTo>
                    <a:pt x="1152" y="169"/>
                  </a:lnTo>
                  <a:lnTo>
                    <a:pt x="1155" y="173"/>
                  </a:lnTo>
                  <a:lnTo>
                    <a:pt x="1159" y="173"/>
                  </a:lnTo>
                  <a:lnTo>
                    <a:pt x="1163" y="173"/>
                  </a:lnTo>
                  <a:lnTo>
                    <a:pt x="1166" y="176"/>
                  </a:lnTo>
                  <a:lnTo>
                    <a:pt x="1170" y="176"/>
                  </a:lnTo>
                  <a:lnTo>
                    <a:pt x="1173" y="176"/>
                  </a:lnTo>
                  <a:lnTo>
                    <a:pt x="1177" y="176"/>
                  </a:lnTo>
                  <a:lnTo>
                    <a:pt x="1181" y="176"/>
                  </a:lnTo>
                  <a:lnTo>
                    <a:pt x="1184" y="176"/>
                  </a:lnTo>
                  <a:lnTo>
                    <a:pt x="1188" y="176"/>
                  </a:lnTo>
                  <a:lnTo>
                    <a:pt x="1191" y="176"/>
                  </a:lnTo>
                  <a:lnTo>
                    <a:pt x="1195" y="176"/>
                  </a:lnTo>
                  <a:lnTo>
                    <a:pt x="1199" y="176"/>
                  </a:lnTo>
                  <a:lnTo>
                    <a:pt x="1202" y="176"/>
                  </a:lnTo>
                  <a:lnTo>
                    <a:pt x="1206" y="173"/>
                  </a:lnTo>
                  <a:lnTo>
                    <a:pt x="1209" y="173"/>
                  </a:lnTo>
                  <a:lnTo>
                    <a:pt x="1213" y="173"/>
                  </a:lnTo>
                  <a:lnTo>
                    <a:pt x="1217" y="169"/>
                  </a:lnTo>
                  <a:lnTo>
                    <a:pt x="1220" y="169"/>
                  </a:lnTo>
                  <a:lnTo>
                    <a:pt x="1224" y="166"/>
                  </a:lnTo>
                  <a:lnTo>
                    <a:pt x="1227" y="162"/>
                  </a:lnTo>
                  <a:lnTo>
                    <a:pt x="1231" y="162"/>
                  </a:lnTo>
                  <a:lnTo>
                    <a:pt x="1235" y="158"/>
                  </a:lnTo>
                  <a:lnTo>
                    <a:pt x="1238" y="155"/>
                  </a:lnTo>
                  <a:lnTo>
                    <a:pt x="1242" y="155"/>
                  </a:lnTo>
                  <a:lnTo>
                    <a:pt x="1245" y="151"/>
                  </a:lnTo>
                  <a:lnTo>
                    <a:pt x="1249" y="148"/>
                  </a:lnTo>
                  <a:lnTo>
                    <a:pt x="1253" y="144"/>
                  </a:lnTo>
                  <a:lnTo>
                    <a:pt x="1256" y="144"/>
                  </a:lnTo>
                  <a:lnTo>
                    <a:pt x="1260" y="140"/>
                  </a:lnTo>
                  <a:lnTo>
                    <a:pt x="1263" y="137"/>
                  </a:lnTo>
                  <a:lnTo>
                    <a:pt x="1267" y="133"/>
                  </a:lnTo>
                  <a:lnTo>
                    <a:pt x="1271" y="133"/>
                  </a:lnTo>
                  <a:lnTo>
                    <a:pt x="1274" y="130"/>
                  </a:lnTo>
                  <a:lnTo>
                    <a:pt x="1278" y="126"/>
                  </a:lnTo>
                  <a:lnTo>
                    <a:pt x="1281" y="126"/>
                  </a:lnTo>
                  <a:lnTo>
                    <a:pt x="1285" y="122"/>
                  </a:lnTo>
                  <a:lnTo>
                    <a:pt x="1289" y="122"/>
                  </a:lnTo>
                  <a:lnTo>
                    <a:pt x="1292" y="119"/>
                  </a:lnTo>
                  <a:lnTo>
                    <a:pt x="1296" y="115"/>
                  </a:lnTo>
                  <a:lnTo>
                    <a:pt x="1299" y="115"/>
                  </a:lnTo>
                  <a:lnTo>
                    <a:pt x="1303" y="115"/>
                  </a:lnTo>
                  <a:lnTo>
                    <a:pt x="1307" y="112"/>
                  </a:lnTo>
                  <a:lnTo>
                    <a:pt x="1310" y="112"/>
                  </a:lnTo>
                  <a:lnTo>
                    <a:pt x="1314" y="112"/>
                  </a:lnTo>
                  <a:lnTo>
                    <a:pt x="1317" y="112"/>
                  </a:lnTo>
                  <a:lnTo>
                    <a:pt x="1321" y="112"/>
                  </a:lnTo>
                  <a:lnTo>
                    <a:pt x="1325" y="112"/>
                  </a:lnTo>
                  <a:lnTo>
                    <a:pt x="1328" y="112"/>
                  </a:lnTo>
                  <a:lnTo>
                    <a:pt x="1332" y="112"/>
                  </a:lnTo>
                  <a:lnTo>
                    <a:pt x="1335" y="112"/>
                  </a:lnTo>
                  <a:lnTo>
                    <a:pt x="1339" y="112"/>
                  </a:lnTo>
                  <a:lnTo>
                    <a:pt x="1343" y="112"/>
                  </a:lnTo>
                  <a:lnTo>
                    <a:pt x="1346" y="115"/>
                  </a:lnTo>
                  <a:lnTo>
                    <a:pt x="1350" y="115"/>
                  </a:lnTo>
                  <a:lnTo>
                    <a:pt x="1353" y="119"/>
                  </a:lnTo>
                  <a:lnTo>
                    <a:pt x="1357" y="119"/>
                  </a:lnTo>
                  <a:lnTo>
                    <a:pt x="1361" y="122"/>
                  </a:lnTo>
                  <a:lnTo>
                    <a:pt x="1364" y="122"/>
                  </a:lnTo>
                  <a:lnTo>
                    <a:pt x="1368" y="126"/>
                  </a:lnTo>
                  <a:lnTo>
                    <a:pt x="1371" y="130"/>
                  </a:lnTo>
                  <a:lnTo>
                    <a:pt x="1375" y="130"/>
                  </a:lnTo>
                  <a:lnTo>
                    <a:pt x="1379" y="133"/>
                  </a:lnTo>
                  <a:lnTo>
                    <a:pt x="1382" y="137"/>
                  </a:lnTo>
                  <a:lnTo>
                    <a:pt x="1386" y="140"/>
                  </a:lnTo>
                  <a:lnTo>
                    <a:pt x="1389" y="144"/>
                  </a:lnTo>
                  <a:lnTo>
                    <a:pt x="1393" y="144"/>
                  </a:lnTo>
                  <a:lnTo>
                    <a:pt x="1397" y="148"/>
                  </a:lnTo>
                  <a:lnTo>
                    <a:pt x="1400" y="151"/>
                  </a:lnTo>
                  <a:lnTo>
                    <a:pt x="1404" y="155"/>
                  </a:lnTo>
                  <a:lnTo>
                    <a:pt x="1407" y="158"/>
                  </a:lnTo>
                  <a:lnTo>
                    <a:pt x="1411" y="158"/>
                  </a:lnTo>
                  <a:lnTo>
                    <a:pt x="1415" y="162"/>
                  </a:lnTo>
                  <a:lnTo>
                    <a:pt x="1418" y="166"/>
                  </a:lnTo>
                  <a:lnTo>
                    <a:pt x="1422" y="166"/>
                  </a:lnTo>
                  <a:lnTo>
                    <a:pt x="1425" y="169"/>
                  </a:lnTo>
                  <a:lnTo>
                    <a:pt x="1429" y="173"/>
                  </a:lnTo>
                  <a:lnTo>
                    <a:pt x="1433" y="173"/>
                  </a:lnTo>
                  <a:lnTo>
                    <a:pt x="1436" y="176"/>
                  </a:lnTo>
                  <a:lnTo>
                    <a:pt x="1440" y="176"/>
                  </a:lnTo>
                  <a:lnTo>
                    <a:pt x="1443" y="176"/>
                  </a:lnTo>
                  <a:lnTo>
                    <a:pt x="1447" y="180"/>
                  </a:lnTo>
                  <a:lnTo>
                    <a:pt x="1451" y="180"/>
                  </a:lnTo>
                  <a:lnTo>
                    <a:pt x="1454" y="180"/>
                  </a:lnTo>
                  <a:lnTo>
                    <a:pt x="1458" y="180"/>
                  </a:lnTo>
                  <a:lnTo>
                    <a:pt x="1461" y="180"/>
                  </a:lnTo>
                  <a:lnTo>
                    <a:pt x="1465" y="180"/>
                  </a:lnTo>
                  <a:lnTo>
                    <a:pt x="1469" y="180"/>
                  </a:lnTo>
                  <a:lnTo>
                    <a:pt x="1472" y="180"/>
                  </a:lnTo>
                  <a:lnTo>
                    <a:pt x="1476" y="180"/>
                  </a:lnTo>
                  <a:lnTo>
                    <a:pt x="1479" y="180"/>
                  </a:lnTo>
                  <a:lnTo>
                    <a:pt x="1483" y="176"/>
                  </a:lnTo>
                  <a:lnTo>
                    <a:pt x="1487" y="176"/>
                  </a:lnTo>
                  <a:lnTo>
                    <a:pt x="1490" y="176"/>
                  </a:lnTo>
                  <a:lnTo>
                    <a:pt x="1494" y="173"/>
                  </a:lnTo>
                  <a:lnTo>
                    <a:pt x="1497" y="173"/>
                  </a:lnTo>
                  <a:lnTo>
                    <a:pt x="1501" y="169"/>
                  </a:lnTo>
                  <a:lnTo>
                    <a:pt x="1505" y="166"/>
                  </a:lnTo>
                  <a:lnTo>
                    <a:pt x="1508" y="166"/>
                  </a:lnTo>
                  <a:lnTo>
                    <a:pt x="1512" y="162"/>
                  </a:lnTo>
                  <a:lnTo>
                    <a:pt x="1515" y="158"/>
                  </a:lnTo>
                  <a:lnTo>
                    <a:pt x="1519" y="155"/>
                  </a:lnTo>
                  <a:lnTo>
                    <a:pt x="1523" y="155"/>
                  </a:lnTo>
                  <a:lnTo>
                    <a:pt x="1526" y="151"/>
                  </a:lnTo>
                  <a:lnTo>
                    <a:pt x="1530" y="148"/>
                  </a:lnTo>
                  <a:lnTo>
                    <a:pt x="1533" y="144"/>
                  </a:lnTo>
                  <a:lnTo>
                    <a:pt x="1537" y="140"/>
                  </a:lnTo>
                  <a:lnTo>
                    <a:pt x="1541" y="137"/>
                  </a:lnTo>
                  <a:lnTo>
                    <a:pt x="1544" y="133"/>
                  </a:lnTo>
                  <a:lnTo>
                    <a:pt x="1548" y="133"/>
                  </a:lnTo>
                  <a:lnTo>
                    <a:pt x="1551" y="130"/>
                  </a:lnTo>
                  <a:lnTo>
                    <a:pt x="1555" y="126"/>
                  </a:lnTo>
                  <a:lnTo>
                    <a:pt x="1559" y="122"/>
                  </a:lnTo>
                  <a:lnTo>
                    <a:pt x="1562" y="119"/>
                  </a:lnTo>
                  <a:lnTo>
                    <a:pt x="1566" y="119"/>
                  </a:lnTo>
                  <a:lnTo>
                    <a:pt x="1569" y="115"/>
                  </a:lnTo>
                  <a:lnTo>
                    <a:pt x="1573" y="115"/>
                  </a:lnTo>
                  <a:lnTo>
                    <a:pt x="1577" y="112"/>
                  </a:lnTo>
                  <a:lnTo>
                    <a:pt x="1580" y="112"/>
                  </a:lnTo>
                  <a:lnTo>
                    <a:pt x="1584" y="108"/>
                  </a:lnTo>
                  <a:lnTo>
                    <a:pt x="1587" y="108"/>
                  </a:lnTo>
                  <a:lnTo>
                    <a:pt x="1591" y="108"/>
                  </a:lnTo>
                  <a:lnTo>
                    <a:pt x="1595" y="108"/>
                  </a:lnTo>
                  <a:lnTo>
                    <a:pt x="1598" y="104"/>
                  </a:lnTo>
                  <a:lnTo>
                    <a:pt x="1602" y="104"/>
                  </a:lnTo>
                  <a:lnTo>
                    <a:pt x="1605" y="104"/>
                  </a:lnTo>
                  <a:lnTo>
                    <a:pt x="1609" y="108"/>
                  </a:lnTo>
                  <a:lnTo>
                    <a:pt x="1613" y="108"/>
                  </a:lnTo>
                  <a:lnTo>
                    <a:pt x="1616" y="108"/>
                  </a:lnTo>
                  <a:lnTo>
                    <a:pt x="1620" y="108"/>
                  </a:lnTo>
                  <a:lnTo>
                    <a:pt x="1623" y="112"/>
                  </a:lnTo>
                  <a:lnTo>
                    <a:pt x="1627" y="112"/>
                  </a:lnTo>
                  <a:lnTo>
                    <a:pt x="1631" y="115"/>
                  </a:lnTo>
                  <a:lnTo>
                    <a:pt x="1634" y="115"/>
                  </a:lnTo>
                  <a:lnTo>
                    <a:pt x="1638" y="119"/>
                  </a:lnTo>
                  <a:lnTo>
                    <a:pt x="1641" y="119"/>
                  </a:lnTo>
                  <a:lnTo>
                    <a:pt x="1645" y="122"/>
                  </a:lnTo>
                  <a:lnTo>
                    <a:pt x="1649" y="126"/>
                  </a:lnTo>
                  <a:lnTo>
                    <a:pt x="1652" y="130"/>
                  </a:lnTo>
                  <a:lnTo>
                    <a:pt x="1656" y="130"/>
                  </a:lnTo>
                  <a:lnTo>
                    <a:pt x="1659" y="133"/>
                  </a:lnTo>
                  <a:lnTo>
                    <a:pt x="1663" y="137"/>
                  </a:lnTo>
                  <a:lnTo>
                    <a:pt x="1667" y="140"/>
                  </a:lnTo>
                  <a:lnTo>
                    <a:pt x="1670" y="144"/>
                  </a:lnTo>
                  <a:lnTo>
                    <a:pt x="1674" y="148"/>
                  </a:lnTo>
                  <a:lnTo>
                    <a:pt x="1677" y="151"/>
                  </a:lnTo>
                  <a:lnTo>
                    <a:pt x="1681" y="155"/>
                  </a:lnTo>
                  <a:lnTo>
                    <a:pt x="1685" y="158"/>
                  </a:lnTo>
                  <a:lnTo>
                    <a:pt x="1688" y="158"/>
                  </a:lnTo>
                  <a:lnTo>
                    <a:pt x="1692" y="162"/>
                  </a:lnTo>
                  <a:lnTo>
                    <a:pt x="1695" y="166"/>
                  </a:lnTo>
                  <a:lnTo>
                    <a:pt x="1699" y="169"/>
                  </a:lnTo>
                  <a:lnTo>
                    <a:pt x="1703" y="169"/>
                  </a:lnTo>
                  <a:lnTo>
                    <a:pt x="1706" y="173"/>
                  </a:lnTo>
                  <a:lnTo>
                    <a:pt x="1710" y="176"/>
                  </a:lnTo>
                  <a:lnTo>
                    <a:pt x="1713" y="176"/>
                  </a:lnTo>
                  <a:lnTo>
                    <a:pt x="1717" y="180"/>
                  </a:lnTo>
                  <a:lnTo>
                    <a:pt x="1721" y="180"/>
                  </a:lnTo>
                  <a:lnTo>
                    <a:pt x="1724" y="184"/>
                  </a:lnTo>
                  <a:lnTo>
                    <a:pt x="1728" y="184"/>
                  </a:lnTo>
                  <a:lnTo>
                    <a:pt x="1731" y="184"/>
                  </a:lnTo>
                  <a:lnTo>
                    <a:pt x="1735" y="187"/>
                  </a:lnTo>
                  <a:lnTo>
                    <a:pt x="1739" y="187"/>
                  </a:lnTo>
                  <a:lnTo>
                    <a:pt x="1742" y="187"/>
                  </a:lnTo>
                  <a:lnTo>
                    <a:pt x="1746" y="187"/>
                  </a:lnTo>
                  <a:lnTo>
                    <a:pt x="1749" y="187"/>
                  </a:lnTo>
                  <a:lnTo>
                    <a:pt x="1753" y="184"/>
                  </a:lnTo>
                  <a:lnTo>
                    <a:pt x="1757" y="184"/>
                  </a:lnTo>
                  <a:lnTo>
                    <a:pt x="1760" y="184"/>
                  </a:lnTo>
                  <a:lnTo>
                    <a:pt x="1764" y="180"/>
                  </a:lnTo>
                  <a:lnTo>
                    <a:pt x="1767" y="180"/>
                  </a:lnTo>
                  <a:lnTo>
                    <a:pt x="1771" y="176"/>
                  </a:lnTo>
                  <a:lnTo>
                    <a:pt x="1775" y="176"/>
                  </a:lnTo>
                  <a:lnTo>
                    <a:pt x="1778" y="173"/>
                  </a:lnTo>
                  <a:lnTo>
                    <a:pt x="1782" y="169"/>
                  </a:lnTo>
                  <a:lnTo>
                    <a:pt x="1785" y="169"/>
                  </a:lnTo>
                  <a:lnTo>
                    <a:pt x="1789" y="166"/>
                  </a:lnTo>
                  <a:lnTo>
                    <a:pt x="1793" y="162"/>
                  </a:lnTo>
                  <a:lnTo>
                    <a:pt x="1796" y="158"/>
                  </a:lnTo>
                  <a:lnTo>
                    <a:pt x="1800" y="155"/>
                  </a:lnTo>
                  <a:lnTo>
                    <a:pt x="1803" y="151"/>
                  </a:lnTo>
                  <a:lnTo>
                    <a:pt x="1807" y="148"/>
                  </a:lnTo>
                  <a:lnTo>
                    <a:pt x="1811" y="144"/>
                  </a:lnTo>
                  <a:lnTo>
                    <a:pt x="1814" y="144"/>
                  </a:lnTo>
                  <a:lnTo>
                    <a:pt x="1818" y="140"/>
                  </a:lnTo>
                  <a:lnTo>
                    <a:pt x="1821" y="137"/>
                  </a:lnTo>
                  <a:lnTo>
                    <a:pt x="1825" y="133"/>
                  </a:lnTo>
                  <a:lnTo>
                    <a:pt x="1829" y="130"/>
                  </a:lnTo>
                  <a:lnTo>
                    <a:pt x="1832" y="126"/>
                  </a:lnTo>
                  <a:lnTo>
                    <a:pt x="1836" y="122"/>
                  </a:lnTo>
                  <a:lnTo>
                    <a:pt x="1839" y="119"/>
                  </a:lnTo>
                  <a:lnTo>
                    <a:pt x="1843" y="115"/>
                  </a:lnTo>
                  <a:lnTo>
                    <a:pt x="1847" y="112"/>
                  </a:lnTo>
                  <a:lnTo>
                    <a:pt x="1850" y="112"/>
                  </a:lnTo>
                  <a:lnTo>
                    <a:pt x="1854" y="108"/>
                  </a:lnTo>
                  <a:lnTo>
                    <a:pt x="1857" y="108"/>
                  </a:lnTo>
                  <a:lnTo>
                    <a:pt x="1861" y="104"/>
                  </a:lnTo>
                  <a:lnTo>
                    <a:pt x="1865" y="104"/>
                  </a:lnTo>
                  <a:lnTo>
                    <a:pt x="1868" y="101"/>
                  </a:lnTo>
                  <a:lnTo>
                    <a:pt x="1872" y="101"/>
                  </a:lnTo>
                  <a:lnTo>
                    <a:pt x="1875" y="101"/>
                  </a:lnTo>
                  <a:lnTo>
                    <a:pt x="1879" y="101"/>
                  </a:lnTo>
                  <a:lnTo>
                    <a:pt x="1883" y="101"/>
                  </a:lnTo>
                  <a:lnTo>
                    <a:pt x="1886" y="101"/>
                  </a:lnTo>
                  <a:lnTo>
                    <a:pt x="1890" y="101"/>
                  </a:lnTo>
                  <a:lnTo>
                    <a:pt x="1893" y="101"/>
                  </a:lnTo>
                  <a:lnTo>
                    <a:pt x="1897" y="104"/>
                  </a:lnTo>
                  <a:lnTo>
                    <a:pt x="1901" y="104"/>
                  </a:lnTo>
                  <a:lnTo>
                    <a:pt x="1904" y="108"/>
                  </a:lnTo>
                  <a:lnTo>
                    <a:pt x="1908" y="108"/>
                  </a:lnTo>
                  <a:lnTo>
                    <a:pt x="1911" y="112"/>
                  </a:lnTo>
                  <a:lnTo>
                    <a:pt x="1915" y="112"/>
                  </a:lnTo>
                  <a:lnTo>
                    <a:pt x="1919" y="115"/>
                  </a:lnTo>
                  <a:lnTo>
                    <a:pt x="1922" y="119"/>
                  </a:lnTo>
                  <a:lnTo>
                    <a:pt x="1926" y="122"/>
                  </a:lnTo>
                  <a:lnTo>
                    <a:pt x="1929" y="126"/>
                  </a:lnTo>
                  <a:lnTo>
                    <a:pt x="1933" y="130"/>
                  </a:lnTo>
                  <a:lnTo>
                    <a:pt x="1937" y="130"/>
                  </a:lnTo>
                  <a:lnTo>
                    <a:pt x="1940" y="133"/>
                  </a:lnTo>
                  <a:lnTo>
                    <a:pt x="1944" y="137"/>
                  </a:lnTo>
                  <a:lnTo>
                    <a:pt x="1947" y="140"/>
                  </a:lnTo>
                  <a:lnTo>
                    <a:pt x="1951" y="144"/>
                  </a:lnTo>
                  <a:lnTo>
                    <a:pt x="1955" y="148"/>
                  </a:lnTo>
                  <a:lnTo>
                    <a:pt x="1958" y="151"/>
                  </a:lnTo>
                  <a:lnTo>
                    <a:pt x="1962" y="155"/>
                  </a:lnTo>
                  <a:lnTo>
                    <a:pt x="1965" y="158"/>
                  </a:lnTo>
                  <a:lnTo>
                    <a:pt x="1969" y="162"/>
                  </a:lnTo>
                  <a:lnTo>
                    <a:pt x="1973" y="166"/>
                  </a:lnTo>
                  <a:lnTo>
                    <a:pt x="1976" y="169"/>
                  </a:lnTo>
                  <a:lnTo>
                    <a:pt x="1980" y="173"/>
                  </a:lnTo>
                  <a:lnTo>
                    <a:pt x="1983" y="176"/>
                  </a:lnTo>
                  <a:lnTo>
                    <a:pt x="1987" y="180"/>
                  </a:lnTo>
                  <a:lnTo>
                    <a:pt x="1991" y="184"/>
                  </a:lnTo>
                  <a:lnTo>
                    <a:pt x="1994" y="184"/>
                  </a:lnTo>
                  <a:lnTo>
                    <a:pt x="1998" y="187"/>
                  </a:lnTo>
                  <a:lnTo>
                    <a:pt x="2001" y="187"/>
                  </a:lnTo>
                  <a:lnTo>
                    <a:pt x="2005" y="191"/>
                  </a:lnTo>
                  <a:lnTo>
                    <a:pt x="2009" y="191"/>
                  </a:lnTo>
                  <a:lnTo>
                    <a:pt x="2012" y="191"/>
                  </a:lnTo>
                  <a:lnTo>
                    <a:pt x="2016" y="191"/>
                  </a:lnTo>
                  <a:lnTo>
                    <a:pt x="2019" y="191"/>
                  </a:lnTo>
                  <a:lnTo>
                    <a:pt x="2023" y="194"/>
                  </a:lnTo>
                  <a:lnTo>
                    <a:pt x="2027" y="191"/>
                  </a:lnTo>
                  <a:lnTo>
                    <a:pt x="2030" y="191"/>
                  </a:lnTo>
                  <a:lnTo>
                    <a:pt x="2034" y="191"/>
                  </a:lnTo>
                  <a:lnTo>
                    <a:pt x="2037" y="191"/>
                  </a:lnTo>
                  <a:lnTo>
                    <a:pt x="2041" y="187"/>
                  </a:lnTo>
                  <a:lnTo>
                    <a:pt x="2045" y="187"/>
                  </a:lnTo>
                  <a:lnTo>
                    <a:pt x="2048" y="184"/>
                  </a:lnTo>
                  <a:lnTo>
                    <a:pt x="2052" y="180"/>
                  </a:lnTo>
                  <a:lnTo>
                    <a:pt x="2055" y="176"/>
                  </a:lnTo>
                  <a:lnTo>
                    <a:pt x="2059" y="176"/>
                  </a:lnTo>
                  <a:lnTo>
                    <a:pt x="2063" y="173"/>
                  </a:lnTo>
                  <a:lnTo>
                    <a:pt x="2066" y="169"/>
                  </a:lnTo>
                  <a:lnTo>
                    <a:pt x="2070" y="166"/>
                  </a:lnTo>
                  <a:lnTo>
                    <a:pt x="2073" y="162"/>
                  </a:lnTo>
                  <a:lnTo>
                    <a:pt x="2077" y="158"/>
                  </a:lnTo>
                  <a:lnTo>
                    <a:pt x="2081" y="155"/>
                  </a:lnTo>
                  <a:lnTo>
                    <a:pt x="2084" y="151"/>
                  </a:lnTo>
                  <a:lnTo>
                    <a:pt x="2088" y="148"/>
                  </a:lnTo>
                  <a:lnTo>
                    <a:pt x="2091" y="144"/>
                  </a:lnTo>
                  <a:lnTo>
                    <a:pt x="2095" y="140"/>
                  </a:lnTo>
                  <a:lnTo>
                    <a:pt x="2099" y="137"/>
                  </a:lnTo>
                  <a:lnTo>
                    <a:pt x="2102" y="133"/>
                  </a:lnTo>
                  <a:lnTo>
                    <a:pt x="2106" y="130"/>
                  </a:lnTo>
                  <a:lnTo>
                    <a:pt x="2109" y="126"/>
                  </a:lnTo>
                  <a:lnTo>
                    <a:pt x="2113" y="122"/>
                  </a:lnTo>
                  <a:lnTo>
                    <a:pt x="2117" y="119"/>
                  </a:lnTo>
                  <a:lnTo>
                    <a:pt x="2120" y="115"/>
                  </a:lnTo>
                  <a:lnTo>
                    <a:pt x="2124" y="112"/>
                  </a:lnTo>
                  <a:lnTo>
                    <a:pt x="2127" y="108"/>
                  </a:lnTo>
                  <a:lnTo>
                    <a:pt x="2131" y="104"/>
                  </a:lnTo>
                  <a:lnTo>
                    <a:pt x="2135" y="101"/>
                  </a:lnTo>
                  <a:lnTo>
                    <a:pt x="2138" y="101"/>
                  </a:lnTo>
                  <a:lnTo>
                    <a:pt x="2142" y="97"/>
                  </a:lnTo>
                  <a:lnTo>
                    <a:pt x="2145" y="97"/>
                  </a:lnTo>
                  <a:lnTo>
                    <a:pt x="2149" y="94"/>
                  </a:lnTo>
                  <a:lnTo>
                    <a:pt x="2153" y="94"/>
                  </a:lnTo>
                  <a:lnTo>
                    <a:pt x="2156" y="94"/>
                  </a:lnTo>
                  <a:lnTo>
                    <a:pt x="2160" y="94"/>
                  </a:lnTo>
                  <a:lnTo>
                    <a:pt x="2163" y="94"/>
                  </a:lnTo>
                  <a:lnTo>
                    <a:pt x="2167" y="94"/>
                  </a:lnTo>
                  <a:lnTo>
                    <a:pt x="2171" y="94"/>
                  </a:lnTo>
                  <a:lnTo>
                    <a:pt x="2174" y="97"/>
                  </a:lnTo>
                  <a:lnTo>
                    <a:pt x="2178" y="97"/>
                  </a:lnTo>
                  <a:lnTo>
                    <a:pt x="2181" y="101"/>
                  </a:lnTo>
                  <a:lnTo>
                    <a:pt x="2185" y="101"/>
                  </a:lnTo>
                  <a:lnTo>
                    <a:pt x="2189" y="104"/>
                  </a:lnTo>
                  <a:lnTo>
                    <a:pt x="2192" y="108"/>
                  </a:lnTo>
                  <a:lnTo>
                    <a:pt x="2196" y="108"/>
                  </a:lnTo>
                  <a:lnTo>
                    <a:pt x="2199" y="112"/>
                  </a:lnTo>
                  <a:lnTo>
                    <a:pt x="2203" y="115"/>
                  </a:lnTo>
                  <a:lnTo>
                    <a:pt x="2207" y="119"/>
                  </a:lnTo>
                  <a:lnTo>
                    <a:pt x="2210" y="122"/>
                  </a:lnTo>
                  <a:lnTo>
                    <a:pt x="2214" y="126"/>
                  </a:lnTo>
                  <a:lnTo>
                    <a:pt x="2217" y="130"/>
                  </a:lnTo>
                  <a:lnTo>
                    <a:pt x="2221" y="133"/>
                  </a:lnTo>
                  <a:lnTo>
                    <a:pt x="2225" y="137"/>
                  </a:lnTo>
                  <a:lnTo>
                    <a:pt x="2228" y="140"/>
                  </a:lnTo>
                  <a:lnTo>
                    <a:pt x="2232" y="144"/>
                  </a:lnTo>
                  <a:lnTo>
                    <a:pt x="2232" y="148"/>
                  </a:lnTo>
                  <a:lnTo>
                    <a:pt x="2235" y="151"/>
                  </a:lnTo>
                  <a:lnTo>
                    <a:pt x="2239" y="155"/>
                  </a:lnTo>
                  <a:lnTo>
                    <a:pt x="2243" y="158"/>
                  </a:lnTo>
                  <a:lnTo>
                    <a:pt x="2246" y="162"/>
                  </a:lnTo>
                  <a:lnTo>
                    <a:pt x="2250" y="166"/>
                  </a:lnTo>
                  <a:lnTo>
                    <a:pt x="2250" y="169"/>
                  </a:lnTo>
                  <a:lnTo>
                    <a:pt x="2253" y="173"/>
                  </a:lnTo>
                  <a:lnTo>
                    <a:pt x="2257" y="176"/>
                  </a:lnTo>
                  <a:lnTo>
                    <a:pt x="2261" y="180"/>
                  </a:lnTo>
                  <a:lnTo>
                    <a:pt x="2264" y="184"/>
                  </a:lnTo>
                  <a:lnTo>
                    <a:pt x="2268" y="187"/>
                  </a:lnTo>
                  <a:lnTo>
                    <a:pt x="2271" y="191"/>
                  </a:lnTo>
                  <a:lnTo>
                    <a:pt x="2275" y="191"/>
                  </a:lnTo>
                  <a:lnTo>
                    <a:pt x="2279" y="194"/>
                  </a:lnTo>
                  <a:lnTo>
                    <a:pt x="2282" y="198"/>
                  </a:lnTo>
                  <a:lnTo>
                    <a:pt x="2286" y="198"/>
                  </a:lnTo>
                  <a:lnTo>
                    <a:pt x="2289" y="198"/>
                  </a:lnTo>
                  <a:lnTo>
                    <a:pt x="2293" y="202"/>
                  </a:lnTo>
                  <a:lnTo>
                    <a:pt x="2297" y="202"/>
                  </a:lnTo>
                  <a:lnTo>
                    <a:pt x="2300" y="202"/>
                  </a:lnTo>
                  <a:lnTo>
                    <a:pt x="2304" y="202"/>
                  </a:lnTo>
                  <a:lnTo>
                    <a:pt x="2307" y="202"/>
                  </a:lnTo>
                  <a:lnTo>
                    <a:pt x="2311" y="198"/>
                  </a:lnTo>
                  <a:lnTo>
                    <a:pt x="2315" y="198"/>
                  </a:lnTo>
                  <a:lnTo>
                    <a:pt x="2318" y="194"/>
                  </a:lnTo>
                  <a:lnTo>
                    <a:pt x="2322" y="194"/>
                  </a:lnTo>
                  <a:lnTo>
                    <a:pt x="2325" y="191"/>
                  </a:lnTo>
                  <a:lnTo>
                    <a:pt x="2329" y="187"/>
                  </a:lnTo>
                  <a:lnTo>
                    <a:pt x="2333" y="187"/>
                  </a:lnTo>
                  <a:lnTo>
                    <a:pt x="2336" y="184"/>
                  </a:lnTo>
                  <a:lnTo>
                    <a:pt x="2340" y="180"/>
                  </a:lnTo>
                  <a:lnTo>
                    <a:pt x="2343" y="176"/>
                  </a:lnTo>
                  <a:lnTo>
                    <a:pt x="2347" y="173"/>
                  </a:lnTo>
                  <a:lnTo>
                    <a:pt x="2351" y="169"/>
                  </a:lnTo>
                  <a:lnTo>
                    <a:pt x="2354" y="166"/>
                  </a:lnTo>
                  <a:lnTo>
                    <a:pt x="2358" y="162"/>
                  </a:lnTo>
                  <a:lnTo>
                    <a:pt x="2361" y="158"/>
                  </a:lnTo>
                  <a:lnTo>
                    <a:pt x="2361" y="155"/>
                  </a:lnTo>
                  <a:lnTo>
                    <a:pt x="2365" y="151"/>
                  </a:lnTo>
                  <a:lnTo>
                    <a:pt x="2369" y="148"/>
                  </a:lnTo>
                  <a:lnTo>
                    <a:pt x="2372" y="144"/>
                  </a:lnTo>
                  <a:lnTo>
                    <a:pt x="2372" y="140"/>
                  </a:lnTo>
                  <a:lnTo>
                    <a:pt x="2376" y="137"/>
                  </a:lnTo>
                  <a:lnTo>
                    <a:pt x="2379" y="133"/>
                  </a:lnTo>
                  <a:lnTo>
                    <a:pt x="2383" y="130"/>
                  </a:lnTo>
                  <a:lnTo>
                    <a:pt x="2383" y="126"/>
                  </a:lnTo>
                  <a:lnTo>
                    <a:pt x="2387" y="122"/>
                  </a:lnTo>
                  <a:lnTo>
                    <a:pt x="2390" y="119"/>
                  </a:lnTo>
                  <a:lnTo>
                    <a:pt x="2394" y="115"/>
                  </a:lnTo>
                  <a:lnTo>
                    <a:pt x="2397" y="112"/>
                  </a:lnTo>
                  <a:lnTo>
                    <a:pt x="2401" y="108"/>
                  </a:lnTo>
                  <a:lnTo>
                    <a:pt x="2405" y="104"/>
                  </a:lnTo>
                  <a:lnTo>
                    <a:pt x="2408" y="101"/>
                  </a:lnTo>
                  <a:lnTo>
                    <a:pt x="2412" y="97"/>
                  </a:lnTo>
                  <a:lnTo>
                    <a:pt x="2415" y="94"/>
                  </a:lnTo>
                  <a:lnTo>
                    <a:pt x="2419" y="90"/>
                  </a:lnTo>
                  <a:lnTo>
                    <a:pt x="2423" y="86"/>
                  </a:lnTo>
                  <a:lnTo>
                    <a:pt x="2426" y="86"/>
                  </a:lnTo>
                  <a:lnTo>
                    <a:pt x="2430" y="86"/>
                  </a:lnTo>
                  <a:lnTo>
                    <a:pt x="2433" y="83"/>
                  </a:lnTo>
                  <a:lnTo>
                    <a:pt x="2437" y="83"/>
                  </a:lnTo>
                  <a:lnTo>
                    <a:pt x="2441" y="83"/>
                  </a:lnTo>
                  <a:lnTo>
                    <a:pt x="2444" y="83"/>
                  </a:lnTo>
                  <a:lnTo>
                    <a:pt x="2448" y="86"/>
                  </a:lnTo>
                  <a:lnTo>
                    <a:pt x="2451" y="86"/>
                  </a:lnTo>
                  <a:lnTo>
                    <a:pt x="2455" y="86"/>
                  </a:lnTo>
                  <a:lnTo>
                    <a:pt x="2459" y="90"/>
                  </a:lnTo>
                  <a:lnTo>
                    <a:pt x="2462" y="90"/>
                  </a:lnTo>
                  <a:lnTo>
                    <a:pt x="2466" y="94"/>
                  </a:lnTo>
                  <a:lnTo>
                    <a:pt x="2469" y="97"/>
                  </a:lnTo>
                  <a:lnTo>
                    <a:pt x="2473" y="101"/>
                  </a:lnTo>
                  <a:lnTo>
                    <a:pt x="2477" y="104"/>
                  </a:lnTo>
                  <a:lnTo>
                    <a:pt x="2480" y="108"/>
                  </a:lnTo>
                  <a:lnTo>
                    <a:pt x="2484" y="112"/>
                  </a:lnTo>
                  <a:lnTo>
                    <a:pt x="2487" y="115"/>
                  </a:lnTo>
                  <a:lnTo>
                    <a:pt x="2491" y="119"/>
                  </a:lnTo>
                  <a:lnTo>
                    <a:pt x="2495" y="122"/>
                  </a:lnTo>
                  <a:lnTo>
                    <a:pt x="2495" y="126"/>
                  </a:lnTo>
                  <a:lnTo>
                    <a:pt x="2498" y="130"/>
                  </a:lnTo>
                  <a:lnTo>
                    <a:pt x="2502" y="133"/>
                  </a:lnTo>
                  <a:lnTo>
                    <a:pt x="2502" y="137"/>
                  </a:lnTo>
                  <a:lnTo>
                    <a:pt x="2505" y="140"/>
                  </a:lnTo>
                  <a:lnTo>
                    <a:pt x="2509" y="144"/>
                  </a:lnTo>
                  <a:lnTo>
                    <a:pt x="2513" y="148"/>
                  </a:lnTo>
                  <a:lnTo>
                    <a:pt x="2513" y="151"/>
                  </a:lnTo>
                  <a:lnTo>
                    <a:pt x="2516" y="155"/>
                  </a:lnTo>
                  <a:lnTo>
                    <a:pt x="2520" y="158"/>
                  </a:lnTo>
                  <a:lnTo>
                    <a:pt x="2520" y="162"/>
                  </a:lnTo>
                  <a:lnTo>
                    <a:pt x="2523" y="166"/>
                  </a:lnTo>
                  <a:lnTo>
                    <a:pt x="2527" y="169"/>
                  </a:lnTo>
                  <a:lnTo>
                    <a:pt x="2531" y="173"/>
                  </a:lnTo>
                  <a:lnTo>
                    <a:pt x="2531" y="176"/>
                  </a:lnTo>
                  <a:lnTo>
                    <a:pt x="2534" y="180"/>
                  </a:lnTo>
                  <a:lnTo>
                    <a:pt x="2538" y="184"/>
                  </a:lnTo>
                  <a:lnTo>
                    <a:pt x="2541" y="187"/>
                  </a:lnTo>
                  <a:lnTo>
                    <a:pt x="2545" y="191"/>
                  </a:lnTo>
                  <a:lnTo>
                    <a:pt x="2549" y="194"/>
                  </a:lnTo>
                  <a:lnTo>
                    <a:pt x="2552" y="198"/>
                  </a:lnTo>
                  <a:lnTo>
                    <a:pt x="2556" y="202"/>
                  </a:lnTo>
                  <a:lnTo>
                    <a:pt x="2559" y="205"/>
                  </a:lnTo>
                  <a:lnTo>
                    <a:pt x="2563" y="209"/>
                  </a:lnTo>
                  <a:lnTo>
                    <a:pt x="2567" y="209"/>
                  </a:lnTo>
                  <a:lnTo>
                    <a:pt x="2570" y="212"/>
                  </a:lnTo>
                  <a:lnTo>
                    <a:pt x="2574" y="212"/>
                  </a:lnTo>
                  <a:lnTo>
                    <a:pt x="2577" y="212"/>
                  </a:lnTo>
                  <a:lnTo>
                    <a:pt x="2581" y="212"/>
                  </a:lnTo>
                  <a:lnTo>
                    <a:pt x="2585" y="212"/>
                  </a:lnTo>
                  <a:lnTo>
                    <a:pt x="2588" y="212"/>
                  </a:lnTo>
                  <a:lnTo>
                    <a:pt x="2592" y="209"/>
                  </a:lnTo>
                  <a:lnTo>
                    <a:pt x="2595" y="209"/>
                  </a:lnTo>
                  <a:lnTo>
                    <a:pt x="2599" y="205"/>
                  </a:lnTo>
                  <a:lnTo>
                    <a:pt x="2603" y="202"/>
                  </a:lnTo>
                  <a:lnTo>
                    <a:pt x="2606" y="198"/>
                  </a:lnTo>
                  <a:lnTo>
                    <a:pt x="2610" y="198"/>
                  </a:lnTo>
                  <a:lnTo>
                    <a:pt x="2613" y="194"/>
                  </a:lnTo>
                  <a:lnTo>
                    <a:pt x="2617" y="191"/>
                  </a:lnTo>
                  <a:lnTo>
                    <a:pt x="2621" y="187"/>
                  </a:lnTo>
                  <a:lnTo>
                    <a:pt x="2624" y="184"/>
                  </a:lnTo>
                  <a:lnTo>
                    <a:pt x="2624" y="180"/>
                  </a:lnTo>
                  <a:lnTo>
                    <a:pt x="2628" y="176"/>
                  </a:lnTo>
                  <a:lnTo>
                    <a:pt x="2631" y="173"/>
                  </a:lnTo>
                  <a:lnTo>
                    <a:pt x="2631" y="169"/>
                  </a:lnTo>
                  <a:lnTo>
                    <a:pt x="2635" y="166"/>
                  </a:lnTo>
                  <a:lnTo>
                    <a:pt x="2639" y="162"/>
                  </a:lnTo>
                  <a:lnTo>
                    <a:pt x="2639" y="158"/>
                  </a:lnTo>
                  <a:lnTo>
                    <a:pt x="2642" y="155"/>
                  </a:lnTo>
                  <a:lnTo>
                    <a:pt x="2642" y="151"/>
                  </a:lnTo>
                  <a:lnTo>
                    <a:pt x="2646" y="148"/>
                  </a:lnTo>
                  <a:lnTo>
                    <a:pt x="2649" y="144"/>
                  </a:lnTo>
                  <a:lnTo>
                    <a:pt x="2649" y="140"/>
                  </a:lnTo>
                  <a:lnTo>
                    <a:pt x="2653" y="137"/>
                  </a:lnTo>
                  <a:lnTo>
                    <a:pt x="2657" y="133"/>
                  </a:lnTo>
                  <a:lnTo>
                    <a:pt x="2657" y="130"/>
                  </a:lnTo>
                  <a:lnTo>
                    <a:pt x="2660" y="126"/>
                  </a:lnTo>
                  <a:lnTo>
                    <a:pt x="2664" y="122"/>
                  </a:lnTo>
                  <a:lnTo>
                    <a:pt x="2664" y="119"/>
                  </a:lnTo>
                  <a:lnTo>
                    <a:pt x="2667" y="115"/>
                  </a:lnTo>
                  <a:lnTo>
                    <a:pt x="2671" y="112"/>
                  </a:lnTo>
                  <a:lnTo>
                    <a:pt x="2671" y="108"/>
                  </a:lnTo>
                  <a:lnTo>
                    <a:pt x="2675" y="104"/>
                  </a:lnTo>
                  <a:lnTo>
                    <a:pt x="2678" y="101"/>
                  </a:lnTo>
                  <a:lnTo>
                    <a:pt x="2682" y="97"/>
                  </a:lnTo>
                  <a:lnTo>
                    <a:pt x="2682" y="94"/>
                  </a:lnTo>
                  <a:lnTo>
                    <a:pt x="2685" y="90"/>
                  </a:lnTo>
                  <a:lnTo>
                    <a:pt x="2689" y="86"/>
                  </a:lnTo>
                  <a:lnTo>
                    <a:pt x="2693" y="83"/>
                  </a:lnTo>
                  <a:lnTo>
                    <a:pt x="2696" y="79"/>
                  </a:lnTo>
                  <a:lnTo>
                    <a:pt x="2700" y="76"/>
                  </a:lnTo>
                  <a:lnTo>
                    <a:pt x="2703" y="72"/>
                  </a:lnTo>
                  <a:lnTo>
                    <a:pt x="2707" y="72"/>
                  </a:lnTo>
                  <a:lnTo>
                    <a:pt x="2711" y="68"/>
                  </a:lnTo>
                  <a:lnTo>
                    <a:pt x="2714" y="68"/>
                  </a:lnTo>
                  <a:lnTo>
                    <a:pt x="2718" y="68"/>
                  </a:lnTo>
                  <a:lnTo>
                    <a:pt x="2721" y="68"/>
                  </a:lnTo>
                  <a:lnTo>
                    <a:pt x="2725" y="68"/>
                  </a:lnTo>
                  <a:lnTo>
                    <a:pt x="2729" y="72"/>
                  </a:lnTo>
                  <a:lnTo>
                    <a:pt x="2732" y="72"/>
                  </a:lnTo>
                  <a:lnTo>
                    <a:pt x="2736" y="76"/>
                  </a:lnTo>
                  <a:lnTo>
                    <a:pt x="2739" y="76"/>
                  </a:lnTo>
                  <a:lnTo>
                    <a:pt x="2743" y="79"/>
                  </a:lnTo>
                  <a:lnTo>
                    <a:pt x="2747" y="83"/>
                  </a:lnTo>
                  <a:lnTo>
                    <a:pt x="2750" y="86"/>
                  </a:lnTo>
                  <a:lnTo>
                    <a:pt x="2754" y="90"/>
                  </a:lnTo>
                  <a:lnTo>
                    <a:pt x="2757" y="94"/>
                  </a:lnTo>
                  <a:lnTo>
                    <a:pt x="2761" y="97"/>
                  </a:lnTo>
                  <a:lnTo>
                    <a:pt x="2761" y="101"/>
                  </a:lnTo>
                  <a:lnTo>
                    <a:pt x="2765" y="104"/>
                  </a:lnTo>
                  <a:lnTo>
                    <a:pt x="2768" y="108"/>
                  </a:lnTo>
                  <a:lnTo>
                    <a:pt x="2768" y="112"/>
                  </a:lnTo>
                  <a:lnTo>
                    <a:pt x="2772" y="115"/>
                  </a:lnTo>
                  <a:lnTo>
                    <a:pt x="2775" y="119"/>
                  </a:lnTo>
                  <a:lnTo>
                    <a:pt x="2775" y="122"/>
                  </a:lnTo>
                  <a:lnTo>
                    <a:pt x="2779" y="126"/>
                  </a:lnTo>
                  <a:lnTo>
                    <a:pt x="2779" y="130"/>
                  </a:lnTo>
                  <a:lnTo>
                    <a:pt x="2783" y="133"/>
                  </a:lnTo>
                  <a:lnTo>
                    <a:pt x="2783" y="137"/>
                  </a:lnTo>
                  <a:lnTo>
                    <a:pt x="2786" y="140"/>
                  </a:lnTo>
                  <a:lnTo>
                    <a:pt x="2786" y="144"/>
                  </a:lnTo>
                  <a:lnTo>
                    <a:pt x="2790" y="148"/>
                  </a:lnTo>
                  <a:lnTo>
                    <a:pt x="2793" y="151"/>
                  </a:lnTo>
                  <a:lnTo>
                    <a:pt x="2793" y="155"/>
                  </a:lnTo>
                  <a:lnTo>
                    <a:pt x="2797" y="158"/>
                  </a:lnTo>
                  <a:lnTo>
                    <a:pt x="2797" y="162"/>
                  </a:lnTo>
                  <a:lnTo>
                    <a:pt x="2797" y="166"/>
                  </a:lnTo>
                  <a:lnTo>
                    <a:pt x="2801" y="169"/>
                  </a:lnTo>
                  <a:lnTo>
                    <a:pt x="2804" y="173"/>
                  </a:lnTo>
                  <a:lnTo>
                    <a:pt x="2804" y="176"/>
                  </a:lnTo>
                  <a:lnTo>
                    <a:pt x="2808" y="180"/>
                  </a:lnTo>
                  <a:lnTo>
                    <a:pt x="2811" y="184"/>
                  </a:lnTo>
                  <a:lnTo>
                    <a:pt x="2811" y="187"/>
                  </a:lnTo>
                  <a:lnTo>
                    <a:pt x="2815" y="191"/>
                  </a:lnTo>
                  <a:lnTo>
                    <a:pt x="2819" y="194"/>
                  </a:lnTo>
                  <a:lnTo>
                    <a:pt x="2819" y="198"/>
                  </a:lnTo>
                  <a:lnTo>
                    <a:pt x="2822" y="202"/>
                  </a:lnTo>
                  <a:lnTo>
                    <a:pt x="2822" y="205"/>
                  </a:lnTo>
                  <a:lnTo>
                    <a:pt x="2826" y="209"/>
                  </a:lnTo>
                  <a:lnTo>
                    <a:pt x="2829" y="212"/>
                  </a:lnTo>
                  <a:lnTo>
                    <a:pt x="2833" y="216"/>
                  </a:lnTo>
                  <a:lnTo>
                    <a:pt x="2837" y="220"/>
                  </a:lnTo>
                  <a:lnTo>
                    <a:pt x="2840" y="223"/>
                  </a:lnTo>
                  <a:lnTo>
                    <a:pt x="2844" y="227"/>
                  </a:lnTo>
                  <a:lnTo>
                    <a:pt x="2847" y="227"/>
                  </a:lnTo>
                  <a:lnTo>
                    <a:pt x="2851" y="230"/>
                  </a:lnTo>
                  <a:lnTo>
                    <a:pt x="2855" y="230"/>
                  </a:lnTo>
                  <a:lnTo>
                    <a:pt x="2858" y="230"/>
                  </a:lnTo>
                  <a:lnTo>
                    <a:pt x="2862" y="230"/>
                  </a:lnTo>
                  <a:lnTo>
                    <a:pt x="2865" y="230"/>
                  </a:lnTo>
                  <a:lnTo>
                    <a:pt x="2869" y="227"/>
                  </a:lnTo>
                  <a:lnTo>
                    <a:pt x="2873" y="227"/>
                  </a:lnTo>
                  <a:lnTo>
                    <a:pt x="2876" y="223"/>
                  </a:lnTo>
                  <a:lnTo>
                    <a:pt x="2880" y="220"/>
                  </a:lnTo>
                  <a:lnTo>
                    <a:pt x="2883" y="216"/>
                  </a:lnTo>
                  <a:lnTo>
                    <a:pt x="2887" y="212"/>
                  </a:lnTo>
                  <a:lnTo>
                    <a:pt x="2891" y="209"/>
                  </a:lnTo>
                  <a:lnTo>
                    <a:pt x="2894" y="205"/>
                  </a:lnTo>
                  <a:lnTo>
                    <a:pt x="2898" y="202"/>
                  </a:lnTo>
                  <a:lnTo>
                    <a:pt x="2898" y="198"/>
                  </a:lnTo>
                  <a:lnTo>
                    <a:pt x="2901" y="194"/>
                  </a:lnTo>
                  <a:lnTo>
                    <a:pt x="2905" y="191"/>
                  </a:lnTo>
                  <a:lnTo>
                    <a:pt x="2905" y="187"/>
                  </a:lnTo>
                  <a:lnTo>
                    <a:pt x="2909" y="184"/>
                  </a:lnTo>
                  <a:lnTo>
                    <a:pt x="2909" y="180"/>
                  </a:lnTo>
                  <a:lnTo>
                    <a:pt x="2912" y="176"/>
                  </a:lnTo>
                  <a:lnTo>
                    <a:pt x="2912" y="173"/>
                  </a:lnTo>
                  <a:lnTo>
                    <a:pt x="2916" y="169"/>
                  </a:lnTo>
                  <a:lnTo>
                    <a:pt x="2916" y="166"/>
                  </a:lnTo>
                  <a:lnTo>
                    <a:pt x="2919" y="162"/>
                  </a:lnTo>
                  <a:lnTo>
                    <a:pt x="2919" y="158"/>
                  </a:lnTo>
                  <a:lnTo>
                    <a:pt x="2923" y="155"/>
                  </a:lnTo>
                  <a:lnTo>
                    <a:pt x="2923" y="151"/>
                  </a:lnTo>
                  <a:lnTo>
                    <a:pt x="2927" y="148"/>
                  </a:lnTo>
                  <a:lnTo>
                    <a:pt x="2927" y="144"/>
                  </a:lnTo>
                  <a:lnTo>
                    <a:pt x="2930" y="140"/>
                  </a:lnTo>
                  <a:lnTo>
                    <a:pt x="2930" y="137"/>
                  </a:lnTo>
                  <a:lnTo>
                    <a:pt x="2934" y="133"/>
                  </a:lnTo>
                  <a:lnTo>
                    <a:pt x="2934" y="130"/>
                  </a:lnTo>
                  <a:lnTo>
                    <a:pt x="2937" y="126"/>
                  </a:lnTo>
                  <a:lnTo>
                    <a:pt x="2937" y="122"/>
                  </a:lnTo>
                  <a:lnTo>
                    <a:pt x="2941" y="119"/>
                  </a:lnTo>
                  <a:lnTo>
                    <a:pt x="2941" y="115"/>
                  </a:lnTo>
                  <a:lnTo>
                    <a:pt x="2945" y="112"/>
                  </a:lnTo>
                  <a:lnTo>
                    <a:pt x="2945" y="108"/>
                  </a:lnTo>
                  <a:lnTo>
                    <a:pt x="2948" y="104"/>
                  </a:lnTo>
                  <a:lnTo>
                    <a:pt x="2948" y="101"/>
                  </a:lnTo>
                  <a:lnTo>
                    <a:pt x="2952" y="97"/>
                  </a:lnTo>
                  <a:lnTo>
                    <a:pt x="2952" y="94"/>
                  </a:lnTo>
                  <a:lnTo>
                    <a:pt x="2955" y="90"/>
                  </a:lnTo>
                  <a:lnTo>
                    <a:pt x="2955" y="86"/>
                  </a:lnTo>
                  <a:lnTo>
                    <a:pt x="2959" y="83"/>
                  </a:lnTo>
                  <a:lnTo>
                    <a:pt x="2963" y="79"/>
                  </a:lnTo>
                  <a:lnTo>
                    <a:pt x="2963" y="76"/>
                  </a:lnTo>
                  <a:lnTo>
                    <a:pt x="2966" y="72"/>
                  </a:lnTo>
                  <a:lnTo>
                    <a:pt x="2970" y="68"/>
                  </a:lnTo>
                  <a:lnTo>
                    <a:pt x="2970" y="65"/>
                  </a:lnTo>
                  <a:lnTo>
                    <a:pt x="2973" y="61"/>
                  </a:lnTo>
                  <a:lnTo>
                    <a:pt x="2977" y="58"/>
                  </a:lnTo>
                  <a:lnTo>
                    <a:pt x="2981" y="54"/>
                  </a:lnTo>
                  <a:lnTo>
                    <a:pt x="2984" y="50"/>
                  </a:lnTo>
                  <a:lnTo>
                    <a:pt x="2988" y="47"/>
                  </a:lnTo>
                  <a:lnTo>
                    <a:pt x="2991" y="47"/>
                  </a:lnTo>
                  <a:lnTo>
                    <a:pt x="2995" y="47"/>
                  </a:lnTo>
                  <a:lnTo>
                    <a:pt x="2999" y="47"/>
                  </a:lnTo>
                  <a:lnTo>
                    <a:pt x="3002" y="47"/>
                  </a:lnTo>
                  <a:lnTo>
                    <a:pt x="3006" y="47"/>
                  </a:lnTo>
                  <a:lnTo>
                    <a:pt x="3009" y="50"/>
                  </a:lnTo>
                  <a:lnTo>
                    <a:pt x="3013" y="50"/>
                  </a:lnTo>
                  <a:lnTo>
                    <a:pt x="3017" y="54"/>
                  </a:lnTo>
                  <a:lnTo>
                    <a:pt x="3020" y="58"/>
                  </a:lnTo>
                  <a:lnTo>
                    <a:pt x="3024" y="61"/>
                  </a:lnTo>
                  <a:lnTo>
                    <a:pt x="3027" y="65"/>
                  </a:lnTo>
                  <a:lnTo>
                    <a:pt x="3031" y="68"/>
                  </a:lnTo>
                  <a:lnTo>
                    <a:pt x="3031" y="72"/>
                  </a:lnTo>
                  <a:lnTo>
                    <a:pt x="3035" y="76"/>
                  </a:lnTo>
                  <a:lnTo>
                    <a:pt x="3035" y="79"/>
                  </a:lnTo>
                  <a:lnTo>
                    <a:pt x="3038" y="83"/>
                  </a:lnTo>
                  <a:lnTo>
                    <a:pt x="3038" y="86"/>
                  </a:lnTo>
                  <a:lnTo>
                    <a:pt x="3042" y="90"/>
                  </a:lnTo>
                  <a:lnTo>
                    <a:pt x="3045" y="94"/>
                  </a:lnTo>
                  <a:lnTo>
                    <a:pt x="3045" y="97"/>
                  </a:lnTo>
                  <a:lnTo>
                    <a:pt x="3045" y="101"/>
                  </a:lnTo>
                  <a:lnTo>
                    <a:pt x="3049" y="104"/>
                  </a:lnTo>
                  <a:lnTo>
                    <a:pt x="3053" y="108"/>
                  </a:lnTo>
                  <a:lnTo>
                    <a:pt x="3053" y="112"/>
                  </a:lnTo>
                  <a:lnTo>
                    <a:pt x="3053" y="115"/>
                  </a:lnTo>
                  <a:lnTo>
                    <a:pt x="3056" y="119"/>
                  </a:lnTo>
                  <a:lnTo>
                    <a:pt x="3056" y="122"/>
                  </a:lnTo>
                  <a:lnTo>
                    <a:pt x="3056" y="126"/>
                  </a:lnTo>
                  <a:lnTo>
                    <a:pt x="3060" y="130"/>
                  </a:lnTo>
                  <a:lnTo>
                    <a:pt x="3063" y="133"/>
                  </a:lnTo>
                  <a:lnTo>
                    <a:pt x="3063" y="137"/>
                  </a:lnTo>
                  <a:lnTo>
                    <a:pt x="3063" y="140"/>
                  </a:lnTo>
                  <a:lnTo>
                    <a:pt x="3067" y="144"/>
                  </a:lnTo>
                  <a:lnTo>
                    <a:pt x="3067" y="148"/>
                  </a:lnTo>
                  <a:lnTo>
                    <a:pt x="3071" y="151"/>
                  </a:lnTo>
                  <a:lnTo>
                    <a:pt x="3071" y="155"/>
                  </a:lnTo>
                  <a:lnTo>
                    <a:pt x="3071" y="158"/>
                  </a:lnTo>
                  <a:lnTo>
                    <a:pt x="3074" y="162"/>
                  </a:lnTo>
                  <a:lnTo>
                    <a:pt x="3074" y="166"/>
                  </a:lnTo>
                  <a:lnTo>
                    <a:pt x="3078" y="169"/>
                  </a:lnTo>
                  <a:lnTo>
                    <a:pt x="3078" y="173"/>
                  </a:lnTo>
                  <a:lnTo>
                    <a:pt x="3078" y="176"/>
                  </a:lnTo>
                  <a:lnTo>
                    <a:pt x="3081" y="180"/>
                  </a:lnTo>
                  <a:lnTo>
                    <a:pt x="3081" y="184"/>
                  </a:lnTo>
                  <a:lnTo>
                    <a:pt x="3085" y="187"/>
                  </a:lnTo>
                  <a:lnTo>
                    <a:pt x="3085" y="191"/>
                  </a:lnTo>
                  <a:lnTo>
                    <a:pt x="3089" y="194"/>
                  </a:lnTo>
                  <a:lnTo>
                    <a:pt x="3089" y="198"/>
                  </a:lnTo>
                  <a:lnTo>
                    <a:pt x="3089" y="202"/>
                  </a:lnTo>
                  <a:lnTo>
                    <a:pt x="3092" y="205"/>
                  </a:lnTo>
                  <a:lnTo>
                    <a:pt x="3096" y="209"/>
                  </a:lnTo>
                  <a:lnTo>
                    <a:pt x="3096" y="212"/>
                  </a:lnTo>
                  <a:lnTo>
                    <a:pt x="3096" y="216"/>
                  </a:lnTo>
                  <a:lnTo>
                    <a:pt x="3099" y="220"/>
                  </a:lnTo>
                  <a:lnTo>
                    <a:pt x="3099" y="223"/>
                  </a:lnTo>
                  <a:lnTo>
                    <a:pt x="3103" y="227"/>
                  </a:lnTo>
                  <a:lnTo>
                    <a:pt x="3107" y="230"/>
                  </a:lnTo>
                  <a:lnTo>
                    <a:pt x="3107" y="234"/>
                  </a:lnTo>
                  <a:lnTo>
                    <a:pt x="3110" y="238"/>
                  </a:lnTo>
                  <a:lnTo>
                    <a:pt x="3114" y="241"/>
                  </a:lnTo>
                  <a:lnTo>
                    <a:pt x="3114" y="245"/>
                  </a:lnTo>
                  <a:lnTo>
                    <a:pt x="3117" y="248"/>
                  </a:lnTo>
                  <a:lnTo>
                    <a:pt x="3121" y="252"/>
                  </a:lnTo>
                  <a:lnTo>
                    <a:pt x="3125" y="256"/>
                  </a:lnTo>
                  <a:lnTo>
                    <a:pt x="3128" y="259"/>
                  </a:lnTo>
                  <a:lnTo>
                    <a:pt x="3132" y="263"/>
                  </a:lnTo>
                  <a:lnTo>
                    <a:pt x="3135" y="263"/>
                  </a:lnTo>
                  <a:lnTo>
                    <a:pt x="3139" y="263"/>
                  </a:lnTo>
                  <a:lnTo>
                    <a:pt x="3143" y="263"/>
                  </a:lnTo>
                  <a:lnTo>
                    <a:pt x="3146" y="259"/>
                  </a:lnTo>
                  <a:lnTo>
                    <a:pt x="3150" y="256"/>
                  </a:lnTo>
                  <a:lnTo>
                    <a:pt x="3153" y="256"/>
                  </a:lnTo>
                  <a:lnTo>
                    <a:pt x="3157" y="252"/>
                  </a:lnTo>
                  <a:lnTo>
                    <a:pt x="3161" y="248"/>
                  </a:lnTo>
                  <a:lnTo>
                    <a:pt x="3164" y="245"/>
                  </a:lnTo>
                  <a:lnTo>
                    <a:pt x="3164" y="241"/>
                  </a:lnTo>
                  <a:lnTo>
                    <a:pt x="3168" y="238"/>
                  </a:lnTo>
                  <a:lnTo>
                    <a:pt x="3168" y="234"/>
                  </a:lnTo>
                  <a:lnTo>
                    <a:pt x="3171" y="230"/>
                  </a:lnTo>
                  <a:lnTo>
                    <a:pt x="3175" y="227"/>
                  </a:lnTo>
                  <a:lnTo>
                    <a:pt x="3175" y="223"/>
                  </a:lnTo>
                  <a:lnTo>
                    <a:pt x="3175" y="220"/>
                  </a:lnTo>
                  <a:lnTo>
                    <a:pt x="3179" y="216"/>
                  </a:lnTo>
                  <a:lnTo>
                    <a:pt x="3182" y="212"/>
                  </a:lnTo>
                  <a:lnTo>
                    <a:pt x="3182" y="209"/>
                  </a:lnTo>
                  <a:lnTo>
                    <a:pt x="3182" y="205"/>
                  </a:lnTo>
                  <a:lnTo>
                    <a:pt x="3186" y="202"/>
                  </a:lnTo>
                  <a:lnTo>
                    <a:pt x="3186" y="198"/>
                  </a:lnTo>
                  <a:lnTo>
                    <a:pt x="3186" y="194"/>
                  </a:lnTo>
                  <a:lnTo>
                    <a:pt x="3189" y="191"/>
                  </a:lnTo>
                  <a:lnTo>
                    <a:pt x="3189" y="187"/>
                  </a:lnTo>
                  <a:lnTo>
                    <a:pt x="3193" y="184"/>
                  </a:lnTo>
                  <a:lnTo>
                    <a:pt x="3193" y="180"/>
                  </a:lnTo>
                  <a:lnTo>
                    <a:pt x="3193" y="176"/>
                  </a:lnTo>
                  <a:lnTo>
                    <a:pt x="3197" y="173"/>
                  </a:lnTo>
                  <a:lnTo>
                    <a:pt x="3197" y="169"/>
                  </a:lnTo>
                  <a:lnTo>
                    <a:pt x="3200" y="166"/>
                  </a:lnTo>
                  <a:lnTo>
                    <a:pt x="3200" y="162"/>
                  </a:lnTo>
                  <a:lnTo>
                    <a:pt x="3200" y="158"/>
                  </a:lnTo>
                  <a:lnTo>
                    <a:pt x="3204" y="151"/>
                  </a:lnTo>
                  <a:lnTo>
                    <a:pt x="3204" y="148"/>
                  </a:lnTo>
                  <a:lnTo>
                    <a:pt x="3207" y="144"/>
                  </a:lnTo>
                  <a:lnTo>
                    <a:pt x="3207" y="140"/>
                  </a:lnTo>
                  <a:lnTo>
                    <a:pt x="3207" y="137"/>
                  </a:lnTo>
                  <a:lnTo>
                    <a:pt x="3211" y="133"/>
                  </a:lnTo>
                  <a:lnTo>
                    <a:pt x="3211" y="130"/>
                  </a:lnTo>
                  <a:lnTo>
                    <a:pt x="3211" y="126"/>
                  </a:lnTo>
                  <a:lnTo>
                    <a:pt x="3215" y="119"/>
                  </a:lnTo>
                  <a:lnTo>
                    <a:pt x="3215" y="115"/>
                  </a:lnTo>
                  <a:lnTo>
                    <a:pt x="3218" y="112"/>
                  </a:lnTo>
                  <a:lnTo>
                    <a:pt x="3218" y="108"/>
                  </a:lnTo>
                  <a:lnTo>
                    <a:pt x="3218" y="104"/>
                  </a:lnTo>
                  <a:lnTo>
                    <a:pt x="3222" y="101"/>
                  </a:lnTo>
                  <a:lnTo>
                    <a:pt x="3222" y="97"/>
                  </a:lnTo>
                  <a:lnTo>
                    <a:pt x="3225" y="94"/>
                  </a:lnTo>
                  <a:lnTo>
                    <a:pt x="3225" y="90"/>
                  </a:lnTo>
                  <a:lnTo>
                    <a:pt x="3225" y="86"/>
                  </a:lnTo>
                  <a:lnTo>
                    <a:pt x="3229" y="79"/>
                  </a:lnTo>
                  <a:lnTo>
                    <a:pt x="3229" y="76"/>
                  </a:lnTo>
                  <a:lnTo>
                    <a:pt x="3233" y="72"/>
                  </a:lnTo>
                  <a:lnTo>
                    <a:pt x="3233" y="68"/>
                  </a:lnTo>
                  <a:lnTo>
                    <a:pt x="3233" y="65"/>
                  </a:lnTo>
                  <a:lnTo>
                    <a:pt x="3236" y="61"/>
                  </a:lnTo>
                  <a:lnTo>
                    <a:pt x="3236" y="58"/>
                  </a:lnTo>
                  <a:lnTo>
                    <a:pt x="3240" y="54"/>
                  </a:lnTo>
                  <a:lnTo>
                    <a:pt x="3240" y="50"/>
                  </a:lnTo>
                  <a:lnTo>
                    <a:pt x="3243" y="47"/>
                  </a:lnTo>
                  <a:lnTo>
                    <a:pt x="3243" y="43"/>
                  </a:lnTo>
                  <a:lnTo>
                    <a:pt x="3243" y="40"/>
                  </a:lnTo>
                  <a:lnTo>
                    <a:pt x="3247" y="36"/>
                  </a:lnTo>
                  <a:lnTo>
                    <a:pt x="3251" y="32"/>
                  </a:lnTo>
                  <a:lnTo>
                    <a:pt x="3251" y="29"/>
                  </a:lnTo>
                  <a:lnTo>
                    <a:pt x="3254" y="25"/>
                  </a:lnTo>
                  <a:lnTo>
                    <a:pt x="3254" y="22"/>
                  </a:lnTo>
                  <a:lnTo>
                    <a:pt x="3258" y="18"/>
                  </a:lnTo>
                  <a:lnTo>
                    <a:pt x="3261" y="14"/>
                  </a:lnTo>
                  <a:lnTo>
                    <a:pt x="3261" y="11"/>
                  </a:lnTo>
                  <a:lnTo>
                    <a:pt x="3265" y="7"/>
                  </a:lnTo>
                  <a:lnTo>
                    <a:pt x="3269" y="4"/>
                  </a:lnTo>
                  <a:lnTo>
                    <a:pt x="3272" y="4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8" name="Freeform 146"/>
            <p:cNvSpPr>
              <a:spLocks/>
            </p:cNvSpPr>
            <p:nvPr/>
          </p:nvSpPr>
          <p:spPr bwMode="auto">
            <a:xfrm>
              <a:off x="4032" y="1048"/>
              <a:ext cx="619" cy="2462"/>
            </a:xfrm>
            <a:custGeom>
              <a:avLst/>
              <a:gdLst/>
              <a:ahLst/>
              <a:cxnLst>
                <a:cxn ang="0">
                  <a:pos x="18" y="1901"/>
                </a:cxn>
                <a:cxn ang="0">
                  <a:pos x="32" y="1926"/>
                </a:cxn>
                <a:cxn ang="0">
                  <a:pos x="40" y="1955"/>
                </a:cxn>
                <a:cxn ang="0">
                  <a:pos x="50" y="1983"/>
                </a:cxn>
                <a:cxn ang="0">
                  <a:pos x="61" y="2019"/>
                </a:cxn>
                <a:cxn ang="0">
                  <a:pos x="72" y="2055"/>
                </a:cxn>
                <a:cxn ang="0">
                  <a:pos x="79" y="2091"/>
                </a:cxn>
                <a:cxn ang="0">
                  <a:pos x="90" y="2124"/>
                </a:cxn>
                <a:cxn ang="0">
                  <a:pos x="101" y="2153"/>
                </a:cxn>
                <a:cxn ang="0">
                  <a:pos x="108" y="2178"/>
                </a:cxn>
                <a:cxn ang="0">
                  <a:pos x="126" y="2203"/>
                </a:cxn>
                <a:cxn ang="0">
                  <a:pos x="151" y="2196"/>
                </a:cxn>
                <a:cxn ang="0">
                  <a:pos x="166" y="2171"/>
                </a:cxn>
                <a:cxn ang="0">
                  <a:pos x="173" y="2142"/>
                </a:cxn>
                <a:cxn ang="0">
                  <a:pos x="184" y="2106"/>
                </a:cxn>
                <a:cxn ang="0">
                  <a:pos x="194" y="2063"/>
                </a:cxn>
                <a:cxn ang="0">
                  <a:pos x="202" y="2016"/>
                </a:cxn>
                <a:cxn ang="0">
                  <a:pos x="212" y="1969"/>
                </a:cxn>
                <a:cxn ang="0">
                  <a:pos x="223" y="1922"/>
                </a:cxn>
                <a:cxn ang="0">
                  <a:pos x="230" y="1875"/>
                </a:cxn>
                <a:cxn ang="0">
                  <a:pos x="241" y="1836"/>
                </a:cxn>
                <a:cxn ang="0">
                  <a:pos x="252" y="1803"/>
                </a:cxn>
                <a:cxn ang="0">
                  <a:pos x="263" y="1778"/>
                </a:cxn>
                <a:cxn ang="0">
                  <a:pos x="284" y="1767"/>
                </a:cxn>
                <a:cxn ang="0">
                  <a:pos x="299" y="1793"/>
                </a:cxn>
                <a:cxn ang="0">
                  <a:pos x="306" y="1829"/>
                </a:cxn>
                <a:cxn ang="0">
                  <a:pos x="317" y="1872"/>
                </a:cxn>
                <a:cxn ang="0">
                  <a:pos x="328" y="1929"/>
                </a:cxn>
                <a:cxn ang="0">
                  <a:pos x="338" y="1994"/>
                </a:cxn>
                <a:cxn ang="0">
                  <a:pos x="346" y="2066"/>
                </a:cxn>
                <a:cxn ang="0">
                  <a:pos x="356" y="2138"/>
                </a:cxn>
                <a:cxn ang="0">
                  <a:pos x="367" y="2214"/>
                </a:cxn>
                <a:cxn ang="0">
                  <a:pos x="374" y="2286"/>
                </a:cxn>
                <a:cxn ang="0">
                  <a:pos x="385" y="2347"/>
                </a:cxn>
                <a:cxn ang="0">
                  <a:pos x="396" y="2401"/>
                </a:cxn>
                <a:cxn ang="0">
                  <a:pos x="403" y="2437"/>
                </a:cxn>
                <a:cxn ang="0">
                  <a:pos x="421" y="2462"/>
                </a:cxn>
                <a:cxn ang="0">
                  <a:pos x="436" y="2437"/>
                </a:cxn>
                <a:cxn ang="0">
                  <a:pos x="446" y="2387"/>
                </a:cxn>
                <a:cxn ang="0">
                  <a:pos x="454" y="2315"/>
                </a:cxn>
                <a:cxn ang="0">
                  <a:pos x="464" y="2221"/>
                </a:cxn>
                <a:cxn ang="0">
                  <a:pos x="475" y="2102"/>
                </a:cxn>
                <a:cxn ang="0">
                  <a:pos x="486" y="1962"/>
                </a:cxn>
                <a:cxn ang="0">
                  <a:pos x="493" y="1803"/>
                </a:cxn>
                <a:cxn ang="0">
                  <a:pos x="504" y="1631"/>
                </a:cxn>
                <a:cxn ang="0">
                  <a:pos x="515" y="1443"/>
                </a:cxn>
                <a:cxn ang="0">
                  <a:pos x="522" y="1253"/>
                </a:cxn>
                <a:cxn ang="0">
                  <a:pos x="533" y="1058"/>
                </a:cxn>
                <a:cxn ang="0">
                  <a:pos x="544" y="867"/>
                </a:cxn>
                <a:cxn ang="0">
                  <a:pos x="554" y="684"/>
                </a:cxn>
                <a:cxn ang="0">
                  <a:pos x="562" y="515"/>
                </a:cxn>
                <a:cxn ang="0">
                  <a:pos x="572" y="364"/>
                </a:cxn>
                <a:cxn ang="0">
                  <a:pos x="583" y="234"/>
                </a:cxn>
                <a:cxn ang="0">
                  <a:pos x="590" y="133"/>
                </a:cxn>
                <a:cxn ang="0">
                  <a:pos x="601" y="58"/>
                </a:cxn>
                <a:cxn ang="0">
                  <a:pos x="612" y="14"/>
                </a:cxn>
              </a:cxnLst>
              <a:rect l="0" t="0" r="r" b="b"/>
              <a:pathLst>
                <a:path w="619" h="2462">
                  <a:moveTo>
                    <a:pt x="0" y="1883"/>
                  </a:moveTo>
                  <a:lnTo>
                    <a:pt x="4" y="1883"/>
                  </a:lnTo>
                  <a:lnTo>
                    <a:pt x="7" y="1886"/>
                  </a:lnTo>
                  <a:lnTo>
                    <a:pt x="11" y="1890"/>
                  </a:lnTo>
                  <a:lnTo>
                    <a:pt x="14" y="1893"/>
                  </a:lnTo>
                  <a:lnTo>
                    <a:pt x="18" y="1897"/>
                  </a:lnTo>
                  <a:lnTo>
                    <a:pt x="18" y="1901"/>
                  </a:lnTo>
                  <a:lnTo>
                    <a:pt x="22" y="1904"/>
                  </a:lnTo>
                  <a:lnTo>
                    <a:pt x="22" y="1908"/>
                  </a:lnTo>
                  <a:lnTo>
                    <a:pt x="25" y="1911"/>
                  </a:lnTo>
                  <a:lnTo>
                    <a:pt x="29" y="1915"/>
                  </a:lnTo>
                  <a:lnTo>
                    <a:pt x="29" y="1919"/>
                  </a:lnTo>
                  <a:lnTo>
                    <a:pt x="29" y="1922"/>
                  </a:lnTo>
                  <a:lnTo>
                    <a:pt x="32" y="1926"/>
                  </a:lnTo>
                  <a:lnTo>
                    <a:pt x="32" y="1929"/>
                  </a:lnTo>
                  <a:lnTo>
                    <a:pt x="36" y="1933"/>
                  </a:lnTo>
                  <a:lnTo>
                    <a:pt x="36" y="1937"/>
                  </a:lnTo>
                  <a:lnTo>
                    <a:pt x="36" y="1940"/>
                  </a:lnTo>
                  <a:lnTo>
                    <a:pt x="40" y="1944"/>
                  </a:lnTo>
                  <a:lnTo>
                    <a:pt x="40" y="1951"/>
                  </a:lnTo>
                  <a:lnTo>
                    <a:pt x="40" y="1955"/>
                  </a:lnTo>
                  <a:lnTo>
                    <a:pt x="43" y="1958"/>
                  </a:lnTo>
                  <a:lnTo>
                    <a:pt x="43" y="1962"/>
                  </a:lnTo>
                  <a:lnTo>
                    <a:pt x="47" y="1965"/>
                  </a:lnTo>
                  <a:lnTo>
                    <a:pt x="47" y="1973"/>
                  </a:lnTo>
                  <a:lnTo>
                    <a:pt x="47" y="1976"/>
                  </a:lnTo>
                  <a:lnTo>
                    <a:pt x="50" y="1980"/>
                  </a:lnTo>
                  <a:lnTo>
                    <a:pt x="50" y="1983"/>
                  </a:lnTo>
                  <a:lnTo>
                    <a:pt x="54" y="1991"/>
                  </a:lnTo>
                  <a:lnTo>
                    <a:pt x="54" y="1994"/>
                  </a:lnTo>
                  <a:lnTo>
                    <a:pt x="54" y="1998"/>
                  </a:lnTo>
                  <a:lnTo>
                    <a:pt x="58" y="2005"/>
                  </a:lnTo>
                  <a:lnTo>
                    <a:pt x="58" y="2009"/>
                  </a:lnTo>
                  <a:lnTo>
                    <a:pt x="58" y="2012"/>
                  </a:lnTo>
                  <a:lnTo>
                    <a:pt x="61" y="2019"/>
                  </a:lnTo>
                  <a:lnTo>
                    <a:pt x="61" y="2023"/>
                  </a:lnTo>
                  <a:lnTo>
                    <a:pt x="65" y="2030"/>
                  </a:lnTo>
                  <a:lnTo>
                    <a:pt x="65" y="2034"/>
                  </a:lnTo>
                  <a:lnTo>
                    <a:pt x="65" y="2037"/>
                  </a:lnTo>
                  <a:lnTo>
                    <a:pt x="68" y="2045"/>
                  </a:lnTo>
                  <a:lnTo>
                    <a:pt x="68" y="2048"/>
                  </a:lnTo>
                  <a:lnTo>
                    <a:pt x="72" y="2055"/>
                  </a:lnTo>
                  <a:lnTo>
                    <a:pt x="72" y="2059"/>
                  </a:lnTo>
                  <a:lnTo>
                    <a:pt x="72" y="2066"/>
                  </a:lnTo>
                  <a:lnTo>
                    <a:pt x="76" y="2070"/>
                  </a:lnTo>
                  <a:lnTo>
                    <a:pt x="76" y="2073"/>
                  </a:lnTo>
                  <a:lnTo>
                    <a:pt x="79" y="2081"/>
                  </a:lnTo>
                  <a:lnTo>
                    <a:pt x="79" y="2084"/>
                  </a:lnTo>
                  <a:lnTo>
                    <a:pt x="79" y="2091"/>
                  </a:lnTo>
                  <a:lnTo>
                    <a:pt x="83" y="2095"/>
                  </a:lnTo>
                  <a:lnTo>
                    <a:pt x="83" y="2099"/>
                  </a:lnTo>
                  <a:lnTo>
                    <a:pt x="83" y="2106"/>
                  </a:lnTo>
                  <a:lnTo>
                    <a:pt x="86" y="2109"/>
                  </a:lnTo>
                  <a:lnTo>
                    <a:pt x="86" y="2113"/>
                  </a:lnTo>
                  <a:lnTo>
                    <a:pt x="90" y="2120"/>
                  </a:lnTo>
                  <a:lnTo>
                    <a:pt x="90" y="2124"/>
                  </a:lnTo>
                  <a:lnTo>
                    <a:pt x="90" y="2127"/>
                  </a:lnTo>
                  <a:lnTo>
                    <a:pt x="94" y="2131"/>
                  </a:lnTo>
                  <a:lnTo>
                    <a:pt x="94" y="2138"/>
                  </a:lnTo>
                  <a:lnTo>
                    <a:pt x="97" y="2142"/>
                  </a:lnTo>
                  <a:lnTo>
                    <a:pt x="97" y="2145"/>
                  </a:lnTo>
                  <a:lnTo>
                    <a:pt x="97" y="2149"/>
                  </a:lnTo>
                  <a:lnTo>
                    <a:pt x="101" y="2153"/>
                  </a:lnTo>
                  <a:lnTo>
                    <a:pt x="101" y="2156"/>
                  </a:lnTo>
                  <a:lnTo>
                    <a:pt x="101" y="2160"/>
                  </a:lnTo>
                  <a:lnTo>
                    <a:pt x="104" y="2163"/>
                  </a:lnTo>
                  <a:lnTo>
                    <a:pt x="104" y="2167"/>
                  </a:lnTo>
                  <a:lnTo>
                    <a:pt x="108" y="2171"/>
                  </a:lnTo>
                  <a:lnTo>
                    <a:pt x="108" y="2174"/>
                  </a:lnTo>
                  <a:lnTo>
                    <a:pt x="108" y="2178"/>
                  </a:lnTo>
                  <a:lnTo>
                    <a:pt x="112" y="2181"/>
                  </a:lnTo>
                  <a:lnTo>
                    <a:pt x="115" y="2185"/>
                  </a:lnTo>
                  <a:lnTo>
                    <a:pt x="115" y="2189"/>
                  </a:lnTo>
                  <a:lnTo>
                    <a:pt x="119" y="2192"/>
                  </a:lnTo>
                  <a:lnTo>
                    <a:pt x="119" y="2196"/>
                  </a:lnTo>
                  <a:lnTo>
                    <a:pt x="122" y="2199"/>
                  </a:lnTo>
                  <a:lnTo>
                    <a:pt x="126" y="2203"/>
                  </a:lnTo>
                  <a:lnTo>
                    <a:pt x="130" y="2207"/>
                  </a:lnTo>
                  <a:lnTo>
                    <a:pt x="133" y="2210"/>
                  </a:lnTo>
                  <a:lnTo>
                    <a:pt x="137" y="2210"/>
                  </a:lnTo>
                  <a:lnTo>
                    <a:pt x="140" y="2207"/>
                  </a:lnTo>
                  <a:lnTo>
                    <a:pt x="144" y="2203"/>
                  </a:lnTo>
                  <a:lnTo>
                    <a:pt x="148" y="2199"/>
                  </a:lnTo>
                  <a:lnTo>
                    <a:pt x="151" y="2196"/>
                  </a:lnTo>
                  <a:lnTo>
                    <a:pt x="155" y="2192"/>
                  </a:lnTo>
                  <a:lnTo>
                    <a:pt x="158" y="2189"/>
                  </a:lnTo>
                  <a:lnTo>
                    <a:pt x="158" y="2185"/>
                  </a:lnTo>
                  <a:lnTo>
                    <a:pt x="158" y="2181"/>
                  </a:lnTo>
                  <a:lnTo>
                    <a:pt x="162" y="2178"/>
                  </a:lnTo>
                  <a:lnTo>
                    <a:pt x="162" y="2174"/>
                  </a:lnTo>
                  <a:lnTo>
                    <a:pt x="166" y="2171"/>
                  </a:lnTo>
                  <a:lnTo>
                    <a:pt x="166" y="2167"/>
                  </a:lnTo>
                  <a:lnTo>
                    <a:pt x="166" y="2163"/>
                  </a:lnTo>
                  <a:lnTo>
                    <a:pt x="169" y="2160"/>
                  </a:lnTo>
                  <a:lnTo>
                    <a:pt x="169" y="2156"/>
                  </a:lnTo>
                  <a:lnTo>
                    <a:pt x="169" y="2153"/>
                  </a:lnTo>
                  <a:lnTo>
                    <a:pt x="173" y="2145"/>
                  </a:lnTo>
                  <a:lnTo>
                    <a:pt x="173" y="2142"/>
                  </a:lnTo>
                  <a:lnTo>
                    <a:pt x="176" y="2138"/>
                  </a:lnTo>
                  <a:lnTo>
                    <a:pt x="176" y="2131"/>
                  </a:lnTo>
                  <a:lnTo>
                    <a:pt x="176" y="2127"/>
                  </a:lnTo>
                  <a:lnTo>
                    <a:pt x="180" y="2124"/>
                  </a:lnTo>
                  <a:lnTo>
                    <a:pt x="180" y="2117"/>
                  </a:lnTo>
                  <a:lnTo>
                    <a:pt x="184" y="2113"/>
                  </a:lnTo>
                  <a:lnTo>
                    <a:pt x="184" y="2106"/>
                  </a:lnTo>
                  <a:lnTo>
                    <a:pt x="184" y="2099"/>
                  </a:lnTo>
                  <a:lnTo>
                    <a:pt x="187" y="2095"/>
                  </a:lnTo>
                  <a:lnTo>
                    <a:pt x="187" y="2088"/>
                  </a:lnTo>
                  <a:lnTo>
                    <a:pt x="187" y="2081"/>
                  </a:lnTo>
                  <a:lnTo>
                    <a:pt x="191" y="2077"/>
                  </a:lnTo>
                  <a:lnTo>
                    <a:pt x="191" y="2070"/>
                  </a:lnTo>
                  <a:lnTo>
                    <a:pt x="194" y="2063"/>
                  </a:lnTo>
                  <a:lnTo>
                    <a:pt x="194" y="2055"/>
                  </a:lnTo>
                  <a:lnTo>
                    <a:pt x="194" y="2052"/>
                  </a:lnTo>
                  <a:lnTo>
                    <a:pt x="198" y="2045"/>
                  </a:lnTo>
                  <a:lnTo>
                    <a:pt x="198" y="2037"/>
                  </a:lnTo>
                  <a:lnTo>
                    <a:pt x="202" y="2030"/>
                  </a:lnTo>
                  <a:lnTo>
                    <a:pt x="202" y="2023"/>
                  </a:lnTo>
                  <a:lnTo>
                    <a:pt x="202" y="2016"/>
                  </a:lnTo>
                  <a:lnTo>
                    <a:pt x="205" y="2009"/>
                  </a:lnTo>
                  <a:lnTo>
                    <a:pt x="205" y="2005"/>
                  </a:lnTo>
                  <a:lnTo>
                    <a:pt x="209" y="1998"/>
                  </a:lnTo>
                  <a:lnTo>
                    <a:pt x="209" y="1991"/>
                  </a:lnTo>
                  <a:lnTo>
                    <a:pt x="209" y="1983"/>
                  </a:lnTo>
                  <a:lnTo>
                    <a:pt x="212" y="1976"/>
                  </a:lnTo>
                  <a:lnTo>
                    <a:pt x="212" y="1969"/>
                  </a:lnTo>
                  <a:lnTo>
                    <a:pt x="212" y="1962"/>
                  </a:lnTo>
                  <a:lnTo>
                    <a:pt x="216" y="1955"/>
                  </a:lnTo>
                  <a:lnTo>
                    <a:pt x="216" y="1947"/>
                  </a:lnTo>
                  <a:lnTo>
                    <a:pt x="220" y="1940"/>
                  </a:lnTo>
                  <a:lnTo>
                    <a:pt x="220" y="1937"/>
                  </a:lnTo>
                  <a:lnTo>
                    <a:pt x="220" y="1929"/>
                  </a:lnTo>
                  <a:lnTo>
                    <a:pt x="223" y="1922"/>
                  </a:lnTo>
                  <a:lnTo>
                    <a:pt x="223" y="1915"/>
                  </a:lnTo>
                  <a:lnTo>
                    <a:pt x="227" y="1908"/>
                  </a:lnTo>
                  <a:lnTo>
                    <a:pt x="227" y="1901"/>
                  </a:lnTo>
                  <a:lnTo>
                    <a:pt x="227" y="1893"/>
                  </a:lnTo>
                  <a:lnTo>
                    <a:pt x="230" y="1890"/>
                  </a:lnTo>
                  <a:lnTo>
                    <a:pt x="230" y="1883"/>
                  </a:lnTo>
                  <a:lnTo>
                    <a:pt x="230" y="1875"/>
                  </a:lnTo>
                  <a:lnTo>
                    <a:pt x="234" y="1872"/>
                  </a:lnTo>
                  <a:lnTo>
                    <a:pt x="234" y="1865"/>
                  </a:lnTo>
                  <a:lnTo>
                    <a:pt x="238" y="1857"/>
                  </a:lnTo>
                  <a:lnTo>
                    <a:pt x="238" y="1854"/>
                  </a:lnTo>
                  <a:lnTo>
                    <a:pt x="238" y="1847"/>
                  </a:lnTo>
                  <a:lnTo>
                    <a:pt x="241" y="1843"/>
                  </a:lnTo>
                  <a:lnTo>
                    <a:pt x="241" y="1836"/>
                  </a:lnTo>
                  <a:lnTo>
                    <a:pt x="245" y="1832"/>
                  </a:lnTo>
                  <a:lnTo>
                    <a:pt x="245" y="1825"/>
                  </a:lnTo>
                  <a:lnTo>
                    <a:pt x="245" y="1821"/>
                  </a:lnTo>
                  <a:lnTo>
                    <a:pt x="248" y="1818"/>
                  </a:lnTo>
                  <a:lnTo>
                    <a:pt x="248" y="1811"/>
                  </a:lnTo>
                  <a:lnTo>
                    <a:pt x="252" y="1807"/>
                  </a:lnTo>
                  <a:lnTo>
                    <a:pt x="252" y="1803"/>
                  </a:lnTo>
                  <a:lnTo>
                    <a:pt x="252" y="1800"/>
                  </a:lnTo>
                  <a:lnTo>
                    <a:pt x="256" y="1796"/>
                  </a:lnTo>
                  <a:lnTo>
                    <a:pt x="256" y="1793"/>
                  </a:lnTo>
                  <a:lnTo>
                    <a:pt x="256" y="1789"/>
                  </a:lnTo>
                  <a:lnTo>
                    <a:pt x="259" y="1785"/>
                  </a:lnTo>
                  <a:lnTo>
                    <a:pt x="259" y="1782"/>
                  </a:lnTo>
                  <a:lnTo>
                    <a:pt x="263" y="1778"/>
                  </a:lnTo>
                  <a:lnTo>
                    <a:pt x="263" y="1775"/>
                  </a:lnTo>
                  <a:lnTo>
                    <a:pt x="266" y="1771"/>
                  </a:lnTo>
                  <a:lnTo>
                    <a:pt x="270" y="1767"/>
                  </a:lnTo>
                  <a:lnTo>
                    <a:pt x="274" y="1764"/>
                  </a:lnTo>
                  <a:lnTo>
                    <a:pt x="277" y="1764"/>
                  </a:lnTo>
                  <a:lnTo>
                    <a:pt x="281" y="1767"/>
                  </a:lnTo>
                  <a:lnTo>
                    <a:pt x="284" y="1767"/>
                  </a:lnTo>
                  <a:lnTo>
                    <a:pt x="288" y="1771"/>
                  </a:lnTo>
                  <a:lnTo>
                    <a:pt x="288" y="1775"/>
                  </a:lnTo>
                  <a:lnTo>
                    <a:pt x="292" y="1778"/>
                  </a:lnTo>
                  <a:lnTo>
                    <a:pt x="295" y="1782"/>
                  </a:lnTo>
                  <a:lnTo>
                    <a:pt x="295" y="1785"/>
                  </a:lnTo>
                  <a:lnTo>
                    <a:pt x="295" y="1789"/>
                  </a:lnTo>
                  <a:lnTo>
                    <a:pt x="299" y="1793"/>
                  </a:lnTo>
                  <a:lnTo>
                    <a:pt x="299" y="1796"/>
                  </a:lnTo>
                  <a:lnTo>
                    <a:pt x="299" y="1803"/>
                  </a:lnTo>
                  <a:lnTo>
                    <a:pt x="302" y="1807"/>
                  </a:lnTo>
                  <a:lnTo>
                    <a:pt x="302" y="1811"/>
                  </a:lnTo>
                  <a:lnTo>
                    <a:pt x="306" y="1818"/>
                  </a:lnTo>
                  <a:lnTo>
                    <a:pt x="306" y="1821"/>
                  </a:lnTo>
                  <a:lnTo>
                    <a:pt x="306" y="1829"/>
                  </a:lnTo>
                  <a:lnTo>
                    <a:pt x="310" y="1832"/>
                  </a:lnTo>
                  <a:lnTo>
                    <a:pt x="310" y="1839"/>
                  </a:lnTo>
                  <a:lnTo>
                    <a:pt x="313" y="1847"/>
                  </a:lnTo>
                  <a:lnTo>
                    <a:pt x="313" y="1850"/>
                  </a:lnTo>
                  <a:lnTo>
                    <a:pt x="313" y="1857"/>
                  </a:lnTo>
                  <a:lnTo>
                    <a:pt x="317" y="1865"/>
                  </a:lnTo>
                  <a:lnTo>
                    <a:pt x="317" y="1872"/>
                  </a:lnTo>
                  <a:lnTo>
                    <a:pt x="317" y="1879"/>
                  </a:lnTo>
                  <a:lnTo>
                    <a:pt x="320" y="1886"/>
                  </a:lnTo>
                  <a:lnTo>
                    <a:pt x="320" y="1897"/>
                  </a:lnTo>
                  <a:lnTo>
                    <a:pt x="324" y="1904"/>
                  </a:lnTo>
                  <a:lnTo>
                    <a:pt x="324" y="1911"/>
                  </a:lnTo>
                  <a:lnTo>
                    <a:pt x="324" y="1922"/>
                  </a:lnTo>
                  <a:lnTo>
                    <a:pt x="328" y="1929"/>
                  </a:lnTo>
                  <a:lnTo>
                    <a:pt x="328" y="1937"/>
                  </a:lnTo>
                  <a:lnTo>
                    <a:pt x="331" y="1947"/>
                  </a:lnTo>
                  <a:lnTo>
                    <a:pt x="331" y="1955"/>
                  </a:lnTo>
                  <a:lnTo>
                    <a:pt x="331" y="1965"/>
                  </a:lnTo>
                  <a:lnTo>
                    <a:pt x="335" y="1976"/>
                  </a:lnTo>
                  <a:lnTo>
                    <a:pt x="335" y="1983"/>
                  </a:lnTo>
                  <a:lnTo>
                    <a:pt x="338" y="1994"/>
                  </a:lnTo>
                  <a:lnTo>
                    <a:pt x="338" y="2005"/>
                  </a:lnTo>
                  <a:lnTo>
                    <a:pt x="338" y="2012"/>
                  </a:lnTo>
                  <a:lnTo>
                    <a:pt x="342" y="2023"/>
                  </a:lnTo>
                  <a:lnTo>
                    <a:pt x="342" y="2034"/>
                  </a:lnTo>
                  <a:lnTo>
                    <a:pt x="342" y="2045"/>
                  </a:lnTo>
                  <a:lnTo>
                    <a:pt x="346" y="2055"/>
                  </a:lnTo>
                  <a:lnTo>
                    <a:pt x="346" y="2066"/>
                  </a:lnTo>
                  <a:lnTo>
                    <a:pt x="349" y="2077"/>
                  </a:lnTo>
                  <a:lnTo>
                    <a:pt x="349" y="2088"/>
                  </a:lnTo>
                  <a:lnTo>
                    <a:pt x="349" y="2095"/>
                  </a:lnTo>
                  <a:lnTo>
                    <a:pt x="353" y="2106"/>
                  </a:lnTo>
                  <a:lnTo>
                    <a:pt x="353" y="2117"/>
                  </a:lnTo>
                  <a:lnTo>
                    <a:pt x="356" y="2127"/>
                  </a:lnTo>
                  <a:lnTo>
                    <a:pt x="356" y="2138"/>
                  </a:lnTo>
                  <a:lnTo>
                    <a:pt x="356" y="2149"/>
                  </a:lnTo>
                  <a:lnTo>
                    <a:pt x="360" y="2160"/>
                  </a:lnTo>
                  <a:lnTo>
                    <a:pt x="360" y="2171"/>
                  </a:lnTo>
                  <a:lnTo>
                    <a:pt x="360" y="2181"/>
                  </a:lnTo>
                  <a:lnTo>
                    <a:pt x="364" y="2192"/>
                  </a:lnTo>
                  <a:lnTo>
                    <a:pt x="364" y="2203"/>
                  </a:lnTo>
                  <a:lnTo>
                    <a:pt x="367" y="2214"/>
                  </a:lnTo>
                  <a:lnTo>
                    <a:pt x="367" y="2225"/>
                  </a:lnTo>
                  <a:lnTo>
                    <a:pt x="367" y="2235"/>
                  </a:lnTo>
                  <a:lnTo>
                    <a:pt x="371" y="2243"/>
                  </a:lnTo>
                  <a:lnTo>
                    <a:pt x="371" y="2253"/>
                  </a:lnTo>
                  <a:lnTo>
                    <a:pt x="374" y="2264"/>
                  </a:lnTo>
                  <a:lnTo>
                    <a:pt x="374" y="2275"/>
                  </a:lnTo>
                  <a:lnTo>
                    <a:pt x="374" y="2286"/>
                  </a:lnTo>
                  <a:lnTo>
                    <a:pt x="378" y="2293"/>
                  </a:lnTo>
                  <a:lnTo>
                    <a:pt x="378" y="2304"/>
                  </a:lnTo>
                  <a:lnTo>
                    <a:pt x="382" y="2311"/>
                  </a:lnTo>
                  <a:lnTo>
                    <a:pt x="382" y="2322"/>
                  </a:lnTo>
                  <a:lnTo>
                    <a:pt x="382" y="2329"/>
                  </a:lnTo>
                  <a:lnTo>
                    <a:pt x="385" y="2340"/>
                  </a:lnTo>
                  <a:lnTo>
                    <a:pt x="385" y="2347"/>
                  </a:lnTo>
                  <a:lnTo>
                    <a:pt x="385" y="2354"/>
                  </a:lnTo>
                  <a:lnTo>
                    <a:pt x="389" y="2365"/>
                  </a:lnTo>
                  <a:lnTo>
                    <a:pt x="389" y="2372"/>
                  </a:lnTo>
                  <a:lnTo>
                    <a:pt x="392" y="2379"/>
                  </a:lnTo>
                  <a:lnTo>
                    <a:pt x="392" y="2387"/>
                  </a:lnTo>
                  <a:lnTo>
                    <a:pt x="392" y="2394"/>
                  </a:lnTo>
                  <a:lnTo>
                    <a:pt x="396" y="2401"/>
                  </a:lnTo>
                  <a:lnTo>
                    <a:pt x="396" y="2408"/>
                  </a:lnTo>
                  <a:lnTo>
                    <a:pt x="400" y="2412"/>
                  </a:lnTo>
                  <a:lnTo>
                    <a:pt x="400" y="2419"/>
                  </a:lnTo>
                  <a:lnTo>
                    <a:pt x="400" y="2423"/>
                  </a:lnTo>
                  <a:lnTo>
                    <a:pt x="403" y="2430"/>
                  </a:lnTo>
                  <a:lnTo>
                    <a:pt x="403" y="2433"/>
                  </a:lnTo>
                  <a:lnTo>
                    <a:pt x="403" y="2437"/>
                  </a:lnTo>
                  <a:lnTo>
                    <a:pt x="407" y="2444"/>
                  </a:lnTo>
                  <a:lnTo>
                    <a:pt x="407" y="2448"/>
                  </a:lnTo>
                  <a:lnTo>
                    <a:pt x="410" y="2451"/>
                  </a:lnTo>
                  <a:lnTo>
                    <a:pt x="410" y="2455"/>
                  </a:lnTo>
                  <a:lnTo>
                    <a:pt x="414" y="2459"/>
                  </a:lnTo>
                  <a:lnTo>
                    <a:pt x="418" y="2462"/>
                  </a:lnTo>
                  <a:lnTo>
                    <a:pt x="421" y="2462"/>
                  </a:lnTo>
                  <a:lnTo>
                    <a:pt x="425" y="2459"/>
                  </a:lnTo>
                  <a:lnTo>
                    <a:pt x="428" y="2455"/>
                  </a:lnTo>
                  <a:lnTo>
                    <a:pt x="428" y="2451"/>
                  </a:lnTo>
                  <a:lnTo>
                    <a:pt x="432" y="2448"/>
                  </a:lnTo>
                  <a:lnTo>
                    <a:pt x="432" y="2444"/>
                  </a:lnTo>
                  <a:lnTo>
                    <a:pt x="436" y="2441"/>
                  </a:lnTo>
                  <a:lnTo>
                    <a:pt x="436" y="2437"/>
                  </a:lnTo>
                  <a:lnTo>
                    <a:pt x="436" y="2430"/>
                  </a:lnTo>
                  <a:lnTo>
                    <a:pt x="439" y="2426"/>
                  </a:lnTo>
                  <a:lnTo>
                    <a:pt x="439" y="2419"/>
                  </a:lnTo>
                  <a:lnTo>
                    <a:pt x="443" y="2412"/>
                  </a:lnTo>
                  <a:lnTo>
                    <a:pt x="443" y="2405"/>
                  </a:lnTo>
                  <a:lnTo>
                    <a:pt x="443" y="2397"/>
                  </a:lnTo>
                  <a:lnTo>
                    <a:pt x="446" y="2387"/>
                  </a:lnTo>
                  <a:lnTo>
                    <a:pt x="446" y="2379"/>
                  </a:lnTo>
                  <a:lnTo>
                    <a:pt x="450" y="2369"/>
                  </a:lnTo>
                  <a:lnTo>
                    <a:pt x="450" y="2361"/>
                  </a:lnTo>
                  <a:lnTo>
                    <a:pt x="450" y="2351"/>
                  </a:lnTo>
                  <a:lnTo>
                    <a:pt x="454" y="2340"/>
                  </a:lnTo>
                  <a:lnTo>
                    <a:pt x="454" y="2329"/>
                  </a:lnTo>
                  <a:lnTo>
                    <a:pt x="454" y="2315"/>
                  </a:lnTo>
                  <a:lnTo>
                    <a:pt x="457" y="2304"/>
                  </a:lnTo>
                  <a:lnTo>
                    <a:pt x="457" y="2293"/>
                  </a:lnTo>
                  <a:lnTo>
                    <a:pt x="461" y="2279"/>
                  </a:lnTo>
                  <a:lnTo>
                    <a:pt x="461" y="2264"/>
                  </a:lnTo>
                  <a:lnTo>
                    <a:pt x="461" y="2250"/>
                  </a:lnTo>
                  <a:lnTo>
                    <a:pt x="464" y="2235"/>
                  </a:lnTo>
                  <a:lnTo>
                    <a:pt x="464" y="2221"/>
                  </a:lnTo>
                  <a:lnTo>
                    <a:pt x="468" y="2203"/>
                  </a:lnTo>
                  <a:lnTo>
                    <a:pt x="468" y="2189"/>
                  </a:lnTo>
                  <a:lnTo>
                    <a:pt x="468" y="2171"/>
                  </a:lnTo>
                  <a:lnTo>
                    <a:pt x="472" y="2156"/>
                  </a:lnTo>
                  <a:lnTo>
                    <a:pt x="472" y="2138"/>
                  </a:lnTo>
                  <a:lnTo>
                    <a:pt x="472" y="2120"/>
                  </a:lnTo>
                  <a:lnTo>
                    <a:pt x="475" y="2102"/>
                  </a:lnTo>
                  <a:lnTo>
                    <a:pt x="475" y="2084"/>
                  </a:lnTo>
                  <a:lnTo>
                    <a:pt x="479" y="2063"/>
                  </a:lnTo>
                  <a:lnTo>
                    <a:pt x="479" y="2045"/>
                  </a:lnTo>
                  <a:lnTo>
                    <a:pt x="479" y="2023"/>
                  </a:lnTo>
                  <a:lnTo>
                    <a:pt x="482" y="2005"/>
                  </a:lnTo>
                  <a:lnTo>
                    <a:pt x="482" y="1983"/>
                  </a:lnTo>
                  <a:lnTo>
                    <a:pt x="486" y="1962"/>
                  </a:lnTo>
                  <a:lnTo>
                    <a:pt x="486" y="1940"/>
                  </a:lnTo>
                  <a:lnTo>
                    <a:pt x="486" y="1919"/>
                  </a:lnTo>
                  <a:lnTo>
                    <a:pt x="490" y="1897"/>
                  </a:lnTo>
                  <a:lnTo>
                    <a:pt x="490" y="1872"/>
                  </a:lnTo>
                  <a:lnTo>
                    <a:pt x="493" y="1850"/>
                  </a:lnTo>
                  <a:lnTo>
                    <a:pt x="493" y="1825"/>
                  </a:lnTo>
                  <a:lnTo>
                    <a:pt x="493" y="1803"/>
                  </a:lnTo>
                  <a:lnTo>
                    <a:pt x="497" y="1778"/>
                  </a:lnTo>
                  <a:lnTo>
                    <a:pt x="497" y="1753"/>
                  </a:lnTo>
                  <a:lnTo>
                    <a:pt x="497" y="1731"/>
                  </a:lnTo>
                  <a:lnTo>
                    <a:pt x="500" y="1706"/>
                  </a:lnTo>
                  <a:lnTo>
                    <a:pt x="500" y="1681"/>
                  </a:lnTo>
                  <a:lnTo>
                    <a:pt x="504" y="1656"/>
                  </a:lnTo>
                  <a:lnTo>
                    <a:pt x="504" y="1631"/>
                  </a:lnTo>
                  <a:lnTo>
                    <a:pt x="504" y="1602"/>
                  </a:lnTo>
                  <a:lnTo>
                    <a:pt x="508" y="1577"/>
                  </a:lnTo>
                  <a:lnTo>
                    <a:pt x="508" y="1551"/>
                  </a:lnTo>
                  <a:lnTo>
                    <a:pt x="511" y="1523"/>
                  </a:lnTo>
                  <a:lnTo>
                    <a:pt x="511" y="1497"/>
                  </a:lnTo>
                  <a:lnTo>
                    <a:pt x="511" y="1472"/>
                  </a:lnTo>
                  <a:lnTo>
                    <a:pt x="515" y="1443"/>
                  </a:lnTo>
                  <a:lnTo>
                    <a:pt x="515" y="1418"/>
                  </a:lnTo>
                  <a:lnTo>
                    <a:pt x="515" y="1389"/>
                  </a:lnTo>
                  <a:lnTo>
                    <a:pt x="518" y="1361"/>
                  </a:lnTo>
                  <a:lnTo>
                    <a:pt x="518" y="1335"/>
                  </a:lnTo>
                  <a:lnTo>
                    <a:pt x="522" y="1307"/>
                  </a:lnTo>
                  <a:lnTo>
                    <a:pt x="522" y="1281"/>
                  </a:lnTo>
                  <a:lnTo>
                    <a:pt x="522" y="1253"/>
                  </a:lnTo>
                  <a:lnTo>
                    <a:pt x="526" y="1224"/>
                  </a:lnTo>
                  <a:lnTo>
                    <a:pt x="526" y="1195"/>
                  </a:lnTo>
                  <a:lnTo>
                    <a:pt x="529" y="1170"/>
                  </a:lnTo>
                  <a:lnTo>
                    <a:pt x="529" y="1141"/>
                  </a:lnTo>
                  <a:lnTo>
                    <a:pt x="529" y="1112"/>
                  </a:lnTo>
                  <a:lnTo>
                    <a:pt x="533" y="1087"/>
                  </a:lnTo>
                  <a:lnTo>
                    <a:pt x="533" y="1058"/>
                  </a:lnTo>
                  <a:lnTo>
                    <a:pt x="536" y="1029"/>
                  </a:lnTo>
                  <a:lnTo>
                    <a:pt x="536" y="1004"/>
                  </a:lnTo>
                  <a:lnTo>
                    <a:pt x="536" y="975"/>
                  </a:lnTo>
                  <a:lnTo>
                    <a:pt x="540" y="950"/>
                  </a:lnTo>
                  <a:lnTo>
                    <a:pt x="540" y="921"/>
                  </a:lnTo>
                  <a:lnTo>
                    <a:pt x="540" y="896"/>
                  </a:lnTo>
                  <a:lnTo>
                    <a:pt x="544" y="867"/>
                  </a:lnTo>
                  <a:lnTo>
                    <a:pt x="544" y="842"/>
                  </a:lnTo>
                  <a:lnTo>
                    <a:pt x="547" y="813"/>
                  </a:lnTo>
                  <a:lnTo>
                    <a:pt x="547" y="788"/>
                  </a:lnTo>
                  <a:lnTo>
                    <a:pt x="547" y="763"/>
                  </a:lnTo>
                  <a:lnTo>
                    <a:pt x="551" y="738"/>
                  </a:lnTo>
                  <a:lnTo>
                    <a:pt x="551" y="709"/>
                  </a:lnTo>
                  <a:lnTo>
                    <a:pt x="554" y="684"/>
                  </a:lnTo>
                  <a:lnTo>
                    <a:pt x="554" y="659"/>
                  </a:lnTo>
                  <a:lnTo>
                    <a:pt x="554" y="637"/>
                  </a:lnTo>
                  <a:lnTo>
                    <a:pt x="558" y="612"/>
                  </a:lnTo>
                  <a:lnTo>
                    <a:pt x="558" y="587"/>
                  </a:lnTo>
                  <a:lnTo>
                    <a:pt x="558" y="562"/>
                  </a:lnTo>
                  <a:lnTo>
                    <a:pt x="562" y="540"/>
                  </a:lnTo>
                  <a:lnTo>
                    <a:pt x="562" y="515"/>
                  </a:lnTo>
                  <a:lnTo>
                    <a:pt x="565" y="493"/>
                  </a:lnTo>
                  <a:lnTo>
                    <a:pt x="565" y="472"/>
                  </a:lnTo>
                  <a:lnTo>
                    <a:pt x="565" y="450"/>
                  </a:lnTo>
                  <a:lnTo>
                    <a:pt x="569" y="428"/>
                  </a:lnTo>
                  <a:lnTo>
                    <a:pt x="569" y="407"/>
                  </a:lnTo>
                  <a:lnTo>
                    <a:pt x="572" y="385"/>
                  </a:lnTo>
                  <a:lnTo>
                    <a:pt x="572" y="364"/>
                  </a:lnTo>
                  <a:lnTo>
                    <a:pt x="572" y="346"/>
                  </a:lnTo>
                  <a:lnTo>
                    <a:pt x="576" y="324"/>
                  </a:lnTo>
                  <a:lnTo>
                    <a:pt x="576" y="306"/>
                  </a:lnTo>
                  <a:lnTo>
                    <a:pt x="580" y="288"/>
                  </a:lnTo>
                  <a:lnTo>
                    <a:pt x="580" y="270"/>
                  </a:lnTo>
                  <a:lnTo>
                    <a:pt x="580" y="252"/>
                  </a:lnTo>
                  <a:lnTo>
                    <a:pt x="583" y="234"/>
                  </a:lnTo>
                  <a:lnTo>
                    <a:pt x="583" y="220"/>
                  </a:lnTo>
                  <a:lnTo>
                    <a:pt x="583" y="202"/>
                  </a:lnTo>
                  <a:lnTo>
                    <a:pt x="587" y="187"/>
                  </a:lnTo>
                  <a:lnTo>
                    <a:pt x="587" y="173"/>
                  </a:lnTo>
                  <a:lnTo>
                    <a:pt x="590" y="158"/>
                  </a:lnTo>
                  <a:lnTo>
                    <a:pt x="590" y="144"/>
                  </a:lnTo>
                  <a:lnTo>
                    <a:pt x="590" y="133"/>
                  </a:lnTo>
                  <a:lnTo>
                    <a:pt x="594" y="119"/>
                  </a:lnTo>
                  <a:lnTo>
                    <a:pt x="594" y="108"/>
                  </a:lnTo>
                  <a:lnTo>
                    <a:pt x="598" y="97"/>
                  </a:lnTo>
                  <a:lnTo>
                    <a:pt x="598" y="86"/>
                  </a:lnTo>
                  <a:lnTo>
                    <a:pt x="598" y="76"/>
                  </a:lnTo>
                  <a:lnTo>
                    <a:pt x="601" y="65"/>
                  </a:lnTo>
                  <a:lnTo>
                    <a:pt x="601" y="58"/>
                  </a:lnTo>
                  <a:lnTo>
                    <a:pt x="601" y="50"/>
                  </a:lnTo>
                  <a:lnTo>
                    <a:pt x="605" y="40"/>
                  </a:lnTo>
                  <a:lnTo>
                    <a:pt x="605" y="36"/>
                  </a:lnTo>
                  <a:lnTo>
                    <a:pt x="608" y="29"/>
                  </a:lnTo>
                  <a:lnTo>
                    <a:pt x="608" y="22"/>
                  </a:lnTo>
                  <a:lnTo>
                    <a:pt x="608" y="18"/>
                  </a:lnTo>
                  <a:lnTo>
                    <a:pt x="612" y="14"/>
                  </a:lnTo>
                  <a:lnTo>
                    <a:pt x="612" y="11"/>
                  </a:lnTo>
                  <a:lnTo>
                    <a:pt x="616" y="7"/>
                  </a:lnTo>
                  <a:lnTo>
                    <a:pt x="616" y="4"/>
                  </a:lnTo>
                  <a:lnTo>
                    <a:pt x="619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9" name="Freeform 147"/>
            <p:cNvSpPr>
              <a:spLocks/>
            </p:cNvSpPr>
            <p:nvPr/>
          </p:nvSpPr>
          <p:spPr bwMode="auto">
            <a:xfrm>
              <a:off x="4655" y="1048"/>
              <a:ext cx="554" cy="2462"/>
            </a:xfrm>
            <a:custGeom>
              <a:avLst/>
              <a:gdLst/>
              <a:ahLst/>
              <a:cxnLst>
                <a:cxn ang="0">
                  <a:pos x="7" y="18"/>
                </a:cxn>
                <a:cxn ang="0">
                  <a:pos x="14" y="58"/>
                </a:cxn>
                <a:cxn ang="0">
                  <a:pos x="21" y="119"/>
                </a:cxn>
                <a:cxn ang="0">
                  <a:pos x="32" y="202"/>
                </a:cxn>
                <a:cxn ang="0">
                  <a:pos x="39" y="306"/>
                </a:cxn>
                <a:cxn ang="0">
                  <a:pos x="47" y="428"/>
                </a:cxn>
                <a:cxn ang="0">
                  <a:pos x="57" y="562"/>
                </a:cxn>
                <a:cxn ang="0">
                  <a:pos x="65" y="709"/>
                </a:cxn>
                <a:cxn ang="0">
                  <a:pos x="72" y="867"/>
                </a:cxn>
                <a:cxn ang="0">
                  <a:pos x="83" y="1029"/>
                </a:cxn>
                <a:cxn ang="0">
                  <a:pos x="90" y="1195"/>
                </a:cxn>
                <a:cxn ang="0">
                  <a:pos x="97" y="1361"/>
                </a:cxn>
                <a:cxn ang="0">
                  <a:pos x="108" y="1523"/>
                </a:cxn>
                <a:cxn ang="0">
                  <a:pos x="115" y="1681"/>
                </a:cxn>
                <a:cxn ang="0">
                  <a:pos x="122" y="1825"/>
                </a:cxn>
                <a:cxn ang="0">
                  <a:pos x="133" y="1962"/>
                </a:cxn>
                <a:cxn ang="0">
                  <a:pos x="140" y="2084"/>
                </a:cxn>
                <a:cxn ang="0">
                  <a:pos x="147" y="2189"/>
                </a:cxn>
                <a:cxn ang="0">
                  <a:pos x="158" y="2279"/>
                </a:cxn>
                <a:cxn ang="0">
                  <a:pos x="165" y="2351"/>
                </a:cxn>
                <a:cxn ang="0">
                  <a:pos x="173" y="2405"/>
                </a:cxn>
                <a:cxn ang="0">
                  <a:pos x="183" y="2441"/>
                </a:cxn>
                <a:cxn ang="0">
                  <a:pos x="194" y="2462"/>
                </a:cxn>
                <a:cxn ang="0">
                  <a:pos x="209" y="2444"/>
                </a:cxn>
                <a:cxn ang="0">
                  <a:pos x="219" y="2412"/>
                </a:cxn>
                <a:cxn ang="0">
                  <a:pos x="227" y="2372"/>
                </a:cxn>
                <a:cxn ang="0">
                  <a:pos x="234" y="2322"/>
                </a:cxn>
                <a:cxn ang="0">
                  <a:pos x="245" y="2264"/>
                </a:cxn>
                <a:cxn ang="0">
                  <a:pos x="252" y="2203"/>
                </a:cxn>
                <a:cxn ang="0">
                  <a:pos x="259" y="2138"/>
                </a:cxn>
                <a:cxn ang="0">
                  <a:pos x="270" y="2077"/>
                </a:cxn>
                <a:cxn ang="0">
                  <a:pos x="277" y="2012"/>
                </a:cxn>
                <a:cxn ang="0">
                  <a:pos x="284" y="1955"/>
                </a:cxn>
                <a:cxn ang="0">
                  <a:pos x="295" y="1904"/>
                </a:cxn>
                <a:cxn ang="0">
                  <a:pos x="302" y="1857"/>
                </a:cxn>
                <a:cxn ang="0">
                  <a:pos x="309" y="1821"/>
                </a:cxn>
                <a:cxn ang="0">
                  <a:pos x="320" y="1793"/>
                </a:cxn>
                <a:cxn ang="0">
                  <a:pos x="331" y="1771"/>
                </a:cxn>
                <a:cxn ang="0">
                  <a:pos x="353" y="1775"/>
                </a:cxn>
                <a:cxn ang="0">
                  <a:pos x="363" y="1796"/>
                </a:cxn>
                <a:cxn ang="0">
                  <a:pos x="371" y="1821"/>
                </a:cxn>
                <a:cxn ang="0">
                  <a:pos x="378" y="1854"/>
                </a:cxn>
                <a:cxn ang="0">
                  <a:pos x="389" y="1890"/>
                </a:cxn>
                <a:cxn ang="0">
                  <a:pos x="396" y="1929"/>
                </a:cxn>
                <a:cxn ang="0">
                  <a:pos x="403" y="1969"/>
                </a:cxn>
                <a:cxn ang="0">
                  <a:pos x="414" y="2009"/>
                </a:cxn>
                <a:cxn ang="0">
                  <a:pos x="421" y="2052"/>
                </a:cxn>
                <a:cxn ang="0">
                  <a:pos x="428" y="2088"/>
                </a:cxn>
                <a:cxn ang="0">
                  <a:pos x="435" y="2124"/>
                </a:cxn>
                <a:cxn ang="0">
                  <a:pos x="446" y="2153"/>
                </a:cxn>
                <a:cxn ang="0">
                  <a:pos x="453" y="2174"/>
                </a:cxn>
                <a:cxn ang="0">
                  <a:pos x="464" y="2196"/>
                </a:cxn>
                <a:cxn ang="0">
                  <a:pos x="486" y="2207"/>
                </a:cxn>
                <a:cxn ang="0">
                  <a:pos x="504" y="2185"/>
                </a:cxn>
                <a:cxn ang="0">
                  <a:pos x="511" y="2163"/>
                </a:cxn>
                <a:cxn ang="0">
                  <a:pos x="522" y="2142"/>
                </a:cxn>
                <a:cxn ang="0">
                  <a:pos x="529" y="2113"/>
                </a:cxn>
                <a:cxn ang="0">
                  <a:pos x="536" y="2084"/>
                </a:cxn>
                <a:cxn ang="0">
                  <a:pos x="547" y="2055"/>
                </a:cxn>
                <a:cxn ang="0">
                  <a:pos x="554" y="2023"/>
                </a:cxn>
              </a:cxnLst>
              <a:rect l="0" t="0" r="r" b="b"/>
              <a:pathLst>
                <a:path w="554" h="2462">
                  <a:moveTo>
                    <a:pt x="0" y="0"/>
                  </a:move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7" y="18"/>
                  </a:lnTo>
                  <a:lnTo>
                    <a:pt x="7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1" y="40"/>
                  </a:lnTo>
                  <a:lnTo>
                    <a:pt x="14" y="50"/>
                  </a:lnTo>
                  <a:lnTo>
                    <a:pt x="14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1" y="97"/>
                  </a:lnTo>
                  <a:lnTo>
                    <a:pt x="21" y="108"/>
                  </a:lnTo>
                  <a:lnTo>
                    <a:pt x="21" y="119"/>
                  </a:lnTo>
                  <a:lnTo>
                    <a:pt x="25" y="133"/>
                  </a:lnTo>
                  <a:lnTo>
                    <a:pt x="25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29" y="187"/>
                  </a:lnTo>
                  <a:lnTo>
                    <a:pt x="32" y="202"/>
                  </a:lnTo>
                  <a:lnTo>
                    <a:pt x="32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36" y="270"/>
                  </a:lnTo>
                  <a:lnTo>
                    <a:pt x="39" y="288"/>
                  </a:lnTo>
                  <a:lnTo>
                    <a:pt x="39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3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47" y="428"/>
                  </a:lnTo>
                  <a:lnTo>
                    <a:pt x="50" y="450"/>
                  </a:lnTo>
                  <a:lnTo>
                    <a:pt x="50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4" y="540"/>
                  </a:lnTo>
                  <a:lnTo>
                    <a:pt x="57" y="562"/>
                  </a:lnTo>
                  <a:lnTo>
                    <a:pt x="57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1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5" y="738"/>
                  </a:lnTo>
                  <a:lnTo>
                    <a:pt x="68" y="763"/>
                  </a:lnTo>
                  <a:lnTo>
                    <a:pt x="68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2" y="867"/>
                  </a:lnTo>
                  <a:lnTo>
                    <a:pt x="75" y="896"/>
                  </a:lnTo>
                  <a:lnTo>
                    <a:pt x="75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79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86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0" y="1224"/>
                  </a:lnTo>
                  <a:lnTo>
                    <a:pt x="93" y="1253"/>
                  </a:lnTo>
                  <a:lnTo>
                    <a:pt x="93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97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4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08" y="1577"/>
                  </a:lnTo>
                  <a:lnTo>
                    <a:pt x="111" y="1602"/>
                  </a:lnTo>
                  <a:lnTo>
                    <a:pt x="111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5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2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29" y="1897"/>
                  </a:lnTo>
                  <a:lnTo>
                    <a:pt x="129" y="1919"/>
                  </a:lnTo>
                  <a:lnTo>
                    <a:pt x="129" y="1940"/>
                  </a:lnTo>
                  <a:lnTo>
                    <a:pt x="133" y="1962"/>
                  </a:lnTo>
                  <a:lnTo>
                    <a:pt x="133" y="1983"/>
                  </a:lnTo>
                  <a:lnTo>
                    <a:pt x="133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0" y="2102"/>
                  </a:lnTo>
                  <a:lnTo>
                    <a:pt x="144" y="2120"/>
                  </a:lnTo>
                  <a:lnTo>
                    <a:pt x="144" y="2138"/>
                  </a:lnTo>
                  <a:lnTo>
                    <a:pt x="147" y="2156"/>
                  </a:lnTo>
                  <a:lnTo>
                    <a:pt x="147" y="2171"/>
                  </a:lnTo>
                  <a:lnTo>
                    <a:pt x="147" y="2189"/>
                  </a:lnTo>
                  <a:lnTo>
                    <a:pt x="151" y="2203"/>
                  </a:lnTo>
                  <a:lnTo>
                    <a:pt x="151" y="2221"/>
                  </a:lnTo>
                  <a:lnTo>
                    <a:pt x="151" y="2235"/>
                  </a:lnTo>
                  <a:lnTo>
                    <a:pt x="155" y="2250"/>
                  </a:lnTo>
                  <a:lnTo>
                    <a:pt x="155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58" y="2304"/>
                  </a:lnTo>
                  <a:lnTo>
                    <a:pt x="162" y="2315"/>
                  </a:lnTo>
                  <a:lnTo>
                    <a:pt x="162" y="2329"/>
                  </a:lnTo>
                  <a:lnTo>
                    <a:pt x="165" y="2340"/>
                  </a:lnTo>
                  <a:lnTo>
                    <a:pt x="165" y="2351"/>
                  </a:lnTo>
                  <a:lnTo>
                    <a:pt x="165" y="2361"/>
                  </a:lnTo>
                  <a:lnTo>
                    <a:pt x="169" y="2369"/>
                  </a:lnTo>
                  <a:lnTo>
                    <a:pt x="169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3" y="2405"/>
                  </a:lnTo>
                  <a:lnTo>
                    <a:pt x="176" y="2412"/>
                  </a:lnTo>
                  <a:lnTo>
                    <a:pt x="176" y="2419"/>
                  </a:lnTo>
                  <a:lnTo>
                    <a:pt x="176" y="2426"/>
                  </a:lnTo>
                  <a:lnTo>
                    <a:pt x="180" y="2430"/>
                  </a:lnTo>
                  <a:lnTo>
                    <a:pt x="180" y="2437"/>
                  </a:lnTo>
                  <a:lnTo>
                    <a:pt x="183" y="2441"/>
                  </a:lnTo>
                  <a:lnTo>
                    <a:pt x="183" y="2444"/>
                  </a:lnTo>
                  <a:lnTo>
                    <a:pt x="183" y="2448"/>
                  </a:lnTo>
                  <a:lnTo>
                    <a:pt x="187" y="2451"/>
                  </a:lnTo>
                  <a:lnTo>
                    <a:pt x="187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1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09" y="2444"/>
                  </a:lnTo>
                  <a:lnTo>
                    <a:pt x="212" y="2437"/>
                  </a:lnTo>
                  <a:lnTo>
                    <a:pt x="212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16" y="2419"/>
                  </a:lnTo>
                  <a:lnTo>
                    <a:pt x="219" y="2412"/>
                  </a:lnTo>
                  <a:lnTo>
                    <a:pt x="219" y="2408"/>
                  </a:lnTo>
                  <a:lnTo>
                    <a:pt x="219" y="2401"/>
                  </a:lnTo>
                  <a:lnTo>
                    <a:pt x="223" y="2394"/>
                  </a:lnTo>
                  <a:lnTo>
                    <a:pt x="223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27" y="2365"/>
                  </a:lnTo>
                  <a:lnTo>
                    <a:pt x="230" y="2354"/>
                  </a:lnTo>
                  <a:lnTo>
                    <a:pt x="230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4" y="2322"/>
                  </a:lnTo>
                  <a:lnTo>
                    <a:pt x="237" y="2311"/>
                  </a:lnTo>
                  <a:lnTo>
                    <a:pt x="237" y="2304"/>
                  </a:lnTo>
                  <a:lnTo>
                    <a:pt x="237" y="2293"/>
                  </a:lnTo>
                  <a:lnTo>
                    <a:pt x="241" y="2286"/>
                  </a:lnTo>
                  <a:lnTo>
                    <a:pt x="241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5" y="2243"/>
                  </a:lnTo>
                  <a:lnTo>
                    <a:pt x="248" y="2235"/>
                  </a:lnTo>
                  <a:lnTo>
                    <a:pt x="248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2" y="2192"/>
                  </a:lnTo>
                  <a:lnTo>
                    <a:pt x="255" y="2181"/>
                  </a:lnTo>
                  <a:lnTo>
                    <a:pt x="255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59" y="2138"/>
                  </a:lnTo>
                  <a:lnTo>
                    <a:pt x="263" y="2127"/>
                  </a:lnTo>
                  <a:lnTo>
                    <a:pt x="263" y="2117"/>
                  </a:lnTo>
                  <a:lnTo>
                    <a:pt x="263" y="2106"/>
                  </a:lnTo>
                  <a:lnTo>
                    <a:pt x="266" y="2095"/>
                  </a:lnTo>
                  <a:lnTo>
                    <a:pt x="266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0" y="2055"/>
                  </a:lnTo>
                  <a:lnTo>
                    <a:pt x="273" y="2045"/>
                  </a:lnTo>
                  <a:lnTo>
                    <a:pt x="273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05"/>
                  </a:lnTo>
                  <a:lnTo>
                    <a:pt x="281" y="1994"/>
                  </a:lnTo>
                  <a:lnTo>
                    <a:pt x="281" y="1983"/>
                  </a:lnTo>
                  <a:lnTo>
                    <a:pt x="281" y="1976"/>
                  </a:lnTo>
                  <a:lnTo>
                    <a:pt x="284" y="1965"/>
                  </a:lnTo>
                  <a:lnTo>
                    <a:pt x="284" y="1955"/>
                  </a:lnTo>
                  <a:lnTo>
                    <a:pt x="288" y="1947"/>
                  </a:lnTo>
                  <a:lnTo>
                    <a:pt x="288" y="1937"/>
                  </a:lnTo>
                  <a:lnTo>
                    <a:pt x="288" y="1929"/>
                  </a:lnTo>
                  <a:lnTo>
                    <a:pt x="291" y="1922"/>
                  </a:lnTo>
                  <a:lnTo>
                    <a:pt x="291" y="1911"/>
                  </a:lnTo>
                  <a:lnTo>
                    <a:pt x="295" y="1904"/>
                  </a:lnTo>
                  <a:lnTo>
                    <a:pt x="295" y="1897"/>
                  </a:lnTo>
                  <a:lnTo>
                    <a:pt x="295" y="1886"/>
                  </a:lnTo>
                  <a:lnTo>
                    <a:pt x="299" y="1879"/>
                  </a:lnTo>
                  <a:lnTo>
                    <a:pt x="299" y="1872"/>
                  </a:lnTo>
                  <a:lnTo>
                    <a:pt x="302" y="1865"/>
                  </a:lnTo>
                  <a:lnTo>
                    <a:pt x="302" y="1857"/>
                  </a:lnTo>
                  <a:lnTo>
                    <a:pt x="302" y="1850"/>
                  </a:lnTo>
                  <a:lnTo>
                    <a:pt x="306" y="1847"/>
                  </a:lnTo>
                  <a:lnTo>
                    <a:pt x="306" y="1839"/>
                  </a:lnTo>
                  <a:lnTo>
                    <a:pt x="306" y="1832"/>
                  </a:lnTo>
                  <a:lnTo>
                    <a:pt x="309" y="1829"/>
                  </a:lnTo>
                  <a:lnTo>
                    <a:pt x="309" y="1821"/>
                  </a:lnTo>
                  <a:lnTo>
                    <a:pt x="313" y="1818"/>
                  </a:lnTo>
                  <a:lnTo>
                    <a:pt x="313" y="1811"/>
                  </a:lnTo>
                  <a:lnTo>
                    <a:pt x="313" y="1807"/>
                  </a:lnTo>
                  <a:lnTo>
                    <a:pt x="317" y="1803"/>
                  </a:lnTo>
                  <a:lnTo>
                    <a:pt x="317" y="1796"/>
                  </a:lnTo>
                  <a:lnTo>
                    <a:pt x="320" y="1793"/>
                  </a:lnTo>
                  <a:lnTo>
                    <a:pt x="320" y="1789"/>
                  </a:lnTo>
                  <a:lnTo>
                    <a:pt x="320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27" y="1775"/>
                  </a:lnTo>
                  <a:lnTo>
                    <a:pt x="331" y="1771"/>
                  </a:lnTo>
                  <a:lnTo>
                    <a:pt x="335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7"/>
                  </a:lnTo>
                  <a:lnTo>
                    <a:pt x="349" y="1771"/>
                  </a:lnTo>
                  <a:lnTo>
                    <a:pt x="353" y="1775"/>
                  </a:lnTo>
                  <a:lnTo>
                    <a:pt x="356" y="1778"/>
                  </a:lnTo>
                  <a:lnTo>
                    <a:pt x="356" y="1782"/>
                  </a:lnTo>
                  <a:lnTo>
                    <a:pt x="356" y="1785"/>
                  </a:lnTo>
                  <a:lnTo>
                    <a:pt x="360" y="1789"/>
                  </a:lnTo>
                  <a:lnTo>
                    <a:pt x="360" y="1793"/>
                  </a:lnTo>
                  <a:lnTo>
                    <a:pt x="363" y="1796"/>
                  </a:lnTo>
                  <a:lnTo>
                    <a:pt x="363" y="1800"/>
                  </a:lnTo>
                  <a:lnTo>
                    <a:pt x="363" y="1803"/>
                  </a:lnTo>
                  <a:lnTo>
                    <a:pt x="367" y="1807"/>
                  </a:lnTo>
                  <a:lnTo>
                    <a:pt x="367" y="1811"/>
                  </a:lnTo>
                  <a:lnTo>
                    <a:pt x="371" y="1818"/>
                  </a:lnTo>
                  <a:lnTo>
                    <a:pt x="371" y="1821"/>
                  </a:lnTo>
                  <a:lnTo>
                    <a:pt x="371" y="1825"/>
                  </a:lnTo>
                  <a:lnTo>
                    <a:pt x="374" y="1832"/>
                  </a:lnTo>
                  <a:lnTo>
                    <a:pt x="374" y="1836"/>
                  </a:lnTo>
                  <a:lnTo>
                    <a:pt x="374" y="1843"/>
                  </a:lnTo>
                  <a:lnTo>
                    <a:pt x="378" y="1847"/>
                  </a:lnTo>
                  <a:lnTo>
                    <a:pt x="378" y="1854"/>
                  </a:lnTo>
                  <a:lnTo>
                    <a:pt x="381" y="1857"/>
                  </a:lnTo>
                  <a:lnTo>
                    <a:pt x="381" y="1865"/>
                  </a:lnTo>
                  <a:lnTo>
                    <a:pt x="381" y="1872"/>
                  </a:lnTo>
                  <a:lnTo>
                    <a:pt x="385" y="1875"/>
                  </a:lnTo>
                  <a:lnTo>
                    <a:pt x="385" y="1883"/>
                  </a:lnTo>
                  <a:lnTo>
                    <a:pt x="389" y="1890"/>
                  </a:lnTo>
                  <a:lnTo>
                    <a:pt x="389" y="1893"/>
                  </a:lnTo>
                  <a:lnTo>
                    <a:pt x="389" y="1901"/>
                  </a:lnTo>
                  <a:lnTo>
                    <a:pt x="392" y="1908"/>
                  </a:lnTo>
                  <a:lnTo>
                    <a:pt x="392" y="1915"/>
                  </a:lnTo>
                  <a:lnTo>
                    <a:pt x="392" y="1922"/>
                  </a:lnTo>
                  <a:lnTo>
                    <a:pt x="396" y="1929"/>
                  </a:lnTo>
                  <a:lnTo>
                    <a:pt x="396" y="1937"/>
                  </a:lnTo>
                  <a:lnTo>
                    <a:pt x="399" y="1940"/>
                  </a:lnTo>
                  <a:lnTo>
                    <a:pt x="399" y="1947"/>
                  </a:lnTo>
                  <a:lnTo>
                    <a:pt x="399" y="1955"/>
                  </a:lnTo>
                  <a:lnTo>
                    <a:pt x="403" y="1962"/>
                  </a:lnTo>
                  <a:lnTo>
                    <a:pt x="403" y="1969"/>
                  </a:lnTo>
                  <a:lnTo>
                    <a:pt x="407" y="1976"/>
                  </a:lnTo>
                  <a:lnTo>
                    <a:pt x="407" y="1983"/>
                  </a:lnTo>
                  <a:lnTo>
                    <a:pt x="407" y="1991"/>
                  </a:lnTo>
                  <a:lnTo>
                    <a:pt x="410" y="1998"/>
                  </a:lnTo>
                  <a:lnTo>
                    <a:pt x="410" y="2005"/>
                  </a:lnTo>
                  <a:lnTo>
                    <a:pt x="414" y="2009"/>
                  </a:lnTo>
                  <a:lnTo>
                    <a:pt x="414" y="2016"/>
                  </a:lnTo>
                  <a:lnTo>
                    <a:pt x="414" y="2023"/>
                  </a:lnTo>
                  <a:lnTo>
                    <a:pt x="417" y="2030"/>
                  </a:lnTo>
                  <a:lnTo>
                    <a:pt x="417" y="2037"/>
                  </a:lnTo>
                  <a:lnTo>
                    <a:pt x="417" y="2045"/>
                  </a:lnTo>
                  <a:lnTo>
                    <a:pt x="421" y="2052"/>
                  </a:lnTo>
                  <a:lnTo>
                    <a:pt x="421" y="2055"/>
                  </a:lnTo>
                  <a:lnTo>
                    <a:pt x="425" y="2063"/>
                  </a:lnTo>
                  <a:lnTo>
                    <a:pt x="425" y="2070"/>
                  </a:lnTo>
                  <a:lnTo>
                    <a:pt x="425" y="2077"/>
                  </a:lnTo>
                  <a:lnTo>
                    <a:pt x="428" y="2081"/>
                  </a:lnTo>
                  <a:lnTo>
                    <a:pt x="428" y="2088"/>
                  </a:lnTo>
                  <a:lnTo>
                    <a:pt x="432" y="2095"/>
                  </a:lnTo>
                  <a:lnTo>
                    <a:pt x="432" y="2099"/>
                  </a:lnTo>
                  <a:lnTo>
                    <a:pt x="432" y="2106"/>
                  </a:lnTo>
                  <a:lnTo>
                    <a:pt x="435" y="2113"/>
                  </a:lnTo>
                  <a:lnTo>
                    <a:pt x="435" y="2117"/>
                  </a:lnTo>
                  <a:lnTo>
                    <a:pt x="435" y="2124"/>
                  </a:lnTo>
                  <a:lnTo>
                    <a:pt x="439" y="2127"/>
                  </a:lnTo>
                  <a:lnTo>
                    <a:pt x="439" y="2131"/>
                  </a:lnTo>
                  <a:lnTo>
                    <a:pt x="443" y="2138"/>
                  </a:lnTo>
                  <a:lnTo>
                    <a:pt x="443" y="2142"/>
                  </a:lnTo>
                  <a:lnTo>
                    <a:pt x="443" y="2145"/>
                  </a:lnTo>
                  <a:lnTo>
                    <a:pt x="446" y="2153"/>
                  </a:lnTo>
                  <a:lnTo>
                    <a:pt x="446" y="2156"/>
                  </a:lnTo>
                  <a:lnTo>
                    <a:pt x="450" y="2160"/>
                  </a:lnTo>
                  <a:lnTo>
                    <a:pt x="450" y="2163"/>
                  </a:lnTo>
                  <a:lnTo>
                    <a:pt x="450" y="2167"/>
                  </a:lnTo>
                  <a:lnTo>
                    <a:pt x="453" y="2171"/>
                  </a:lnTo>
                  <a:lnTo>
                    <a:pt x="453" y="2174"/>
                  </a:lnTo>
                  <a:lnTo>
                    <a:pt x="457" y="2178"/>
                  </a:lnTo>
                  <a:lnTo>
                    <a:pt x="457" y="2181"/>
                  </a:lnTo>
                  <a:lnTo>
                    <a:pt x="457" y="2185"/>
                  </a:lnTo>
                  <a:lnTo>
                    <a:pt x="461" y="2189"/>
                  </a:lnTo>
                  <a:lnTo>
                    <a:pt x="461" y="2192"/>
                  </a:lnTo>
                  <a:lnTo>
                    <a:pt x="464" y="2196"/>
                  </a:lnTo>
                  <a:lnTo>
                    <a:pt x="468" y="2199"/>
                  </a:lnTo>
                  <a:lnTo>
                    <a:pt x="471" y="2203"/>
                  </a:lnTo>
                  <a:lnTo>
                    <a:pt x="475" y="2207"/>
                  </a:lnTo>
                  <a:lnTo>
                    <a:pt x="479" y="2210"/>
                  </a:lnTo>
                  <a:lnTo>
                    <a:pt x="482" y="2207"/>
                  </a:lnTo>
                  <a:lnTo>
                    <a:pt x="486" y="2207"/>
                  </a:lnTo>
                  <a:lnTo>
                    <a:pt x="489" y="2203"/>
                  </a:lnTo>
                  <a:lnTo>
                    <a:pt x="493" y="2199"/>
                  </a:lnTo>
                  <a:lnTo>
                    <a:pt x="497" y="2196"/>
                  </a:lnTo>
                  <a:lnTo>
                    <a:pt x="500" y="2192"/>
                  </a:lnTo>
                  <a:lnTo>
                    <a:pt x="500" y="2189"/>
                  </a:lnTo>
                  <a:lnTo>
                    <a:pt x="504" y="2185"/>
                  </a:lnTo>
                  <a:lnTo>
                    <a:pt x="504" y="2181"/>
                  </a:lnTo>
                  <a:lnTo>
                    <a:pt x="507" y="2178"/>
                  </a:lnTo>
                  <a:lnTo>
                    <a:pt x="507" y="2174"/>
                  </a:lnTo>
                  <a:lnTo>
                    <a:pt x="511" y="2171"/>
                  </a:lnTo>
                  <a:lnTo>
                    <a:pt x="511" y="2167"/>
                  </a:lnTo>
                  <a:lnTo>
                    <a:pt x="511" y="2163"/>
                  </a:lnTo>
                  <a:lnTo>
                    <a:pt x="515" y="2160"/>
                  </a:lnTo>
                  <a:lnTo>
                    <a:pt x="515" y="2156"/>
                  </a:lnTo>
                  <a:lnTo>
                    <a:pt x="518" y="2153"/>
                  </a:lnTo>
                  <a:lnTo>
                    <a:pt x="518" y="2149"/>
                  </a:lnTo>
                  <a:lnTo>
                    <a:pt x="518" y="2145"/>
                  </a:lnTo>
                  <a:lnTo>
                    <a:pt x="522" y="2142"/>
                  </a:lnTo>
                  <a:lnTo>
                    <a:pt x="522" y="2138"/>
                  </a:lnTo>
                  <a:lnTo>
                    <a:pt x="522" y="2131"/>
                  </a:lnTo>
                  <a:lnTo>
                    <a:pt x="525" y="2127"/>
                  </a:lnTo>
                  <a:lnTo>
                    <a:pt x="525" y="2124"/>
                  </a:lnTo>
                  <a:lnTo>
                    <a:pt x="529" y="2120"/>
                  </a:lnTo>
                  <a:lnTo>
                    <a:pt x="529" y="2113"/>
                  </a:lnTo>
                  <a:lnTo>
                    <a:pt x="529" y="2109"/>
                  </a:lnTo>
                  <a:lnTo>
                    <a:pt x="533" y="2106"/>
                  </a:lnTo>
                  <a:lnTo>
                    <a:pt x="533" y="2099"/>
                  </a:lnTo>
                  <a:lnTo>
                    <a:pt x="536" y="2095"/>
                  </a:lnTo>
                  <a:lnTo>
                    <a:pt x="536" y="2091"/>
                  </a:lnTo>
                  <a:lnTo>
                    <a:pt x="536" y="2084"/>
                  </a:lnTo>
                  <a:lnTo>
                    <a:pt x="540" y="2081"/>
                  </a:lnTo>
                  <a:lnTo>
                    <a:pt x="540" y="2073"/>
                  </a:lnTo>
                  <a:lnTo>
                    <a:pt x="543" y="2070"/>
                  </a:lnTo>
                  <a:lnTo>
                    <a:pt x="543" y="2066"/>
                  </a:lnTo>
                  <a:lnTo>
                    <a:pt x="543" y="2059"/>
                  </a:lnTo>
                  <a:lnTo>
                    <a:pt x="547" y="2055"/>
                  </a:lnTo>
                  <a:lnTo>
                    <a:pt x="547" y="2048"/>
                  </a:lnTo>
                  <a:lnTo>
                    <a:pt x="547" y="2045"/>
                  </a:lnTo>
                  <a:lnTo>
                    <a:pt x="551" y="2037"/>
                  </a:lnTo>
                  <a:lnTo>
                    <a:pt x="551" y="2034"/>
                  </a:lnTo>
                  <a:lnTo>
                    <a:pt x="554" y="2030"/>
                  </a:lnTo>
                  <a:lnTo>
                    <a:pt x="554" y="2023"/>
                  </a:lnTo>
                  <a:lnTo>
                    <a:pt x="554" y="2019"/>
                  </a:lnTo>
                  <a:lnTo>
                    <a:pt x="554" y="201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0" name="Freeform 148"/>
            <p:cNvSpPr>
              <a:spLocks/>
            </p:cNvSpPr>
            <p:nvPr/>
          </p:nvSpPr>
          <p:spPr bwMode="auto">
            <a:xfrm>
              <a:off x="749" y="2974"/>
              <a:ext cx="3348" cy="216"/>
            </a:xfrm>
            <a:custGeom>
              <a:avLst/>
              <a:gdLst/>
              <a:ahLst/>
              <a:cxnLst>
                <a:cxn ang="0">
                  <a:pos x="57" y="75"/>
                </a:cxn>
                <a:cxn ang="0">
                  <a:pos x="119" y="90"/>
                </a:cxn>
                <a:cxn ang="0">
                  <a:pos x="180" y="115"/>
                </a:cxn>
                <a:cxn ang="0">
                  <a:pos x="241" y="115"/>
                </a:cxn>
                <a:cxn ang="0">
                  <a:pos x="302" y="86"/>
                </a:cxn>
                <a:cxn ang="0">
                  <a:pos x="363" y="75"/>
                </a:cxn>
                <a:cxn ang="0">
                  <a:pos x="425" y="104"/>
                </a:cxn>
                <a:cxn ang="0">
                  <a:pos x="486" y="122"/>
                </a:cxn>
                <a:cxn ang="0">
                  <a:pos x="547" y="104"/>
                </a:cxn>
                <a:cxn ang="0">
                  <a:pos x="608" y="75"/>
                </a:cxn>
                <a:cxn ang="0">
                  <a:pos x="669" y="83"/>
                </a:cxn>
                <a:cxn ang="0">
                  <a:pos x="731" y="119"/>
                </a:cxn>
                <a:cxn ang="0">
                  <a:pos x="792" y="122"/>
                </a:cxn>
                <a:cxn ang="0">
                  <a:pos x="853" y="86"/>
                </a:cxn>
                <a:cxn ang="0">
                  <a:pos x="914" y="68"/>
                </a:cxn>
                <a:cxn ang="0">
                  <a:pos x="975" y="101"/>
                </a:cxn>
                <a:cxn ang="0">
                  <a:pos x="1037" y="126"/>
                </a:cxn>
                <a:cxn ang="0">
                  <a:pos x="1098" y="108"/>
                </a:cxn>
                <a:cxn ang="0">
                  <a:pos x="1159" y="72"/>
                </a:cxn>
                <a:cxn ang="0">
                  <a:pos x="1220" y="75"/>
                </a:cxn>
                <a:cxn ang="0">
                  <a:pos x="1281" y="119"/>
                </a:cxn>
                <a:cxn ang="0">
                  <a:pos x="1343" y="129"/>
                </a:cxn>
                <a:cxn ang="0">
                  <a:pos x="1404" y="90"/>
                </a:cxn>
                <a:cxn ang="0">
                  <a:pos x="1465" y="65"/>
                </a:cxn>
                <a:cxn ang="0">
                  <a:pos x="1526" y="93"/>
                </a:cxn>
                <a:cxn ang="0">
                  <a:pos x="1587" y="133"/>
                </a:cxn>
                <a:cxn ang="0">
                  <a:pos x="1649" y="115"/>
                </a:cxn>
                <a:cxn ang="0">
                  <a:pos x="1710" y="68"/>
                </a:cxn>
                <a:cxn ang="0">
                  <a:pos x="1771" y="68"/>
                </a:cxn>
                <a:cxn ang="0">
                  <a:pos x="1832" y="115"/>
                </a:cxn>
                <a:cxn ang="0">
                  <a:pos x="1893" y="137"/>
                </a:cxn>
                <a:cxn ang="0">
                  <a:pos x="1955" y="93"/>
                </a:cxn>
                <a:cxn ang="0">
                  <a:pos x="2016" y="54"/>
                </a:cxn>
                <a:cxn ang="0">
                  <a:pos x="2077" y="86"/>
                </a:cxn>
                <a:cxn ang="0">
                  <a:pos x="2138" y="140"/>
                </a:cxn>
                <a:cxn ang="0">
                  <a:pos x="2199" y="129"/>
                </a:cxn>
                <a:cxn ang="0">
                  <a:pos x="2257" y="68"/>
                </a:cxn>
                <a:cxn ang="0">
                  <a:pos x="2318" y="50"/>
                </a:cxn>
                <a:cxn ang="0">
                  <a:pos x="2376" y="104"/>
                </a:cxn>
                <a:cxn ang="0">
                  <a:pos x="2433" y="155"/>
                </a:cxn>
                <a:cxn ang="0">
                  <a:pos x="2495" y="119"/>
                </a:cxn>
                <a:cxn ang="0">
                  <a:pos x="2541" y="57"/>
                </a:cxn>
                <a:cxn ang="0">
                  <a:pos x="2603" y="47"/>
                </a:cxn>
                <a:cxn ang="0">
                  <a:pos x="2653" y="104"/>
                </a:cxn>
                <a:cxn ang="0">
                  <a:pos x="2703" y="162"/>
                </a:cxn>
                <a:cxn ang="0">
                  <a:pos x="2765" y="133"/>
                </a:cxn>
                <a:cxn ang="0">
                  <a:pos x="2804" y="72"/>
                </a:cxn>
                <a:cxn ang="0">
                  <a:pos x="2858" y="21"/>
                </a:cxn>
                <a:cxn ang="0">
                  <a:pos x="2912" y="72"/>
                </a:cxn>
                <a:cxn ang="0">
                  <a:pos x="2948" y="133"/>
                </a:cxn>
                <a:cxn ang="0">
                  <a:pos x="2999" y="183"/>
                </a:cxn>
                <a:cxn ang="0">
                  <a:pos x="3049" y="133"/>
                </a:cxn>
                <a:cxn ang="0">
                  <a:pos x="3078" y="72"/>
                </a:cxn>
                <a:cxn ang="0">
                  <a:pos x="3117" y="11"/>
                </a:cxn>
                <a:cxn ang="0">
                  <a:pos x="3175" y="29"/>
                </a:cxn>
                <a:cxn ang="0">
                  <a:pos x="3204" y="90"/>
                </a:cxn>
                <a:cxn ang="0">
                  <a:pos x="3229" y="151"/>
                </a:cxn>
                <a:cxn ang="0">
                  <a:pos x="3269" y="212"/>
                </a:cxn>
                <a:cxn ang="0">
                  <a:pos x="3319" y="169"/>
                </a:cxn>
                <a:cxn ang="0">
                  <a:pos x="3341" y="104"/>
                </a:cxn>
              </a:cxnLst>
              <a:rect l="0" t="0" r="r" b="b"/>
              <a:pathLst>
                <a:path w="3348" h="216">
                  <a:moveTo>
                    <a:pt x="0" y="97"/>
                  </a:moveTo>
                  <a:lnTo>
                    <a:pt x="3" y="97"/>
                  </a:lnTo>
                  <a:lnTo>
                    <a:pt x="7" y="93"/>
                  </a:lnTo>
                  <a:lnTo>
                    <a:pt x="11" y="93"/>
                  </a:lnTo>
                  <a:lnTo>
                    <a:pt x="14" y="90"/>
                  </a:lnTo>
                  <a:lnTo>
                    <a:pt x="18" y="90"/>
                  </a:lnTo>
                  <a:lnTo>
                    <a:pt x="21" y="86"/>
                  </a:lnTo>
                  <a:lnTo>
                    <a:pt x="25" y="86"/>
                  </a:lnTo>
                  <a:lnTo>
                    <a:pt x="29" y="83"/>
                  </a:lnTo>
                  <a:lnTo>
                    <a:pt x="32" y="83"/>
                  </a:lnTo>
                  <a:lnTo>
                    <a:pt x="36" y="83"/>
                  </a:lnTo>
                  <a:lnTo>
                    <a:pt x="39" y="79"/>
                  </a:lnTo>
                  <a:lnTo>
                    <a:pt x="43" y="79"/>
                  </a:lnTo>
                  <a:lnTo>
                    <a:pt x="47" y="79"/>
                  </a:lnTo>
                  <a:lnTo>
                    <a:pt x="50" y="79"/>
                  </a:lnTo>
                  <a:lnTo>
                    <a:pt x="54" y="75"/>
                  </a:lnTo>
                  <a:lnTo>
                    <a:pt x="57" y="75"/>
                  </a:lnTo>
                  <a:lnTo>
                    <a:pt x="61" y="75"/>
                  </a:lnTo>
                  <a:lnTo>
                    <a:pt x="65" y="75"/>
                  </a:lnTo>
                  <a:lnTo>
                    <a:pt x="68" y="75"/>
                  </a:lnTo>
                  <a:lnTo>
                    <a:pt x="72" y="75"/>
                  </a:lnTo>
                  <a:lnTo>
                    <a:pt x="75" y="75"/>
                  </a:lnTo>
                  <a:lnTo>
                    <a:pt x="79" y="75"/>
                  </a:lnTo>
                  <a:lnTo>
                    <a:pt x="83" y="75"/>
                  </a:lnTo>
                  <a:lnTo>
                    <a:pt x="86" y="75"/>
                  </a:lnTo>
                  <a:lnTo>
                    <a:pt x="90" y="79"/>
                  </a:lnTo>
                  <a:lnTo>
                    <a:pt x="93" y="79"/>
                  </a:lnTo>
                  <a:lnTo>
                    <a:pt x="97" y="79"/>
                  </a:lnTo>
                  <a:lnTo>
                    <a:pt x="101" y="83"/>
                  </a:lnTo>
                  <a:lnTo>
                    <a:pt x="104" y="83"/>
                  </a:lnTo>
                  <a:lnTo>
                    <a:pt x="108" y="83"/>
                  </a:lnTo>
                  <a:lnTo>
                    <a:pt x="111" y="86"/>
                  </a:lnTo>
                  <a:lnTo>
                    <a:pt x="115" y="86"/>
                  </a:lnTo>
                  <a:lnTo>
                    <a:pt x="119" y="90"/>
                  </a:lnTo>
                  <a:lnTo>
                    <a:pt x="122" y="90"/>
                  </a:lnTo>
                  <a:lnTo>
                    <a:pt x="126" y="90"/>
                  </a:lnTo>
                  <a:lnTo>
                    <a:pt x="129" y="93"/>
                  </a:lnTo>
                  <a:lnTo>
                    <a:pt x="133" y="93"/>
                  </a:lnTo>
                  <a:lnTo>
                    <a:pt x="137" y="97"/>
                  </a:lnTo>
                  <a:lnTo>
                    <a:pt x="140" y="101"/>
                  </a:lnTo>
                  <a:lnTo>
                    <a:pt x="144" y="101"/>
                  </a:lnTo>
                  <a:lnTo>
                    <a:pt x="147" y="104"/>
                  </a:lnTo>
                  <a:lnTo>
                    <a:pt x="151" y="104"/>
                  </a:lnTo>
                  <a:lnTo>
                    <a:pt x="155" y="108"/>
                  </a:lnTo>
                  <a:lnTo>
                    <a:pt x="158" y="108"/>
                  </a:lnTo>
                  <a:lnTo>
                    <a:pt x="162" y="111"/>
                  </a:lnTo>
                  <a:lnTo>
                    <a:pt x="165" y="111"/>
                  </a:lnTo>
                  <a:lnTo>
                    <a:pt x="169" y="111"/>
                  </a:lnTo>
                  <a:lnTo>
                    <a:pt x="173" y="115"/>
                  </a:lnTo>
                  <a:lnTo>
                    <a:pt x="176" y="115"/>
                  </a:lnTo>
                  <a:lnTo>
                    <a:pt x="180" y="115"/>
                  </a:lnTo>
                  <a:lnTo>
                    <a:pt x="183" y="119"/>
                  </a:lnTo>
                  <a:lnTo>
                    <a:pt x="187" y="119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22"/>
                  </a:lnTo>
                  <a:lnTo>
                    <a:pt x="201" y="122"/>
                  </a:lnTo>
                  <a:lnTo>
                    <a:pt x="205" y="122"/>
                  </a:lnTo>
                  <a:lnTo>
                    <a:pt x="209" y="122"/>
                  </a:lnTo>
                  <a:lnTo>
                    <a:pt x="212" y="122"/>
                  </a:lnTo>
                  <a:lnTo>
                    <a:pt x="216" y="122"/>
                  </a:lnTo>
                  <a:lnTo>
                    <a:pt x="219" y="122"/>
                  </a:lnTo>
                  <a:lnTo>
                    <a:pt x="223" y="119"/>
                  </a:lnTo>
                  <a:lnTo>
                    <a:pt x="227" y="119"/>
                  </a:lnTo>
                  <a:lnTo>
                    <a:pt x="230" y="119"/>
                  </a:lnTo>
                  <a:lnTo>
                    <a:pt x="234" y="119"/>
                  </a:lnTo>
                  <a:lnTo>
                    <a:pt x="237" y="115"/>
                  </a:lnTo>
                  <a:lnTo>
                    <a:pt x="241" y="115"/>
                  </a:lnTo>
                  <a:lnTo>
                    <a:pt x="245" y="115"/>
                  </a:lnTo>
                  <a:lnTo>
                    <a:pt x="248" y="111"/>
                  </a:lnTo>
                  <a:lnTo>
                    <a:pt x="252" y="111"/>
                  </a:lnTo>
                  <a:lnTo>
                    <a:pt x="255" y="108"/>
                  </a:lnTo>
                  <a:lnTo>
                    <a:pt x="259" y="108"/>
                  </a:lnTo>
                  <a:lnTo>
                    <a:pt x="263" y="104"/>
                  </a:lnTo>
                  <a:lnTo>
                    <a:pt x="266" y="104"/>
                  </a:lnTo>
                  <a:lnTo>
                    <a:pt x="270" y="101"/>
                  </a:lnTo>
                  <a:lnTo>
                    <a:pt x="273" y="101"/>
                  </a:lnTo>
                  <a:lnTo>
                    <a:pt x="277" y="97"/>
                  </a:lnTo>
                  <a:lnTo>
                    <a:pt x="281" y="97"/>
                  </a:lnTo>
                  <a:lnTo>
                    <a:pt x="284" y="93"/>
                  </a:lnTo>
                  <a:lnTo>
                    <a:pt x="288" y="93"/>
                  </a:lnTo>
                  <a:lnTo>
                    <a:pt x="291" y="90"/>
                  </a:lnTo>
                  <a:lnTo>
                    <a:pt x="295" y="90"/>
                  </a:lnTo>
                  <a:lnTo>
                    <a:pt x="299" y="86"/>
                  </a:lnTo>
                  <a:lnTo>
                    <a:pt x="302" y="86"/>
                  </a:lnTo>
                  <a:lnTo>
                    <a:pt x="306" y="83"/>
                  </a:lnTo>
                  <a:lnTo>
                    <a:pt x="309" y="83"/>
                  </a:lnTo>
                  <a:lnTo>
                    <a:pt x="313" y="83"/>
                  </a:lnTo>
                  <a:lnTo>
                    <a:pt x="317" y="79"/>
                  </a:lnTo>
                  <a:lnTo>
                    <a:pt x="320" y="79"/>
                  </a:lnTo>
                  <a:lnTo>
                    <a:pt x="324" y="75"/>
                  </a:lnTo>
                  <a:lnTo>
                    <a:pt x="327" y="75"/>
                  </a:lnTo>
                  <a:lnTo>
                    <a:pt x="331" y="75"/>
                  </a:lnTo>
                  <a:lnTo>
                    <a:pt x="335" y="75"/>
                  </a:lnTo>
                  <a:lnTo>
                    <a:pt x="338" y="75"/>
                  </a:lnTo>
                  <a:lnTo>
                    <a:pt x="342" y="75"/>
                  </a:lnTo>
                  <a:lnTo>
                    <a:pt x="345" y="75"/>
                  </a:lnTo>
                  <a:lnTo>
                    <a:pt x="349" y="75"/>
                  </a:lnTo>
                  <a:lnTo>
                    <a:pt x="353" y="75"/>
                  </a:lnTo>
                  <a:lnTo>
                    <a:pt x="356" y="75"/>
                  </a:lnTo>
                  <a:lnTo>
                    <a:pt x="360" y="75"/>
                  </a:lnTo>
                  <a:lnTo>
                    <a:pt x="363" y="75"/>
                  </a:lnTo>
                  <a:lnTo>
                    <a:pt x="367" y="75"/>
                  </a:lnTo>
                  <a:lnTo>
                    <a:pt x="371" y="75"/>
                  </a:lnTo>
                  <a:lnTo>
                    <a:pt x="374" y="79"/>
                  </a:lnTo>
                  <a:lnTo>
                    <a:pt x="378" y="79"/>
                  </a:lnTo>
                  <a:lnTo>
                    <a:pt x="381" y="79"/>
                  </a:lnTo>
                  <a:lnTo>
                    <a:pt x="385" y="83"/>
                  </a:lnTo>
                  <a:lnTo>
                    <a:pt x="389" y="83"/>
                  </a:lnTo>
                  <a:lnTo>
                    <a:pt x="392" y="86"/>
                  </a:lnTo>
                  <a:lnTo>
                    <a:pt x="396" y="86"/>
                  </a:lnTo>
                  <a:lnTo>
                    <a:pt x="399" y="90"/>
                  </a:lnTo>
                  <a:lnTo>
                    <a:pt x="403" y="90"/>
                  </a:lnTo>
                  <a:lnTo>
                    <a:pt x="407" y="93"/>
                  </a:lnTo>
                  <a:lnTo>
                    <a:pt x="410" y="93"/>
                  </a:lnTo>
                  <a:lnTo>
                    <a:pt x="414" y="97"/>
                  </a:lnTo>
                  <a:lnTo>
                    <a:pt x="417" y="97"/>
                  </a:lnTo>
                  <a:lnTo>
                    <a:pt x="421" y="101"/>
                  </a:lnTo>
                  <a:lnTo>
                    <a:pt x="425" y="104"/>
                  </a:lnTo>
                  <a:lnTo>
                    <a:pt x="428" y="104"/>
                  </a:lnTo>
                  <a:lnTo>
                    <a:pt x="432" y="108"/>
                  </a:lnTo>
                  <a:lnTo>
                    <a:pt x="435" y="108"/>
                  </a:lnTo>
                  <a:lnTo>
                    <a:pt x="439" y="111"/>
                  </a:lnTo>
                  <a:lnTo>
                    <a:pt x="443" y="111"/>
                  </a:lnTo>
                  <a:lnTo>
                    <a:pt x="446" y="115"/>
                  </a:lnTo>
                  <a:lnTo>
                    <a:pt x="450" y="115"/>
                  </a:lnTo>
                  <a:lnTo>
                    <a:pt x="453" y="115"/>
                  </a:lnTo>
                  <a:lnTo>
                    <a:pt x="457" y="119"/>
                  </a:lnTo>
                  <a:lnTo>
                    <a:pt x="461" y="119"/>
                  </a:lnTo>
                  <a:lnTo>
                    <a:pt x="464" y="119"/>
                  </a:lnTo>
                  <a:lnTo>
                    <a:pt x="468" y="122"/>
                  </a:lnTo>
                  <a:lnTo>
                    <a:pt x="471" y="122"/>
                  </a:lnTo>
                  <a:lnTo>
                    <a:pt x="475" y="122"/>
                  </a:lnTo>
                  <a:lnTo>
                    <a:pt x="479" y="122"/>
                  </a:lnTo>
                  <a:lnTo>
                    <a:pt x="482" y="122"/>
                  </a:lnTo>
                  <a:lnTo>
                    <a:pt x="486" y="122"/>
                  </a:lnTo>
                  <a:lnTo>
                    <a:pt x="489" y="122"/>
                  </a:lnTo>
                  <a:lnTo>
                    <a:pt x="493" y="122"/>
                  </a:lnTo>
                  <a:lnTo>
                    <a:pt x="497" y="122"/>
                  </a:lnTo>
                  <a:lnTo>
                    <a:pt x="500" y="122"/>
                  </a:lnTo>
                  <a:lnTo>
                    <a:pt x="504" y="122"/>
                  </a:lnTo>
                  <a:lnTo>
                    <a:pt x="507" y="122"/>
                  </a:lnTo>
                  <a:lnTo>
                    <a:pt x="511" y="119"/>
                  </a:lnTo>
                  <a:lnTo>
                    <a:pt x="515" y="119"/>
                  </a:lnTo>
                  <a:lnTo>
                    <a:pt x="518" y="119"/>
                  </a:lnTo>
                  <a:lnTo>
                    <a:pt x="522" y="115"/>
                  </a:lnTo>
                  <a:lnTo>
                    <a:pt x="525" y="115"/>
                  </a:lnTo>
                  <a:lnTo>
                    <a:pt x="529" y="111"/>
                  </a:lnTo>
                  <a:lnTo>
                    <a:pt x="533" y="111"/>
                  </a:lnTo>
                  <a:lnTo>
                    <a:pt x="536" y="108"/>
                  </a:lnTo>
                  <a:lnTo>
                    <a:pt x="540" y="108"/>
                  </a:lnTo>
                  <a:lnTo>
                    <a:pt x="543" y="104"/>
                  </a:lnTo>
                  <a:lnTo>
                    <a:pt x="547" y="104"/>
                  </a:lnTo>
                  <a:lnTo>
                    <a:pt x="551" y="101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93"/>
                  </a:lnTo>
                  <a:lnTo>
                    <a:pt x="565" y="93"/>
                  </a:lnTo>
                  <a:lnTo>
                    <a:pt x="569" y="90"/>
                  </a:lnTo>
                  <a:lnTo>
                    <a:pt x="572" y="90"/>
                  </a:lnTo>
                  <a:lnTo>
                    <a:pt x="576" y="86"/>
                  </a:lnTo>
                  <a:lnTo>
                    <a:pt x="579" y="86"/>
                  </a:lnTo>
                  <a:lnTo>
                    <a:pt x="583" y="83"/>
                  </a:lnTo>
                  <a:lnTo>
                    <a:pt x="587" y="83"/>
                  </a:lnTo>
                  <a:lnTo>
                    <a:pt x="590" y="79"/>
                  </a:lnTo>
                  <a:lnTo>
                    <a:pt x="594" y="79"/>
                  </a:lnTo>
                  <a:lnTo>
                    <a:pt x="597" y="75"/>
                  </a:lnTo>
                  <a:lnTo>
                    <a:pt x="601" y="75"/>
                  </a:lnTo>
                  <a:lnTo>
                    <a:pt x="605" y="75"/>
                  </a:lnTo>
                  <a:lnTo>
                    <a:pt x="608" y="75"/>
                  </a:lnTo>
                  <a:lnTo>
                    <a:pt x="612" y="72"/>
                  </a:lnTo>
                  <a:lnTo>
                    <a:pt x="615" y="72"/>
                  </a:lnTo>
                  <a:lnTo>
                    <a:pt x="619" y="72"/>
                  </a:lnTo>
                  <a:lnTo>
                    <a:pt x="623" y="72"/>
                  </a:lnTo>
                  <a:lnTo>
                    <a:pt x="626" y="72"/>
                  </a:lnTo>
                  <a:lnTo>
                    <a:pt x="630" y="72"/>
                  </a:lnTo>
                  <a:lnTo>
                    <a:pt x="633" y="72"/>
                  </a:lnTo>
                  <a:lnTo>
                    <a:pt x="637" y="72"/>
                  </a:lnTo>
                  <a:lnTo>
                    <a:pt x="641" y="72"/>
                  </a:lnTo>
                  <a:lnTo>
                    <a:pt x="644" y="75"/>
                  </a:lnTo>
                  <a:lnTo>
                    <a:pt x="648" y="75"/>
                  </a:lnTo>
                  <a:lnTo>
                    <a:pt x="651" y="75"/>
                  </a:lnTo>
                  <a:lnTo>
                    <a:pt x="655" y="75"/>
                  </a:lnTo>
                  <a:lnTo>
                    <a:pt x="659" y="79"/>
                  </a:lnTo>
                  <a:lnTo>
                    <a:pt x="662" y="79"/>
                  </a:lnTo>
                  <a:lnTo>
                    <a:pt x="666" y="83"/>
                  </a:lnTo>
                  <a:lnTo>
                    <a:pt x="669" y="83"/>
                  </a:lnTo>
                  <a:lnTo>
                    <a:pt x="673" y="86"/>
                  </a:lnTo>
                  <a:lnTo>
                    <a:pt x="677" y="86"/>
                  </a:lnTo>
                  <a:lnTo>
                    <a:pt x="680" y="90"/>
                  </a:lnTo>
                  <a:lnTo>
                    <a:pt x="684" y="90"/>
                  </a:lnTo>
                  <a:lnTo>
                    <a:pt x="687" y="93"/>
                  </a:lnTo>
                  <a:lnTo>
                    <a:pt x="691" y="97"/>
                  </a:lnTo>
                  <a:lnTo>
                    <a:pt x="695" y="97"/>
                  </a:lnTo>
                  <a:lnTo>
                    <a:pt x="698" y="101"/>
                  </a:lnTo>
                  <a:lnTo>
                    <a:pt x="702" y="101"/>
                  </a:lnTo>
                  <a:lnTo>
                    <a:pt x="705" y="104"/>
                  </a:lnTo>
                  <a:lnTo>
                    <a:pt x="709" y="108"/>
                  </a:lnTo>
                  <a:lnTo>
                    <a:pt x="713" y="108"/>
                  </a:lnTo>
                  <a:lnTo>
                    <a:pt x="716" y="111"/>
                  </a:lnTo>
                  <a:lnTo>
                    <a:pt x="720" y="111"/>
                  </a:lnTo>
                  <a:lnTo>
                    <a:pt x="723" y="115"/>
                  </a:lnTo>
                  <a:lnTo>
                    <a:pt x="727" y="115"/>
                  </a:lnTo>
                  <a:lnTo>
                    <a:pt x="731" y="119"/>
                  </a:lnTo>
                  <a:lnTo>
                    <a:pt x="734" y="119"/>
                  </a:lnTo>
                  <a:lnTo>
                    <a:pt x="738" y="119"/>
                  </a:lnTo>
                  <a:lnTo>
                    <a:pt x="741" y="122"/>
                  </a:lnTo>
                  <a:lnTo>
                    <a:pt x="745" y="122"/>
                  </a:lnTo>
                  <a:lnTo>
                    <a:pt x="749" y="122"/>
                  </a:lnTo>
                  <a:lnTo>
                    <a:pt x="752" y="126"/>
                  </a:lnTo>
                  <a:lnTo>
                    <a:pt x="756" y="126"/>
                  </a:lnTo>
                  <a:lnTo>
                    <a:pt x="759" y="126"/>
                  </a:lnTo>
                  <a:lnTo>
                    <a:pt x="763" y="126"/>
                  </a:lnTo>
                  <a:lnTo>
                    <a:pt x="767" y="126"/>
                  </a:lnTo>
                  <a:lnTo>
                    <a:pt x="770" y="126"/>
                  </a:lnTo>
                  <a:lnTo>
                    <a:pt x="774" y="126"/>
                  </a:lnTo>
                  <a:lnTo>
                    <a:pt x="777" y="126"/>
                  </a:lnTo>
                  <a:lnTo>
                    <a:pt x="781" y="122"/>
                  </a:lnTo>
                  <a:lnTo>
                    <a:pt x="785" y="122"/>
                  </a:lnTo>
                  <a:lnTo>
                    <a:pt x="788" y="122"/>
                  </a:lnTo>
                  <a:lnTo>
                    <a:pt x="792" y="122"/>
                  </a:lnTo>
                  <a:lnTo>
                    <a:pt x="795" y="119"/>
                  </a:lnTo>
                  <a:lnTo>
                    <a:pt x="799" y="119"/>
                  </a:lnTo>
                  <a:lnTo>
                    <a:pt x="803" y="115"/>
                  </a:lnTo>
                  <a:lnTo>
                    <a:pt x="806" y="115"/>
                  </a:lnTo>
                  <a:lnTo>
                    <a:pt x="810" y="111"/>
                  </a:lnTo>
                  <a:lnTo>
                    <a:pt x="813" y="111"/>
                  </a:lnTo>
                  <a:lnTo>
                    <a:pt x="817" y="108"/>
                  </a:lnTo>
                  <a:lnTo>
                    <a:pt x="821" y="108"/>
                  </a:lnTo>
                  <a:lnTo>
                    <a:pt x="824" y="104"/>
                  </a:lnTo>
                  <a:lnTo>
                    <a:pt x="828" y="101"/>
                  </a:lnTo>
                  <a:lnTo>
                    <a:pt x="831" y="101"/>
                  </a:lnTo>
                  <a:lnTo>
                    <a:pt x="835" y="97"/>
                  </a:lnTo>
                  <a:lnTo>
                    <a:pt x="839" y="97"/>
                  </a:lnTo>
                  <a:lnTo>
                    <a:pt x="842" y="93"/>
                  </a:lnTo>
                  <a:lnTo>
                    <a:pt x="846" y="90"/>
                  </a:lnTo>
                  <a:lnTo>
                    <a:pt x="849" y="90"/>
                  </a:lnTo>
                  <a:lnTo>
                    <a:pt x="853" y="86"/>
                  </a:lnTo>
                  <a:lnTo>
                    <a:pt x="857" y="86"/>
                  </a:lnTo>
                  <a:lnTo>
                    <a:pt x="860" y="83"/>
                  </a:lnTo>
                  <a:lnTo>
                    <a:pt x="864" y="79"/>
                  </a:lnTo>
                  <a:lnTo>
                    <a:pt x="867" y="79"/>
                  </a:lnTo>
                  <a:lnTo>
                    <a:pt x="871" y="79"/>
                  </a:lnTo>
                  <a:lnTo>
                    <a:pt x="875" y="75"/>
                  </a:lnTo>
                  <a:lnTo>
                    <a:pt x="878" y="75"/>
                  </a:lnTo>
                  <a:lnTo>
                    <a:pt x="882" y="72"/>
                  </a:lnTo>
                  <a:lnTo>
                    <a:pt x="885" y="72"/>
                  </a:lnTo>
                  <a:lnTo>
                    <a:pt x="889" y="72"/>
                  </a:lnTo>
                  <a:lnTo>
                    <a:pt x="893" y="72"/>
                  </a:lnTo>
                  <a:lnTo>
                    <a:pt x="896" y="68"/>
                  </a:lnTo>
                  <a:lnTo>
                    <a:pt x="900" y="68"/>
                  </a:lnTo>
                  <a:lnTo>
                    <a:pt x="903" y="68"/>
                  </a:lnTo>
                  <a:lnTo>
                    <a:pt x="907" y="68"/>
                  </a:lnTo>
                  <a:lnTo>
                    <a:pt x="911" y="68"/>
                  </a:lnTo>
                  <a:lnTo>
                    <a:pt x="914" y="68"/>
                  </a:lnTo>
                  <a:lnTo>
                    <a:pt x="918" y="72"/>
                  </a:lnTo>
                  <a:lnTo>
                    <a:pt x="921" y="72"/>
                  </a:lnTo>
                  <a:lnTo>
                    <a:pt x="925" y="72"/>
                  </a:lnTo>
                  <a:lnTo>
                    <a:pt x="929" y="72"/>
                  </a:lnTo>
                  <a:lnTo>
                    <a:pt x="932" y="75"/>
                  </a:lnTo>
                  <a:lnTo>
                    <a:pt x="936" y="75"/>
                  </a:lnTo>
                  <a:lnTo>
                    <a:pt x="939" y="79"/>
                  </a:lnTo>
                  <a:lnTo>
                    <a:pt x="943" y="79"/>
                  </a:lnTo>
                  <a:lnTo>
                    <a:pt x="947" y="83"/>
                  </a:lnTo>
                  <a:lnTo>
                    <a:pt x="950" y="83"/>
                  </a:lnTo>
                  <a:lnTo>
                    <a:pt x="954" y="86"/>
                  </a:lnTo>
                  <a:lnTo>
                    <a:pt x="957" y="86"/>
                  </a:lnTo>
                  <a:lnTo>
                    <a:pt x="961" y="90"/>
                  </a:lnTo>
                  <a:lnTo>
                    <a:pt x="965" y="90"/>
                  </a:lnTo>
                  <a:lnTo>
                    <a:pt x="968" y="93"/>
                  </a:lnTo>
                  <a:lnTo>
                    <a:pt x="972" y="97"/>
                  </a:lnTo>
                  <a:lnTo>
                    <a:pt x="975" y="101"/>
                  </a:lnTo>
                  <a:lnTo>
                    <a:pt x="979" y="101"/>
                  </a:lnTo>
                  <a:lnTo>
                    <a:pt x="983" y="104"/>
                  </a:lnTo>
                  <a:lnTo>
                    <a:pt x="986" y="104"/>
                  </a:lnTo>
                  <a:lnTo>
                    <a:pt x="990" y="108"/>
                  </a:lnTo>
                  <a:lnTo>
                    <a:pt x="993" y="111"/>
                  </a:lnTo>
                  <a:lnTo>
                    <a:pt x="997" y="111"/>
                  </a:lnTo>
                  <a:lnTo>
                    <a:pt x="1001" y="115"/>
                  </a:lnTo>
                  <a:lnTo>
                    <a:pt x="1004" y="115"/>
                  </a:lnTo>
                  <a:lnTo>
                    <a:pt x="1008" y="119"/>
                  </a:lnTo>
                  <a:lnTo>
                    <a:pt x="1011" y="119"/>
                  </a:lnTo>
                  <a:lnTo>
                    <a:pt x="1015" y="122"/>
                  </a:lnTo>
                  <a:lnTo>
                    <a:pt x="1019" y="122"/>
                  </a:lnTo>
                  <a:lnTo>
                    <a:pt x="1022" y="122"/>
                  </a:lnTo>
                  <a:lnTo>
                    <a:pt x="1026" y="126"/>
                  </a:lnTo>
                  <a:lnTo>
                    <a:pt x="1029" y="126"/>
                  </a:lnTo>
                  <a:lnTo>
                    <a:pt x="1033" y="126"/>
                  </a:lnTo>
                  <a:lnTo>
                    <a:pt x="1037" y="126"/>
                  </a:lnTo>
                  <a:lnTo>
                    <a:pt x="1040" y="129"/>
                  </a:lnTo>
                  <a:lnTo>
                    <a:pt x="1044" y="129"/>
                  </a:lnTo>
                  <a:lnTo>
                    <a:pt x="1047" y="129"/>
                  </a:lnTo>
                  <a:lnTo>
                    <a:pt x="1051" y="126"/>
                  </a:lnTo>
                  <a:lnTo>
                    <a:pt x="1055" y="126"/>
                  </a:lnTo>
                  <a:lnTo>
                    <a:pt x="1058" y="126"/>
                  </a:lnTo>
                  <a:lnTo>
                    <a:pt x="1062" y="126"/>
                  </a:lnTo>
                  <a:lnTo>
                    <a:pt x="1065" y="126"/>
                  </a:lnTo>
                  <a:lnTo>
                    <a:pt x="1069" y="122"/>
                  </a:lnTo>
                  <a:lnTo>
                    <a:pt x="1073" y="122"/>
                  </a:lnTo>
                  <a:lnTo>
                    <a:pt x="1076" y="122"/>
                  </a:lnTo>
                  <a:lnTo>
                    <a:pt x="1080" y="119"/>
                  </a:lnTo>
                  <a:lnTo>
                    <a:pt x="1083" y="119"/>
                  </a:lnTo>
                  <a:lnTo>
                    <a:pt x="1087" y="115"/>
                  </a:lnTo>
                  <a:lnTo>
                    <a:pt x="1091" y="115"/>
                  </a:lnTo>
                  <a:lnTo>
                    <a:pt x="1094" y="111"/>
                  </a:lnTo>
                  <a:lnTo>
                    <a:pt x="1098" y="108"/>
                  </a:lnTo>
                  <a:lnTo>
                    <a:pt x="1101" y="108"/>
                  </a:lnTo>
                  <a:lnTo>
                    <a:pt x="1105" y="104"/>
                  </a:lnTo>
                  <a:lnTo>
                    <a:pt x="1109" y="101"/>
                  </a:lnTo>
                  <a:lnTo>
                    <a:pt x="1112" y="101"/>
                  </a:lnTo>
                  <a:lnTo>
                    <a:pt x="1116" y="97"/>
                  </a:lnTo>
                  <a:lnTo>
                    <a:pt x="1119" y="93"/>
                  </a:lnTo>
                  <a:lnTo>
                    <a:pt x="1123" y="90"/>
                  </a:lnTo>
                  <a:lnTo>
                    <a:pt x="1127" y="90"/>
                  </a:lnTo>
                  <a:lnTo>
                    <a:pt x="1130" y="86"/>
                  </a:lnTo>
                  <a:lnTo>
                    <a:pt x="1134" y="86"/>
                  </a:lnTo>
                  <a:lnTo>
                    <a:pt x="1137" y="83"/>
                  </a:lnTo>
                  <a:lnTo>
                    <a:pt x="1141" y="79"/>
                  </a:lnTo>
                  <a:lnTo>
                    <a:pt x="1145" y="79"/>
                  </a:lnTo>
                  <a:lnTo>
                    <a:pt x="1148" y="75"/>
                  </a:lnTo>
                  <a:lnTo>
                    <a:pt x="1152" y="75"/>
                  </a:lnTo>
                  <a:lnTo>
                    <a:pt x="1155" y="72"/>
                  </a:lnTo>
                  <a:lnTo>
                    <a:pt x="1159" y="72"/>
                  </a:lnTo>
                  <a:lnTo>
                    <a:pt x="1163" y="72"/>
                  </a:lnTo>
                  <a:lnTo>
                    <a:pt x="1166" y="68"/>
                  </a:lnTo>
                  <a:lnTo>
                    <a:pt x="1170" y="68"/>
                  </a:lnTo>
                  <a:lnTo>
                    <a:pt x="1173" y="68"/>
                  </a:lnTo>
                  <a:lnTo>
                    <a:pt x="1177" y="68"/>
                  </a:lnTo>
                  <a:lnTo>
                    <a:pt x="1181" y="68"/>
                  </a:lnTo>
                  <a:lnTo>
                    <a:pt x="1184" y="68"/>
                  </a:lnTo>
                  <a:lnTo>
                    <a:pt x="1188" y="68"/>
                  </a:lnTo>
                  <a:lnTo>
                    <a:pt x="1191" y="68"/>
                  </a:lnTo>
                  <a:lnTo>
                    <a:pt x="1195" y="68"/>
                  </a:lnTo>
                  <a:lnTo>
                    <a:pt x="1199" y="68"/>
                  </a:lnTo>
                  <a:lnTo>
                    <a:pt x="1202" y="68"/>
                  </a:lnTo>
                  <a:lnTo>
                    <a:pt x="1206" y="72"/>
                  </a:lnTo>
                  <a:lnTo>
                    <a:pt x="1209" y="72"/>
                  </a:lnTo>
                  <a:lnTo>
                    <a:pt x="1213" y="72"/>
                  </a:lnTo>
                  <a:lnTo>
                    <a:pt x="1217" y="75"/>
                  </a:lnTo>
                  <a:lnTo>
                    <a:pt x="1220" y="75"/>
                  </a:lnTo>
                  <a:lnTo>
                    <a:pt x="1224" y="79"/>
                  </a:lnTo>
                  <a:lnTo>
                    <a:pt x="1227" y="83"/>
                  </a:lnTo>
                  <a:lnTo>
                    <a:pt x="1231" y="83"/>
                  </a:lnTo>
                  <a:lnTo>
                    <a:pt x="1235" y="86"/>
                  </a:lnTo>
                  <a:lnTo>
                    <a:pt x="1238" y="86"/>
                  </a:lnTo>
                  <a:lnTo>
                    <a:pt x="1242" y="90"/>
                  </a:lnTo>
                  <a:lnTo>
                    <a:pt x="1245" y="93"/>
                  </a:lnTo>
                  <a:lnTo>
                    <a:pt x="1249" y="93"/>
                  </a:lnTo>
                  <a:lnTo>
                    <a:pt x="1253" y="97"/>
                  </a:lnTo>
                  <a:lnTo>
                    <a:pt x="1256" y="101"/>
                  </a:lnTo>
                  <a:lnTo>
                    <a:pt x="1260" y="104"/>
                  </a:lnTo>
                  <a:lnTo>
                    <a:pt x="1263" y="104"/>
                  </a:lnTo>
                  <a:lnTo>
                    <a:pt x="1267" y="108"/>
                  </a:lnTo>
                  <a:lnTo>
                    <a:pt x="1271" y="111"/>
                  </a:lnTo>
                  <a:lnTo>
                    <a:pt x="1274" y="111"/>
                  </a:lnTo>
                  <a:lnTo>
                    <a:pt x="1278" y="115"/>
                  </a:lnTo>
                  <a:lnTo>
                    <a:pt x="1281" y="119"/>
                  </a:lnTo>
                  <a:lnTo>
                    <a:pt x="1285" y="119"/>
                  </a:lnTo>
                  <a:lnTo>
                    <a:pt x="1289" y="122"/>
                  </a:lnTo>
                  <a:lnTo>
                    <a:pt x="1292" y="122"/>
                  </a:lnTo>
                  <a:lnTo>
                    <a:pt x="1296" y="126"/>
                  </a:lnTo>
                  <a:lnTo>
                    <a:pt x="1299" y="126"/>
                  </a:lnTo>
                  <a:lnTo>
                    <a:pt x="1303" y="126"/>
                  </a:lnTo>
                  <a:lnTo>
                    <a:pt x="1307" y="129"/>
                  </a:lnTo>
                  <a:lnTo>
                    <a:pt x="1310" y="129"/>
                  </a:lnTo>
                  <a:lnTo>
                    <a:pt x="1314" y="129"/>
                  </a:lnTo>
                  <a:lnTo>
                    <a:pt x="1317" y="129"/>
                  </a:lnTo>
                  <a:lnTo>
                    <a:pt x="1321" y="129"/>
                  </a:lnTo>
                  <a:lnTo>
                    <a:pt x="1325" y="129"/>
                  </a:lnTo>
                  <a:lnTo>
                    <a:pt x="1328" y="129"/>
                  </a:lnTo>
                  <a:lnTo>
                    <a:pt x="1332" y="129"/>
                  </a:lnTo>
                  <a:lnTo>
                    <a:pt x="1335" y="129"/>
                  </a:lnTo>
                  <a:lnTo>
                    <a:pt x="1339" y="129"/>
                  </a:lnTo>
                  <a:lnTo>
                    <a:pt x="1343" y="129"/>
                  </a:lnTo>
                  <a:lnTo>
                    <a:pt x="1346" y="126"/>
                  </a:lnTo>
                  <a:lnTo>
                    <a:pt x="1350" y="126"/>
                  </a:lnTo>
                  <a:lnTo>
                    <a:pt x="1353" y="122"/>
                  </a:lnTo>
                  <a:lnTo>
                    <a:pt x="1357" y="122"/>
                  </a:lnTo>
                  <a:lnTo>
                    <a:pt x="1361" y="119"/>
                  </a:lnTo>
                  <a:lnTo>
                    <a:pt x="1364" y="119"/>
                  </a:lnTo>
                  <a:lnTo>
                    <a:pt x="1368" y="115"/>
                  </a:lnTo>
                  <a:lnTo>
                    <a:pt x="1371" y="111"/>
                  </a:lnTo>
                  <a:lnTo>
                    <a:pt x="1375" y="111"/>
                  </a:lnTo>
                  <a:lnTo>
                    <a:pt x="1379" y="108"/>
                  </a:lnTo>
                  <a:lnTo>
                    <a:pt x="1382" y="104"/>
                  </a:lnTo>
                  <a:lnTo>
                    <a:pt x="1386" y="104"/>
                  </a:lnTo>
                  <a:lnTo>
                    <a:pt x="1389" y="101"/>
                  </a:lnTo>
                  <a:lnTo>
                    <a:pt x="1393" y="97"/>
                  </a:lnTo>
                  <a:lnTo>
                    <a:pt x="1397" y="93"/>
                  </a:lnTo>
                  <a:lnTo>
                    <a:pt x="1400" y="93"/>
                  </a:lnTo>
                  <a:lnTo>
                    <a:pt x="1404" y="90"/>
                  </a:lnTo>
                  <a:lnTo>
                    <a:pt x="1407" y="86"/>
                  </a:lnTo>
                  <a:lnTo>
                    <a:pt x="1411" y="83"/>
                  </a:lnTo>
                  <a:lnTo>
                    <a:pt x="1415" y="83"/>
                  </a:lnTo>
                  <a:lnTo>
                    <a:pt x="1418" y="79"/>
                  </a:lnTo>
                  <a:lnTo>
                    <a:pt x="1422" y="75"/>
                  </a:lnTo>
                  <a:lnTo>
                    <a:pt x="1425" y="75"/>
                  </a:lnTo>
                  <a:lnTo>
                    <a:pt x="1429" y="72"/>
                  </a:lnTo>
                  <a:lnTo>
                    <a:pt x="1433" y="72"/>
                  </a:lnTo>
                  <a:lnTo>
                    <a:pt x="1436" y="68"/>
                  </a:lnTo>
                  <a:lnTo>
                    <a:pt x="1440" y="68"/>
                  </a:lnTo>
                  <a:lnTo>
                    <a:pt x="1443" y="68"/>
                  </a:lnTo>
                  <a:lnTo>
                    <a:pt x="1447" y="65"/>
                  </a:lnTo>
                  <a:lnTo>
                    <a:pt x="1451" y="65"/>
                  </a:lnTo>
                  <a:lnTo>
                    <a:pt x="1454" y="65"/>
                  </a:lnTo>
                  <a:lnTo>
                    <a:pt x="1458" y="65"/>
                  </a:lnTo>
                  <a:lnTo>
                    <a:pt x="1461" y="65"/>
                  </a:lnTo>
                  <a:lnTo>
                    <a:pt x="1465" y="65"/>
                  </a:lnTo>
                  <a:lnTo>
                    <a:pt x="1469" y="65"/>
                  </a:lnTo>
                  <a:lnTo>
                    <a:pt x="1472" y="65"/>
                  </a:lnTo>
                  <a:lnTo>
                    <a:pt x="1476" y="65"/>
                  </a:lnTo>
                  <a:lnTo>
                    <a:pt x="1479" y="65"/>
                  </a:lnTo>
                  <a:lnTo>
                    <a:pt x="1483" y="68"/>
                  </a:lnTo>
                  <a:lnTo>
                    <a:pt x="1487" y="68"/>
                  </a:lnTo>
                  <a:lnTo>
                    <a:pt x="1490" y="68"/>
                  </a:lnTo>
                  <a:lnTo>
                    <a:pt x="1494" y="72"/>
                  </a:lnTo>
                  <a:lnTo>
                    <a:pt x="1497" y="72"/>
                  </a:lnTo>
                  <a:lnTo>
                    <a:pt x="1501" y="75"/>
                  </a:lnTo>
                  <a:lnTo>
                    <a:pt x="1505" y="75"/>
                  </a:lnTo>
                  <a:lnTo>
                    <a:pt x="1508" y="79"/>
                  </a:lnTo>
                  <a:lnTo>
                    <a:pt x="1512" y="83"/>
                  </a:lnTo>
                  <a:lnTo>
                    <a:pt x="1515" y="86"/>
                  </a:lnTo>
                  <a:lnTo>
                    <a:pt x="1519" y="86"/>
                  </a:lnTo>
                  <a:lnTo>
                    <a:pt x="1523" y="90"/>
                  </a:lnTo>
                  <a:lnTo>
                    <a:pt x="1526" y="93"/>
                  </a:lnTo>
                  <a:lnTo>
                    <a:pt x="1530" y="97"/>
                  </a:lnTo>
                  <a:lnTo>
                    <a:pt x="1533" y="101"/>
                  </a:lnTo>
                  <a:lnTo>
                    <a:pt x="1537" y="101"/>
                  </a:lnTo>
                  <a:lnTo>
                    <a:pt x="1541" y="104"/>
                  </a:lnTo>
                  <a:lnTo>
                    <a:pt x="1544" y="108"/>
                  </a:lnTo>
                  <a:lnTo>
                    <a:pt x="1548" y="111"/>
                  </a:lnTo>
                  <a:lnTo>
                    <a:pt x="1551" y="115"/>
                  </a:lnTo>
                  <a:lnTo>
                    <a:pt x="1555" y="115"/>
                  </a:lnTo>
                  <a:lnTo>
                    <a:pt x="1559" y="119"/>
                  </a:lnTo>
                  <a:lnTo>
                    <a:pt x="1562" y="122"/>
                  </a:lnTo>
                  <a:lnTo>
                    <a:pt x="1566" y="122"/>
                  </a:lnTo>
                  <a:lnTo>
                    <a:pt x="1569" y="126"/>
                  </a:lnTo>
                  <a:lnTo>
                    <a:pt x="1573" y="126"/>
                  </a:lnTo>
                  <a:lnTo>
                    <a:pt x="1577" y="129"/>
                  </a:lnTo>
                  <a:lnTo>
                    <a:pt x="1580" y="129"/>
                  </a:lnTo>
                  <a:lnTo>
                    <a:pt x="1584" y="133"/>
                  </a:lnTo>
                  <a:lnTo>
                    <a:pt x="1587" y="133"/>
                  </a:lnTo>
                  <a:lnTo>
                    <a:pt x="1591" y="133"/>
                  </a:lnTo>
                  <a:lnTo>
                    <a:pt x="1595" y="133"/>
                  </a:lnTo>
                  <a:lnTo>
                    <a:pt x="1598" y="133"/>
                  </a:lnTo>
                  <a:lnTo>
                    <a:pt x="1602" y="133"/>
                  </a:lnTo>
                  <a:lnTo>
                    <a:pt x="1605" y="133"/>
                  </a:lnTo>
                  <a:lnTo>
                    <a:pt x="1609" y="133"/>
                  </a:lnTo>
                  <a:lnTo>
                    <a:pt x="1613" y="133"/>
                  </a:lnTo>
                  <a:lnTo>
                    <a:pt x="1616" y="133"/>
                  </a:lnTo>
                  <a:lnTo>
                    <a:pt x="1620" y="133"/>
                  </a:lnTo>
                  <a:lnTo>
                    <a:pt x="1623" y="129"/>
                  </a:lnTo>
                  <a:lnTo>
                    <a:pt x="1627" y="129"/>
                  </a:lnTo>
                  <a:lnTo>
                    <a:pt x="1631" y="126"/>
                  </a:lnTo>
                  <a:lnTo>
                    <a:pt x="1634" y="126"/>
                  </a:lnTo>
                  <a:lnTo>
                    <a:pt x="1638" y="122"/>
                  </a:lnTo>
                  <a:lnTo>
                    <a:pt x="1641" y="122"/>
                  </a:lnTo>
                  <a:lnTo>
                    <a:pt x="1645" y="119"/>
                  </a:lnTo>
                  <a:lnTo>
                    <a:pt x="1649" y="115"/>
                  </a:lnTo>
                  <a:lnTo>
                    <a:pt x="1652" y="115"/>
                  </a:lnTo>
                  <a:lnTo>
                    <a:pt x="1656" y="111"/>
                  </a:lnTo>
                  <a:lnTo>
                    <a:pt x="1659" y="108"/>
                  </a:lnTo>
                  <a:lnTo>
                    <a:pt x="1663" y="104"/>
                  </a:lnTo>
                  <a:lnTo>
                    <a:pt x="1667" y="101"/>
                  </a:lnTo>
                  <a:lnTo>
                    <a:pt x="1670" y="101"/>
                  </a:lnTo>
                  <a:lnTo>
                    <a:pt x="1674" y="97"/>
                  </a:lnTo>
                  <a:lnTo>
                    <a:pt x="1677" y="93"/>
                  </a:lnTo>
                  <a:lnTo>
                    <a:pt x="1681" y="90"/>
                  </a:lnTo>
                  <a:lnTo>
                    <a:pt x="1685" y="86"/>
                  </a:lnTo>
                  <a:lnTo>
                    <a:pt x="1688" y="83"/>
                  </a:lnTo>
                  <a:lnTo>
                    <a:pt x="1692" y="79"/>
                  </a:lnTo>
                  <a:lnTo>
                    <a:pt x="1695" y="79"/>
                  </a:lnTo>
                  <a:lnTo>
                    <a:pt x="1699" y="75"/>
                  </a:lnTo>
                  <a:lnTo>
                    <a:pt x="1703" y="72"/>
                  </a:lnTo>
                  <a:lnTo>
                    <a:pt x="1706" y="72"/>
                  </a:lnTo>
                  <a:lnTo>
                    <a:pt x="1710" y="68"/>
                  </a:lnTo>
                  <a:lnTo>
                    <a:pt x="1713" y="68"/>
                  </a:lnTo>
                  <a:lnTo>
                    <a:pt x="1717" y="65"/>
                  </a:lnTo>
                  <a:lnTo>
                    <a:pt x="1721" y="65"/>
                  </a:lnTo>
                  <a:lnTo>
                    <a:pt x="1724" y="61"/>
                  </a:lnTo>
                  <a:lnTo>
                    <a:pt x="1728" y="61"/>
                  </a:lnTo>
                  <a:lnTo>
                    <a:pt x="1731" y="61"/>
                  </a:lnTo>
                  <a:lnTo>
                    <a:pt x="1735" y="61"/>
                  </a:lnTo>
                  <a:lnTo>
                    <a:pt x="1739" y="57"/>
                  </a:lnTo>
                  <a:lnTo>
                    <a:pt x="1742" y="57"/>
                  </a:lnTo>
                  <a:lnTo>
                    <a:pt x="1746" y="57"/>
                  </a:lnTo>
                  <a:lnTo>
                    <a:pt x="1749" y="61"/>
                  </a:lnTo>
                  <a:lnTo>
                    <a:pt x="1753" y="61"/>
                  </a:lnTo>
                  <a:lnTo>
                    <a:pt x="1757" y="61"/>
                  </a:lnTo>
                  <a:lnTo>
                    <a:pt x="1760" y="61"/>
                  </a:lnTo>
                  <a:lnTo>
                    <a:pt x="1764" y="65"/>
                  </a:lnTo>
                  <a:lnTo>
                    <a:pt x="1767" y="65"/>
                  </a:lnTo>
                  <a:lnTo>
                    <a:pt x="1771" y="68"/>
                  </a:lnTo>
                  <a:lnTo>
                    <a:pt x="1775" y="68"/>
                  </a:lnTo>
                  <a:lnTo>
                    <a:pt x="1778" y="72"/>
                  </a:lnTo>
                  <a:lnTo>
                    <a:pt x="1782" y="72"/>
                  </a:lnTo>
                  <a:lnTo>
                    <a:pt x="1785" y="75"/>
                  </a:lnTo>
                  <a:lnTo>
                    <a:pt x="1789" y="79"/>
                  </a:lnTo>
                  <a:lnTo>
                    <a:pt x="1793" y="83"/>
                  </a:lnTo>
                  <a:lnTo>
                    <a:pt x="1796" y="86"/>
                  </a:lnTo>
                  <a:lnTo>
                    <a:pt x="1800" y="86"/>
                  </a:lnTo>
                  <a:lnTo>
                    <a:pt x="1803" y="90"/>
                  </a:lnTo>
                  <a:lnTo>
                    <a:pt x="1807" y="93"/>
                  </a:lnTo>
                  <a:lnTo>
                    <a:pt x="1811" y="97"/>
                  </a:lnTo>
                  <a:lnTo>
                    <a:pt x="1814" y="101"/>
                  </a:lnTo>
                  <a:lnTo>
                    <a:pt x="1818" y="104"/>
                  </a:lnTo>
                  <a:lnTo>
                    <a:pt x="1821" y="108"/>
                  </a:lnTo>
                  <a:lnTo>
                    <a:pt x="1825" y="111"/>
                  </a:lnTo>
                  <a:lnTo>
                    <a:pt x="1829" y="115"/>
                  </a:lnTo>
                  <a:lnTo>
                    <a:pt x="1832" y="115"/>
                  </a:lnTo>
                  <a:lnTo>
                    <a:pt x="1836" y="119"/>
                  </a:lnTo>
                  <a:lnTo>
                    <a:pt x="1839" y="122"/>
                  </a:lnTo>
                  <a:lnTo>
                    <a:pt x="1843" y="126"/>
                  </a:lnTo>
                  <a:lnTo>
                    <a:pt x="1847" y="129"/>
                  </a:lnTo>
                  <a:lnTo>
                    <a:pt x="1850" y="129"/>
                  </a:lnTo>
                  <a:lnTo>
                    <a:pt x="1854" y="133"/>
                  </a:lnTo>
                  <a:lnTo>
                    <a:pt x="1857" y="133"/>
                  </a:lnTo>
                  <a:lnTo>
                    <a:pt x="1861" y="137"/>
                  </a:lnTo>
                  <a:lnTo>
                    <a:pt x="1865" y="137"/>
                  </a:lnTo>
                  <a:lnTo>
                    <a:pt x="1868" y="137"/>
                  </a:lnTo>
                  <a:lnTo>
                    <a:pt x="1872" y="140"/>
                  </a:lnTo>
                  <a:lnTo>
                    <a:pt x="1875" y="140"/>
                  </a:lnTo>
                  <a:lnTo>
                    <a:pt x="1879" y="140"/>
                  </a:lnTo>
                  <a:lnTo>
                    <a:pt x="1883" y="140"/>
                  </a:lnTo>
                  <a:lnTo>
                    <a:pt x="1886" y="140"/>
                  </a:lnTo>
                  <a:lnTo>
                    <a:pt x="1890" y="140"/>
                  </a:lnTo>
                  <a:lnTo>
                    <a:pt x="1893" y="137"/>
                  </a:lnTo>
                  <a:lnTo>
                    <a:pt x="1897" y="137"/>
                  </a:lnTo>
                  <a:lnTo>
                    <a:pt x="1901" y="137"/>
                  </a:lnTo>
                  <a:lnTo>
                    <a:pt x="1904" y="133"/>
                  </a:lnTo>
                  <a:lnTo>
                    <a:pt x="1908" y="133"/>
                  </a:lnTo>
                  <a:lnTo>
                    <a:pt x="1911" y="129"/>
                  </a:lnTo>
                  <a:lnTo>
                    <a:pt x="1915" y="129"/>
                  </a:lnTo>
                  <a:lnTo>
                    <a:pt x="1919" y="126"/>
                  </a:lnTo>
                  <a:lnTo>
                    <a:pt x="1922" y="122"/>
                  </a:lnTo>
                  <a:lnTo>
                    <a:pt x="1926" y="119"/>
                  </a:lnTo>
                  <a:lnTo>
                    <a:pt x="1929" y="119"/>
                  </a:lnTo>
                  <a:lnTo>
                    <a:pt x="1933" y="115"/>
                  </a:lnTo>
                  <a:lnTo>
                    <a:pt x="1937" y="111"/>
                  </a:lnTo>
                  <a:lnTo>
                    <a:pt x="1940" y="108"/>
                  </a:lnTo>
                  <a:lnTo>
                    <a:pt x="1944" y="104"/>
                  </a:lnTo>
                  <a:lnTo>
                    <a:pt x="1947" y="101"/>
                  </a:lnTo>
                  <a:lnTo>
                    <a:pt x="1951" y="97"/>
                  </a:lnTo>
                  <a:lnTo>
                    <a:pt x="1955" y="93"/>
                  </a:lnTo>
                  <a:lnTo>
                    <a:pt x="1958" y="90"/>
                  </a:lnTo>
                  <a:lnTo>
                    <a:pt x="1962" y="86"/>
                  </a:lnTo>
                  <a:lnTo>
                    <a:pt x="1965" y="83"/>
                  </a:lnTo>
                  <a:lnTo>
                    <a:pt x="1969" y="79"/>
                  </a:lnTo>
                  <a:lnTo>
                    <a:pt x="1973" y="75"/>
                  </a:lnTo>
                  <a:lnTo>
                    <a:pt x="1976" y="72"/>
                  </a:lnTo>
                  <a:lnTo>
                    <a:pt x="1980" y="72"/>
                  </a:lnTo>
                  <a:lnTo>
                    <a:pt x="1983" y="68"/>
                  </a:lnTo>
                  <a:lnTo>
                    <a:pt x="1987" y="65"/>
                  </a:lnTo>
                  <a:lnTo>
                    <a:pt x="1991" y="65"/>
                  </a:lnTo>
                  <a:lnTo>
                    <a:pt x="1994" y="61"/>
                  </a:lnTo>
                  <a:lnTo>
                    <a:pt x="1998" y="61"/>
                  </a:lnTo>
                  <a:lnTo>
                    <a:pt x="2001" y="57"/>
                  </a:lnTo>
                  <a:lnTo>
                    <a:pt x="2005" y="57"/>
                  </a:lnTo>
                  <a:lnTo>
                    <a:pt x="2009" y="54"/>
                  </a:lnTo>
                  <a:lnTo>
                    <a:pt x="2012" y="54"/>
                  </a:lnTo>
                  <a:lnTo>
                    <a:pt x="2016" y="54"/>
                  </a:lnTo>
                  <a:lnTo>
                    <a:pt x="2019" y="54"/>
                  </a:lnTo>
                  <a:lnTo>
                    <a:pt x="2023" y="54"/>
                  </a:lnTo>
                  <a:lnTo>
                    <a:pt x="2027" y="54"/>
                  </a:lnTo>
                  <a:lnTo>
                    <a:pt x="2030" y="54"/>
                  </a:lnTo>
                  <a:lnTo>
                    <a:pt x="2034" y="54"/>
                  </a:lnTo>
                  <a:lnTo>
                    <a:pt x="2037" y="57"/>
                  </a:lnTo>
                  <a:lnTo>
                    <a:pt x="2041" y="57"/>
                  </a:lnTo>
                  <a:lnTo>
                    <a:pt x="2045" y="61"/>
                  </a:lnTo>
                  <a:lnTo>
                    <a:pt x="2048" y="61"/>
                  </a:lnTo>
                  <a:lnTo>
                    <a:pt x="2052" y="65"/>
                  </a:lnTo>
                  <a:lnTo>
                    <a:pt x="2055" y="68"/>
                  </a:lnTo>
                  <a:lnTo>
                    <a:pt x="2059" y="68"/>
                  </a:lnTo>
                  <a:lnTo>
                    <a:pt x="2063" y="72"/>
                  </a:lnTo>
                  <a:lnTo>
                    <a:pt x="2066" y="75"/>
                  </a:lnTo>
                  <a:lnTo>
                    <a:pt x="2070" y="79"/>
                  </a:lnTo>
                  <a:lnTo>
                    <a:pt x="2073" y="83"/>
                  </a:lnTo>
                  <a:lnTo>
                    <a:pt x="2077" y="86"/>
                  </a:lnTo>
                  <a:lnTo>
                    <a:pt x="2081" y="90"/>
                  </a:lnTo>
                  <a:lnTo>
                    <a:pt x="2084" y="93"/>
                  </a:lnTo>
                  <a:lnTo>
                    <a:pt x="2088" y="97"/>
                  </a:lnTo>
                  <a:lnTo>
                    <a:pt x="2091" y="101"/>
                  </a:lnTo>
                  <a:lnTo>
                    <a:pt x="2095" y="104"/>
                  </a:lnTo>
                  <a:lnTo>
                    <a:pt x="2099" y="108"/>
                  </a:lnTo>
                  <a:lnTo>
                    <a:pt x="2102" y="111"/>
                  </a:lnTo>
                  <a:lnTo>
                    <a:pt x="2106" y="115"/>
                  </a:lnTo>
                  <a:lnTo>
                    <a:pt x="2109" y="119"/>
                  </a:lnTo>
                  <a:lnTo>
                    <a:pt x="2113" y="122"/>
                  </a:lnTo>
                  <a:lnTo>
                    <a:pt x="2117" y="126"/>
                  </a:lnTo>
                  <a:lnTo>
                    <a:pt x="2120" y="129"/>
                  </a:lnTo>
                  <a:lnTo>
                    <a:pt x="2124" y="129"/>
                  </a:lnTo>
                  <a:lnTo>
                    <a:pt x="2127" y="133"/>
                  </a:lnTo>
                  <a:lnTo>
                    <a:pt x="2131" y="137"/>
                  </a:lnTo>
                  <a:lnTo>
                    <a:pt x="2135" y="137"/>
                  </a:lnTo>
                  <a:lnTo>
                    <a:pt x="2138" y="140"/>
                  </a:lnTo>
                  <a:lnTo>
                    <a:pt x="2142" y="140"/>
                  </a:lnTo>
                  <a:lnTo>
                    <a:pt x="2145" y="144"/>
                  </a:lnTo>
                  <a:lnTo>
                    <a:pt x="2149" y="144"/>
                  </a:lnTo>
                  <a:lnTo>
                    <a:pt x="2153" y="144"/>
                  </a:lnTo>
                  <a:lnTo>
                    <a:pt x="2156" y="144"/>
                  </a:lnTo>
                  <a:lnTo>
                    <a:pt x="2160" y="144"/>
                  </a:lnTo>
                  <a:lnTo>
                    <a:pt x="2163" y="147"/>
                  </a:lnTo>
                  <a:lnTo>
                    <a:pt x="2167" y="144"/>
                  </a:lnTo>
                  <a:lnTo>
                    <a:pt x="2171" y="144"/>
                  </a:lnTo>
                  <a:lnTo>
                    <a:pt x="2174" y="144"/>
                  </a:lnTo>
                  <a:lnTo>
                    <a:pt x="2178" y="144"/>
                  </a:lnTo>
                  <a:lnTo>
                    <a:pt x="2181" y="140"/>
                  </a:lnTo>
                  <a:lnTo>
                    <a:pt x="2185" y="137"/>
                  </a:lnTo>
                  <a:lnTo>
                    <a:pt x="2189" y="137"/>
                  </a:lnTo>
                  <a:lnTo>
                    <a:pt x="2192" y="133"/>
                  </a:lnTo>
                  <a:lnTo>
                    <a:pt x="2196" y="129"/>
                  </a:lnTo>
                  <a:lnTo>
                    <a:pt x="2199" y="129"/>
                  </a:lnTo>
                  <a:lnTo>
                    <a:pt x="2203" y="126"/>
                  </a:lnTo>
                  <a:lnTo>
                    <a:pt x="2207" y="122"/>
                  </a:lnTo>
                  <a:lnTo>
                    <a:pt x="2210" y="119"/>
                  </a:lnTo>
                  <a:lnTo>
                    <a:pt x="2214" y="115"/>
                  </a:lnTo>
                  <a:lnTo>
                    <a:pt x="2217" y="111"/>
                  </a:lnTo>
                  <a:lnTo>
                    <a:pt x="2221" y="108"/>
                  </a:lnTo>
                  <a:lnTo>
                    <a:pt x="2225" y="104"/>
                  </a:lnTo>
                  <a:lnTo>
                    <a:pt x="2228" y="101"/>
                  </a:lnTo>
                  <a:lnTo>
                    <a:pt x="2232" y="97"/>
                  </a:lnTo>
                  <a:lnTo>
                    <a:pt x="2235" y="93"/>
                  </a:lnTo>
                  <a:lnTo>
                    <a:pt x="2239" y="90"/>
                  </a:lnTo>
                  <a:lnTo>
                    <a:pt x="2243" y="86"/>
                  </a:lnTo>
                  <a:lnTo>
                    <a:pt x="2246" y="83"/>
                  </a:lnTo>
                  <a:lnTo>
                    <a:pt x="2250" y="79"/>
                  </a:lnTo>
                  <a:lnTo>
                    <a:pt x="2253" y="75"/>
                  </a:lnTo>
                  <a:lnTo>
                    <a:pt x="2253" y="72"/>
                  </a:lnTo>
                  <a:lnTo>
                    <a:pt x="2257" y="68"/>
                  </a:lnTo>
                  <a:lnTo>
                    <a:pt x="2261" y="65"/>
                  </a:lnTo>
                  <a:lnTo>
                    <a:pt x="2264" y="61"/>
                  </a:lnTo>
                  <a:lnTo>
                    <a:pt x="2268" y="57"/>
                  </a:lnTo>
                  <a:lnTo>
                    <a:pt x="2271" y="57"/>
                  </a:lnTo>
                  <a:lnTo>
                    <a:pt x="2275" y="54"/>
                  </a:lnTo>
                  <a:lnTo>
                    <a:pt x="2279" y="50"/>
                  </a:lnTo>
                  <a:lnTo>
                    <a:pt x="2282" y="50"/>
                  </a:lnTo>
                  <a:lnTo>
                    <a:pt x="2286" y="50"/>
                  </a:lnTo>
                  <a:lnTo>
                    <a:pt x="2289" y="47"/>
                  </a:lnTo>
                  <a:lnTo>
                    <a:pt x="2293" y="47"/>
                  </a:lnTo>
                  <a:lnTo>
                    <a:pt x="2297" y="47"/>
                  </a:lnTo>
                  <a:lnTo>
                    <a:pt x="2300" y="47"/>
                  </a:lnTo>
                  <a:lnTo>
                    <a:pt x="2304" y="47"/>
                  </a:lnTo>
                  <a:lnTo>
                    <a:pt x="2307" y="47"/>
                  </a:lnTo>
                  <a:lnTo>
                    <a:pt x="2311" y="47"/>
                  </a:lnTo>
                  <a:lnTo>
                    <a:pt x="2315" y="50"/>
                  </a:lnTo>
                  <a:lnTo>
                    <a:pt x="2318" y="50"/>
                  </a:lnTo>
                  <a:lnTo>
                    <a:pt x="2322" y="54"/>
                  </a:lnTo>
                  <a:lnTo>
                    <a:pt x="2325" y="54"/>
                  </a:lnTo>
                  <a:lnTo>
                    <a:pt x="2329" y="57"/>
                  </a:lnTo>
                  <a:lnTo>
                    <a:pt x="2333" y="61"/>
                  </a:lnTo>
                  <a:lnTo>
                    <a:pt x="2336" y="65"/>
                  </a:lnTo>
                  <a:lnTo>
                    <a:pt x="2340" y="68"/>
                  </a:lnTo>
                  <a:lnTo>
                    <a:pt x="2343" y="68"/>
                  </a:lnTo>
                  <a:lnTo>
                    <a:pt x="2347" y="72"/>
                  </a:lnTo>
                  <a:lnTo>
                    <a:pt x="2351" y="75"/>
                  </a:lnTo>
                  <a:lnTo>
                    <a:pt x="2354" y="79"/>
                  </a:lnTo>
                  <a:lnTo>
                    <a:pt x="2358" y="83"/>
                  </a:lnTo>
                  <a:lnTo>
                    <a:pt x="2361" y="86"/>
                  </a:lnTo>
                  <a:lnTo>
                    <a:pt x="2365" y="90"/>
                  </a:lnTo>
                  <a:lnTo>
                    <a:pt x="2365" y="93"/>
                  </a:lnTo>
                  <a:lnTo>
                    <a:pt x="2369" y="97"/>
                  </a:lnTo>
                  <a:lnTo>
                    <a:pt x="2372" y="101"/>
                  </a:lnTo>
                  <a:lnTo>
                    <a:pt x="2376" y="104"/>
                  </a:lnTo>
                  <a:lnTo>
                    <a:pt x="2379" y="108"/>
                  </a:lnTo>
                  <a:lnTo>
                    <a:pt x="2383" y="111"/>
                  </a:lnTo>
                  <a:lnTo>
                    <a:pt x="2383" y="115"/>
                  </a:lnTo>
                  <a:lnTo>
                    <a:pt x="2387" y="119"/>
                  </a:lnTo>
                  <a:lnTo>
                    <a:pt x="2390" y="122"/>
                  </a:lnTo>
                  <a:lnTo>
                    <a:pt x="2394" y="126"/>
                  </a:lnTo>
                  <a:lnTo>
                    <a:pt x="2397" y="129"/>
                  </a:lnTo>
                  <a:lnTo>
                    <a:pt x="2401" y="133"/>
                  </a:lnTo>
                  <a:lnTo>
                    <a:pt x="2405" y="137"/>
                  </a:lnTo>
                  <a:lnTo>
                    <a:pt x="2408" y="140"/>
                  </a:lnTo>
                  <a:lnTo>
                    <a:pt x="2412" y="144"/>
                  </a:lnTo>
                  <a:lnTo>
                    <a:pt x="2415" y="147"/>
                  </a:lnTo>
                  <a:lnTo>
                    <a:pt x="2419" y="147"/>
                  </a:lnTo>
                  <a:lnTo>
                    <a:pt x="2423" y="151"/>
                  </a:lnTo>
                  <a:lnTo>
                    <a:pt x="2426" y="151"/>
                  </a:lnTo>
                  <a:lnTo>
                    <a:pt x="2430" y="151"/>
                  </a:lnTo>
                  <a:lnTo>
                    <a:pt x="2433" y="155"/>
                  </a:lnTo>
                  <a:lnTo>
                    <a:pt x="2437" y="155"/>
                  </a:lnTo>
                  <a:lnTo>
                    <a:pt x="2441" y="155"/>
                  </a:lnTo>
                  <a:lnTo>
                    <a:pt x="2444" y="155"/>
                  </a:lnTo>
                  <a:lnTo>
                    <a:pt x="2448" y="155"/>
                  </a:lnTo>
                  <a:lnTo>
                    <a:pt x="2451" y="151"/>
                  </a:lnTo>
                  <a:lnTo>
                    <a:pt x="2455" y="151"/>
                  </a:lnTo>
                  <a:lnTo>
                    <a:pt x="2459" y="147"/>
                  </a:lnTo>
                  <a:lnTo>
                    <a:pt x="2462" y="147"/>
                  </a:lnTo>
                  <a:lnTo>
                    <a:pt x="2466" y="144"/>
                  </a:lnTo>
                  <a:lnTo>
                    <a:pt x="2469" y="140"/>
                  </a:lnTo>
                  <a:lnTo>
                    <a:pt x="2473" y="137"/>
                  </a:lnTo>
                  <a:lnTo>
                    <a:pt x="2477" y="133"/>
                  </a:lnTo>
                  <a:lnTo>
                    <a:pt x="2480" y="133"/>
                  </a:lnTo>
                  <a:lnTo>
                    <a:pt x="2484" y="129"/>
                  </a:lnTo>
                  <a:lnTo>
                    <a:pt x="2487" y="126"/>
                  </a:lnTo>
                  <a:lnTo>
                    <a:pt x="2491" y="122"/>
                  </a:lnTo>
                  <a:lnTo>
                    <a:pt x="2495" y="119"/>
                  </a:lnTo>
                  <a:lnTo>
                    <a:pt x="2495" y="115"/>
                  </a:lnTo>
                  <a:lnTo>
                    <a:pt x="2498" y="111"/>
                  </a:lnTo>
                  <a:lnTo>
                    <a:pt x="2502" y="108"/>
                  </a:lnTo>
                  <a:lnTo>
                    <a:pt x="2505" y="104"/>
                  </a:lnTo>
                  <a:lnTo>
                    <a:pt x="2509" y="101"/>
                  </a:lnTo>
                  <a:lnTo>
                    <a:pt x="2509" y="97"/>
                  </a:lnTo>
                  <a:lnTo>
                    <a:pt x="2513" y="93"/>
                  </a:lnTo>
                  <a:lnTo>
                    <a:pt x="2516" y="90"/>
                  </a:lnTo>
                  <a:lnTo>
                    <a:pt x="2520" y="86"/>
                  </a:lnTo>
                  <a:lnTo>
                    <a:pt x="2520" y="83"/>
                  </a:lnTo>
                  <a:lnTo>
                    <a:pt x="2523" y="79"/>
                  </a:lnTo>
                  <a:lnTo>
                    <a:pt x="2527" y="75"/>
                  </a:lnTo>
                  <a:lnTo>
                    <a:pt x="2531" y="72"/>
                  </a:lnTo>
                  <a:lnTo>
                    <a:pt x="2534" y="68"/>
                  </a:lnTo>
                  <a:lnTo>
                    <a:pt x="2538" y="65"/>
                  </a:lnTo>
                  <a:lnTo>
                    <a:pt x="2538" y="61"/>
                  </a:lnTo>
                  <a:lnTo>
                    <a:pt x="2541" y="57"/>
                  </a:lnTo>
                  <a:lnTo>
                    <a:pt x="2545" y="54"/>
                  </a:lnTo>
                  <a:lnTo>
                    <a:pt x="2549" y="50"/>
                  </a:lnTo>
                  <a:lnTo>
                    <a:pt x="2552" y="47"/>
                  </a:lnTo>
                  <a:lnTo>
                    <a:pt x="2556" y="43"/>
                  </a:lnTo>
                  <a:lnTo>
                    <a:pt x="2559" y="43"/>
                  </a:lnTo>
                  <a:lnTo>
                    <a:pt x="2563" y="39"/>
                  </a:lnTo>
                  <a:lnTo>
                    <a:pt x="2567" y="39"/>
                  </a:lnTo>
                  <a:lnTo>
                    <a:pt x="2570" y="39"/>
                  </a:lnTo>
                  <a:lnTo>
                    <a:pt x="2574" y="36"/>
                  </a:lnTo>
                  <a:lnTo>
                    <a:pt x="2577" y="36"/>
                  </a:lnTo>
                  <a:lnTo>
                    <a:pt x="2581" y="36"/>
                  </a:lnTo>
                  <a:lnTo>
                    <a:pt x="2585" y="36"/>
                  </a:lnTo>
                  <a:lnTo>
                    <a:pt x="2588" y="39"/>
                  </a:lnTo>
                  <a:lnTo>
                    <a:pt x="2592" y="39"/>
                  </a:lnTo>
                  <a:lnTo>
                    <a:pt x="2595" y="39"/>
                  </a:lnTo>
                  <a:lnTo>
                    <a:pt x="2599" y="43"/>
                  </a:lnTo>
                  <a:lnTo>
                    <a:pt x="2603" y="47"/>
                  </a:lnTo>
                  <a:lnTo>
                    <a:pt x="2606" y="50"/>
                  </a:lnTo>
                  <a:lnTo>
                    <a:pt x="2610" y="50"/>
                  </a:lnTo>
                  <a:lnTo>
                    <a:pt x="2613" y="54"/>
                  </a:lnTo>
                  <a:lnTo>
                    <a:pt x="2617" y="57"/>
                  </a:lnTo>
                  <a:lnTo>
                    <a:pt x="2621" y="61"/>
                  </a:lnTo>
                  <a:lnTo>
                    <a:pt x="2624" y="65"/>
                  </a:lnTo>
                  <a:lnTo>
                    <a:pt x="2628" y="68"/>
                  </a:lnTo>
                  <a:lnTo>
                    <a:pt x="2631" y="72"/>
                  </a:lnTo>
                  <a:lnTo>
                    <a:pt x="2631" y="75"/>
                  </a:lnTo>
                  <a:lnTo>
                    <a:pt x="2635" y="79"/>
                  </a:lnTo>
                  <a:lnTo>
                    <a:pt x="2639" y="83"/>
                  </a:lnTo>
                  <a:lnTo>
                    <a:pt x="2642" y="86"/>
                  </a:lnTo>
                  <a:lnTo>
                    <a:pt x="2642" y="90"/>
                  </a:lnTo>
                  <a:lnTo>
                    <a:pt x="2646" y="93"/>
                  </a:lnTo>
                  <a:lnTo>
                    <a:pt x="2649" y="97"/>
                  </a:lnTo>
                  <a:lnTo>
                    <a:pt x="2649" y="101"/>
                  </a:lnTo>
                  <a:lnTo>
                    <a:pt x="2653" y="104"/>
                  </a:lnTo>
                  <a:lnTo>
                    <a:pt x="2657" y="108"/>
                  </a:lnTo>
                  <a:lnTo>
                    <a:pt x="2657" y="111"/>
                  </a:lnTo>
                  <a:lnTo>
                    <a:pt x="2660" y="115"/>
                  </a:lnTo>
                  <a:lnTo>
                    <a:pt x="2664" y="119"/>
                  </a:lnTo>
                  <a:lnTo>
                    <a:pt x="2667" y="122"/>
                  </a:lnTo>
                  <a:lnTo>
                    <a:pt x="2667" y="126"/>
                  </a:lnTo>
                  <a:lnTo>
                    <a:pt x="2671" y="129"/>
                  </a:lnTo>
                  <a:lnTo>
                    <a:pt x="2675" y="133"/>
                  </a:lnTo>
                  <a:lnTo>
                    <a:pt x="2678" y="137"/>
                  </a:lnTo>
                  <a:lnTo>
                    <a:pt x="2682" y="140"/>
                  </a:lnTo>
                  <a:lnTo>
                    <a:pt x="2682" y="144"/>
                  </a:lnTo>
                  <a:lnTo>
                    <a:pt x="2685" y="147"/>
                  </a:lnTo>
                  <a:lnTo>
                    <a:pt x="2689" y="151"/>
                  </a:lnTo>
                  <a:lnTo>
                    <a:pt x="2693" y="155"/>
                  </a:lnTo>
                  <a:lnTo>
                    <a:pt x="2696" y="158"/>
                  </a:lnTo>
                  <a:lnTo>
                    <a:pt x="2700" y="162"/>
                  </a:lnTo>
                  <a:lnTo>
                    <a:pt x="2703" y="162"/>
                  </a:lnTo>
                  <a:lnTo>
                    <a:pt x="2707" y="162"/>
                  </a:lnTo>
                  <a:lnTo>
                    <a:pt x="2711" y="165"/>
                  </a:lnTo>
                  <a:lnTo>
                    <a:pt x="2714" y="165"/>
                  </a:lnTo>
                  <a:lnTo>
                    <a:pt x="2718" y="165"/>
                  </a:lnTo>
                  <a:lnTo>
                    <a:pt x="2721" y="165"/>
                  </a:lnTo>
                  <a:lnTo>
                    <a:pt x="2725" y="165"/>
                  </a:lnTo>
                  <a:lnTo>
                    <a:pt x="2729" y="165"/>
                  </a:lnTo>
                  <a:lnTo>
                    <a:pt x="2732" y="162"/>
                  </a:lnTo>
                  <a:lnTo>
                    <a:pt x="2736" y="162"/>
                  </a:lnTo>
                  <a:lnTo>
                    <a:pt x="2739" y="158"/>
                  </a:lnTo>
                  <a:lnTo>
                    <a:pt x="2743" y="155"/>
                  </a:lnTo>
                  <a:lnTo>
                    <a:pt x="2747" y="151"/>
                  </a:lnTo>
                  <a:lnTo>
                    <a:pt x="2750" y="147"/>
                  </a:lnTo>
                  <a:lnTo>
                    <a:pt x="2754" y="144"/>
                  </a:lnTo>
                  <a:lnTo>
                    <a:pt x="2757" y="140"/>
                  </a:lnTo>
                  <a:lnTo>
                    <a:pt x="2761" y="137"/>
                  </a:lnTo>
                  <a:lnTo>
                    <a:pt x="2765" y="133"/>
                  </a:lnTo>
                  <a:lnTo>
                    <a:pt x="2768" y="129"/>
                  </a:lnTo>
                  <a:lnTo>
                    <a:pt x="2768" y="126"/>
                  </a:lnTo>
                  <a:lnTo>
                    <a:pt x="2772" y="122"/>
                  </a:lnTo>
                  <a:lnTo>
                    <a:pt x="2775" y="119"/>
                  </a:lnTo>
                  <a:lnTo>
                    <a:pt x="2779" y="115"/>
                  </a:lnTo>
                  <a:lnTo>
                    <a:pt x="2779" y="111"/>
                  </a:lnTo>
                  <a:lnTo>
                    <a:pt x="2783" y="108"/>
                  </a:lnTo>
                  <a:lnTo>
                    <a:pt x="2783" y="104"/>
                  </a:lnTo>
                  <a:lnTo>
                    <a:pt x="2786" y="101"/>
                  </a:lnTo>
                  <a:lnTo>
                    <a:pt x="2790" y="97"/>
                  </a:lnTo>
                  <a:lnTo>
                    <a:pt x="2790" y="93"/>
                  </a:lnTo>
                  <a:lnTo>
                    <a:pt x="2793" y="90"/>
                  </a:lnTo>
                  <a:lnTo>
                    <a:pt x="2797" y="86"/>
                  </a:lnTo>
                  <a:lnTo>
                    <a:pt x="2797" y="83"/>
                  </a:lnTo>
                  <a:lnTo>
                    <a:pt x="2801" y="79"/>
                  </a:lnTo>
                  <a:lnTo>
                    <a:pt x="2801" y="75"/>
                  </a:lnTo>
                  <a:lnTo>
                    <a:pt x="2804" y="72"/>
                  </a:lnTo>
                  <a:lnTo>
                    <a:pt x="2808" y="68"/>
                  </a:lnTo>
                  <a:lnTo>
                    <a:pt x="2811" y="65"/>
                  </a:lnTo>
                  <a:lnTo>
                    <a:pt x="2811" y="61"/>
                  </a:lnTo>
                  <a:lnTo>
                    <a:pt x="2815" y="57"/>
                  </a:lnTo>
                  <a:lnTo>
                    <a:pt x="2819" y="54"/>
                  </a:lnTo>
                  <a:lnTo>
                    <a:pt x="2819" y="50"/>
                  </a:lnTo>
                  <a:lnTo>
                    <a:pt x="2822" y="47"/>
                  </a:lnTo>
                  <a:lnTo>
                    <a:pt x="2826" y="43"/>
                  </a:lnTo>
                  <a:lnTo>
                    <a:pt x="2829" y="39"/>
                  </a:lnTo>
                  <a:lnTo>
                    <a:pt x="2833" y="36"/>
                  </a:lnTo>
                  <a:lnTo>
                    <a:pt x="2837" y="32"/>
                  </a:lnTo>
                  <a:lnTo>
                    <a:pt x="2840" y="29"/>
                  </a:lnTo>
                  <a:lnTo>
                    <a:pt x="2844" y="25"/>
                  </a:lnTo>
                  <a:lnTo>
                    <a:pt x="2847" y="25"/>
                  </a:lnTo>
                  <a:lnTo>
                    <a:pt x="2851" y="21"/>
                  </a:lnTo>
                  <a:lnTo>
                    <a:pt x="2855" y="21"/>
                  </a:lnTo>
                  <a:lnTo>
                    <a:pt x="2858" y="21"/>
                  </a:lnTo>
                  <a:lnTo>
                    <a:pt x="2862" y="21"/>
                  </a:lnTo>
                  <a:lnTo>
                    <a:pt x="2865" y="25"/>
                  </a:lnTo>
                  <a:lnTo>
                    <a:pt x="2869" y="25"/>
                  </a:lnTo>
                  <a:lnTo>
                    <a:pt x="2873" y="25"/>
                  </a:lnTo>
                  <a:lnTo>
                    <a:pt x="2876" y="29"/>
                  </a:lnTo>
                  <a:lnTo>
                    <a:pt x="2880" y="32"/>
                  </a:lnTo>
                  <a:lnTo>
                    <a:pt x="2883" y="36"/>
                  </a:lnTo>
                  <a:lnTo>
                    <a:pt x="2887" y="39"/>
                  </a:lnTo>
                  <a:lnTo>
                    <a:pt x="2891" y="43"/>
                  </a:lnTo>
                  <a:lnTo>
                    <a:pt x="2894" y="47"/>
                  </a:lnTo>
                  <a:lnTo>
                    <a:pt x="2898" y="50"/>
                  </a:lnTo>
                  <a:lnTo>
                    <a:pt x="2901" y="54"/>
                  </a:lnTo>
                  <a:lnTo>
                    <a:pt x="2905" y="57"/>
                  </a:lnTo>
                  <a:lnTo>
                    <a:pt x="2905" y="61"/>
                  </a:lnTo>
                  <a:lnTo>
                    <a:pt x="2909" y="65"/>
                  </a:lnTo>
                  <a:lnTo>
                    <a:pt x="2909" y="68"/>
                  </a:lnTo>
                  <a:lnTo>
                    <a:pt x="2912" y="72"/>
                  </a:lnTo>
                  <a:lnTo>
                    <a:pt x="2916" y="75"/>
                  </a:lnTo>
                  <a:lnTo>
                    <a:pt x="2916" y="79"/>
                  </a:lnTo>
                  <a:lnTo>
                    <a:pt x="2919" y="83"/>
                  </a:lnTo>
                  <a:lnTo>
                    <a:pt x="2923" y="86"/>
                  </a:lnTo>
                  <a:lnTo>
                    <a:pt x="2923" y="90"/>
                  </a:lnTo>
                  <a:lnTo>
                    <a:pt x="2923" y="93"/>
                  </a:lnTo>
                  <a:lnTo>
                    <a:pt x="2927" y="97"/>
                  </a:lnTo>
                  <a:lnTo>
                    <a:pt x="2927" y="101"/>
                  </a:lnTo>
                  <a:lnTo>
                    <a:pt x="2930" y="104"/>
                  </a:lnTo>
                  <a:lnTo>
                    <a:pt x="2934" y="108"/>
                  </a:lnTo>
                  <a:lnTo>
                    <a:pt x="2934" y="111"/>
                  </a:lnTo>
                  <a:lnTo>
                    <a:pt x="2937" y="115"/>
                  </a:lnTo>
                  <a:lnTo>
                    <a:pt x="2937" y="119"/>
                  </a:lnTo>
                  <a:lnTo>
                    <a:pt x="2941" y="122"/>
                  </a:lnTo>
                  <a:lnTo>
                    <a:pt x="2941" y="126"/>
                  </a:lnTo>
                  <a:lnTo>
                    <a:pt x="2945" y="129"/>
                  </a:lnTo>
                  <a:lnTo>
                    <a:pt x="2948" y="133"/>
                  </a:lnTo>
                  <a:lnTo>
                    <a:pt x="2948" y="137"/>
                  </a:lnTo>
                  <a:lnTo>
                    <a:pt x="2952" y="140"/>
                  </a:lnTo>
                  <a:lnTo>
                    <a:pt x="2952" y="144"/>
                  </a:lnTo>
                  <a:lnTo>
                    <a:pt x="2955" y="147"/>
                  </a:lnTo>
                  <a:lnTo>
                    <a:pt x="2959" y="151"/>
                  </a:lnTo>
                  <a:lnTo>
                    <a:pt x="2959" y="155"/>
                  </a:lnTo>
                  <a:lnTo>
                    <a:pt x="2963" y="158"/>
                  </a:lnTo>
                  <a:lnTo>
                    <a:pt x="2966" y="162"/>
                  </a:lnTo>
                  <a:lnTo>
                    <a:pt x="2970" y="165"/>
                  </a:lnTo>
                  <a:lnTo>
                    <a:pt x="2973" y="169"/>
                  </a:lnTo>
                  <a:lnTo>
                    <a:pt x="2977" y="173"/>
                  </a:lnTo>
                  <a:lnTo>
                    <a:pt x="2981" y="176"/>
                  </a:lnTo>
                  <a:lnTo>
                    <a:pt x="2984" y="180"/>
                  </a:lnTo>
                  <a:lnTo>
                    <a:pt x="2988" y="180"/>
                  </a:lnTo>
                  <a:lnTo>
                    <a:pt x="2991" y="183"/>
                  </a:lnTo>
                  <a:lnTo>
                    <a:pt x="2995" y="183"/>
                  </a:lnTo>
                  <a:lnTo>
                    <a:pt x="2999" y="183"/>
                  </a:lnTo>
                  <a:lnTo>
                    <a:pt x="3002" y="183"/>
                  </a:lnTo>
                  <a:lnTo>
                    <a:pt x="3006" y="183"/>
                  </a:lnTo>
                  <a:lnTo>
                    <a:pt x="3009" y="180"/>
                  </a:lnTo>
                  <a:lnTo>
                    <a:pt x="3013" y="180"/>
                  </a:lnTo>
                  <a:lnTo>
                    <a:pt x="3017" y="176"/>
                  </a:lnTo>
                  <a:lnTo>
                    <a:pt x="3020" y="173"/>
                  </a:lnTo>
                  <a:lnTo>
                    <a:pt x="3024" y="169"/>
                  </a:lnTo>
                  <a:lnTo>
                    <a:pt x="3027" y="165"/>
                  </a:lnTo>
                  <a:lnTo>
                    <a:pt x="3031" y="162"/>
                  </a:lnTo>
                  <a:lnTo>
                    <a:pt x="3035" y="158"/>
                  </a:lnTo>
                  <a:lnTo>
                    <a:pt x="3035" y="155"/>
                  </a:lnTo>
                  <a:lnTo>
                    <a:pt x="3038" y="151"/>
                  </a:lnTo>
                  <a:lnTo>
                    <a:pt x="3042" y="147"/>
                  </a:lnTo>
                  <a:lnTo>
                    <a:pt x="3042" y="144"/>
                  </a:lnTo>
                  <a:lnTo>
                    <a:pt x="3045" y="140"/>
                  </a:lnTo>
                  <a:lnTo>
                    <a:pt x="3045" y="137"/>
                  </a:lnTo>
                  <a:lnTo>
                    <a:pt x="3049" y="133"/>
                  </a:lnTo>
                  <a:lnTo>
                    <a:pt x="3053" y="129"/>
                  </a:lnTo>
                  <a:lnTo>
                    <a:pt x="3053" y="126"/>
                  </a:lnTo>
                  <a:lnTo>
                    <a:pt x="3056" y="122"/>
                  </a:lnTo>
                  <a:lnTo>
                    <a:pt x="3056" y="119"/>
                  </a:lnTo>
                  <a:lnTo>
                    <a:pt x="3056" y="115"/>
                  </a:lnTo>
                  <a:lnTo>
                    <a:pt x="3060" y="111"/>
                  </a:lnTo>
                  <a:lnTo>
                    <a:pt x="3063" y="108"/>
                  </a:lnTo>
                  <a:lnTo>
                    <a:pt x="3063" y="104"/>
                  </a:lnTo>
                  <a:lnTo>
                    <a:pt x="3063" y="101"/>
                  </a:lnTo>
                  <a:lnTo>
                    <a:pt x="3067" y="97"/>
                  </a:lnTo>
                  <a:lnTo>
                    <a:pt x="3071" y="93"/>
                  </a:lnTo>
                  <a:lnTo>
                    <a:pt x="3071" y="90"/>
                  </a:lnTo>
                  <a:lnTo>
                    <a:pt x="3071" y="86"/>
                  </a:lnTo>
                  <a:lnTo>
                    <a:pt x="3074" y="83"/>
                  </a:lnTo>
                  <a:lnTo>
                    <a:pt x="3078" y="79"/>
                  </a:lnTo>
                  <a:lnTo>
                    <a:pt x="3078" y="75"/>
                  </a:lnTo>
                  <a:lnTo>
                    <a:pt x="3078" y="72"/>
                  </a:lnTo>
                  <a:lnTo>
                    <a:pt x="3081" y="68"/>
                  </a:lnTo>
                  <a:lnTo>
                    <a:pt x="3081" y="65"/>
                  </a:lnTo>
                  <a:lnTo>
                    <a:pt x="3085" y="61"/>
                  </a:lnTo>
                  <a:lnTo>
                    <a:pt x="3085" y="57"/>
                  </a:lnTo>
                  <a:lnTo>
                    <a:pt x="3089" y="54"/>
                  </a:lnTo>
                  <a:lnTo>
                    <a:pt x="3089" y="50"/>
                  </a:lnTo>
                  <a:lnTo>
                    <a:pt x="3092" y="47"/>
                  </a:lnTo>
                  <a:lnTo>
                    <a:pt x="3096" y="43"/>
                  </a:lnTo>
                  <a:lnTo>
                    <a:pt x="3096" y="39"/>
                  </a:lnTo>
                  <a:lnTo>
                    <a:pt x="3099" y="36"/>
                  </a:lnTo>
                  <a:lnTo>
                    <a:pt x="3099" y="32"/>
                  </a:lnTo>
                  <a:lnTo>
                    <a:pt x="3103" y="29"/>
                  </a:lnTo>
                  <a:lnTo>
                    <a:pt x="3107" y="25"/>
                  </a:lnTo>
                  <a:lnTo>
                    <a:pt x="3107" y="21"/>
                  </a:lnTo>
                  <a:lnTo>
                    <a:pt x="3110" y="18"/>
                  </a:lnTo>
                  <a:lnTo>
                    <a:pt x="3114" y="14"/>
                  </a:lnTo>
                  <a:lnTo>
                    <a:pt x="3117" y="11"/>
                  </a:lnTo>
                  <a:lnTo>
                    <a:pt x="3121" y="7"/>
                  </a:lnTo>
                  <a:lnTo>
                    <a:pt x="3125" y="3"/>
                  </a:lnTo>
                  <a:lnTo>
                    <a:pt x="3128" y="0"/>
                  </a:lnTo>
                  <a:lnTo>
                    <a:pt x="3132" y="0"/>
                  </a:lnTo>
                  <a:lnTo>
                    <a:pt x="3135" y="0"/>
                  </a:lnTo>
                  <a:lnTo>
                    <a:pt x="3139" y="0"/>
                  </a:lnTo>
                  <a:lnTo>
                    <a:pt x="3143" y="0"/>
                  </a:lnTo>
                  <a:lnTo>
                    <a:pt x="3146" y="0"/>
                  </a:lnTo>
                  <a:lnTo>
                    <a:pt x="3150" y="3"/>
                  </a:lnTo>
                  <a:lnTo>
                    <a:pt x="3153" y="3"/>
                  </a:lnTo>
                  <a:lnTo>
                    <a:pt x="3157" y="7"/>
                  </a:lnTo>
                  <a:lnTo>
                    <a:pt x="3161" y="11"/>
                  </a:lnTo>
                  <a:lnTo>
                    <a:pt x="3164" y="14"/>
                  </a:lnTo>
                  <a:lnTo>
                    <a:pt x="3168" y="18"/>
                  </a:lnTo>
                  <a:lnTo>
                    <a:pt x="3168" y="21"/>
                  </a:lnTo>
                  <a:lnTo>
                    <a:pt x="3171" y="25"/>
                  </a:lnTo>
                  <a:lnTo>
                    <a:pt x="3175" y="29"/>
                  </a:lnTo>
                  <a:lnTo>
                    <a:pt x="3175" y="32"/>
                  </a:lnTo>
                  <a:lnTo>
                    <a:pt x="3179" y="36"/>
                  </a:lnTo>
                  <a:lnTo>
                    <a:pt x="3179" y="39"/>
                  </a:lnTo>
                  <a:lnTo>
                    <a:pt x="3182" y="43"/>
                  </a:lnTo>
                  <a:lnTo>
                    <a:pt x="3182" y="47"/>
                  </a:lnTo>
                  <a:lnTo>
                    <a:pt x="3186" y="50"/>
                  </a:lnTo>
                  <a:lnTo>
                    <a:pt x="3186" y="54"/>
                  </a:lnTo>
                  <a:lnTo>
                    <a:pt x="3189" y="57"/>
                  </a:lnTo>
                  <a:lnTo>
                    <a:pt x="3189" y="61"/>
                  </a:lnTo>
                  <a:lnTo>
                    <a:pt x="3193" y="65"/>
                  </a:lnTo>
                  <a:lnTo>
                    <a:pt x="3193" y="68"/>
                  </a:lnTo>
                  <a:lnTo>
                    <a:pt x="3193" y="72"/>
                  </a:lnTo>
                  <a:lnTo>
                    <a:pt x="3197" y="75"/>
                  </a:lnTo>
                  <a:lnTo>
                    <a:pt x="3197" y="79"/>
                  </a:lnTo>
                  <a:lnTo>
                    <a:pt x="3200" y="83"/>
                  </a:lnTo>
                  <a:lnTo>
                    <a:pt x="3200" y="86"/>
                  </a:lnTo>
                  <a:lnTo>
                    <a:pt x="3204" y="90"/>
                  </a:lnTo>
                  <a:lnTo>
                    <a:pt x="3204" y="93"/>
                  </a:lnTo>
                  <a:lnTo>
                    <a:pt x="3207" y="97"/>
                  </a:lnTo>
                  <a:lnTo>
                    <a:pt x="3207" y="101"/>
                  </a:lnTo>
                  <a:lnTo>
                    <a:pt x="3207" y="104"/>
                  </a:lnTo>
                  <a:lnTo>
                    <a:pt x="3211" y="108"/>
                  </a:lnTo>
                  <a:lnTo>
                    <a:pt x="3211" y="111"/>
                  </a:lnTo>
                  <a:lnTo>
                    <a:pt x="3211" y="115"/>
                  </a:lnTo>
                  <a:lnTo>
                    <a:pt x="3215" y="119"/>
                  </a:lnTo>
                  <a:lnTo>
                    <a:pt x="3215" y="122"/>
                  </a:lnTo>
                  <a:lnTo>
                    <a:pt x="3218" y="126"/>
                  </a:lnTo>
                  <a:lnTo>
                    <a:pt x="3218" y="129"/>
                  </a:lnTo>
                  <a:lnTo>
                    <a:pt x="3218" y="133"/>
                  </a:lnTo>
                  <a:lnTo>
                    <a:pt x="3222" y="137"/>
                  </a:lnTo>
                  <a:lnTo>
                    <a:pt x="3225" y="140"/>
                  </a:lnTo>
                  <a:lnTo>
                    <a:pt x="3225" y="144"/>
                  </a:lnTo>
                  <a:lnTo>
                    <a:pt x="3225" y="147"/>
                  </a:lnTo>
                  <a:lnTo>
                    <a:pt x="3229" y="151"/>
                  </a:lnTo>
                  <a:lnTo>
                    <a:pt x="3229" y="155"/>
                  </a:lnTo>
                  <a:lnTo>
                    <a:pt x="3233" y="158"/>
                  </a:lnTo>
                  <a:lnTo>
                    <a:pt x="3233" y="162"/>
                  </a:lnTo>
                  <a:lnTo>
                    <a:pt x="3236" y="165"/>
                  </a:lnTo>
                  <a:lnTo>
                    <a:pt x="3236" y="169"/>
                  </a:lnTo>
                  <a:lnTo>
                    <a:pt x="3236" y="173"/>
                  </a:lnTo>
                  <a:lnTo>
                    <a:pt x="3240" y="176"/>
                  </a:lnTo>
                  <a:lnTo>
                    <a:pt x="3243" y="180"/>
                  </a:lnTo>
                  <a:lnTo>
                    <a:pt x="3243" y="183"/>
                  </a:lnTo>
                  <a:lnTo>
                    <a:pt x="3247" y="187"/>
                  </a:lnTo>
                  <a:lnTo>
                    <a:pt x="3251" y="191"/>
                  </a:lnTo>
                  <a:lnTo>
                    <a:pt x="3251" y="194"/>
                  </a:lnTo>
                  <a:lnTo>
                    <a:pt x="3254" y="198"/>
                  </a:lnTo>
                  <a:lnTo>
                    <a:pt x="3258" y="201"/>
                  </a:lnTo>
                  <a:lnTo>
                    <a:pt x="3261" y="205"/>
                  </a:lnTo>
                  <a:lnTo>
                    <a:pt x="3265" y="209"/>
                  </a:lnTo>
                  <a:lnTo>
                    <a:pt x="3269" y="212"/>
                  </a:lnTo>
                  <a:lnTo>
                    <a:pt x="3272" y="216"/>
                  </a:lnTo>
                  <a:lnTo>
                    <a:pt x="3276" y="216"/>
                  </a:lnTo>
                  <a:lnTo>
                    <a:pt x="3279" y="216"/>
                  </a:lnTo>
                  <a:lnTo>
                    <a:pt x="3283" y="216"/>
                  </a:lnTo>
                  <a:lnTo>
                    <a:pt x="3287" y="212"/>
                  </a:lnTo>
                  <a:lnTo>
                    <a:pt x="3290" y="209"/>
                  </a:lnTo>
                  <a:lnTo>
                    <a:pt x="3294" y="205"/>
                  </a:lnTo>
                  <a:lnTo>
                    <a:pt x="3297" y="201"/>
                  </a:lnTo>
                  <a:lnTo>
                    <a:pt x="3301" y="198"/>
                  </a:lnTo>
                  <a:lnTo>
                    <a:pt x="3305" y="194"/>
                  </a:lnTo>
                  <a:lnTo>
                    <a:pt x="3308" y="191"/>
                  </a:lnTo>
                  <a:lnTo>
                    <a:pt x="3308" y="187"/>
                  </a:lnTo>
                  <a:lnTo>
                    <a:pt x="3312" y="183"/>
                  </a:lnTo>
                  <a:lnTo>
                    <a:pt x="3312" y="180"/>
                  </a:lnTo>
                  <a:lnTo>
                    <a:pt x="3315" y="176"/>
                  </a:lnTo>
                  <a:lnTo>
                    <a:pt x="3315" y="173"/>
                  </a:lnTo>
                  <a:lnTo>
                    <a:pt x="3319" y="169"/>
                  </a:lnTo>
                  <a:lnTo>
                    <a:pt x="3319" y="165"/>
                  </a:lnTo>
                  <a:lnTo>
                    <a:pt x="3323" y="162"/>
                  </a:lnTo>
                  <a:lnTo>
                    <a:pt x="3323" y="158"/>
                  </a:lnTo>
                  <a:lnTo>
                    <a:pt x="3323" y="155"/>
                  </a:lnTo>
                  <a:lnTo>
                    <a:pt x="3326" y="151"/>
                  </a:lnTo>
                  <a:lnTo>
                    <a:pt x="3326" y="147"/>
                  </a:lnTo>
                  <a:lnTo>
                    <a:pt x="3330" y="144"/>
                  </a:lnTo>
                  <a:lnTo>
                    <a:pt x="3330" y="140"/>
                  </a:lnTo>
                  <a:lnTo>
                    <a:pt x="3330" y="137"/>
                  </a:lnTo>
                  <a:lnTo>
                    <a:pt x="3333" y="133"/>
                  </a:lnTo>
                  <a:lnTo>
                    <a:pt x="3333" y="129"/>
                  </a:lnTo>
                  <a:lnTo>
                    <a:pt x="3337" y="126"/>
                  </a:lnTo>
                  <a:lnTo>
                    <a:pt x="3337" y="122"/>
                  </a:lnTo>
                  <a:lnTo>
                    <a:pt x="3337" y="119"/>
                  </a:lnTo>
                  <a:lnTo>
                    <a:pt x="3341" y="115"/>
                  </a:lnTo>
                  <a:lnTo>
                    <a:pt x="3341" y="111"/>
                  </a:lnTo>
                  <a:lnTo>
                    <a:pt x="3341" y="104"/>
                  </a:lnTo>
                  <a:lnTo>
                    <a:pt x="3344" y="101"/>
                  </a:lnTo>
                  <a:lnTo>
                    <a:pt x="3344" y="97"/>
                  </a:lnTo>
                  <a:lnTo>
                    <a:pt x="3348" y="93"/>
                  </a:lnTo>
                  <a:lnTo>
                    <a:pt x="3348" y="9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1" name="Freeform 149"/>
            <p:cNvSpPr>
              <a:spLocks/>
            </p:cNvSpPr>
            <p:nvPr/>
          </p:nvSpPr>
          <p:spPr bwMode="auto">
            <a:xfrm>
              <a:off x="4097" y="1048"/>
              <a:ext cx="691" cy="2462"/>
            </a:xfrm>
            <a:custGeom>
              <a:avLst/>
              <a:gdLst/>
              <a:ahLst/>
              <a:cxnLst>
                <a:cxn ang="0">
                  <a:pos x="7" y="1991"/>
                </a:cxn>
                <a:cxn ang="0">
                  <a:pos x="18" y="1965"/>
                </a:cxn>
                <a:cxn ang="0">
                  <a:pos x="29" y="1937"/>
                </a:cxn>
                <a:cxn ang="0">
                  <a:pos x="39" y="1911"/>
                </a:cxn>
                <a:cxn ang="0">
                  <a:pos x="57" y="1886"/>
                </a:cxn>
                <a:cxn ang="0">
                  <a:pos x="83" y="1886"/>
                </a:cxn>
                <a:cxn ang="0">
                  <a:pos x="101" y="1911"/>
                </a:cxn>
                <a:cxn ang="0">
                  <a:pos x="111" y="1937"/>
                </a:cxn>
                <a:cxn ang="0">
                  <a:pos x="119" y="1965"/>
                </a:cxn>
                <a:cxn ang="0">
                  <a:pos x="129" y="1998"/>
                </a:cxn>
                <a:cxn ang="0">
                  <a:pos x="140" y="2034"/>
                </a:cxn>
                <a:cxn ang="0">
                  <a:pos x="147" y="2070"/>
                </a:cxn>
                <a:cxn ang="0">
                  <a:pos x="158" y="2106"/>
                </a:cxn>
                <a:cxn ang="0">
                  <a:pos x="169" y="2138"/>
                </a:cxn>
                <a:cxn ang="0">
                  <a:pos x="180" y="2163"/>
                </a:cxn>
                <a:cxn ang="0">
                  <a:pos x="191" y="2189"/>
                </a:cxn>
                <a:cxn ang="0">
                  <a:pos x="212" y="2207"/>
                </a:cxn>
                <a:cxn ang="0">
                  <a:pos x="234" y="2185"/>
                </a:cxn>
                <a:cxn ang="0">
                  <a:pos x="241" y="2160"/>
                </a:cxn>
                <a:cxn ang="0">
                  <a:pos x="252" y="2127"/>
                </a:cxn>
                <a:cxn ang="0">
                  <a:pos x="263" y="2088"/>
                </a:cxn>
                <a:cxn ang="0">
                  <a:pos x="273" y="2045"/>
                </a:cxn>
                <a:cxn ang="0">
                  <a:pos x="281" y="1998"/>
                </a:cxn>
                <a:cxn ang="0">
                  <a:pos x="291" y="1947"/>
                </a:cxn>
                <a:cxn ang="0">
                  <a:pos x="302" y="1901"/>
                </a:cxn>
                <a:cxn ang="0">
                  <a:pos x="309" y="1857"/>
                </a:cxn>
                <a:cxn ang="0">
                  <a:pos x="320" y="1821"/>
                </a:cxn>
                <a:cxn ang="0">
                  <a:pos x="331" y="1793"/>
                </a:cxn>
                <a:cxn ang="0">
                  <a:pos x="345" y="1767"/>
                </a:cxn>
                <a:cxn ang="0">
                  <a:pos x="367" y="1782"/>
                </a:cxn>
                <a:cxn ang="0">
                  <a:pos x="378" y="1811"/>
                </a:cxn>
                <a:cxn ang="0">
                  <a:pos x="389" y="1850"/>
                </a:cxn>
                <a:cxn ang="0">
                  <a:pos x="396" y="1904"/>
                </a:cxn>
                <a:cxn ang="0">
                  <a:pos x="407" y="1965"/>
                </a:cxn>
                <a:cxn ang="0">
                  <a:pos x="417" y="2034"/>
                </a:cxn>
                <a:cxn ang="0">
                  <a:pos x="428" y="2106"/>
                </a:cxn>
                <a:cxn ang="0">
                  <a:pos x="435" y="2181"/>
                </a:cxn>
                <a:cxn ang="0">
                  <a:pos x="446" y="2253"/>
                </a:cxn>
                <a:cxn ang="0">
                  <a:pos x="457" y="2322"/>
                </a:cxn>
                <a:cxn ang="0">
                  <a:pos x="464" y="2379"/>
                </a:cxn>
                <a:cxn ang="0">
                  <a:pos x="475" y="2423"/>
                </a:cxn>
                <a:cxn ang="0">
                  <a:pos x="486" y="2455"/>
                </a:cxn>
                <a:cxn ang="0">
                  <a:pos x="507" y="2448"/>
                </a:cxn>
                <a:cxn ang="0">
                  <a:pos x="515" y="2412"/>
                </a:cxn>
                <a:cxn ang="0">
                  <a:pos x="525" y="2351"/>
                </a:cxn>
                <a:cxn ang="0">
                  <a:pos x="536" y="2264"/>
                </a:cxn>
                <a:cxn ang="0">
                  <a:pos x="543" y="2156"/>
                </a:cxn>
                <a:cxn ang="0">
                  <a:pos x="554" y="2023"/>
                </a:cxn>
                <a:cxn ang="0">
                  <a:pos x="565" y="1872"/>
                </a:cxn>
                <a:cxn ang="0">
                  <a:pos x="576" y="1706"/>
                </a:cxn>
                <a:cxn ang="0">
                  <a:pos x="583" y="1523"/>
                </a:cxn>
                <a:cxn ang="0">
                  <a:pos x="594" y="1335"/>
                </a:cxn>
                <a:cxn ang="0">
                  <a:pos x="605" y="1141"/>
                </a:cxn>
                <a:cxn ang="0">
                  <a:pos x="612" y="950"/>
                </a:cxn>
                <a:cxn ang="0">
                  <a:pos x="623" y="763"/>
                </a:cxn>
                <a:cxn ang="0">
                  <a:pos x="633" y="587"/>
                </a:cxn>
                <a:cxn ang="0">
                  <a:pos x="644" y="428"/>
                </a:cxn>
                <a:cxn ang="0">
                  <a:pos x="651" y="288"/>
                </a:cxn>
                <a:cxn ang="0">
                  <a:pos x="662" y="173"/>
                </a:cxn>
                <a:cxn ang="0">
                  <a:pos x="673" y="86"/>
                </a:cxn>
                <a:cxn ang="0">
                  <a:pos x="680" y="29"/>
                </a:cxn>
                <a:cxn ang="0">
                  <a:pos x="691" y="0"/>
                </a:cxn>
              </a:cxnLst>
              <a:rect l="0" t="0" r="r" b="b"/>
              <a:pathLst>
                <a:path w="691" h="2462">
                  <a:moveTo>
                    <a:pt x="0" y="2016"/>
                  </a:moveTo>
                  <a:lnTo>
                    <a:pt x="0" y="2012"/>
                  </a:lnTo>
                  <a:lnTo>
                    <a:pt x="3" y="2009"/>
                  </a:lnTo>
                  <a:lnTo>
                    <a:pt x="3" y="2005"/>
                  </a:lnTo>
                  <a:lnTo>
                    <a:pt x="7" y="1998"/>
                  </a:lnTo>
                  <a:lnTo>
                    <a:pt x="7" y="1994"/>
                  </a:lnTo>
                  <a:lnTo>
                    <a:pt x="7" y="1991"/>
                  </a:lnTo>
                  <a:lnTo>
                    <a:pt x="11" y="1987"/>
                  </a:lnTo>
                  <a:lnTo>
                    <a:pt x="11" y="1983"/>
                  </a:lnTo>
                  <a:lnTo>
                    <a:pt x="14" y="1980"/>
                  </a:lnTo>
                  <a:lnTo>
                    <a:pt x="14" y="1976"/>
                  </a:lnTo>
                  <a:lnTo>
                    <a:pt x="14" y="1973"/>
                  </a:lnTo>
                  <a:lnTo>
                    <a:pt x="18" y="1969"/>
                  </a:lnTo>
                  <a:lnTo>
                    <a:pt x="18" y="1965"/>
                  </a:lnTo>
                  <a:lnTo>
                    <a:pt x="18" y="1958"/>
                  </a:lnTo>
                  <a:lnTo>
                    <a:pt x="21" y="1955"/>
                  </a:lnTo>
                  <a:lnTo>
                    <a:pt x="21" y="1951"/>
                  </a:lnTo>
                  <a:lnTo>
                    <a:pt x="25" y="1947"/>
                  </a:lnTo>
                  <a:lnTo>
                    <a:pt x="25" y="1944"/>
                  </a:lnTo>
                  <a:lnTo>
                    <a:pt x="25" y="1940"/>
                  </a:lnTo>
                  <a:lnTo>
                    <a:pt x="29" y="1937"/>
                  </a:lnTo>
                  <a:lnTo>
                    <a:pt x="32" y="1933"/>
                  </a:lnTo>
                  <a:lnTo>
                    <a:pt x="32" y="1929"/>
                  </a:lnTo>
                  <a:lnTo>
                    <a:pt x="32" y="1926"/>
                  </a:lnTo>
                  <a:lnTo>
                    <a:pt x="36" y="1922"/>
                  </a:lnTo>
                  <a:lnTo>
                    <a:pt x="36" y="1919"/>
                  </a:lnTo>
                  <a:lnTo>
                    <a:pt x="36" y="1915"/>
                  </a:lnTo>
                  <a:lnTo>
                    <a:pt x="39" y="1911"/>
                  </a:lnTo>
                  <a:lnTo>
                    <a:pt x="43" y="1908"/>
                  </a:lnTo>
                  <a:lnTo>
                    <a:pt x="43" y="1904"/>
                  </a:lnTo>
                  <a:lnTo>
                    <a:pt x="47" y="1901"/>
                  </a:lnTo>
                  <a:lnTo>
                    <a:pt x="50" y="1897"/>
                  </a:lnTo>
                  <a:lnTo>
                    <a:pt x="50" y="1893"/>
                  </a:lnTo>
                  <a:lnTo>
                    <a:pt x="54" y="1890"/>
                  </a:lnTo>
                  <a:lnTo>
                    <a:pt x="57" y="1886"/>
                  </a:lnTo>
                  <a:lnTo>
                    <a:pt x="61" y="1883"/>
                  </a:lnTo>
                  <a:lnTo>
                    <a:pt x="65" y="1883"/>
                  </a:lnTo>
                  <a:lnTo>
                    <a:pt x="68" y="1879"/>
                  </a:lnTo>
                  <a:lnTo>
                    <a:pt x="72" y="1879"/>
                  </a:lnTo>
                  <a:lnTo>
                    <a:pt x="75" y="1883"/>
                  </a:lnTo>
                  <a:lnTo>
                    <a:pt x="79" y="1886"/>
                  </a:lnTo>
                  <a:lnTo>
                    <a:pt x="83" y="1886"/>
                  </a:lnTo>
                  <a:lnTo>
                    <a:pt x="86" y="1890"/>
                  </a:lnTo>
                  <a:lnTo>
                    <a:pt x="90" y="1893"/>
                  </a:lnTo>
                  <a:lnTo>
                    <a:pt x="93" y="1897"/>
                  </a:lnTo>
                  <a:lnTo>
                    <a:pt x="93" y="1901"/>
                  </a:lnTo>
                  <a:lnTo>
                    <a:pt x="97" y="1904"/>
                  </a:lnTo>
                  <a:lnTo>
                    <a:pt x="97" y="1908"/>
                  </a:lnTo>
                  <a:lnTo>
                    <a:pt x="101" y="1911"/>
                  </a:lnTo>
                  <a:lnTo>
                    <a:pt x="101" y="1915"/>
                  </a:lnTo>
                  <a:lnTo>
                    <a:pt x="104" y="1919"/>
                  </a:lnTo>
                  <a:lnTo>
                    <a:pt x="104" y="1922"/>
                  </a:lnTo>
                  <a:lnTo>
                    <a:pt x="104" y="1926"/>
                  </a:lnTo>
                  <a:lnTo>
                    <a:pt x="108" y="1929"/>
                  </a:lnTo>
                  <a:lnTo>
                    <a:pt x="108" y="1933"/>
                  </a:lnTo>
                  <a:lnTo>
                    <a:pt x="111" y="1937"/>
                  </a:lnTo>
                  <a:lnTo>
                    <a:pt x="111" y="1940"/>
                  </a:lnTo>
                  <a:lnTo>
                    <a:pt x="111" y="1944"/>
                  </a:lnTo>
                  <a:lnTo>
                    <a:pt x="115" y="1951"/>
                  </a:lnTo>
                  <a:lnTo>
                    <a:pt x="115" y="1955"/>
                  </a:lnTo>
                  <a:lnTo>
                    <a:pt x="119" y="1958"/>
                  </a:lnTo>
                  <a:lnTo>
                    <a:pt x="119" y="1962"/>
                  </a:lnTo>
                  <a:lnTo>
                    <a:pt x="119" y="1965"/>
                  </a:lnTo>
                  <a:lnTo>
                    <a:pt x="122" y="1973"/>
                  </a:lnTo>
                  <a:lnTo>
                    <a:pt x="122" y="1976"/>
                  </a:lnTo>
                  <a:lnTo>
                    <a:pt x="122" y="1980"/>
                  </a:lnTo>
                  <a:lnTo>
                    <a:pt x="126" y="1983"/>
                  </a:lnTo>
                  <a:lnTo>
                    <a:pt x="126" y="1991"/>
                  </a:lnTo>
                  <a:lnTo>
                    <a:pt x="129" y="1994"/>
                  </a:lnTo>
                  <a:lnTo>
                    <a:pt x="129" y="1998"/>
                  </a:lnTo>
                  <a:lnTo>
                    <a:pt x="129" y="2005"/>
                  </a:lnTo>
                  <a:lnTo>
                    <a:pt x="133" y="2009"/>
                  </a:lnTo>
                  <a:lnTo>
                    <a:pt x="133" y="2012"/>
                  </a:lnTo>
                  <a:lnTo>
                    <a:pt x="137" y="2019"/>
                  </a:lnTo>
                  <a:lnTo>
                    <a:pt x="137" y="2023"/>
                  </a:lnTo>
                  <a:lnTo>
                    <a:pt x="137" y="2030"/>
                  </a:lnTo>
                  <a:lnTo>
                    <a:pt x="140" y="2034"/>
                  </a:lnTo>
                  <a:lnTo>
                    <a:pt x="140" y="2037"/>
                  </a:lnTo>
                  <a:lnTo>
                    <a:pt x="144" y="2045"/>
                  </a:lnTo>
                  <a:lnTo>
                    <a:pt x="144" y="2048"/>
                  </a:lnTo>
                  <a:lnTo>
                    <a:pt x="144" y="2055"/>
                  </a:lnTo>
                  <a:lnTo>
                    <a:pt x="147" y="2059"/>
                  </a:lnTo>
                  <a:lnTo>
                    <a:pt x="147" y="2066"/>
                  </a:lnTo>
                  <a:lnTo>
                    <a:pt x="147" y="2070"/>
                  </a:lnTo>
                  <a:lnTo>
                    <a:pt x="151" y="2073"/>
                  </a:lnTo>
                  <a:lnTo>
                    <a:pt x="151" y="2081"/>
                  </a:lnTo>
                  <a:lnTo>
                    <a:pt x="155" y="2084"/>
                  </a:lnTo>
                  <a:lnTo>
                    <a:pt x="155" y="2091"/>
                  </a:lnTo>
                  <a:lnTo>
                    <a:pt x="155" y="2095"/>
                  </a:lnTo>
                  <a:lnTo>
                    <a:pt x="158" y="2099"/>
                  </a:lnTo>
                  <a:lnTo>
                    <a:pt x="158" y="2106"/>
                  </a:lnTo>
                  <a:lnTo>
                    <a:pt x="162" y="2109"/>
                  </a:lnTo>
                  <a:lnTo>
                    <a:pt x="162" y="2113"/>
                  </a:lnTo>
                  <a:lnTo>
                    <a:pt x="162" y="2120"/>
                  </a:lnTo>
                  <a:lnTo>
                    <a:pt x="165" y="2124"/>
                  </a:lnTo>
                  <a:lnTo>
                    <a:pt x="165" y="2127"/>
                  </a:lnTo>
                  <a:lnTo>
                    <a:pt x="165" y="2131"/>
                  </a:lnTo>
                  <a:lnTo>
                    <a:pt x="169" y="2138"/>
                  </a:lnTo>
                  <a:lnTo>
                    <a:pt x="169" y="2142"/>
                  </a:lnTo>
                  <a:lnTo>
                    <a:pt x="173" y="2145"/>
                  </a:lnTo>
                  <a:lnTo>
                    <a:pt x="173" y="2149"/>
                  </a:lnTo>
                  <a:lnTo>
                    <a:pt x="173" y="2153"/>
                  </a:lnTo>
                  <a:lnTo>
                    <a:pt x="176" y="2156"/>
                  </a:lnTo>
                  <a:lnTo>
                    <a:pt x="176" y="2160"/>
                  </a:lnTo>
                  <a:lnTo>
                    <a:pt x="180" y="2163"/>
                  </a:lnTo>
                  <a:lnTo>
                    <a:pt x="180" y="2167"/>
                  </a:lnTo>
                  <a:lnTo>
                    <a:pt x="180" y="2171"/>
                  </a:lnTo>
                  <a:lnTo>
                    <a:pt x="183" y="2174"/>
                  </a:lnTo>
                  <a:lnTo>
                    <a:pt x="183" y="2178"/>
                  </a:lnTo>
                  <a:lnTo>
                    <a:pt x="187" y="2181"/>
                  </a:lnTo>
                  <a:lnTo>
                    <a:pt x="187" y="2185"/>
                  </a:lnTo>
                  <a:lnTo>
                    <a:pt x="191" y="2189"/>
                  </a:lnTo>
                  <a:lnTo>
                    <a:pt x="191" y="2192"/>
                  </a:lnTo>
                  <a:lnTo>
                    <a:pt x="194" y="2196"/>
                  </a:lnTo>
                  <a:lnTo>
                    <a:pt x="198" y="2199"/>
                  </a:lnTo>
                  <a:lnTo>
                    <a:pt x="201" y="2203"/>
                  </a:lnTo>
                  <a:lnTo>
                    <a:pt x="205" y="2207"/>
                  </a:lnTo>
                  <a:lnTo>
                    <a:pt x="209" y="2210"/>
                  </a:lnTo>
                  <a:lnTo>
                    <a:pt x="212" y="2207"/>
                  </a:lnTo>
                  <a:lnTo>
                    <a:pt x="216" y="2207"/>
                  </a:lnTo>
                  <a:lnTo>
                    <a:pt x="219" y="2203"/>
                  </a:lnTo>
                  <a:lnTo>
                    <a:pt x="223" y="2199"/>
                  </a:lnTo>
                  <a:lnTo>
                    <a:pt x="227" y="2196"/>
                  </a:lnTo>
                  <a:lnTo>
                    <a:pt x="230" y="2192"/>
                  </a:lnTo>
                  <a:lnTo>
                    <a:pt x="230" y="2189"/>
                  </a:lnTo>
                  <a:lnTo>
                    <a:pt x="234" y="2185"/>
                  </a:lnTo>
                  <a:lnTo>
                    <a:pt x="234" y="2181"/>
                  </a:lnTo>
                  <a:lnTo>
                    <a:pt x="234" y="2178"/>
                  </a:lnTo>
                  <a:lnTo>
                    <a:pt x="237" y="2174"/>
                  </a:lnTo>
                  <a:lnTo>
                    <a:pt x="237" y="2171"/>
                  </a:lnTo>
                  <a:lnTo>
                    <a:pt x="241" y="2167"/>
                  </a:lnTo>
                  <a:lnTo>
                    <a:pt x="241" y="2163"/>
                  </a:lnTo>
                  <a:lnTo>
                    <a:pt x="241" y="2160"/>
                  </a:lnTo>
                  <a:lnTo>
                    <a:pt x="245" y="2156"/>
                  </a:lnTo>
                  <a:lnTo>
                    <a:pt x="245" y="2153"/>
                  </a:lnTo>
                  <a:lnTo>
                    <a:pt x="248" y="2145"/>
                  </a:lnTo>
                  <a:lnTo>
                    <a:pt x="248" y="2142"/>
                  </a:lnTo>
                  <a:lnTo>
                    <a:pt x="248" y="2138"/>
                  </a:lnTo>
                  <a:lnTo>
                    <a:pt x="252" y="2131"/>
                  </a:lnTo>
                  <a:lnTo>
                    <a:pt x="252" y="2127"/>
                  </a:lnTo>
                  <a:lnTo>
                    <a:pt x="252" y="2124"/>
                  </a:lnTo>
                  <a:lnTo>
                    <a:pt x="255" y="2117"/>
                  </a:lnTo>
                  <a:lnTo>
                    <a:pt x="255" y="2113"/>
                  </a:lnTo>
                  <a:lnTo>
                    <a:pt x="259" y="2106"/>
                  </a:lnTo>
                  <a:lnTo>
                    <a:pt x="259" y="2099"/>
                  </a:lnTo>
                  <a:lnTo>
                    <a:pt x="259" y="2095"/>
                  </a:lnTo>
                  <a:lnTo>
                    <a:pt x="263" y="2088"/>
                  </a:lnTo>
                  <a:lnTo>
                    <a:pt x="263" y="2081"/>
                  </a:lnTo>
                  <a:lnTo>
                    <a:pt x="266" y="2077"/>
                  </a:lnTo>
                  <a:lnTo>
                    <a:pt x="266" y="2070"/>
                  </a:lnTo>
                  <a:lnTo>
                    <a:pt x="266" y="2063"/>
                  </a:lnTo>
                  <a:lnTo>
                    <a:pt x="270" y="2055"/>
                  </a:lnTo>
                  <a:lnTo>
                    <a:pt x="270" y="2052"/>
                  </a:lnTo>
                  <a:lnTo>
                    <a:pt x="273" y="2045"/>
                  </a:lnTo>
                  <a:lnTo>
                    <a:pt x="273" y="2037"/>
                  </a:lnTo>
                  <a:lnTo>
                    <a:pt x="273" y="2030"/>
                  </a:lnTo>
                  <a:lnTo>
                    <a:pt x="277" y="2023"/>
                  </a:lnTo>
                  <a:lnTo>
                    <a:pt x="277" y="2016"/>
                  </a:lnTo>
                  <a:lnTo>
                    <a:pt x="277" y="2009"/>
                  </a:lnTo>
                  <a:lnTo>
                    <a:pt x="281" y="2005"/>
                  </a:lnTo>
                  <a:lnTo>
                    <a:pt x="281" y="1998"/>
                  </a:lnTo>
                  <a:lnTo>
                    <a:pt x="284" y="1991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9"/>
                  </a:lnTo>
                  <a:lnTo>
                    <a:pt x="288" y="1962"/>
                  </a:lnTo>
                  <a:lnTo>
                    <a:pt x="291" y="1955"/>
                  </a:lnTo>
                  <a:lnTo>
                    <a:pt x="291" y="1947"/>
                  </a:lnTo>
                  <a:lnTo>
                    <a:pt x="291" y="1940"/>
                  </a:lnTo>
                  <a:lnTo>
                    <a:pt x="295" y="1937"/>
                  </a:lnTo>
                  <a:lnTo>
                    <a:pt x="295" y="1929"/>
                  </a:lnTo>
                  <a:lnTo>
                    <a:pt x="295" y="1922"/>
                  </a:lnTo>
                  <a:lnTo>
                    <a:pt x="299" y="1915"/>
                  </a:lnTo>
                  <a:lnTo>
                    <a:pt x="299" y="1908"/>
                  </a:lnTo>
                  <a:lnTo>
                    <a:pt x="302" y="1901"/>
                  </a:lnTo>
                  <a:lnTo>
                    <a:pt x="302" y="1893"/>
                  </a:lnTo>
                  <a:lnTo>
                    <a:pt x="302" y="1890"/>
                  </a:lnTo>
                  <a:lnTo>
                    <a:pt x="306" y="1883"/>
                  </a:lnTo>
                  <a:lnTo>
                    <a:pt x="306" y="1875"/>
                  </a:lnTo>
                  <a:lnTo>
                    <a:pt x="309" y="1872"/>
                  </a:lnTo>
                  <a:lnTo>
                    <a:pt x="309" y="1865"/>
                  </a:lnTo>
                  <a:lnTo>
                    <a:pt x="309" y="1857"/>
                  </a:lnTo>
                  <a:lnTo>
                    <a:pt x="313" y="1854"/>
                  </a:lnTo>
                  <a:lnTo>
                    <a:pt x="313" y="1847"/>
                  </a:lnTo>
                  <a:lnTo>
                    <a:pt x="317" y="1843"/>
                  </a:lnTo>
                  <a:lnTo>
                    <a:pt x="317" y="1836"/>
                  </a:lnTo>
                  <a:lnTo>
                    <a:pt x="317" y="1832"/>
                  </a:lnTo>
                  <a:lnTo>
                    <a:pt x="320" y="1825"/>
                  </a:lnTo>
                  <a:lnTo>
                    <a:pt x="320" y="1821"/>
                  </a:lnTo>
                  <a:lnTo>
                    <a:pt x="320" y="1818"/>
                  </a:lnTo>
                  <a:lnTo>
                    <a:pt x="324" y="1811"/>
                  </a:lnTo>
                  <a:lnTo>
                    <a:pt x="324" y="1807"/>
                  </a:lnTo>
                  <a:lnTo>
                    <a:pt x="327" y="1803"/>
                  </a:lnTo>
                  <a:lnTo>
                    <a:pt x="327" y="1800"/>
                  </a:lnTo>
                  <a:lnTo>
                    <a:pt x="327" y="1796"/>
                  </a:lnTo>
                  <a:lnTo>
                    <a:pt x="331" y="1793"/>
                  </a:lnTo>
                  <a:lnTo>
                    <a:pt x="331" y="1789"/>
                  </a:lnTo>
                  <a:lnTo>
                    <a:pt x="335" y="1785"/>
                  </a:lnTo>
                  <a:lnTo>
                    <a:pt x="335" y="1782"/>
                  </a:lnTo>
                  <a:lnTo>
                    <a:pt x="338" y="1778"/>
                  </a:lnTo>
                  <a:lnTo>
                    <a:pt x="338" y="1775"/>
                  </a:lnTo>
                  <a:lnTo>
                    <a:pt x="342" y="1771"/>
                  </a:lnTo>
                  <a:lnTo>
                    <a:pt x="345" y="1767"/>
                  </a:lnTo>
                  <a:lnTo>
                    <a:pt x="349" y="1764"/>
                  </a:lnTo>
                  <a:lnTo>
                    <a:pt x="353" y="1764"/>
                  </a:lnTo>
                  <a:lnTo>
                    <a:pt x="356" y="1767"/>
                  </a:lnTo>
                  <a:lnTo>
                    <a:pt x="360" y="1771"/>
                  </a:lnTo>
                  <a:lnTo>
                    <a:pt x="363" y="1775"/>
                  </a:lnTo>
                  <a:lnTo>
                    <a:pt x="367" y="1778"/>
                  </a:lnTo>
                  <a:lnTo>
                    <a:pt x="367" y="1782"/>
                  </a:lnTo>
                  <a:lnTo>
                    <a:pt x="371" y="1785"/>
                  </a:lnTo>
                  <a:lnTo>
                    <a:pt x="371" y="1789"/>
                  </a:lnTo>
                  <a:lnTo>
                    <a:pt x="371" y="1793"/>
                  </a:lnTo>
                  <a:lnTo>
                    <a:pt x="374" y="1796"/>
                  </a:lnTo>
                  <a:lnTo>
                    <a:pt x="374" y="1803"/>
                  </a:lnTo>
                  <a:lnTo>
                    <a:pt x="378" y="1807"/>
                  </a:lnTo>
                  <a:lnTo>
                    <a:pt x="378" y="1811"/>
                  </a:lnTo>
                  <a:lnTo>
                    <a:pt x="378" y="1818"/>
                  </a:lnTo>
                  <a:lnTo>
                    <a:pt x="381" y="1821"/>
                  </a:lnTo>
                  <a:lnTo>
                    <a:pt x="381" y="1829"/>
                  </a:lnTo>
                  <a:lnTo>
                    <a:pt x="385" y="1832"/>
                  </a:lnTo>
                  <a:lnTo>
                    <a:pt x="385" y="1839"/>
                  </a:lnTo>
                  <a:lnTo>
                    <a:pt x="385" y="1847"/>
                  </a:lnTo>
                  <a:lnTo>
                    <a:pt x="389" y="1850"/>
                  </a:lnTo>
                  <a:lnTo>
                    <a:pt x="389" y="1857"/>
                  </a:lnTo>
                  <a:lnTo>
                    <a:pt x="389" y="1865"/>
                  </a:lnTo>
                  <a:lnTo>
                    <a:pt x="392" y="1872"/>
                  </a:lnTo>
                  <a:lnTo>
                    <a:pt x="392" y="1879"/>
                  </a:lnTo>
                  <a:lnTo>
                    <a:pt x="396" y="1886"/>
                  </a:lnTo>
                  <a:lnTo>
                    <a:pt x="396" y="1897"/>
                  </a:lnTo>
                  <a:lnTo>
                    <a:pt x="396" y="1904"/>
                  </a:lnTo>
                  <a:lnTo>
                    <a:pt x="399" y="1911"/>
                  </a:lnTo>
                  <a:lnTo>
                    <a:pt x="399" y="1922"/>
                  </a:lnTo>
                  <a:lnTo>
                    <a:pt x="403" y="1929"/>
                  </a:lnTo>
                  <a:lnTo>
                    <a:pt x="403" y="1937"/>
                  </a:lnTo>
                  <a:lnTo>
                    <a:pt x="403" y="1947"/>
                  </a:lnTo>
                  <a:lnTo>
                    <a:pt x="407" y="1955"/>
                  </a:lnTo>
                  <a:lnTo>
                    <a:pt x="407" y="1965"/>
                  </a:lnTo>
                  <a:lnTo>
                    <a:pt x="407" y="1976"/>
                  </a:lnTo>
                  <a:lnTo>
                    <a:pt x="410" y="1983"/>
                  </a:lnTo>
                  <a:lnTo>
                    <a:pt x="410" y="1994"/>
                  </a:lnTo>
                  <a:lnTo>
                    <a:pt x="414" y="2005"/>
                  </a:lnTo>
                  <a:lnTo>
                    <a:pt x="414" y="2012"/>
                  </a:lnTo>
                  <a:lnTo>
                    <a:pt x="414" y="2023"/>
                  </a:lnTo>
                  <a:lnTo>
                    <a:pt x="417" y="2034"/>
                  </a:lnTo>
                  <a:lnTo>
                    <a:pt x="417" y="2045"/>
                  </a:lnTo>
                  <a:lnTo>
                    <a:pt x="421" y="2055"/>
                  </a:lnTo>
                  <a:lnTo>
                    <a:pt x="421" y="2066"/>
                  </a:lnTo>
                  <a:lnTo>
                    <a:pt x="421" y="2077"/>
                  </a:lnTo>
                  <a:lnTo>
                    <a:pt x="425" y="2088"/>
                  </a:lnTo>
                  <a:lnTo>
                    <a:pt x="425" y="2095"/>
                  </a:lnTo>
                  <a:lnTo>
                    <a:pt x="428" y="2106"/>
                  </a:lnTo>
                  <a:lnTo>
                    <a:pt x="428" y="2117"/>
                  </a:lnTo>
                  <a:lnTo>
                    <a:pt x="428" y="2127"/>
                  </a:lnTo>
                  <a:lnTo>
                    <a:pt x="432" y="2138"/>
                  </a:lnTo>
                  <a:lnTo>
                    <a:pt x="432" y="2149"/>
                  </a:lnTo>
                  <a:lnTo>
                    <a:pt x="432" y="2160"/>
                  </a:lnTo>
                  <a:lnTo>
                    <a:pt x="435" y="2171"/>
                  </a:lnTo>
                  <a:lnTo>
                    <a:pt x="435" y="2181"/>
                  </a:lnTo>
                  <a:lnTo>
                    <a:pt x="439" y="2192"/>
                  </a:lnTo>
                  <a:lnTo>
                    <a:pt x="439" y="2203"/>
                  </a:lnTo>
                  <a:lnTo>
                    <a:pt x="439" y="2214"/>
                  </a:lnTo>
                  <a:lnTo>
                    <a:pt x="443" y="2225"/>
                  </a:lnTo>
                  <a:lnTo>
                    <a:pt x="443" y="2235"/>
                  </a:lnTo>
                  <a:lnTo>
                    <a:pt x="446" y="2243"/>
                  </a:lnTo>
                  <a:lnTo>
                    <a:pt x="446" y="2253"/>
                  </a:lnTo>
                  <a:lnTo>
                    <a:pt x="446" y="2264"/>
                  </a:lnTo>
                  <a:lnTo>
                    <a:pt x="450" y="2275"/>
                  </a:lnTo>
                  <a:lnTo>
                    <a:pt x="450" y="2286"/>
                  </a:lnTo>
                  <a:lnTo>
                    <a:pt x="450" y="2293"/>
                  </a:lnTo>
                  <a:lnTo>
                    <a:pt x="453" y="2304"/>
                  </a:lnTo>
                  <a:lnTo>
                    <a:pt x="453" y="2311"/>
                  </a:lnTo>
                  <a:lnTo>
                    <a:pt x="457" y="2322"/>
                  </a:lnTo>
                  <a:lnTo>
                    <a:pt x="457" y="2329"/>
                  </a:lnTo>
                  <a:lnTo>
                    <a:pt x="457" y="2340"/>
                  </a:lnTo>
                  <a:lnTo>
                    <a:pt x="461" y="2347"/>
                  </a:lnTo>
                  <a:lnTo>
                    <a:pt x="461" y="2354"/>
                  </a:lnTo>
                  <a:lnTo>
                    <a:pt x="464" y="2365"/>
                  </a:lnTo>
                  <a:lnTo>
                    <a:pt x="464" y="2372"/>
                  </a:lnTo>
                  <a:lnTo>
                    <a:pt x="464" y="2379"/>
                  </a:lnTo>
                  <a:lnTo>
                    <a:pt x="468" y="2387"/>
                  </a:lnTo>
                  <a:lnTo>
                    <a:pt x="468" y="2394"/>
                  </a:lnTo>
                  <a:lnTo>
                    <a:pt x="471" y="2401"/>
                  </a:lnTo>
                  <a:lnTo>
                    <a:pt x="471" y="2408"/>
                  </a:lnTo>
                  <a:lnTo>
                    <a:pt x="471" y="2412"/>
                  </a:lnTo>
                  <a:lnTo>
                    <a:pt x="475" y="2419"/>
                  </a:lnTo>
                  <a:lnTo>
                    <a:pt x="475" y="2423"/>
                  </a:lnTo>
                  <a:lnTo>
                    <a:pt x="475" y="2430"/>
                  </a:lnTo>
                  <a:lnTo>
                    <a:pt x="479" y="2433"/>
                  </a:lnTo>
                  <a:lnTo>
                    <a:pt x="479" y="2437"/>
                  </a:lnTo>
                  <a:lnTo>
                    <a:pt x="482" y="2444"/>
                  </a:lnTo>
                  <a:lnTo>
                    <a:pt x="482" y="2448"/>
                  </a:lnTo>
                  <a:lnTo>
                    <a:pt x="486" y="2451"/>
                  </a:lnTo>
                  <a:lnTo>
                    <a:pt x="486" y="2455"/>
                  </a:lnTo>
                  <a:lnTo>
                    <a:pt x="489" y="2459"/>
                  </a:lnTo>
                  <a:lnTo>
                    <a:pt x="493" y="2462"/>
                  </a:lnTo>
                  <a:lnTo>
                    <a:pt x="497" y="2462"/>
                  </a:lnTo>
                  <a:lnTo>
                    <a:pt x="500" y="2459"/>
                  </a:lnTo>
                  <a:lnTo>
                    <a:pt x="504" y="2455"/>
                  </a:lnTo>
                  <a:lnTo>
                    <a:pt x="504" y="2451"/>
                  </a:lnTo>
                  <a:lnTo>
                    <a:pt x="507" y="2448"/>
                  </a:lnTo>
                  <a:lnTo>
                    <a:pt x="507" y="2444"/>
                  </a:lnTo>
                  <a:lnTo>
                    <a:pt x="507" y="2441"/>
                  </a:lnTo>
                  <a:lnTo>
                    <a:pt x="511" y="2437"/>
                  </a:lnTo>
                  <a:lnTo>
                    <a:pt x="511" y="2430"/>
                  </a:lnTo>
                  <a:lnTo>
                    <a:pt x="515" y="2426"/>
                  </a:lnTo>
                  <a:lnTo>
                    <a:pt x="515" y="2419"/>
                  </a:lnTo>
                  <a:lnTo>
                    <a:pt x="515" y="2412"/>
                  </a:lnTo>
                  <a:lnTo>
                    <a:pt x="518" y="2405"/>
                  </a:lnTo>
                  <a:lnTo>
                    <a:pt x="518" y="2397"/>
                  </a:lnTo>
                  <a:lnTo>
                    <a:pt x="518" y="2387"/>
                  </a:lnTo>
                  <a:lnTo>
                    <a:pt x="522" y="2379"/>
                  </a:lnTo>
                  <a:lnTo>
                    <a:pt x="522" y="2369"/>
                  </a:lnTo>
                  <a:lnTo>
                    <a:pt x="525" y="2361"/>
                  </a:lnTo>
                  <a:lnTo>
                    <a:pt x="525" y="2351"/>
                  </a:lnTo>
                  <a:lnTo>
                    <a:pt x="525" y="2340"/>
                  </a:lnTo>
                  <a:lnTo>
                    <a:pt x="529" y="2329"/>
                  </a:lnTo>
                  <a:lnTo>
                    <a:pt x="529" y="2315"/>
                  </a:lnTo>
                  <a:lnTo>
                    <a:pt x="533" y="2304"/>
                  </a:lnTo>
                  <a:lnTo>
                    <a:pt x="533" y="2293"/>
                  </a:lnTo>
                  <a:lnTo>
                    <a:pt x="533" y="2279"/>
                  </a:lnTo>
                  <a:lnTo>
                    <a:pt x="536" y="2264"/>
                  </a:lnTo>
                  <a:lnTo>
                    <a:pt x="536" y="2250"/>
                  </a:lnTo>
                  <a:lnTo>
                    <a:pt x="536" y="2235"/>
                  </a:lnTo>
                  <a:lnTo>
                    <a:pt x="540" y="2221"/>
                  </a:lnTo>
                  <a:lnTo>
                    <a:pt x="540" y="2203"/>
                  </a:lnTo>
                  <a:lnTo>
                    <a:pt x="543" y="2189"/>
                  </a:lnTo>
                  <a:lnTo>
                    <a:pt x="543" y="2171"/>
                  </a:lnTo>
                  <a:lnTo>
                    <a:pt x="543" y="2156"/>
                  </a:lnTo>
                  <a:lnTo>
                    <a:pt x="547" y="2138"/>
                  </a:lnTo>
                  <a:lnTo>
                    <a:pt x="547" y="2120"/>
                  </a:lnTo>
                  <a:lnTo>
                    <a:pt x="551" y="2102"/>
                  </a:lnTo>
                  <a:lnTo>
                    <a:pt x="551" y="2084"/>
                  </a:lnTo>
                  <a:lnTo>
                    <a:pt x="551" y="2063"/>
                  </a:lnTo>
                  <a:lnTo>
                    <a:pt x="554" y="2045"/>
                  </a:lnTo>
                  <a:lnTo>
                    <a:pt x="554" y="2023"/>
                  </a:lnTo>
                  <a:lnTo>
                    <a:pt x="558" y="2005"/>
                  </a:lnTo>
                  <a:lnTo>
                    <a:pt x="558" y="1983"/>
                  </a:lnTo>
                  <a:lnTo>
                    <a:pt x="558" y="1962"/>
                  </a:lnTo>
                  <a:lnTo>
                    <a:pt x="561" y="1940"/>
                  </a:lnTo>
                  <a:lnTo>
                    <a:pt x="561" y="1919"/>
                  </a:lnTo>
                  <a:lnTo>
                    <a:pt x="561" y="1897"/>
                  </a:lnTo>
                  <a:lnTo>
                    <a:pt x="565" y="1872"/>
                  </a:lnTo>
                  <a:lnTo>
                    <a:pt x="565" y="1850"/>
                  </a:lnTo>
                  <a:lnTo>
                    <a:pt x="569" y="1825"/>
                  </a:lnTo>
                  <a:lnTo>
                    <a:pt x="569" y="1803"/>
                  </a:lnTo>
                  <a:lnTo>
                    <a:pt x="569" y="1778"/>
                  </a:lnTo>
                  <a:lnTo>
                    <a:pt x="572" y="1753"/>
                  </a:lnTo>
                  <a:lnTo>
                    <a:pt x="572" y="1731"/>
                  </a:lnTo>
                  <a:lnTo>
                    <a:pt x="576" y="1706"/>
                  </a:lnTo>
                  <a:lnTo>
                    <a:pt x="576" y="1681"/>
                  </a:lnTo>
                  <a:lnTo>
                    <a:pt x="576" y="1656"/>
                  </a:lnTo>
                  <a:lnTo>
                    <a:pt x="579" y="1631"/>
                  </a:lnTo>
                  <a:lnTo>
                    <a:pt x="579" y="1602"/>
                  </a:lnTo>
                  <a:lnTo>
                    <a:pt x="579" y="1577"/>
                  </a:lnTo>
                  <a:lnTo>
                    <a:pt x="583" y="1551"/>
                  </a:lnTo>
                  <a:lnTo>
                    <a:pt x="583" y="1523"/>
                  </a:lnTo>
                  <a:lnTo>
                    <a:pt x="587" y="1497"/>
                  </a:lnTo>
                  <a:lnTo>
                    <a:pt x="587" y="1472"/>
                  </a:lnTo>
                  <a:lnTo>
                    <a:pt x="587" y="1443"/>
                  </a:lnTo>
                  <a:lnTo>
                    <a:pt x="590" y="1418"/>
                  </a:lnTo>
                  <a:lnTo>
                    <a:pt x="590" y="1389"/>
                  </a:lnTo>
                  <a:lnTo>
                    <a:pt x="594" y="1361"/>
                  </a:lnTo>
                  <a:lnTo>
                    <a:pt x="594" y="1335"/>
                  </a:lnTo>
                  <a:lnTo>
                    <a:pt x="594" y="1307"/>
                  </a:lnTo>
                  <a:lnTo>
                    <a:pt x="597" y="1281"/>
                  </a:lnTo>
                  <a:lnTo>
                    <a:pt x="597" y="1253"/>
                  </a:lnTo>
                  <a:lnTo>
                    <a:pt x="601" y="1224"/>
                  </a:lnTo>
                  <a:lnTo>
                    <a:pt x="601" y="1195"/>
                  </a:lnTo>
                  <a:lnTo>
                    <a:pt x="601" y="1170"/>
                  </a:lnTo>
                  <a:lnTo>
                    <a:pt x="605" y="1141"/>
                  </a:lnTo>
                  <a:lnTo>
                    <a:pt x="605" y="1112"/>
                  </a:lnTo>
                  <a:lnTo>
                    <a:pt x="605" y="1087"/>
                  </a:lnTo>
                  <a:lnTo>
                    <a:pt x="608" y="1058"/>
                  </a:lnTo>
                  <a:lnTo>
                    <a:pt x="608" y="1029"/>
                  </a:lnTo>
                  <a:lnTo>
                    <a:pt x="612" y="1004"/>
                  </a:lnTo>
                  <a:lnTo>
                    <a:pt x="612" y="975"/>
                  </a:lnTo>
                  <a:lnTo>
                    <a:pt x="612" y="950"/>
                  </a:lnTo>
                  <a:lnTo>
                    <a:pt x="615" y="921"/>
                  </a:lnTo>
                  <a:lnTo>
                    <a:pt x="615" y="896"/>
                  </a:lnTo>
                  <a:lnTo>
                    <a:pt x="619" y="867"/>
                  </a:lnTo>
                  <a:lnTo>
                    <a:pt x="619" y="842"/>
                  </a:lnTo>
                  <a:lnTo>
                    <a:pt x="619" y="813"/>
                  </a:lnTo>
                  <a:lnTo>
                    <a:pt x="623" y="788"/>
                  </a:lnTo>
                  <a:lnTo>
                    <a:pt x="623" y="763"/>
                  </a:lnTo>
                  <a:lnTo>
                    <a:pt x="623" y="738"/>
                  </a:lnTo>
                  <a:lnTo>
                    <a:pt x="626" y="709"/>
                  </a:lnTo>
                  <a:lnTo>
                    <a:pt x="626" y="684"/>
                  </a:lnTo>
                  <a:lnTo>
                    <a:pt x="630" y="659"/>
                  </a:lnTo>
                  <a:lnTo>
                    <a:pt x="630" y="637"/>
                  </a:lnTo>
                  <a:lnTo>
                    <a:pt x="630" y="612"/>
                  </a:lnTo>
                  <a:lnTo>
                    <a:pt x="633" y="587"/>
                  </a:lnTo>
                  <a:lnTo>
                    <a:pt x="633" y="562"/>
                  </a:lnTo>
                  <a:lnTo>
                    <a:pt x="637" y="540"/>
                  </a:lnTo>
                  <a:lnTo>
                    <a:pt x="637" y="515"/>
                  </a:lnTo>
                  <a:lnTo>
                    <a:pt x="637" y="493"/>
                  </a:lnTo>
                  <a:lnTo>
                    <a:pt x="641" y="472"/>
                  </a:lnTo>
                  <a:lnTo>
                    <a:pt x="641" y="450"/>
                  </a:lnTo>
                  <a:lnTo>
                    <a:pt x="644" y="428"/>
                  </a:lnTo>
                  <a:lnTo>
                    <a:pt x="644" y="407"/>
                  </a:lnTo>
                  <a:lnTo>
                    <a:pt x="644" y="385"/>
                  </a:lnTo>
                  <a:lnTo>
                    <a:pt x="648" y="364"/>
                  </a:lnTo>
                  <a:lnTo>
                    <a:pt x="648" y="346"/>
                  </a:lnTo>
                  <a:lnTo>
                    <a:pt x="648" y="324"/>
                  </a:lnTo>
                  <a:lnTo>
                    <a:pt x="651" y="306"/>
                  </a:lnTo>
                  <a:lnTo>
                    <a:pt x="651" y="288"/>
                  </a:lnTo>
                  <a:lnTo>
                    <a:pt x="655" y="270"/>
                  </a:lnTo>
                  <a:lnTo>
                    <a:pt x="655" y="252"/>
                  </a:lnTo>
                  <a:lnTo>
                    <a:pt x="655" y="234"/>
                  </a:lnTo>
                  <a:lnTo>
                    <a:pt x="659" y="220"/>
                  </a:lnTo>
                  <a:lnTo>
                    <a:pt x="659" y="202"/>
                  </a:lnTo>
                  <a:lnTo>
                    <a:pt x="662" y="187"/>
                  </a:lnTo>
                  <a:lnTo>
                    <a:pt x="662" y="173"/>
                  </a:lnTo>
                  <a:lnTo>
                    <a:pt x="662" y="158"/>
                  </a:lnTo>
                  <a:lnTo>
                    <a:pt x="666" y="144"/>
                  </a:lnTo>
                  <a:lnTo>
                    <a:pt x="666" y="133"/>
                  </a:lnTo>
                  <a:lnTo>
                    <a:pt x="666" y="119"/>
                  </a:lnTo>
                  <a:lnTo>
                    <a:pt x="669" y="108"/>
                  </a:lnTo>
                  <a:lnTo>
                    <a:pt x="669" y="97"/>
                  </a:lnTo>
                  <a:lnTo>
                    <a:pt x="673" y="86"/>
                  </a:lnTo>
                  <a:lnTo>
                    <a:pt x="673" y="76"/>
                  </a:lnTo>
                  <a:lnTo>
                    <a:pt x="673" y="65"/>
                  </a:lnTo>
                  <a:lnTo>
                    <a:pt x="677" y="58"/>
                  </a:lnTo>
                  <a:lnTo>
                    <a:pt x="677" y="50"/>
                  </a:lnTo>
                  <a:lnTo>
                    <a:pt x="680" y="40"/>
                  </a:lnTo>
                  <a:lnTo>
                    <a:pt x="680" y="36"/>
                  </a:lnTo>
                  <a:lnTo>
                    <a:pt x="680" y="29"/>
                  </a:lnTo>
                  <a:lnTo>
                    <a:pt x="684" y="22"/>
                  </a:lnTo>
                  <a:lnTo>
                    <a:pt x="684" y="18"/>
                  </a:lnTo>
                  <a:lnTo>
                    <a:pt x="687" y="14"/>
                  </a:lnTo>
                  <a:lnTo>
                    <a:pt x="687" y="11"/>
                  </a:lnTo>
                  <a:lnTo>
                    <a:pt x="687" y="7"/>
                  </a:lnTo>
                  <a:lnTo>
                    <a:pt x="691" y="4"/>
                  </a:lnTo>
                  <a:lnTo>
                    <a:pt x="691" y="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2" name="Freeform 150"/>
            <p:cNvSpPr>
              <a:spLocks/>
            </p:cNvSpPr>
            <p:nvPr/>
          </p:nvSpPr>
          <p:spPr bwMode="auto">
            <a:xfrm>
              <a:off x="4792" y="1048"/>
              <a:ext cx="417" cy="2462"/>
            </a:xfrm>
            <a:custGeom>
              <a:avLst/>
              <a:gdLst/>
              <a:ahLst/>
              <a:cxnLst>
                <a:cxn ang="0">
                  <a:pos x="7" y="14"/>
                </a:cxn>
                <a:cxn ang="0">
                  <a:pos x="14" y="40"/>
                </a:cxn>
                <a:cxn ang="0">
                  <a:pos x="21" y="86"/>
                </a:cxn>
                <a:cxn ang="0">
                  <a:pos x="28" y="144"/>
                </a:cxn>
                <a:cxn ang="0">
                  <a:pos x="36" y="220"/>
                </a:cxn>
                <a:cxn ang="0">
                  <a:pos x="43" y="306"/>
                </a:cxn>
                <a:cxn ang="0">
                  <a:pos x="50" y="407"/>
                </a:cxn>
                <a:cxn ang="0">
                  <a:pos x="57" y="515"/>
                </a:cxn>
                <a:cxn ang="0">
                  <a:pos x="64" y="637"/>
                </a:cxn>
                <a:cxn ang="0">
                  <a:pos x="72" y="763"/>
                </a:cxn>
                <a:cxn ang="0">
                  <a:pos x="79" y="896"/>
                </a:cxn>
                <a:cxn ang="0">
                  <a:pos x="82" y="1029"/>
                </a:cxn>
                <a:cxn ang="0">
                  <a:pos x="90" y="1170"/>
                </a:cxn>
                <a:cxn ang="0">
                  <a:pos x="97" y="1307"/>
                </a:cxn>
                <a:cxn ang="0">
                  <a:pos x="104" y="1443"/>
                </a:cxn>
                <a:cxn ang="0">
                  <a:pos x="111" y="1577"/>
                </a:cxn>
                <a:cxn ang="0">
                  <a:pos x="118" y="1706"/>
                </a:cxn>
                <a:cxn ang="0">
                  <a:pos x="126" y="1825"/>
                </a:cxn>
                <a:cxn ang="0">
                  <a:pos x="133" y="1940"/>
                </a:cxn>
                <a:cxn ang="0">
                  <a:pos x="140" y="2045"/>
                </a:cxn>
                <a:cxn ang="0">
                  <a:pos x="147" y="2138"/>
                </a:cxn>
                <a:cxn ang="0">
                  <a:pos x="154" y="2221"/>
                </a:cxn>
                <a:cxn ang="0">
                  <a:pos x="162" y="2293"/>
                </a:cxn>
                <a:cxn ang="0">
                  <a:pos x="169" y="2351"/>
                </a:cxn>
                <a:cxn ang="0">
                  <a:pos x="176" y="2397"/>
                </a:cxn>
                <a:cxn ang="0">
                  <a:pos x="183" y="2430"/>
                </a:cxn>
                <a:cxn ang="0">
                  <a:pos x="190" y="2451"/>
                </a:cxn>
                <a:cxn ang="0">
                  <a:pos x="205" y="2459"/>
                </a:cxn>
                <a:cxn ang="0">
                  <a:pos x="212" y="2437"/>
                </a:cxn>
                <a:cxn ang="0">
                  <a:pos x="219" y="2412"/>
                </a:cxn>
                <a:cxn ang="0">
                  <a:pos x="226" y="2379"/>
                </a:cxn>
                <a:cxn ang="0">
                  <a:pos x="234" y="2340"/>
                </a:cxn>
                <a:cxn ang="0">
                  <a:pos x="241" y="2293"/>
                </a:cxn>
                <a:cxn ang="0">
                  <a:pos x="248" y="2243"/>
                </a:cxn>
                <a:cxn ang="0">
                  <a:pos x="255" y="2192"/>
                </a:cxn>
                <a:cxn ang="0">
                  <a:pos x="262" y="2138"/>
                </a:cxn>
                <a:cxn ang="0">
                  <a:pos x="270" y="2088"/>
                </a:cxn>
                <a:cxn ang="0">
                  <a:pos x="277" y="2034"/>
                </a:cxn>
                <a:cxn ang="0">
                  <a:pos x="284" y="1983"/>
                </a:cxn>
                <a:cxn ang="0">
                  <a:pos x="291" y="1937"/>
                </a:cxn>
                <a:cxn ang="0">
                  <a:pos x="298" y="1897"/>
                </a:cxn>
                <a:cxn ang="0">
                  <a:pos x="306" y="1857"/>
                </a:cxn>
                <a:cxn ang="0">
                  <a:pos x="313" y="1829"/>
                </a:cxn>
                <a:cxn ang="0">
                  <a:pos x="320" y="1803"/>
                </a:cxn>
                <a:cxn ang="0">
                  <a:pos x="324" y="1782"/>
                </a:cxn>
                <a:cxn ang="0">
                  <a:pos x="338" y="1764"/>
                </a:cxn>
                <a:cxn ang="0">
                  <a:pos x="356" y="1775"/>
                </a:cxn>
                <a:cxn ang="0">
                  <a:pos x="363" y="1793"/>
                </a:cxn>
                <a:cxn ang="0">
                  <a:pos x="370" y="1811"/>
                </a:cxn>
                <a:cxn ang="0">
                  <a:pos x="378" y="1836"/>
                </a:cxn>
                <a:cxn ang="0">
                  <a:pos x="385" y="1865"/>
                </a:cxn>
                <a:cxn ang="0">
                  <a:pos x="392" y="1893"/>
                </a:cxn>
                <a:cxn ang="0">
                  <a:pos x="399" y="1929"/>
                </a:cxn>
                <a:cxn ang="0">
                  <a:pos x="406" y="1962"/>
                </a:cxn>
                <a:cxn ang="0">
                  <a:pos x="410" y="1998"/>
                </a:cxn>
                <a:cxn ang="0">
                  <a:pos x="417" y="2030"/>
                </a:cxn>
              </a:cxnLst>
              <a:rect l="0" t="0" r="r" b="b"/>
              <a:pathLst>
                <a:path w="417" h="2462">
                  <a:moveTo>
                    <a:pt x="0" y="0"/>
                  </a:moveTo>
                  <a:lnTo>
                    <a:pt x="3" y="4"/>
                  </a:lnTo>
                  <a:lnTo>
                    <a:pt x="3" y="7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0" y="18"/>
                  </a:lnTo>
                  <a:lnTo>
                    <a:pt x="10" y="22"/>
                  </a:lnTo>
                  <a:lnTo>
                    <a:pt x="10" y="29"/>
                  </a:lnTo>
                  <a:lnTo>
                    <a:pt x="14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21" y="76"/>
                  </a:lnTo>
                  <a:lnTo>
                    <a:pt x="21" y="86"/>
                  </a:lnTo>
                  <a:lnTo>
                    <a:pt x="21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8" y="133"/>
                  </a:lnTo>
                  <a:lnTo>
                    <a:pt x="28" y="144"/>
                  </a:lnTo>
                  <a:lnTo>
                    <a:pt x="28" y="158"/>
                  </a:lnTo>
                  <a:lnTo>
                    <a:pt x="32" y="173"/>
                  </a:lnTo>
                  <a:lnTo>
                    <a:pt x="32" y="187"/>
                  </a:lnTo>
                  <a:lnTo>
                    <a:pt x="36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9" y="252"/>
                  </a:lnTo>
                  <a:lnTo>
                    <a:pt x="39" y="270"/>
                  </a:lnTo>
                  <a:lnTo>
                    <a:pt x="39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6" y="346"/>
                  </a:lnTo>
                  <a:lnTo>
                    <a:pt x="46" y="364"/>
                  </a:lnTo>
                  <a:lnTo>
                    <a:pt x="46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4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7" y="515"/>
                  </a:lnTo>
                  <a:lnTo>
                    <a:pt x="57" y="540"/>
                  </a:lnTo>
                  <a:lnTo>
                    <a:pt x="57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4" y="637"/>
                  </a:lnTo>
                  <a:lnTo>
                    <a:pt x="64" y="659"/>
                  </a:lnTo>
                  <a:lnTo>
                    <a:pt x="64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72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5" y="842"/>
                  </a:lnTo>
                  <a:lnTo>
                    <a:pt x="75" y="867"/>
                  </a:lnTo>
                  <a:lnTo>
                    <a:pt x="79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82" y="975"/>
                  </a:lnTo>
                  <a:lnTo>
                    <a:pt x="82" y="1004"/>
                  </a:lnTo>
                  <a:lnTo>
                    <a:pt x="82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90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3" y="1195"/>
                  </a:lnTo>
                  <a:lnTo>
                    <a:pt x="93" y="1224"/>
                  </a:lnTo>
                  <a:lnTo>
                    <a:pt x="97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100" y="1335"/>
                  </a:lnTo>
                  <a:lnTo>
                    <a:pt x="100" y="1361"/>
                  </a:lnTo>
                  <a:lnTo>
                    <a:pt x="100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8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1" y="1551"/>
                  </a:lnTo>
                  <a:lnTo>
                    <a:pt x="111" y="1577"/>
                  </a:lnTo>
                  <a:lnTo>
                    <a:pt x="115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8" y="1681"/>
                  </a:lnTo>
                  <a:lnTo>
                    <a:pt x="118" y="1706"/>
                  </a:lnTo>
                  <a:lnTo>
                    <a:pt x="122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6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9" y="1872"/>
                  </a:lnTo>
                  <a:lnTo>
                    <a:pt x="129" y="1897"/>
                  </a:lnTo>
                  <a:lnTo>
                    <a:pt x="133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6" y="1983"/>
                  </a:lnTo>
                  <a:lnTo>
                    <a:pt x="136" y="2005"/>
                  </a:lnTo>
                  <a:lnTo>
                    <a:pt x="140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4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7" y="2138"/>
                  </a:lnTo>
                  <a:lnTo>
                    <a:pt x="147" y="2156"/>
                  </a:lnTo>
                  <a:lnTo>
                    <a:pt x="151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4" y="2221"/>
                  </a:lnTo>
                  <a:lnTo>
                    <a:pt x="154" y="2235"/>
                  </a:lnTo>
                  <a:lnTo>
                    <a:pt x="158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62" y="2293"/>
                  </a:lnTo>
                  <a:lnTo>
                    <a:pt x="162" y="2304"/>
                  </a:lnTo>
                  <a:lnTo>
                    <a:pt x="165" y="2315"/>
                  </a:lnTo>
                  <a:lnTo>
                    <a:pt x="165" y="2329"/>
                  </a:lnTo>
                  <a:lnTo>
                    <a:pt x="165" y="2340"/>
                  </a:lnTo>
                  <a:lnTo>
                    <a:pt x="169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2" y="2379"/>
                  </a:lnTo>
                  <a:lnTo>
                    <a:pt x="172" y="2387"/>
                  </a:lnTo>
                  <a:lnTo>
                    <a:pt x="176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3" y="2430"/>
                  </a:lnTo>
                  <a:lnTo>
                    <a:pt x="183" y="2437"/>
                  </a:lnTo>
                  <a:lnTo>
                    <a:pt x="183" y="2441"/>
                  </a:lnTo>
                  <a:lnTo>
                    <a:pt x="187" y="2444"/>
                  </a:lnTo>
                  <a:lnTo>
                    <a:pt x="187" y="2448"/>
                  </a:lnTo>
                  <a:lnTo>
                    <a:pt x="190" y="2451"/>
                  </a:lnTo>
                  <a:lnTo>
                    <a:pt x="190" y="2455"/>
                  </a:lnTo>
                  <a:lnTo>
                    <a:pt x="194" y="2459"/>
                  </a:lnTo>
                  <a:lnTo>
                    <a:pt x="198" y="2462"/>
                  </a:lnTo>
                  <a:lnTo>
                    <a:pt x="201" y="2462"/>
                  </a:lnTo>
                  <a:lnTo>
                    <a:pt x="205" y="2459"/>
                  </a:lnTo>
                  <a:lnTo>
                    <a:pt x="208" y="2455"/>
                  </a:lnTo>
                  <a:lnTo>
                    <a:pt x="208" y="2451"/>
                  </a:lnTo>
                  <a:lnTo>
                    <a:pt x="212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9" y="2423"/>
                  </a:lnTo>
                  <a:lnTo>
                    <a:pt x="219" y="2419"/>
                  </a:lnTo>
                  <a:lnTo>
                    <a:pt x="219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6" y="2394"/>
                  </a:lnTo>
                  <a:lnTo>
                    <a:pt x="226" y="2387"/>
                  </a:lnTo>
                  <a:lnTo>
                    <a:pt x="226" y="2379"/>
                  </a:lnTo>
                  <a:lnTo>
                    <a:pt x="230" y="2372"/>
                  </a:lnTo>
                  <a:lnTo>
                    <a:pt x="230" y="2365"/>
                  </a:lnTo>
                  <a:lnTo>
                    <a:pt x="234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7" y="2329"/>
                  </a:lnTo>
                  <a:lnTo>
                    <a:pt x="237" y="2322"/>
                  </a:lnTo>
                  <a:lnTo>
                    <a:pt x="237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4" y="2286"/>
                  </a:lnTo>
                  <a:lnTo>
                    <a:pt x="244" y="2275"/>
                  </a:lnTo>
                  <a:lnTo>
                    <a:pt x="244" y="2264"/>
                  </a:lnTo>
                  <a:lnTo>
                    <a:pt x="248" y="2253"/>
                  </a:lnTo>
                  <a:lnTo>
                    <a:pt x="248" y="2243"/>
                  </a:lnTo>
                  <a:lnTo>
                    <a:pt x="252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5" y="2203"/>
                  </a:lnTo>
                  <a:lnTo>
                    <a:pt x="255" y="2192"/>
                  </a:lnTo>
                  <a:lnTo>
                    <a:pt x="255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62" y="2149"/>
                  </a:lnTo>
                  <a:lnTo>
                    <a:pt x="262" y="2138"/>
                  </a:lnTo>
                  <a:lnTo>
                    <a:pt x="262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70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3" y="2066"/>
                  </a:lnTo>
                  <a:lnTo>
                    <a:pt x="273" y="2055"/>
                  </a:lnTo>
                  <a:lnTo>
                    <a:pt x="277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80" y="2012"/>
                  </a:lnTo>
                  <a:lnTo>
                    <a:pt x="280" y="2005"/>
                  </a:lnTo>
                  <a:lnTo>
                    <a:pt x="280" y="1994"/>
                  </a:lnTo>
                  <a:lnTo>
                    <a:pt x="284" y="1983"/>
                  </a:lnTo>
                  <a:lnTo>
                    <a:pt x="284" y="1976"/>
                  </a:lnTo>
                  <a:lnTo>
                    <a:pt x="288" y="1965"/>
                  </a:lnTo>
                  <a:lnTo>
                    <a:pt x="288" y="1955"/>
                  </a:lnTo>
                  <a:lnTo>
                    <a:pt x="288" y="1947"/>
                  </a:lnTo>
                  <a:lnTo>
                    <a:pt x="291" y="1937"/>
                  </a:lnTo>
                  <a:lnTo>
                    <a:pt x="291" y="1929"/>
                  </a:lnTo>
                  <a:lnTo>
                    <a:pt x="295" y="1922"/>
                  </a:lnTo>
                  <a:lnTo>
                    <a:pt x="295" y="1911"/>
                  </a:lnTo>
                  <a:lnTo>
                    <a:pt x="295" y="1904"/>
                  </a:lnTo>
                  <a:lnTo>
                    <a:pt x="298" y="1897"/>
                  </a:lnTo>
                  <a:lnTo>
                    <a:pt x="298" y="1886"/>
                  </a:lnTo>
                  <a:lnTo>
                    <a:pt x="298" y="1879"/>
                  </a:lnTo>
                  <a:lnTo>
                    <a:pt x="302" y="1872"/>
                  </a:lnTo>
                  <a:lnTo>
                    <a:pt x="302" y="1865"/>
                  </a:lnTo>
                  <a:lnTo>
                    <a:pt x="306" y="1857"/>
                  </a:lnTo>
                  <a:lnTo>
                    <a:pt x="306" y="1850"/>
                  </a:lnTo>
                  <a:lnTo>
                    <a:pt x="306" y="1847"/>
                  </a:lnTo>
                  <a:lnTo>
                    <a:pt x="309" y="1839"/>
                  </a:lnTo>
                  <a:lnTo>
                    <a:pt x="309" y="1832"/>
                  </a:lnTo>
                  <a:lnTo>
                    <a:pt x="313" y="1829"/>
                  </a:lnTo>
                  <a:lnTo>
                    <a:pt x="313" y="1821"/>
                  </a:lnTo>
                  <a:lnTo>
                    <a:pt x="313" y="1818"/>
                  </a:lnTo>
                  <a:lnTo>
                    <a:pt x="316" y="1811"/>
                  </a:lnTo>
                  <a:lnTo>
                    <a:pt x="316" y="1807"/>
                  </a:lnTo>
                  <a:lnTo>
                    <a:pt x="320" y="1803"/>
                  </a:lnTo>
                  <a:lnTo>
                    <a:pt x="320" y="1796"/>
                  </a:lnTo>
                  <a:lnTo>
                    <a:pt x="320" y="1793"/>
                  </a:lnTo>
                  <a:lnTo>
                    <a:pt x="324" y="1789"/>
                  </a:lnTo>
                  <a:lnTo>
                    <a:pt x="324" y="1785"/>
                  </a:lnTo>
                  <a:lnTo>
                    <a:pt x="324" y="1782"/>
                  </a:lnTo>
                  <a:lnTo>
                    <a:pt x="327" y="1778"/>
                  </a:lnTo>
                  <a:lnTo>
                    <a:pt x="331" y="1775"/>
                  </a:lnTo>
                  <a:lnTo>
                    <a:pt x="331" y="1771"/>
                  </a:lnTo>
                  <a:lnTo>
                    <a:pt x="334" y="1767"/>
                  </a:lnTo>
                  <a:lnTo>
                    <a:pt x="338" y="1764"/>
                  </a:lnTo>
                  <a:lnTo>
                    <a:pt x="342" y="1764"/>
                  </a:lnTo>
                  <a:lnTo>
                    <a:pt x="345" y="1764"/>
                  </a:lnTo>
                  <a:lnTo>
                    <a:pt x="349" y="1767"/>
                  </a:lnTo>
                  <a:lnTo>
                    <a:pt x="352" y="1771"/>
                  </a:lnTo>
                  <a:lnTo>
                    <a:pt x="356" y="1775"/>
                  </a:lnTo>
                  <a:lnTo>
                    <a:pt x="356" y="1778"/>
                  </a:lnTo>
                  <a:lnTo>
                    <a:pt x="360" y="1782"/>
                  </a:lnTo>
                  <a:lnTo>
                    <a:pt x="360" y="1785"/>
                  </a:lnTo>
                  <a:lnTo>
                    <a:pt x="363" y="1789"/>
                  </a:lnTo>
                  <a:lnTo>
                    <a:pt x="363" y="1793"/>
                  </a:lnTo>
                  <a:lnTo>
                    <a:pt x="363" y="1796"/>
                  </a:lnTo>
                  <a:lnTo>
                    <a:pt x="367" y="1800"/>
                  </a:lnTo>
                  <a:lnTo>
                    <a:pt x="367" y="1803"/>
                  </a:lnTo>
                  <a:lnTo>
                    <a:pt x="367" y="1807"/>
                  </a:lnTo>
                  <a:lnTo>
                    <a:pt x="370" y="1811"/>
                  </a:lnTo>
                  <a:lnTo>
                    <a:pt x="370" y="1818"/>
                  </a:lnTo>
                  <a:lnTo>
                    <a:pt x="374" y="1821"/>
                  </a:lnTo>
                  <a:lnTo>
                    <a:pt x="374" y="1825"/>
                  </a:lnTo>
                  <a:lnTo>
                    <a:pt x="374" y="1832"/>
                  </a:lnTo>
                  <a:lnTo>
                    <a:pt x="378" y="1836"/>
                  </a:lnTo>
                  <a:lnTo>
                    <a:pt x="378" y="1843"/>
                  </a:lnTo>
                  <a:lnTo>
                    <a:pt x="381" y="1847"/>
                  </a:lnTo>
                  <a:lnTo>
                    <a:pt x="381" y="1854"/>
                  </a:lnTo>
                  <a:lnTo>
                    <a:pt x="381" y="1857"/>
                  </a:lnTo>
                  <a:lnTo>
                    <a:pt x="385" y="1865"/>
                  </a:lnTo>
                  <a:lnTo>
                    <a:pt x="385" y="1872"/>
                  </a:lnTo>
                  <a:lnTo>
                    <a:pt x="385" y="1875"/>
                  </a:lnTo>
                  <a:lnTo>
                    <a:pt x="388" y="1883"/>
                  </a:lnTo>
                  <a:lnTo>
                    <a:pt x="388" y="1890"/>
                  </a:lnTo>
                  <a:lnTo>
                    <a:pt x="392" y="1893"/>
                  </a:lnTo>
                  <a:lnTo>
                    <a:pt x="392" y="1901"/>
                  </a:lnTo>
                  <a:lnTo>
                    <a:pt x="392" y="1908"/>
                  </a:lnTo>
                  <a:lnTo>
                    <a:pt x="396" y="1915"/>
                  </a:lnTo>
                  <a:lnTo>
                    <a:pt x="396" y="1922"/>
                  </a:lnTo>
                  <a:lnTo>
                    <a:pt x="399" y="1929"/>
                  </a:lnTo>
                  <a:lnTo>
                    <a:pt x="399" y="1937"/>
                  </a:lnTo>
                  <a:lnTo>
                    <a:pt x="399" y="1940"/>
                  </a:lnTo>
                  <a:lnTo>
                    <a:pt x="403" y="1947"/>
                  </a:lnTo>
                  <a:lnTo>
                    <a:pt x="403" y="1955"/>
                  </a:lnTo>
                  <a:lnTo>
                    <a:pt x="406" y="1962"/>
                  </a:lnTo>
                  <a:lnTo>
                    <a:pt x="406" y="1969"/>
                  </a:lnTo>
                  <a:lnTo>
                    <a:pt x="406" y="1976"/>
                  </a:lnTo>
                  <a:lnTo>
                    <a:pt x="410" y="1983"/>
                  </a:lnTo>
                  <a:lnTo>
                    <a:pt x="410" y="1991"/>
                  </a:lnTo>
                  <a:lnTo>
                    <a:pt x="410" y="1998"/>
                  </a:lnTo>
                  <a:lnTo>
                    <a:pt x="414" y="2005"/>
                  </a:lnTo>
                  <a:lnTo>
                    <a:pt x="414" y="2009"/>
                  </a:lnTo>
                  <a:lnTo>
                    <a:pt x="417" y="2016"/>
                  </a:lnTo>
                  <a:lnTo>
                    <a:pt x="417" y="2023"/>
                  </a:lnTo>
                  <a:lnTo>
                    <a:pt x="417" y="2030"/>
                  </a:lnTo>
                  <a:lnTo>
                    <a:pt x="417" y="2030"/>
                  </a:lnTo>
                </a:path>
              </a:pathLst>
            </a:custGeom>
            <a:noFill/>
            <a:ln w="0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3" name="Freeform 151"/>
            <p:cNvSpPr>
              <a:spLocks/>
            </p:cNvSpPr>
            <p:nvPr/>
          </p:nvSpPr>
          <p:spPr bwMode="auto">
            <a:xfrm>
              <a:off x="749" y="2974"/>
              <a:ext cx="3409" cy="212"/>
            </a:xfrm>
            <a:custGeom>
              <a:avLst/>
              <a:gdLst/>
              <a:ahLst/>
              <a:cxnLst>
                <a:cxn ang="0">
                  <a:pos x="57" y="119"/>
                </a:cxn>
                <a:cxn ang="0">
                  <a:pos x="119" y="108"/>
                </a:cxn>
                <a:cxn ang="0">
                  <a:pos x="180" y="79"/>
                </a:cxn>
                <a:cxn ang="0">
                  <a:pos x="241" y="83"/>
                </a:cxn>
                <a:cxn ang="0">
                  <a:pos x="302" y="111"/>
                </a:cxn>
                <a:cxn ang="0">
                  <a:pos x="363" y="119"/>
                </a:cxn>
                <a:cxn ang="0">
                  <a:pos x="425" y="93"/>
                </a:cxn>
                <a:cxn ang="0">
                  <a:pos x="486" y="75"/>
                </a:cxn>
                <a:cxn ang="0">
                  <a:pos x="547" y="93"/>
                </a:cxn>
                <a:cxn ang="0">
                  <a:pos x="608" y="122"/>
                </a:cxn>
                <a:cxn ang="0">
                  <a:pos x="669" y="111"/>
                </a:cxn>
                <a:cxn ang="0">
                  <a:pos x="731" y="79"/>
                </a:cxn>
                <a:cxn ang="0">
                  <a:pos x="792" y="75"/>
                </a:cxn>
                <a:cxn ang="0">
                  <a:pos x="853" y="108"/>
                </a:cxn>
                <a:cxn ang="0">
                  <a:pos x="914" y="126"/>
                </a:cxn>
                <a:cxn ang="0">
                  <a:pos x="975" y="97"/>
                </a:cxn>
                <a:cxn ang="0">
                  <a:pos x="1037" y="68"/>
                </a:cxn>
                <a:cxn ang="0">
                  <a:pos x="1098" y="90"/>
                </a:cxn>
                <a:cxn ang="0">
                  <a:pos x="1159" y="122"/>
                </a:cxn>
                <a:cxn ang="0">
                  <a:pos x="1220" y="119"/>
                </a:cxn>
                <a:cxn ang="0">
                  <a:pos x="1281" y="79"/>
                </a:cxn>
                <a:cxn ang="0">
                  <a:pos x="1343" y="68"/>
                </a:cxn>
                <a:cxn ang="0">
                  <a:pos x="1404" y="104"/>
                </a:cxn>
                <a:cxn ang="0">
                  <a:pos x="1465" y="129"/>
                </a:cxn>
                <a:cxn ang="0">
                  <a:pos x="1526" y="101"/>
                </a:cxn>
                <a:cxn ang="0">
                  <a:pos x="1587" y="65"/>
                </a:cxn>
                <a:cxn ang="0">
                  <a:pos x="1649" y="83"/>
                </a:cxn>
                <a:cxn ang="0">
                  <a:pos x="1710" y="126"/>
                </a:cxn>
                <a:cxn ang="0">
                  <a:pos x="1771" y="126"/>
                </a:cxn>
                <a:cxn ang="0">
                  <a:pos x="1832" y="79"/>
                </a:cxn>
                <a:cxn ang="0">
                  <a:pos x="1893" y="61"/>
                </a:cxn>
                <a:cxn ang="0">
                  <a:pos x="1955" y="101"/>
                </a:cxn>
                <a:cxn ang="0">
                  <a:pos x="2016" y="140"/>
                </a:cxn>
                <a:cxn ang="0">
                  <a:pos x="2077" y="111"/>
                </a:cxn>
                <a:cxn ang="0">
                  <a:pos x="2138" y="57"/>
                </a:cxn>
                <a:cxn ang="0">
                  <a:pos x="2199" y="72"/>
                </a:cxn>
                <a:cxn ang="0">
                  <a:pos x="2261" y="129"/>
                </a:cxn>
                <a:cxn ang="0">
                  <a:pos x="2322" y="140"/>
                </a:cxn>
                <a:cxn ang="0">
                  <a:pos x="2379" y="86"/>
                </a:cxn>
                <a:cxn ang="0">
                  <a:pos x="2441" y="47"/>
                </a:cxn>
                <a:cxn ang="0">
                  <a:pos x="2502" y="90"/>
                </a:cxn>
                <a:cxn ang="0">
                  <a:pos x="2559" y="147"/>
                </a:cxn>
                <a:cxn ang="0">
                  <a:pos x="2621" y="129"/>
                </a:cxn>
                <a:cxn ang="0">
                  <a:pos x="2671" y="68"/>
                </a:cxn>
                <a:cxn ang="0">
                  <a:pos x="2732" y="39"/>
                </a:cxn>
                <a:cxn ang="0">
                  <a:pos x="2786" y="97"/>
                </a:cxn>
                <a:cxn ang="0">
                  <a:pos x="2837" y="158"/>
                </a:cxn>
                <a:cxn ang="0">
                  <a:pos x="2898" y="140"/>
                </a:cxn>
                <a:cxn ang="0">
                  <a:pos x="2941" y="79"/>
                </a:cxn>
                <a:cxn ang="0">
                  <a:pos x="2988" y="25"/>
                </a:cxn>
                <a:cxn ang="0">
                  <a:pos x="3045" y="61"/>
                </a:cxn>
                <a:cxn ang="0">
                  <a:pos x="3081" y="122"/>
                </a:cxn>
                <a:cxn ang="0">
                  <a:pos x="3128" y="183"/>
                </a:cxn>
                <a:cxn ang="0">
                  <a:pos x="3182" y="144"/>
                </a:cxn>
                <a:cxn ang="0">
                  <a:pos x="3211" y="83"/>
                </a:cxn>
                <a:cxn ang="0">
                  <a:pos x="3247" y="21"/>
                </a:cxn>
                <a:cxn ang="0">
                  <a:pos x="3305" y="18"/>
                </a:cxn>
                <a:cxn ang="0">
                  <a:pos x="3337" y="79"/>
                </a:cxn>
                <a:cxn ang="0">
                  <a:pos x="3362" y="140"/>
                </a:cxn>
                <a:cxn ang="0">
                  <a:pos x="3398" y="201"/>
                </a:cxn>
              </a:cxnLst>
              <a:rect l="0" t="0" r="r" b="b"/>
              <a:pathLst>
                <a:path w="3409" h="212">
                  <a:moveTo>
                    <a:pt x="0" y="97"/>
                  </a:moveTo>
                  <a:lnTo>
                    <a:pt x="3" y="101"/>
                  </a:lnTo>
                  <a:lnTo>
                    <a:pt x="7" y="101"/>
                  </a:lnTo>
                  <a:lnTo>
                    <a:pt x="11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1" y="108"/>
                  </a:lnTo>
                  <a:lnTo>
                    <a:pt x="25" y="111"/>
                  </a:lnTo>
                  <a:lnTo>
                    <a:pt x="29" y="111"/>
                  </a:lnTo>
                  <a:lnTo>
                    <a:pt x="32" y="111"/>
                  </a:lnTo>
                  <a:lnTo>
                    <a:pt x="36" y="115"/>
                  </a:lnTo>
                  <a:lnTo>
                    <a:pt x="39" y="115"/>
                  </a:lnTo>
                  <a:lnTo>
                    <a:pt x="43" y="115"/>
                  </a:lnTo>
                  <a:lnTo>
                    <a:pt x="47" y="119"/>
                  </a:lnTo>
                  <a:lnTo>
                    <a:pt x="50" y="119"/>
                  </a:lnTo>
                  <a:lnTo>
                    <a:pt x="54" y="119"/>
                  </a:lnTo>
                  <a:lnTo>
                    <a:pt x="57" y="119"/>
                  </a:lnTo>
                  <a:lnTo>
                    <a:pt x="61" y="119"/>
                  </a:lnTo>
                  <a:lnTo>
                    <a:pt x="65" y="119"/>
                  </a:lnTo>
                  <a:lnTo>
                    <a:pt x="68" y="119"/>
                  </a:lnTo>
                  <a:lnTo>
                    <a:pt x="72" y="119"/>
                  </a:lnTo>
                  <a:lnTo>
                    <a:pt x="75" y="119"/>
                  </a:lnTo>
                  <a:lnTo>
                    <a:pt x="79" y="119"/>
                  </a:lnTo>
                  <a:lnTo>
                    <a:pt x="83" y="119"/>
                  </a:lnTo>
                  <a:lnTo>
                    <a:pt x="86" y="119"/>
                  </a:lnTo>
                  <a:lnTo>
                    <a:pt x="90" y="119"/>
                  </a:lnTo>
                  <a:lnTo>
                    <a:pt x="93" y="115"/>
                  </a:lnTo>
                  <a:lnTo>
                    <a:pt x="97" y="115"/>
                  </a:lnTo>
                  <a:lnTo>
                    <a:pt x="101" y="115"/>
                  </a:lnTo>
                  <a:lnTo>
                    <a:pt x="104" y="111"/>
                  </a:lnTo>
                  <a:lnTo>
                    <a:pt x="108" y="111"/>
                  </a:lnTo>
                  <a:lnTo>
                    <a:pt x="111" y="111"/>
                  </a:lnTo>
                  <a:lnTo>
                    <a:pt x="115" y="108"/>
                  </a:lnTo>
                  <a:lnTo>
                    <a:pt x="119" y="108"/>
                  </a:lnTo>
                  <a:lnTo>
                    <a:pt x="122" y="104"/>
                  </a:lnTo>
                  <a:lnTo>
                    <a:pt x="126" y="104"/>
                  </a:lnTo>
                  <a:lnTo>
                    <a:pt x="129" y="101"/>
                  </a:lnTo>
                  <a:lnTo>
                    <a:pt x="133" y="101"/>
                  </a:lnTo>
                  <a:lnTo>
                    <a:pt x="137" y="97"/>
                  </a:lnTo>
                  <a:lnTo>
                    <a:pt x="140" y="97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90"/>
                  </a:lnTo>
                  <a:lnTo>
                    <a:pt x="158" y="90"/>
                  </a:lnTo>
                  <a:lnTo>
                    <a:pt x="162" y="86"/>
                  </a:lnTo>
                  <a:lnTo>
                    <a:pt x="165" y="86"/>
                  </a:lnTo>
                  <a:lnTo>
                    <a:pt x="169" y="83"/>
                  </a:lnTo>
                  <a:lnTo>
                    <a:pt x="173" y="83"/>
                  </a:lnTo>
                  <a:lnTo>
                    <a:pt x="176" y="83"/>
                  </a:lnTo>
                  <a:lnTo>
                    <a:pt x="180" y="79"/>
                  </a:lnTo>
                  <a:lnTo>
                    <a:pt x="183" y="79"/>
                  </a:lnTo>
                  <a:lnTo>
                    <a:pt x="187" y="79"/>
                  </a:lnTo>
                  <a:lnTo>
                    <a:pt x="191" y="75"/>
                  </a:lnTo>
                  <a:lnTo>
                    <a:pt x="194" y="75"/>
                  </a:lnTo>
                  <a:lnTo>
                    <a:pt x="198" y="75"/>
                  </a:lnTo>
                  <a:lnTo>
                    <a:pt x="201" y="75"/>
                  </a:lnTo>
                  <a:lnTo>
                    <a:pt x="205" y="75"/>
                  </a:lnTo>
                  <a:lnTo>
                    <a:pt x="209" y="75"/>
                  </a:lnTo>
                  <a:lnTo>
                    <a:pt x="212" y="75"/>
                  </a:lnTo>
                  <a:lnTo>
                    <a:pt x="216" y="75"/>
                  </a:lnTo>
                  <a:lnTo>
                    <a:pt x="219" y="75"/>
                  </a:lnTo>
                  <a:lnTo>
                    <a:pt x="223" y="75"/>
                  </a:lnTo>
                  <a:lnTo>
                    <a:pt x="227" y="79"/>
                  </a:lnTo>
                  <a:lnTo>
                    <a:pt x="230" y="79"/>
                  </a:lnTo>
                  <a:lnTo>
                    <a:pt x="234" y="79"/>
                  </a:lnTo>
                  <a:lnTo>
                    <a:pt x="237" y="79"/>
                  </a:lnTo>
                  <a:lnTo>
                    <a:pt x="241" y="83"/>
                  </a:lnTo>
                  <a:lnTo>
                    <a:pt x="245" y="83"/>
                  </a:lnTo>
                  <a:lnTo>
                    <a:pt x="248" y="83"/>
                  </a:lnTo>
                  <a:lnTo>
                    <a:pt x="252" y="86"/>
                  </a:lnTo>
                  <a:lnTo>
                    <a:pt x="255" y="86"/>
                  </a:lnTo>
                  <a:lnTo>
                    <a:pt x="259" y="90"/>
                  </a:lnTo>
                  <a:lnTo>
                    <a:pt x="263" y="90"/>
                  </a:lnTo>
                  <a:lnTo>
                    <a:pt x="266" y="93"/>
                  </a:lnTo>
                  <a:lnTo>
                    <a:pt x="270" y="93"/>
                  </a:lnTo>
                  <a:lnTo>
                    <a:pt x="273" y="97"/>
                  </a:lnTo>
                  <a:lnTo>
                    <a:pt x="277" y="97"/>
                  </a:lnTo>
                  <a:lnTo>
                    <a:pt x="281" y="101"/>
                  </a:lnTo>
                  <a:lnTo>
                    <a:pt x="284" y="101"/>
                  </a:lnTo>
                  <a:lnTo>
                    <a:pt x="288" y="104"/>
                  </a:lnTo>
                  <a:lnTo>
                    <a:pt x="291" y="104"/>
                  </a:lnTo>
                  <a:lnTo>
                    <a:pt x="295" y="108"/>
                  </a:lnTo>
                  <a:lnTo>
                    <a:pt x="299" y="108"/>
                  </a:lnTo>
                  <a:lnTo>
                    <a:pt x="302" y="111"/>
                  </a:lnTo>
                  <a:lnTo>
                    <a:pt x="306" y="111"/>
                  </a:lnTo>
                  <a:lnTo>
                    <a:pt x="309" y="115"/>
                  </a:lnTo>
                  <a:lnTo>
                    <a:pt x="313" y="115"/>
                  </a:lnTo>
                  <a:lnTo>
                    <a:pt x="317" y="115"/>
                  </a:lnTo>
                  <a:lnTo>
                    <a:pt x="320" y="119"/>
                  </a:lnTo>
                  <a:lnTo>
                    <a:pt x="324" y="119"/>
                  </a:lnTo>
                  <a:lnTo>
                    <a:pt x="327" y="119"/>
                  </a:lnTo>
                  <a:lnTo>
                    <a:pt x="331" y="119"/>
                  </a:lnTo>
                  <a:lnTo>
                    <a:pt x="335" y="119"/>
                  </a:lnTo>
                  <a:lnTo>
                    <a:pt x="338" y="122"/>
                  </a:lnTo>
                  <a:lnTo>
                    <a:pt x="342" y="122"/>
                  </a:lnTo>
                  <a:lnTo>
                    <a:pt x="345" y="122"/>
                  </a:lnTo>
                  <a:lnTo>
                    <a:pt x="349" y="122"/>
                  </a:lnTo>
                  <a:lnTo>
                    <a:pt x="353" y="122"/>
                  </a:lnTo>
                  <a:lnTo>
                    <a:pt x="356" y="122"/>
                  </a:lnTo>
                  <a:lnTo>
                    <a:pt x="360" y="122"/>
                  </a:lnTo>
                  <a:lnTo>
                    <a:pt x="363" y="119"/>
                  </a:lnTo>
                  <a:lnTo>
                    <a:pt x="367" y="119"/>
                  </a:lnTo>
                  <a:lnTo>
                    <a:pt x="371" y="119"/>
                  </a:lnTo>
                  <a:lnTo>
                    <a:pt x="374" y="119"/>
                  </a:lnTo>
                  <a:lnTo>
                    <a:pt x="378" y="115"/>
                  </a:lnTo>
                  <a:lnTo>
                    <a:pt x="381" y="115"/>
                  </a:lnTo>
                  <a:lnTo>
                    <a:pt x="385" y="115"/>
                  </a:lnTo>
                  <a:lnTo>
                    <a:pt x="389" y="111"/>
                  </a:lnTo>
                  <a:lnTo>
                    <a:pt x="392" y="111"/>
                  </a:lnTo>
                  <a:lnTo>
                    <a:pt x="396" y="108"/>
                  </a:lnTo>
                  <a:lnTo>
                    <a:pt x="399" y="108"/>
                  </a:lnTo>
                  <a:lnTo>
                    <a:pt x="403" y="104"/>
                  </a:lnTo>
                  <a:lnTo>
                    <a:pt x="407" y="104"/>
                  </a:lnTo>
                  <a:lnTo>
                    <a:pt x="410" y="101"/>
                  </a:lnTo>
                  <a:lnTo>
                    <a:pt x="414" y="101"/>
                  </a:lnTo>
                  <a:lnTo>
                    <a:pt x="417" y="97"/>
                  </a:lnTo>
                  <a:lnTo>
                    <a:pt x="421" y="97"/>
                  </a:lnTo>
                  <a:lnTo>
                    <a:pt x="425" y="93"/>
                  </a:lnTo>
                  <a:lnTo>
                    <a:pt x="428" y="93"/>
                  </a:lnTo>
                  <a:lnTo>
                    <a:pt x="432" y="90"/>
                  </a:lnTo>
                  <a:lnTo>
                    <a:pt x="435" y="90"/>
                  </a:lnTo>
                  <a:lnTo>
                    <a:pt x="439" y="86"/>
                  </a:lnTo>
                  <a:lnTo>
                    <a:pt x="443" y="86"/>
                  </a:lnTo>
                  <a:lnTo>
                    <a:pt x="446" y="83"/>
                  </a:lnTo>
                  <a:lnTo>
                    <a:pt x="450" y="83"/>
                  </a:lnTo>
                  <a:lnTo>
                    <a:pt x="453" y="79"/>
                  </a:lnTo>
                  <a:lnTo>
                    <a:pt x="457" y="79"/>
                  </a:lnTo>
                  <a:lnTo>
                    <a:pt x="461" y="79"/>
                  </a:lnTo>
                  <a:lnTo>
                    <a:pt x="464" y="75"/>
                  </a:lnTo>
                  <a:lnTo>
                    <a:pt x="468" y="75"/>
                  </a:lnTo>
                  <a:lnTo>
                    <a:pt x="471" y="75"/>
                  </a:lnTo>
                  <a:lnTo>
                    <a:pt x="475" y="75"/>
                  </a:lnTo>
                  <a:lnTo>
                    <a:pt x="479" y="75"/>
                  </a:lnTo>
                  <a:lnTo>
                    <a:pt x="482" y="75"/>
                  </a:lnTo>
                  <a:lnTo>
                    <a:pt x="486" y="75"/>
                  </a:lnTo>
                  <a:lnTo>
                    <a:pt x="489" y="75"/>
                  </a:lnTo>
                  <a:lnTo>
                    <a:pt x="493" y="75"/>
                  </a:lnTo>
                  <a:lnTo>
                    <a:pt x="497" y="75"/>
                  </a:lnTo>
                  <a:lnTo>
                    <a:pt x="500" y="75"/>
                  </a:lnTo>
                  <a:lnTo>
                    <a:pt x="504" y="75"/>
                  </a:lnTo>
                  <a:lnTo>
                    <a:pt x="507" y="75"/>
                  </a:lnTo>
                  <a:lnTo>
                    <a:pt x="511" y="79"/>
                  </a:lnTo>
                  <a:lnTo>
                    <a:pt x="515" y="79"/>
                  </a:lnTo>
                  <a:lnTo>
                    <a:pt x="518" y="79"/>
                  </a:lnTo>
                  <a:lnTo>
                    <a:pt x="522" y="79"/>
                  </a:lnTo>
                  <a:lnTo>
                    <a:pt x="525" y="83"/>
                  </a:lnTo>
                  <a:lnTo>
                    <a:pt x="529" y="83"/>
                  </a:lnTo>
                  <a:lnTo>
                    <a:pt x="533" y="86"/>
                  </a:lnTo>
                  <a:lnTo>
                    <a:pt x="536" y="86"/>
                  </a:lnTo>
                  <a:lnTo>
                    <a:pt x="540" y="90"/>
                  </a:lnTo>
                  <a:lnTo>
                    <a:pt x="543" y="90"/>
                  </a:lnTo>
                  <a:lnTo>
                    <a:pt x="547" y="93"/>
                  </a:lnTo>
                  <a:lnTo>
                    <a:pt x="551" y="93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101"/>
                  </a:lnTo>
                  <a:lnTo>
                    <a:pt x="565" y="104"/>
                  </a:lnTo>
                  <a:lnTo>
                    <a:pt x="569" y="104"/>
                  </a:lnTo>
                  <a:lnTo>
                    <a:pt x="572" y="108"/>
                  </a:lnTo>
                  <a:lnTo>
                    <a:pt x="576" y="108"/>
                  </a:lnTo>
                  <a:lnTo>
                    <a:pt x="579" y="111"/>
                  </a:lnTo>
                  <a:lnTo>
                    <a:pt x="583" y="111"/>
                  </a:lnTo>
                  <a:lnTo>
                    <a:pt x="587" y="115"/>
                  </a:lnTo>
                  <a:lnTo>
                    <a:pt x="590" y="115"/>
                  </a:lnTo>
                  <a:lnTo>
                    <a:pt x="594" y="115"/>
                  </a:lnTo>
                  <a:lnTo>
                    <a:pt x="597" y="119"/>
                  </a:lnTo>
                  <a:lnTo>
                    <a:pt x="601" y="119"/>
                  </a:lnTo>
                  <a:lnTo>
                    <a:pt x="605" y="119"/>
                  </a:lnTo>
                  <a:lnTo>
                    <a:pt x="608" y="122"/>
                  </a:lnTo>
                  <a:lnTo>
                    <a:pt x="612" y="122"/>
                  </a:lnTo>
                  <a:lnTo>
                    <a:pt x="615" y="122"/>
                  </a:lnTo>
                  <a:lnTo>
                    <a:pt x="619" y="122"/>
                  </a:lnTo>
                  <a:lnTo>
                    <a:pt x="623" y="122"/>
                  </a:lnTo>
                  <a:lnTo>
                    <a:pt x="626" y="122"/>
                  </a:lnTo>
                  <a:lnTo>
                    <a:pt x="630" y="122"/>
                  </a:lnTo>
                  <a:lnTo>
                    <a:pt x="633" y="122"/>
                  </a:lnTo>
                  <a:lnTo>
                    <a:pt x="637" y="122"/>
                  </a:lnTo>
                  <a:lnTo>
                    <a:pt x="641" y="122"/>
                  </a:lnTo>
                  <a:lnTo>
                    <a:pt x="644" y="122"/>
                  </a:lnTo>
                  <a:lnTo>
                    <a:pt x="648" y="119"/>
                  </a:lnTo>
                  <a:lnTo>
                    <a:pt x="651" y="119"/>
                  </a:lnTo>
                  <a:lnTo>
                    <a:pt x="655" y="119"/>
                  </a:lnTo>
                  <a:lnTo>
                    <a:pt x="659" y="119"/>
                  </a:lnTo>
                  <a:lnTo>
                    <a:pt x="662" y="115"/>
                  </a:lnTo>
                  <a:lnTo>
                    <a:pt x="666" y="115"/>
                  </a:lnTo>
                  <a:lnTo>
                    <a:pt x="669" y="111"/>
                  </a:lnTo>
                  <a:lnTo>
                    <a:pt x="673" y="111"/>
                  </a:lnTo>
                  <a:lnTo>
                    <a:pt x="677" y="108"/>
                  </a:lnTo>
                  <a:lnTo>
                    <a:pt x="680" y="108"/>
                  </a:lnTo>
                  <a:lnTo>
                    <a:pt x="684" y="104"/>
                  </a:lnTo>
                  <a:lnTo>
                    <a:pt x="687" y="104"/>
                  </a:lnTo>
                  <a:lnTo>
                    <a:pt x="691" y="101"/>
                  </a:lnTo>
                  <a:lnTo>
                    <a:pt x="695" y="97"/>
                  </a:lnTo>
                  <a:lnTo>
                    <a:pt x="698" y="97"/>
                  </a:lnTo>
                  <a:lnTo>
                    <a:pt x="702" y="93"/>
                  </a:lnTo>
                  <a:lnTo>
                    <a:pt x="705" y="93"/>
                  </a:lnTo>
                  <a:lnTo>
                    <a:pt x="709" y="90"/>
                  </a:lnTo>
                  <a:lnTo>
                    <a:pt x="713" y="90"/>
                  </a:lnTo>
                  <a:lnTo>
                    <a:pt x="716" y="86"/>
                  </a:lnTo>
                  <a:lnTo>
                    <a:pt x="720" y="86"/>
                  </a:lnTo>
                  <a:lnTo>
                    <a:pt x="723" y="83"/>
                  </a:lnTo>
                  <a:lnTo>
                    <a:pt x="727" y="79"/>
                  </a:lnTo>
                  <a:lnTo>
                    <a:pt x="731" y="79"/>
                  </a:lnTo>
                  <a:lnTo>
                    <a:pt x="734" y="79"/>
                  </a:lnTo>
                  <a:lnTo>
                    <a:pt x="738" y="75"/>
                  </a:lnTo>
                  <a:lnTo>
                    <a:pt x="741" y="75"/>
                  </a:lnTo>
                  <a:lnTo>
                    <a:pt x="745" y="75"/>
                  </a:lnTo>
                  <a:lnTo>
                    <a:pt x="749" y="72"/>
                  </a:lnTo>
                  <a:lnTo>
                    <a:pt x="752" y="72"/>
                  </a:lnTo>
                  <a:lnTo>
                    <a:pt x="756" y="72"/>
                  </a:lnTo>
                  <a:lnTo>
                    <a:pt x="759" y="72"/>
                  </a:lnTo>
                  <a:lnTo>
                    <a:pt x="763" y="72"/>
                  </a:lnTo>
                  <a:lnTo>
                    <a:pt x="767" y="72"/>
                  </a:lnTo>
                  <a:lnTo>
                    <a:pt x="770" y="72"/>
                  </a:lnTo>
                  <a:lnTo>
                    <a:pt x="774" y="72"/>
                  </a:lnTo>
                  <a:lnTo>
                    <a:pt x="777" y="72"/>
                  </a:lnTo>
                  <a:lnTo>
                    <a:pt x="781" y="72"/>
                  </a:lnTo>
                  <a:lnTo>
                    <a:pt x="785" y="75"/>
                  </a:lnTo>
                  <a:lnTo>
                    <a:pt x="788" y="75"/>
                  </a:lnTo>
                  <a:lnTo>
                    <a:pt x="792" y="75"/>
                  </a:lnTo>
                  <a:lnTo>
                    <a:pt x="795" y="79"/>
                  </a:lnTo>
                  <a:lnTo>
                    <a:pt x="799" y="79"/>
                  </a:lnTo>
                  <a:lnTo>
                    <a:pt x="803" y="79"/>
                  </a:lnTo>
                  <a:lnTo>
                    <a:pt x="806" y="83"/>
                  </a:lnTo>
                  <a:lnTo>
                    <a:pt x="810" y="83"/>
                  </a:lnTo>
                  <a:lnTo>
                    <a:pt x="813" y="86"/>
                  </a:lnTo>
                  <a:lnTo>
                    <a:pt x="817" y="86"/>
                  </a:lnTo>
                  <a:lnTo>
                    <a:pt x="821" y="90"/>
                  </a:lnTo>
                  <a:lnTo>
                    <a:pt x="824" y="90"/>
                  </a:lnTo>
                  <a:lnTo>
                    <a:pt x="828" y="93"/>
                  </a:lnTo>
                  <a:lnTo>
                    <a:pt x="831" y="97"/>
                  </a:lnTo>
                  <a:lnTo>
                    <a:pt x="835" y="97"/>
                  </a:lnTo>
                  <a:lnTo>
                    <a:pt x="839" y="101"/>
                  </a:lnTo>
                  <a:lnTo>
                    <a:pt x="842" y="101"/>
                  </a:lnTo>
                  <a:lnTo>
                    <a:pt x="846" y="104"/>
                  </a:lnTo>
                  <a:lnTo>
                    <a:pt x="849" y="108"/>
                  </a:lnTo>
                  <a:lnTo>
                    <a:pt x="853" y="108"/>
                  </a:lnTo>
                  <a:lnTo>
                    <a:pt x="857" y="111"/>
                  </a:lnTo>
                  <a:lnTo>
                    <a:pt x="860" y="111"/>
                  </a:lnTo>
                  <a:lnTo>
                    <a:pt x="864" y="115"/>
                  </a:lnTo>
                  <a:lnTo>
                    <a:pt x="867" y="115"/>
                  </a:lnTo>
                  <a:lnTo>
                    <a:pt x="871" y="119"/>
                  </a:lnTo>
                  <a:lnTo>
                    <a:pt x="875" y="119"/>
                  </a:lnTo>
                  <a:lnTo>
                    <a:pt x="878" y="119"/>
                  </a:lnTo>
                  <a:lnTo>
                    <a:pt x="882" y="122"/>
                  </a:lnTo>
                  <a:lnTo>
                    <a:pt x="885" y="122"/>
                  </a:lnTo>
                  <a:lnTo>
                    <a:pt x="889" y="122"/>
                  </a:lnTo>
                  <a:lnTo>
                    <a:pt x="893" y="126"/>
                  </a:lnTo>
                  <a:lnTo>
                    <a:pt x="896" y="126"/>
                  </a:lnTo>
                  <a:lnTo>
                    <a:pt x="900" y="126"/>
                  </a:lnTo>
                  <a:lnTo>
                    <a:pt x="903" y="126"/>
                  </a:lnTo>
                  <a:lnTo>
                    <a:pt x="907" y="126"/>
                  </a:lnTo>
                  <a:lnTo>
                    <a:pt x="911" y="126"/>
                  </a:lnTo>
                  <a:lnTo>
                    <a:pt x="914" y="126"/>
                  </a:lnTo>
                  <a:lnTo>
                    <a:pt x="918" y="126"/>
                  </a:lnTo>
                  <a:lnTo>
                    <a:pt x="921" y="122"/>
                  </a:lnTo>
                  <a:lnTo>
                    <a:pt x="925" y="122"/>
                  </a:lnTo>
                  <a:lnTo>
                    <a:pt x="929" y="122"/>
                  </a:lnTo>
                  <a:lnTo>
                    <a:pt x="932" y="119"/>
                  </a:lnTo>
                  <a:lnTo>
                    <a:pt x="936" y="119"/>
                  </a:lnTo>
                  <a:lnTo>
                    <a:pt x="939" y="119"/>
                  </a:lnTo>
                  <a:lnTo>
                    <a:pt x="943" y="115"/>
                  </a:lnTo>
                  <a:lnTo>
                    <a:pt x="947" y="115"/>
                  </a:lnTo>
                  <a:lnTo>
                    <a:pt x="950" y="111"/>
                  </a:lnTo>
                  <a:lnTo>
                    <a:pt x="954" y="111"/>
                  </a:lnTo>
                  <a:lnTo>
                    <a:pt x="957" y="108"/>
                  </a:lnTo>
                  <a:lnTo>
                    <a:pt x="961" y="108"/>
                  </a:lnTo>
                  <a:lnTo>
                    <a:pt x="965" y="104"/>
                  </a:lnTo>
                  <a:lnTo>
                    <a:pt x="968" y="101"/>
                  </a:lnTo>
                  <a:lnTo>
                    <a:pt x="972" y="101"/>
                  </a:lnTo>
                  <a:lnTo>
                    <a:pt x="975" y="97"/>
                  </a:lnTo>
                  <a:lnTo>
                    <a:pt x="979" y="97"/>
                  </a:lnTo>
                  <a:lnTo>
                    <a:pt x="983" y="93"/>
                  </a:lnTo>
                  <a:lnTo>
                    <a:pt x="986" y="90"/>
                  </a:lnTo>
                  <a:lnTo>
                    <a:pt x="990" y="90"/>
                  </a:lnTo>
                  <a:lnTo>
                    <a:pt x="993" y="86"/>
                  </a:lnTo>
                  <a:lnTo>
                    <a:pt x="997" y="83"/>
                  </a:lnTo>
                  <a:lnTo>
                    <a:pt x="1001" y="83"/>
                  </a:lnTo>
                  <a:lnTo>
                    <a:pt x="1004" y="79"/>
                  </a:lnTo>
                  <a:lnTo>
                    <a:pt x="1008" y="79"/>
                  </a:lnTo>
                  <a:lnTo>
                    <a:pt x="1011" y="75"/>
                  </a:lnTo>
                  <a:lnTo>
                    <a:pt x="1015" y="75"/>
                  </a:lnTo>
                  <a:lnTo>
                    <a:pt x="1019" y="75"/>
                  </a:lnTo>
                  <a:lnTo>
                    <a:pt x="1022" y="72"/>
                  </a:lnTo>
                  <a:lnTo>
                    <a:pt x="1026" y="72"/>
                  </a:lnTo>
                  <a:lnTo>
                    <a:pt x="1029" y="72"/>
                  </a:lnTo>
                  <a:lnTo>
                    <a:pt x="1033" y="72"/>
                  </a:lnTo>
                  <a:lnTo>
                    <a:pt x="1037" y="68"/>
                  </a:lnTo>
                  <a:lnTo>
                    <a:pt x="1040" y="68"/>
                  </a:lnTo>
                  <a:lnTo>
                    <a:pt x="1044" y="68"/>
                  </a:lnTo>
                  <a:lnTo>
                    <a:pt x="1047" y="68"/>
                  </a:lnTo>
                  <a:lnTo>
                    <a:pt x="1051" y="68"/>
                  </a:lnTo>
                  <a:lnTo>
                    <a:pt x="1055" y="72"/>
                  </a:lnTo>
                  <a:lnTo>
                    <a:pt x="1058" y="72"/>
                  </a:lnTo>
                  <a:lnTo>
                    <a:pt x="1062" y="72"/>
                  </a:lnTo>
                  <a:lnTo>
                    <a:pt x="1065" y="72"/>
                  </a:lnTo>
                  <a:lnTo>
                    <a:pt x="1069" y="72"/>
                  </a:lnTo>
                  <a:lnTo>
                    <a:pt x="1073" y="75"/>
                  </a:lnTo>
                  <a:lnTo>
                    <a:pt x="1076" y="75"/>
                  </a:lnTo>
                  <a:lnTo>
                    <a:pt x="1080" y="79"/>
                  </a:lnTo>
                  <a:lnTo>
                    <a:pt x="1083" y="79"/>
                  </a:lnTo>
                  <a:lnTo>
                    <a:pt x="1087" y="83"/>
                  </a:lnTo>
                  <a:lnTo>
                    <a:pt x="1091" y="83"/>
                  </a:lnTo>
                  <a:lnTo>
                    <a:pt x="1094" y="86"/>
                  </a:lnTo>
                  <a:lnTo>
                    <a:pt x="1098" y="90"/>
                  </a:lnTo>
                  <a:lnTo>
                    <a:pt x="1101" y="90"/>
                  </a:lnTo>
                  <a:lnTo>
                    <a:pt x="1105" y="93"/>
                  </a:lnTo>
                  <a:lnTo>
                    <a:pt x="1109" y="93"/>
                  </a:lnTo>
                  <a:lnTo>
                    <a:pt x="1112" y="97"/>
                  </a:lnTo>
                  <a:lnTo>
                    <a:pt x="1116" y="101"/>
                  </a:lnTo>
                  <a:lnTo>
                    <a:pt x="1119" y="101"/>
                  </a:lnTo>
                  <a:lnTo>
                    <a:pt x="1123" y="104"/>
                  </a:lnTo>
                  <a:lnTo>
                    <a:pt x="1127" y="108"/>
                  </a:lnTo>
                  <a:lnTo>
                    <a:pt x="1130" y="108"/>
                  </a:lnTo>
                  <a:lnTo>
                    <a:pt x="1134" y="111"/>
                  </a:lnTo>
                  <a:lnTo>
                    <a:pt x="1137" y="111"/>
                  </a:lnTo>
                  <a:lnTo>
                    <a:pt x="1141" y="115"/>
                  </a:lnTo>
                  <a:lnTo>
                    <a:pt x="1145" y="115"/>
                  </a:lnTo>
                  <a:lnTo>
                    <a:pt x="1148" y="119"/>
                  </a:lnTo>
                  <a:lnTo>
                    <a:pt x="1152" y="119"/>
                  </a:lnTo>
                  <a:lnTo>
                    <a:pt x="1155" y="122"/>
                  </a:lnTo>
                  <a:lnTo>
                    <a:pt x="1159" y="122"/>
                  </a:lnTo>
                  <a:lnTo>
                    <a:pt x="1163" y="126"/>
                  </a:lnTo>
                  <a:lnTo>
                    <a:pt x="1166" y="126"/>
                  </a:lnTo>
                  <a:lnTo>
                    <a:pt x="1170" y="126"/>
                  </a:lnTo>
                  <a:lnTo>
                    <a:pt x="1173" y="126"/>
                  </a:lnTo>
                  <a:lnTo>
                    <a:pt x="1177" y="126"/>
                  </a:lnTo>
                  <a:lnTo>
                    <a:pt x="1181" y="129"/>
                  </a:lnTo>
                  <a:lnTo>
                    <a:pt x="1184" y="129"/>
                  </a:lnTo>
                  <a:lnTo>
                    <a:pt x="1188" y="129"/>
                  </a:lnTo>
                  <a:lnTo>
                    <a:pt x="1191" y="126"/>
                  </a:lnTo>
                  <a:lnTo>
                    <a:pt x="1195" y="126"/>
                  </a:lnTo>
                  <a:lnTo>
                    <a:pt x="1199" y="126"/>
                  </a:lnTo>
                  <a:lnTo>
                    <a:pt x="1202" y="126"/>
                  </a:lnTo>
                  <a:lnTo>
                    <a:pt x="1206" y="126"/>
                  </a:lnTo>
                  <a:lnTo>
                    <a:pt x="1209" y="122"/>
                  </a:lnTo>
                  <a:lnTo>
                    <a:pt x="1213" y="122"/>
                  </a:lnTo>
                  <a:lnTo>
                    <a:pt x="1217" y="119"/>
                  </a:lnTo>
                  <a:lnTo>
                    <a:pt x="1220" y="119"/>
                  </a:lnTo>
                  <a:lnTo>
                    <a:pt x="1224" y="115"/>
                  </a:lnTo>
                  <a:lnTo>
                    <a:pt x="1227" y="115"/>
                  </a:lnTo>
                  <a:lnTo>
                    <a:pt x="1231" y="111"/>
                  </a:lnTo>
                  <a:lnTo>
                    <a:pt x="1235" y="111"/>
                  </a:lnTo>
                  <a:lnTo>
                    <a:pt x="1238" y="108"/>
                  </a:lnTo>
                  <a:lnTo>
                    <a:pt x="1242" y="104"/>
                  </a:lnTo>
                  <a:lnTo>
                    <a:pt x="1245" y="104"/>
                  </a:lnTo>
                  <a:lnTo>
                    <a:pt x="1249" y="101"/>
                  </a:lnTo>
                  <a:lnTo>
                    <a:pt x="1253" y="97"/>
                  </a:lnTo>
                  <a:lnTo>
                    <a:pt x="1256" y="97"/>
                  </a:lnTo>
                  <a:lnTo>
                    <a:pt x="1260" y="93"/>
                  </a:lnTo>
                  <a:lnTo>
                    <a:pt x="1263" y="90"/>
                  </a:lnTo>
                  <a:lnTo>
                    <a:pt x="1267" y="90"/>
                  </a:lnTo>
                  <a:lnTo>
                    <a:pt x="1271" y="86"/>
                  </a:lnTo>
                  <a:lnTo>
                    <a:pt x="1274" y="83"/>
                  </a:lnTo>
                  <a:lnTo>
                    <a:pt x="1278" y="83"/>
                  </a:lnTo>
                  <a:lnTo>
                    <a:pt x="1281" y="79"/>
                  </a:lnTo>
                  <a:lnTo>
                    <a:pt x="1285" y="79"/>
                  </a:lnTo>
                  <a:lnTo>
                    <a:pt x="1289" y="75"/>
                  </a:lnTo>
                  <a:lnTo>
                    <a:pt x="1292" y="75"/>
                  </a:lnTo>
                  <a:lnTo>
                    <a:pt x="1296" y="72"/>
                  </a:lnTo>
                  <a:lnTo>
                    <a:pt x="1299" y="72"/>
                  </a:lnTo>
                  <a:lnTo>
                    <a:pt x="1303" y="68"/>
                  </a:lnTo>
                  <a:lnTo>
                    <a:pt x="1307" y="68"/>
                  </a:lnTo>
                  <a:lnTo>
                    <a:pt x="1310" y="68"/>
                  </a:lnTo>
                  <a:lnTo>
                    <a:pt x="1314" y="68"/>
                  </a:lnTo>
                  <a:lnTo>
                    <a:pt x="1317" y="68"/>
                  </a:lnTo>
                  <a:lnTo>
                    <a:pt x="1321" y="68"/>
                  </a:lnTo>
                  <a:lnTo>
                    <a:pt x="1325" y="68"/>
                  </a:lnTo>
                  <a:lnTo>
                    <a:pt x="1328" y="68"/>
                  </a:lnTo>
                  <a:lnTo>
                    <a:pt x="1332" y="68"/>
                  </a:lnTo>
                  <a:lnTo>
                    <a:pt x="1335" y="68"/>
                  </a:lnTo>
                  <a:lnTo>
                    <a:pt x="1339" y="68"/>
                  </a:lnTo>
                  <a:lnTo>
                    <a:pt x="1343" y="68"/>
                  </a:lnTo>
                  <a:lnTo>
                    <a:pt x="1346" y="72"/>
                  </a:lnTo>
                  <a:lnTo>
                    <a:pt x="1350" y="72"/>
                  </a:lnTo>
                  <a:lnTo>
                    <a:pt x="1353" y="72"/>
                  </a:lnTo>
                  <a:lnTo>
                    <a:pt x="1357" y="75"/>
                  </a:lnTo>
                  <a:lnTo>
                    <a:pt x="1361" y="75"/>
                  </a:lnTo>
                  <a:lnTo>
                    <a:pt x="1364" y="79"/>
                  </a:lnTo>
                  <a:lnTo>
                    <a:pt x="1368" y="83"/>
                  </a:lnTo>
                  <a:lnTo>
                    <a:pt x="1371" y="83"/>
                  </a:lnTo>
                  <a:lnTo>
                    <a:pt x="1375" y="86"/>
                  </a:lnTo>
                  <a:lnTo>
                    <a:pt x="1379" y="90"/>
                  </a:lnTo>
                  <a:lnTo>
                    <a:pt x="1382" y="90"/>
                  </a:lnTo>
                  <a:lnTo>
                    <a:pt x="1386" y="93"/>
                  </a:lnTo>
                  <a:lnTo>
                    <a:pt x="1389" y="97"/>
                  </a:lnTo>
                  <a:lnTo>
                    <a:pt x="1393" y="97"/>
                  </a:lnTo>
                  <a:lnTo>
                    <a:pt x="1397" y="101"/>
                  </a:lnTo>
                  <a:lnTo>
                    <a:pt x="1400" y="104"/>
                  </a:lnTo>
                  <a:lnTo>
                    <a:pt x="1404" y="104"/>
                  </a:lnTo>
                  <a:lnTo>
                    <a:pt x="1407" y="108"/>
                  </a:lnTo>
                  <a:lnTo>
                    <a:pt x="1411" y="111"/>
                  </a:lnTo>
                  <a:lnTo>
                    <a:pt x="1415" y="115"/>
                  </a:lnTo>
                  <a:lnTo>
                    <a:pt x="1418" y="115"/>
                  </a:lnTo>
                  <a:lnTo>
                    <a:pt x="1422" y="119"/>
                  </a:lnTo>
                  <a:lnTo>
                    <a:pt x="1425" y="119"/>
                  </a:lnTo>
                  <a:lnTo>
                    <a:pt x="1429" y="122"/>
                  </a:lnTo>
                  <a:lnTo>
                    <a:pt x="1433" y="122"/>
                  </a:lnTo>
                  <a:lnTo>
                    <a:pt x="1436" y="126"/>
                  </a:lnTo>
                  <a:lnTo>
                    <a:pt x="1440" y="126"/>
                  </a:lnTo>
                  <a:lnTo>
                    <a:pt x="1443" y="126"/>
                  </a:lnTo>
                  <a:lnTo>
                    <a:pt x="1447" y="129"/>
                  </a:lnTo>
                  <a:lnTo>
                    <a:pt x="1451" y="129"/>
                  </a:lnTo>
                  <a:lnTo>
                    <a:pt x="1454" y="129"/>
                  </a:lnTo>
                  <a:lnTo>
                    <a:pt x="1458" y="129"/>
                  </a:lnTo>
                  <a:lnTo>
                    <a:pt x="1461" y="129"/>
                  </a:lnTo>
                  <a:lnTo>
                    <a:pt x="1465" y="129"/>
                  </a:lnTo>
                  <a:lnTo>
                    <a:pt x="1469" y="129"/>
                  </a:lnTo>
                  <a:lnTo>
                    <a:pt x="1472" y="129"/>
                  </a:lnTo>
                  <a:lnTo>
                    <a:pt x="1476" y="129"/>
                  </a:lnTo>
                  <a:lnTo>
                    <a:pt x="1479" y="129"/>
                  </a:lnTo>
                  <a:lnTo>
                    <a:pt x="1483" y="126"/>
                  </a:lnTo>
                  <a:lnTo>
                    <a:pt x="1487" y="126"/>
                  </a:lnTo>
                  <a:lnTo>
                    <a:pt x="1490" y="126"/>
                  </a:lnTo>
                  <a:lnTo>
                    <a:pt x="1494" y="122"/>
                  </a:lnTo>
                  <a:lnTo>
                    <a:pt x="1497" y="122"/>
                  </a:lnTo>
                  <a:lnTo>
                    <a:pt x="1501" y="119"/>
                  </a:lnTo>
                  <a:lnTo>
                    <a:pt x="1505" y="119"/>
                  </a:lnTo>
                  <a:lnTo>
                    <a:pt x="1508" y="115"/>
                  </a:lnTo>
                  <a:lnTo>
                    <a:pt x="1512" y="111"/>
                  </a:lnTo>
                  <a:lnTo>
                    <a:pt x="1515" y="111"/>
                  </a:lnTo>
                  <a:lnTo>
                    <a:pt x="1519" y="108"/>
                  </a:lnTo>
                  <a:lnTo>
                    <a:pt x="1523" y="104"/>
                  </a:lnTo>
                  <a:lnTo>
                    <a:pt x="1526" y="101"/>
                  </a:lnTo>
                  <a:lnTo>
                    <a:pt x="1530" y="101"/>
                  </a:lnTo>
                  <a:lnTo>
                    <a:pt x="1533" y="97"/>
                  </a:lnTo>
                  <a:lnTo>
                    <a:pt x="1537" y="93"/>
                  </a:lnTo>
                  <a:lnTo>
                    <a:pt x="1541" y="90"/>
                  </a:lnTo>
                  <a:lnTo>
                    <a:pt x="1544" y="90"/>
                  </a:lnTo>
                  <a:lnTo>
                    <a:pt x="1548" y="86"/>
                  </a:lnTo>
                  <a:lnTo>
                    <a:pt x="1551" y="83"/>
                  </a:lnTo>
                  <a:lnTo>
                    <a:pt x="1555" y="79"/>
                  </a:lnTo>
                  <a:lnTo>
                    <a:pt x="1559" y="79"/>
                  </a:lnTo>
                  <a:lnTo>
                    <a:pt x="1562" y="75"/>
                  </a:lnTo>
                  <a:lnTo>
                    <a:pt x="1566" y="75"/>
                  </a:lnTo>
                  <a:lnTo>
                    <a:pt x="1569" y="72"/>
                  </a:lnTo>
                  <a:lnTo>
                    <a:pt x="1573" y="72"/>
                  </a:lnTo>
                  <a:lnTo>
                    <a:pt x="1577" y="68"/>
                  </a:lnTo>
                  <a:lnTo>
                    <a:pt x="1580" y="68"/>
                  </a:lnTo>
                  <a:lnTo>
                    <a:pt x="1584" y="65"/>
                  </a:lnTo>
                  <a:lnTo>
                    <a:pt x="1587" y="65"/>
                  </a:lnTo>
                  <a:lnTo>
                    <a:pt x="1591" y="65"/>
                  </a:lnTo>
                  <a:lnTo>
                    <a:pt x="1595" y="65"/>
                  </a:lnTo>
                  <a:lnTo>
                    <a:pt x="1598" y="65"/>
                  </a:lnTo>
                  <a:lnTo>
                    <a:pt x="1602" y="65"/>
                  </a:lnTo>
                  <a:lnTo>
                    <a:pt x="1605" y="65"/>
                  </a:lnTo>
                  <a:lnTo>
                    <a:pt x="1609" y="65"/>
                  </a:lnTo>
                  <a:lnTo>
                    <a:pt x="1613" y="65"/>
                  </a:lnTo>
                  <a:lnTo>
                    <a:pt x="1616" y="65"/>
                  </a:lnTo>
                  <a:lnTo>
                    <a:pt x="1620" y="65"/>
                  </a:lnTo>
                  <a:lnTo>
                    <a:pt x="1623" y="68"/>
                  </a:lnTo>
                  <a:lnTo>
                    <a:pt x="1627" y="68"/>
                  </a:lnTo>
                  <a:lnTo>
                    <a:pt x="1631" y="72"/>
                  </a:lnTo>
                  <a:lnTo>
                    <a:pt x="1634" y="72"/>
                  </a:lnTo>
                  <a:lnTo>
                    <a:pt x="1638" y="75"/>
                  </a:lnTo>
                  <a:lnTo>
                    <a:pt x="1641" y="75"/>
                  </a:lnTo>
                  <a:lnTo>
                    <a:pt x="1645" y="79"/>
                  </a:lnTo>
                  <a:lnTo>
                    <a:pt x="1649" y="83"/>
                  </a:lnTo>
                  <a:lnTo>
                    <a:pt x="1652" y="83"/>
                  </a:lnTo>
                  <a:lnTo>
                    <a:pt x="1656" y="86"/>
                  </a:lnTo>
                  <a:lnTo>
                    <a:pt x="1659" y="86"/>
                  </a:lnTo>
                  <a:lnTo>
                    <a:pt x="1663" y="90"/>
                  </a:lnTo>
                  <a:lnTo>
                    <a:pt x="1667" y="93"/>
                  </a:lnTo>
                  <a:lnTo>
                    <a:pt x="1670" y="97"/>
                  </a:lnTo>
                  <a:lnTo>
                    <a:pt x="1674" y="101"/>
                  </a:lnTo>
                  <a:lnTo>
                    <a:pt x="1677" y="101"/>
                  </a:lnTo>
                  <a:lnTo>
                    <a:pt x="1681" y="104"/>
                  </a:lnTo>
                  <a:lnTo>
                    <a:pt x="1685" y="108"/>
                  </a:lnTo>
                  <a:lnTo>
                    <a:pt x="1688" y="111"/>
                  </a:lnTo>
                  <a:lnTo>
                    <a:pt x="1692" y="115"/>
                  </a:lnTo>
                  <a:lnTo>
                    <a:pt x="1695" y="115"/>
                  </a:lnTo>
                  <a:lnTo>
                    <a:pt x="1699" y="119"/>
                  </a:lnTo>
                  <a:lnTo>
                    <a:pt x="1703" y="122"/>
                  </a:lnTo>
                  <a:lnTo>
                    <a:pt x="1706" y="122"/>
                  </a:lnTo>
                  <a:lnTo>
                    <a:pt x="1710" y="126"/>
                  </a:lnTo>
                  <a:lnTo>
                    <a:pt x="1713" y="126"/>
                  </a:lnTo>
                  <a:lnTo>
                    <a:pt x="1717" y="129"/>
                  </a:lnTo>
                  <a:lnTo>
                    <a:pt x="1721" y="129"/>
                  </a:lnTo>
                  <a:lnTo>
                    <a:pt x="1724" y="133"/>
                  </a:lnTo>
                  <a:lnTo>
                    <a:pt x="1728" y="133"/>
                  </a:lnTo>
                  <a:lnTo>
                    <a:pt x="1731" y="133"/>
                  </a:lnTo>
                  <a:lnTo>
                    <a:pt x="1735" y="133"/>
                  </a:lnTo>
                  <a:lnTo>
                    <a:pt x="1739" y="133"/>
                  </a:lnTo>
                  <a:lnTo>
                    <a:pt x="1742" y="133"/>
                  </a:lnTo>
                  <a:lnTo>
                    <a:pt x="1746" y="133"/>
                  </a:lnTo>
                  <a:lnTo>
                    <a:pt x="1749" y="133"/>
                  </a:lnTo>
                  <a:lnTo>
                    <a:pt x="1753" y="133"/>
                  </a:lnTo>
                  <a:lnTo>
                    <a:pt x="1757" y="133"/>
                  </a:lnTo>
                  <a:lnTo>
                    <a:pt x="1760" y="133"/>
                  </a:lnTo>
                  <a:lnTo>
                    <a:pt x="1764" y="129"/>
                  </a:lnTo>
                  <a:lnTo>
                    <a:pt x="1767" y="129"/>
                  </a:lnTo>
                  <a:lnTo>
                    <a:pt x="1771" y="126"/>
                  </a:lnTo>
                  <a:lnTo>
                    <a:pt x="1775" y="126"/>
                  </a:lnTo>
                  <a:lnTo>
                    <a:pt x="1778" y="122"/>
                  </a:lnTo>
                  <a:lnTo>
                    <a:pt x="1782" y="122"/>
                  </a:lnTo>
                  <a:lnTo>
                    <a:pt x="1785" y="119"/>
                  </a:lnTo>
                  <a:lnTo>
                    <a:pt x="1789" y="115"/>
                  </a:lnTo>
                  <a:lnTo>
                    <a:pt x="1793" y="111"/>
                  </a:lnTo>
                  <a:lnTo>
                    <a:pt x="1796" y="108"/>
                  </a:lnTo>
                  <a:lnTo>
                    <a:pt x="1800" y="108"/>
                  </a:lnTo>
                  <a:lnTo>
                    <a:pt x="1803" y="104"/>
                  </a:lnTo>
                  <a:lnTo>
                    <a:pt x="1807" y="101"/>
                  </a:lnTo>
                  <a:lnTo>
                    <a:pt x="1811" y="97"/>
                  </a:lnTo>
                  <a:lnTo>
                    <a:pt x="1814" y="97"/>
                  </a:lnTo>
                  <a:lnTo>
                    <a:pt x="1818" y="93"/>
                  </a:lnTo>
                  <a:lnTo>
                    <a:pt x="1821" y="90"/>
                  </a:lnTo>
                  <a:lnTo>
                    <a:pt x="1825" y="86"/>
                  </a:lnTo>
                  <a:lnTo>
                    <a:pt x="1829" y="83"/>
                  </a:lnTo>
                  <a:lnTo>
                    <a:pt x="1832" y="79"/>
                  </a:lnTo>
                  <a:lnTo>
                    <a:pt x="1836" y="79"/>
                  </a:lnTo>
                  <a:lnTo>
                    <a:pt x="1839" y="75"/>
                  </a:lnTo>
                  <a:lnTo>
                    <a:pt x="1843" y="72"/>
                  </a:lnTo>
                  <a:lnTo>
                    <a:pt x="1847" y="68"/>
                  </a:lnTo>
                  <a:lnTo>
                    <a:pt x="1850" y="68"/>
                  </a:lnTo>
                  <a:lnTo>
                    <a:pt x="1854" y="65"/>
                  </a:lnTo>
                  <a:lnTo>
                    <a:pt x="1857" y="65"/>
                  </a:lnTo>
                  <a:lnTo>
                    <a:pt x="1861" y="65"/>
                  </a:lnTo>
                  <a:lnTo>
                    <a:pt x="1865" y="61"/>
                  </a:lnTo>
                  <a:lnTo>
                    <a:pt x="1868" y="61"/>
                  </a:lnTo>
                  <a:lnTo>
                    <a:pt x="1872" y="61"/>
                  </a:lnTo>
                  <a:lnTo>
                    <a:pt x="1875" y="61"/>
                  </a:lnTo>
                  <a:lnTo>
                    <a:pt x="1879" y="57"/>
                  </a:lnTo>
                  <a:lnTo>
                    <a:pt x="1883" y="57"/>
                  </a:lnTo>
                  <a:lnTo>
                    <a:pt x="1886" y="57"/>
                  </a:lnTo>
                  <a:lnTo>
                    <a:pt x="1890" y="61"/>
                  </a:lnTo>
                  <a:lnTo>
                    <a:pt x="1893" y="61"/>
                  </a:lnTo>
                  <a:lnTo>
                    <a:pt x="1897" y="61"/>
                  </a:lnTo>
                  <a:lnTo>
                    <a:pt x="1901" y="61"/>
                  </a:lnTo>
                  <a:lnTo>
                    <a:pt x="1904" y="65"/>
                  </a:lnTo>
                  <a:lnTo>
                    <a:pt x="1908" y="65"/>
                  </a:lnTo>
                  <a:lnTo>
                    <a:pt x="1911" y="68"/>
                  </a:lnTo>
                  <a:lnTo>
                    <a:pt x="1915" y="68"/>
                  </a:lnTo>
                  <a:lnTo>
                    <a:pt x="1919" y="72"/>
                  </a:lnTo>
                  <a:lnTo>
                    <a:pt x="1922" y="75"/>
                  </a:lnTo>
                  <a:lnTo>
                    <a:pt x="1926" y="79"/>
                  </a:lnTo>
                  <a:lnTo>
                    <a:pt x="1929" y="79"/>
                  </a:lnTo>
                  <a:lnTo>
                    <a:pt x="1933" y="83"/>
                  </a:lnTo>
                  <a:lnTo>
                    <a:pt x="1937" y="86"/>
                  </a:lnTo>
                  <a:lnTo>
                    <a:pt x="1940" y="90"/>
                  </a:lnTo>
                  <a:lnTo>
                    <a:pt x="1944" y="93"/>
                  </a:lnTo>
                  <a:lnTo>
                    <a:pt x="1947" y="97"/>
                  </a:lnTo>
                  <a:lnTo>
                    <a:pt x="1951" y="101"/>
                  </a:lnTo>
                  <a:lnTo>
                    <a:pt x="1955" y="101"/>
                  </a:lnTo>
                  <a:lnTo>
                    <a:pt x="1958" y="104"/>
                  </a:lnTo>
                  <a:lnTo>
                    <a:pt x="1962" y="108"/>
                  </a:lnTo>
                  <a:lnTo>
                    <a:pt x="1965" y="111"/>
                  </a:lnTo>
                  <a:lnTo>
                    <a:pt x="1969" y="115"/>
                  </a:lnTo>
                  <a:lnTo>
                    <a:pt x="1973" y="119"/>
                  </a:lnTo>
                  <a:lnTo>
                    <a:pt x="1976" y="122"/>
                  </a:lnTo>
                  <a:lnTo>
                    <a:pt x="1980" y="122"/>
                  </a:lnTo>
                  <a:lnTo>
                    <a:pt x="1983" y="126"/>
                  </a:lnTo>
                  <a:lnTo>
                    <a:pt x="1987" y="129"/>
                  </a:lnTo>
                  <a:lnTo>
                    <a:pt x="1991" y="129"/>
                  </a:lnTo>
                  <a:lnTo>
                    <a:pt x="1994" y="133"/>
                  </a:lnTo>
                  <a:lnTo>
                    <a:pt x="1998" y="133"/>
                  </a:lnTo>
                  <a:lnTo>
                    <a:pt x="2001" y="137"/>
                  </a:lnTo>
                  <a:lnTo>
                    <a:pt x="2005" y="137"/>
                  </a:lnTo>
                  <a:lnTo>
                    <a:pt x="2009" y="137"/>
                  </a:lnTo>
                  <a:lnTo>
                    <a:pt x="2012" y="140"/>
                  </a:lnTo>
                  <a:lnTo>
                    <a:pt x="2016" y="140"/>
                  </a:lnTo>
                  <a:lnTo>
                    <a:pt x="2019" y="140"/>
                  </a:lnTo>
                  <a:lnTo>
                    <a:pt x="2023" y="140"/>
                  </a:lnTo>
                  <a:lnTo>
                    <a:pt x="2027" y="140"/>
                  </a:lnTo>
                  <a:lnTo>
                    <a:pt x="2030" y="140"/>
                  </a:lnTo>
                  <a:lnTo>
                    <a:pt x="2034" y="137"/>
                  </a:lnTo>
                  <a:lnTo>
                    <a:pt x="2037" y="137"/>
                  </a:lnTo>
                  <a:lnTo>
                    <a:pt x="2041" y="137"/>
                  </a:lnTo>
                  <a:lnTo>
                    <a:pt x="2045" y="133"/>
                  </a:lnTo>
                  <a:lnTo>
                    <a:pt x="2048" y="133"/>
                  </a:lnTo>
                  <a:lnTo>
                    <a:pt x="2052" y="129"/>
                  </a:lnTo>
                  <a:lnTo>
                    <a:pt x="2055" y="126"/>
                  </a:lnTo>
                  <a:lnTo>
                    <a:pt x="2059" y="126"/>
                  </a:lnTo>
                  <a:lnTo>
                    <a:pt x="2063" y="122"/>
                  </a:lnTo>
                  <a:lnTo>
                    <a:pt x="2066" y="119"/>
                  </a:lnTo>
                  <a:lnTo>
                    <a:pt x="2070" y="115"/>
                  </a:lnTo>
                  <a:lnTo>
                    <a:pt x="2073" y="115"/>
                  </a:lnTo>
                  <a:lnTo>
                    <a:pt x="2077" y="111"/>
                  </a:lnTo>
                  <a:lnTo>
                    <a:pt x="2081" y="108"/>
                  </a:lnTo>
                  <a:lnTo>
                    <a:pt x="2084" y="104"/>
                  </a:lnTo>
                  <a:lnTo>
                    <a:pt x="2088" y="101"/>
                  </a:lnTo>
                  <a:lnTo>
                    <a:pt x="2091" y="97"/>
                  </a:lnTo>
                  <a:lnTo>
                    <a:pt x="2095" y="93"/>
                  </a:lnTo>
                  <a:lnTo>
                    <a:pt x="2099" y="90"/>
                  </a:lnTo>
                  <a:lnTo>
                    <a:pt x="2102" y="86"/>
                  </a:lnTo>
                  <a:lnTo>
                    <a:pt x="2106" y="83"/>
                  </a:lnTo>
                  <a:lnTo>
                    <a:pt x="2109" y="79"/>
                  </a:lnTo>
                  <a:lnTo>
                    <a:pt x="2113" y="75"/>
                  </a:lnTo>
                  <a:lnTo>
                    <a:pt x="2117" y="72"/>
                  </a:lnTo>
                  <a:lnTo>
                    <a:pt x="2120" y="72"/>
                  </a:lnTo>
                  <a:lnTo>
                    <a:pt x="2124" y="68"/>
                  </a:lnTo>
                  <a:lnTo>
                    <a:pt x="2127" y="65"/>
                  </a:lnTo>
                  <a:lnTo>
                    <a:pt x="2131" y="61"/>
                  </a:lnTo>
                  <a:lnTo>
                    <a:pt x="2135" y="61"/>
                  </a:lnTo>
                  <a:lnTo>
                    <a:pt x="2138" y="57"/>
                  </a:lnTo>
                  <a:lnTo>
                    <a:pt x="2142" y="57"/>
                  </a:lnTo>
                  <a:lnTo>
                    <a:pt x="2145" y="57"/>
                  </a:lnTo>
                  <a:lnTo>
                    <a:pt x="2149" y="54"/>
                  </a:lnTo>
                  <a:lnTo>
                    <a:pt x="2153" y="54"/>
                  </a:lnTo>
                  <a:lnTo>
                    <a:pt x="2156" y="54"/>
                  </a:lnTo>
                  <a:lnTo>
                    <a:pt x="2160" y="54"/>
                  </a:lnTo>
                  <a:lnTo>
                    <a:pt x="2163" y="54"/>
                  </a:lnTo>
                  <a:lnTo>
                    <a:pt x="2167" y="54"/>
                  </a:lnTo>
                  <a:lnTo>
                    <a:pt x="2171" y="54"/>
                  </a:lnTo>
                  <a:lnTo>
                    <a:pt x="2174" y="57"/>
                  </a:lnTo>
                  <a:lnTo>
                    <a:pt x="2178" y="57"/>
                  </a:lnTo>
                  <a:lnTo>
                    <a:pt x="2181" y="57"/>
                  </a:lnTo>
                  <a:lnTo>
                    <a:pt x="2185" y="61"/>
                  </a:lnTo>
                  <a:lnTo>
                    <a:pt x="2189" y="61"/>
                  </a:lnTo>
                  <a:lnTo>
                    <a:pt x="2192" y="65"/>
                  </a:lnTo>
                  <a:lnTo>
                    <a:pt x="2196" y="68"/>
                  </a:lnTo>
                  <a:lnTo>
                    <a:pt x="2199" y="72"/>
                  </a:lnTo>
                  <a:lnTo>
                    <a:pt x="2203" y="72"/>
                  </a:lnTo>
                  <a:lnTo>
                    <a:pt x="2207" y="75"/>
                  </a:lnTo>
                  <a:lnTo>
                    <a:pt x="2210" y="79"/>
                  </a:lnTo>
                  <a:lnTo>
                    <a:pt x="2214" y="83"/>
                  </a:lnTo>
                  <a:lnTo>
                    <a:pt x="2217" y="86"/>
                  </a:lnTo>
                  <a:lnTo>
                    <a:pt x="2221" y="90"/>
                  </a:lnTo>
                  <a:lnTo>
                    <a:pt x="2225" y="93"/>
                  </a:lnTo>
                  <a:lnTo>
                    <a:pt x="2228" y="97"/>
                  </a:lnTo>
                  <a:lnTo>
                    <a:pt x="2232" y="101"/>
                  </a:lnTo>
                  <a:lnTo>
                    <a:pt x="2235" y="104"/>
                  </a:lnTo>
                  <a:lnTo>
                    <a:pt x="2239" y="108"/>
                  </a:lnTo>
                  <a:lnTo>
                    <a:pt x="2243" y="111"/>
                  </a:lnTo>
                  <a:lnTo>
                    <a:pt x="2246" y="115"/>
                  </a:lnTo>
                  <a:lnTo>
                    <a:pt x="2250" y="119"/>
                  </a:lnTo>
                  <a:lnTo>
                    <a:pt x="2253" y="122"/>
                  </a:lnTo>
                  <a:lnTo>
                    <a:pt x="2257" y="126"/>
                  </a:lnTo>
                  <a:lnTo>
                    <a:pt x="2261" y="129"/>
                  </a:lnTo>
                  <a:lnTo>
                    <a:pt x="2264" y="129"/>
                  </a:lnTo>
                  <a:lnTo>
                    <a:pt x="2268" y="133"/>
                  </a:lnTo>
                  <a:lnTo>
                    <a:pt x="2271" y="137"/>
                  </a:lnTo>
                  <a:lnTo>
                    <a:pt x="2275" y="140"/>
                  </a:lnTo>
                  <a:lnTo>
                    <a:pt x="2279" y="140"/>
                  </a:lnTo>
                  <a:lnTo>
                    <a:pt x="2282" y="140"/>
                  </a:lnTo>
                  <a:lnTo>
                    <a:pt x="2286" y="144"/>
                  </a:lnTo>
                  <a:lnTo>
                    <a:pt x="2289" y="144"/>
                  </a:lnTo>
                  <a:lnTo>
                    <a:pt x="2293" y="144"/>
                  </a:lnTo>
                  <a:lnTo>
                    <a:pt x="2297" y="144"/>
                  </a:lnTo>
                  <a:lnTo>
                    <a:pt x="2300" y="147"/>
                  </a:lnTo>
                  <a:lnTo>
                    <a:pt x="2304" y="144"/>
                  </a:lnTo>
                  <a:lnTo>
                    <a:pt x="2307" y="144"/>
                  </a:lnTo>
                  <a:lnTo>
                    <a:pt x="2311" y="144"/>
                  </a:lnTo>
                  <a:lnTo>
                    <a:pt x="2315" y="144"/>
                  </a:lnTo>
                  <a:lnTo>
                    <a:pt x="2318" y="140"/>
                  </a:lnTo>
                  <a:lnTo>
                    <a:pt x="2322" y="140"/>
                  </a:lnTo>
                  <a:lnTo>
                    <a:pt x="2325" y="137"/>
                  </a:lnTo>
                  <a:lnTo>
                    <a:pt x="2329" y="137"/>
                  </a:lnTo>
                  <a:lnTo>
                    <a:pt x="2333" y="133"/>
                  </a:lnTo>
                  <a:lnTo>
                    <a:pt x="2336" y="129"/>
                  </a:lnTo>
                  <a:lnTo>
                    <a:pt x="2340" y="126"/>
                  </a:lnTo>
                  <a:lnTo>
                    <a:pt x="2343" y="126"/>
                  </a:lnTo>
                  <a:lnTo>
                    <a:pt x="2347" y="122"/>
                  </a:lnTo>
                  <a:lnTo>
                    <a:pt x="2351" y="119"/>
                  </a:lnTo>
                  <a:lnTo>
                    <a:pt x="2354" y="115"/>
                  </a:lnTo>
                  <a:lnTo>
                    <a:pt x="2358" y="111"/>
                  </a:lnTo>
                  <a:lnTo>
                    <a:pt x="2361" y="108"/>
                  </a:lnTo>
                  <a:lnTo>
                    <a:pt x="2365" y="104"/>
                  </a:lnTo>
                  <a:lnTo>
                    <a:pt x="2369" y="101"/>
                  </a:lnTo>
                  <a:lnTo>
                    <a:pt x="2372" y="97"/>
                  </a:lnTo>
                  <a:lnTo>
                    <a:pt x="2376" y="93"/>
                  </a:lnTo>
                  <a:lnTo>
                    <a:pt x="2379" y="90"/>
                  </a:lnTo>
                  <a:lnTo>
                    <a:pt x="2379" y="86"/>
                  </a:lnTo>
                  <a:lnTo>
                    <a:pt x="2383" y="83"/>
                  </a:lnTo>
                  <a:lnTo>
                    <a:pt x="2387" y="79"/>
                  </a:lnTo>
                  <a:lnTo>
                    <a:pt x="2390" y="75"/>
                  </a:lnTo>
                  <a:lnTo>
                    <a:pt x="2394" y="72"/>
                  </a:lnTo>
                  <a:lnTo>
                    <a:pt x="2397" y="68"/>
                  </a:lnTo>
                  <a:lnTo>
                    <a:pt x="2401" y="65"/>
                  </a:lnTo>
                  <a:lnTo>
                    <a:pt x="2405" y="61"/>
                  </a:lnTo>
                  <a:lnTo>
                    <a:pt x="2408" y="57"/>
                  </a:lnTo>
                  <a:lnTo>
                    <a:pt x="2412" y="57"/>
                  </a:lnTo>
                  <a:lnTo>
                    <a:pt x="2415" y="54"/>
                  </a:lnTo>
                  <a:lnTo>
                    <a:pt x="2419" y="50"/>
                  </a:lnTo>
                  <a:lnTo>
                    <a:pt x="2423" y="50"/>
                  </a:lnTo>
                  <a:lnTo>
                    <a:pt x="2426" y="47"/>
                  </a:lnTo>
                  <a:lnTo>
                    <a:pt x="2430" y="47"/>
                  </a:lnTo>
                  <a:lnTo>
                    <a:pt x="2433" y="47"/>
                  </a:lnTo>
                  <a:lnTo>
                    <a:pt x="2437" y="47"/>
                  </a:lnTo>
                  <a:lnTo>
                    <a:pt x="2441" y="47"/>
                  </a:lnTo>
                  <a:lnTo>
                    <a:pt x="2444" y="47"/>
                  </a:lnTo>
                  <a:lnTo>
                    <a:pt x="2448" y="47"/>
                  </a:lnTo>
                  <a:lnTo>
                    <a:pt x="2451" y="50"/>
                  </a:lnTo>
                  <a:lnTo>
                    <a:pt x="2455" y="50"/>
                  </a:lnTo>
                  <a:lnTo>
                    <a:pt x="2459" y="50"/>
                  </a:lnTo>
                  <a:lnTo>
                    <a:pt x="2462" y="54"/>
                  </a:lnTo>
                  <a:lnTo>
                    <a:pt x="2466" y="54"/>
                  </a:lnTo>
                  <a:lnTo>
                    <a:pt x="2469" y="57"/>
                  </a:lnTo>
                  <a:lnTo>
                    <a:pt x="2473" y="61"/>
                  </a:lnTo>
                  <a:lnTo>
                    <a:pt x="2477" y="65"/>
                  </a:lnTo>
                  <a:lnTo>
                    <a:pt x="2480" y="68"/>
                  </a:lnTo>
                  <a:lnTo>
                    <a:pt x="2484" y="72"/>
                  </a:lnTo>
                  <a:lnTo>
                    <a:pt x="2487" y="75"/>
                  </a:lnTo>
                  <a:lnTo>
                    <a:pt x="2491" y="79"/>
                  </a:lnTo>
                  <a:lnTo>
                    <a:pt x="2495" y="83"/>
                  </a:lnTo>
                  <a:lnTo>
                    <a:pt x="2498" y="86"/>
                  </a:lnTo>
                  <a:lnTo>
                    <a:pt x="2502" y="90"/>
                  </a:lnTo>
                  <a:lnTo>
                    <a:pt x="2505" y="93"/>
                  </a:lnTo>
                  <a:lnTo>
                    <a:pt x="2509" y="97"/>
                  </a:lnTo>
                  <a:lnTo>
                    <a:pt x="2513" y="101"/>
                  </a:lnTo>
                  <a:lnTo>
                    <a:pt x="2513" y="104"/>
                  </a:lnTo>
                  <a:lnTo>
                    <a:pt x="2516" y="108"/>
                  </a:lnTo>
                  <a:lnTo>
                    <a:pt x="2520" y="111"/>
                  </a:lnTo>
                  <a:lnTo>
                    <a:pt x="2523" y="115"/>
                  </a:lnTo>
                  <a:lnTo>
                    <a:pt x="2527" y="119"/>
                  </a:lnTo>
                  <a:lnTo>
                    <a:pt x="2531" y="122"/>
                  </a:lnTo>
                  <a:lnTo>
                    <a:pt x="2534" y="126"/>
                  </a:lnTo>
                  <a:lnTo>
                    <a:pt x="2538" y="129"/>
                  </a:lnTo>
                  <a:lnTo>
                    <a:pt x="2541" y="133"/>
                  </a:lnTo>
                  <a:lnTo>
                    <a:pt x="2545" y="137"/>
                  </a:lnTo>
                  <a:lnTo>
                    <a:pt x="2549" y="140"/>
                  </a:lnTo>
                  <a:lnTo>
                    <a:pt x="2552" y="144"/>
                  </a:lnTo>
                  <a:lnTo>
                    <a:pt x="2556" y="147"/>
                  </a:lnTo>
                  <a:lnTo>
                    <a:pt x="2559" y="147"/>
                  </a:lnTo>
                  <a:lnTo>
                    <a:pt x="2563" y="151"/>
                  </a:lnTo>
                  <a:lnTo>
                    <a:pt x="2567" y="151"/>
                  </a:lnTo>
                  <a:lnTo>
                    <a:pt x="2570" y="155"/>
                  </a:lnTo>
                  <a:lnTo>
                    <a:pt x="2574" y="155"/>
                  </a:lnTo>
                  <a:lnTo>
                    <a:pt x="2577" y="155"/>
                  </a:lnTo>
                  <a:lnTo>
                    <a:pt x="2581" y="155"/>
                  </a:lnTo>
                  <a:lnTo>
                    <a:pt x="2585" y="155"/>
                  </a:lnTo>
                  <a:lnTo>
                    <a:pt x="2588" y="151"/>
                  </a:lnTo>
                  <a:lnTo>
                    <a:pt x="2592" y="151"/>
                  </a:lnTo>
                  <a:lnTo>
                    <a:pt x="2595" y="151"/>
                  </a:lnTo>
                  <a:lnTo>
                    <a:pt x="2599" y="147"/>
                  </a:lnTo>
                  <a:lnTo>
                    <a:pt x="2603" y="147"/>
                  </a:lnTo>
                  <a:lnTo>
                    <a:pt x="2606" y="144"/>
                  </a:lnTo>
                  <a:lnTo>
                    <a:pt x="2610" y="140"/>
                  </a:lnTo>
                  <a:lnTo>
                    <a:pt x="2613" y="137"/>
                  </a:lnTo>
                  <a:lnTo>
                    <a:pt x="2617" y="133"/>
                  </a:lnTo>
                  <a:lnTo>
                    <a:pt x="2621" y="129"/>
                  </a:lnTo>
                  <a:lnTo>
                    <a:pt x="2624" y="126"/>
                  </a:lnTo>
                  <a:lnTo>
                    <a:pt x="2628" y="122"/>
                  </a:lnTo>
                  <a:lnTo>
                    <a:pt x="2631" y="119"/>
                  </a:lnTo>
                  <a:lnTo>
                    <a:pt x="2635" y="115"/>
                  </a:lnTo>
                  <a:lnTo>
                    <a:pt x="2639" y="111"/>
                  </a:lnTo>
                  <a:lnTo>
                    <a:pt x="2642" y="108"/>
                  </a:lnTo>
                  <a:lnTo>
                    <a:pt x="2642" y="104"/>
                  </a:lnTo>
                  <a:lnTo>
                    <a:pt x="2646" y="101"/>
                  </a:lnTo>
                  <a:lnTo>
                    <a:pt x="2649" y="97"/>
                  </a:lnTo>
                  <a:lnTo>
                    <a:pt x="2653" y="93"/>
                  </a:lnTo>
                  <a:lnTo>
                    <a:pt x="2657" y="90"/>
                  </a:lnTo>
                  <a:lnTo>
                    <a:pt x="2657" y="86"/>
                  </a:lnTo>
                  <a:lnTo>
                    <a:pt x="2660" y="83"/>
                  </a:lnTo>
                  <a:lnTo>
                    <a:pt x="2664" y="79"/>
                  </a:lnTo>
                  <a:lnTo>
                    <a:pt x="2667" y="75"/>
                  </a:lnTo>
                  <a:lnTo>
                    <a:pt x="2667" y="72"/>
                  </a:lnTo>
                  <a:lnTo>
                    <a:pt x="2671" y="68"/>
                  </a:lnTo>
                  <a:lnTo>
                    <a:pt x="2675" y="65"/>
                  </a:lnTo>
                  <a:lnTo>
                    <a:pt x="2678" y="61"/>
                  </a:lnTo>
                  <a:lnTo>
                    <a:pt x="2682" y="57"/>
                  </a:lnTo>
                  <a:lnTo>
                    <a:pt x="2685" y="54"/>
                  </a:lnTo>
                  <a:lnTo>
                    <a:pt x="2689" y="50"/>
                  </a:lnTo>
                  <a:lnTo>
                    <a:pt x="2693" y="47"/>
                  </a:lnTo>
                  <a:lnTo>
                    <a:pt x="2696" y="43"/>
                  </a:lnTo>
                  <a:lnTo>
                    <a:pt x="2700" y="43"/>
                  </a:lnTo>
                  <a:lnTo>
                    <a:pt x="2703" y="39"/>
                  </a:lnTo>
                  <a:lnTo>
                    <a:pt x="2707" y="39"/>
                  </a:lnTo>
                  <a:lnTo>
                    <a:pt x="2711" y="36"/>
                  </a:lnTo>
                  <a:lnTo>
                    <a:pt x="2714" y="36"/>
                  </a:lnTo>
                  <a:lnTo>
                    <a:pt x="2718" y="36"/>
                  </a:lnTo>
                  <a:lnTo>
                    <a:pt x="2721" y="36"/>
                  </a:lnTo>
                  <a:lnTo>
                    <a:pt x="2725" y="36"/>
                  </a:lnTo>
                  <a:lnTo>
                    <a:pt x="2729" y="39"/>
                  </a:lnTo>
                  <a:lnTo>
                    <a:pt x="2732" y="39"/>
                  </a:lnTo>
                  <a:lnTo>
                    <a:pt x="2736" y="43"/>
                  </a:lnTo>
                  <a:lnTo>
                    <a:pt x="2739" y="43"/>
                  </a:lnTo>
                  <a:lnTo>
                    <a:pt x="2743" y="47"/>
                  </a:lnTo>
                  <a:lnTo>
                    <a:pt x="2747" y="50"/>
                  </a:lnTo>
                  <a:lnTo>
                    <a:pt x="2750" y="54"/>
                  </a:lnTo>
                  <a:lnTo>
                    <a:pt x="2754" y="57"/>
                  </a:lnTo>
                  <a:lnTo>
                    <a:pt x="2757" y="61"/>
                  </a:lnTo>
                  <a:lnTo>
                    <a:pt x="2761" y="65"/>
                  </a:lnTo>
                  <a:lnTo>
                    <a:pt x="2765" y="68"/>
                  </a:lnTo>
                  <a:lnTo>
                    <a:pt x="2768" y="72"/>
                  </a:lnTo>
                  <a:lnTo>
                    <a:pt x="2772" y="75"/>
                  </a:lnTo>
                  <a:lnTo>
                    <a:pt x="2775" y="79"/>
                  </a:lnTo>
                  <a:lnTo>
                    <a:pt x="2779" y="83"/>
                  </a:lnTo>
                  <a:lnTo>
                    <a:pt x="2779" y="86"/>
                  </a:lnTo>
                  <a:lnTo>
                    <a:pt x="2783" y="90"/>
                  </a:lnTo>
                  <a:lnTo>
                    <a:pt x="2786" y="93"/>
                  </a:lnTo>
                  <a:lnTo>
                    <a:pt x="2786" y="97"/>
                  </a:lnTo>
                  <a:lnTo>
                    <a:pt x="2790" y="101"/>
                  </a:lnTo>
                  <a:lnTo>
                    <a:pt x="2793" y="104"/>
                  </a:lnTo>
                  <a:lnTo>
                    <a:pt x="2793" y="108"/>
                  </a:lnTo>
                  <a:lnTo>
                    <a:pt x="2797" y="111"/>
                  </a:lnTo>
                  <a:lnTo>
                    <a:pt x="2801" y="115"/>
                  </a:lnTo>
                  <a:lnTo>
                    <a:pt x="2804" y="119"/>
                  </a:lnTo>
                  <a:lnTo>
                    <a:pt x="2804" y="122"/>
                  </a:lnTo>
                  <a:lnTo>
                    <a:pt x="2808" y="126"/>
                  </a:lnTo>
                  <a:lnTo>
                    <a:pt x="2811" y="129"/>
                  </a:lnTo>
                  <a:lnTo>
                    <a:pt x="2815" y="133"/>
                  </a:lnTo>
                  <a:lnTo>
                    <a:pt x="2819" y="137"/>
                  </a:lnTo>
                  <a:lnTo>
                    <a:pt x="2819" y="140"/>
                  </a:lnTo>
                  <a:lnTo>
                    <a:pt x="2822" y="144"/>
                  </a:lnTo>
                  <a:lnTo>
                    <a:pt x="2826" y="147"/>
                  </a:lnTo>
                  <a:lnTo>
                    <a:pt x="2829" y="151"/>
                  </a:lnTo>
                  <a:lnTo>
                    <a:pt x="2833" y="155"/>
                  </a:lnTo>
                  <a:lnTo>
                    <a:pt x="2837" y="158"/>
                  </a:lnTo>
                  <a:lnTo>
                    <a:pt x="2840" y="162"/>
                  </a:lnTo>
                  <a:lnTo>
                    <a:pt x="2844" y="162"/>
                  </a:lnTo>
                  <a:lnTo>
                    <a:pt x="2847" y="165"/>
                  </a:lnTo>
                  <a:lnTo>
                    <a:pt x="2851" y="165"/>
                  </a:lnTo>
                  <a:lnTo>
                    <a:pt x="2855" y="165"/>
                  </a:lnTo>
                  <a:lnTo>
                    <a:pt x="2858" y="165"/>
                  </a:lnTo>
                  <a:lnTo>
                    <a:pt x="2862" y="165"/>
                  </a:lnTo>
                  <a:lnTo>
                    <a:pt x="2865" y="165"/>
                  </a:lnTo>
                  <a:lnTo>
                    <a:pt x="2869" y="165"/>
                  </a:lnTo>
                  <a:lnTo>
                    <a:pt x="2873" y="162"/>
                  </a:lnTo>
                  <a:lnTo>
                    <a:pt x="2876" y="162"/>
                  </a:lnTo>
                  <a:lnTo>
                    <a:pt x="2880" y="158"/>
                  </a:lnTo>
                  <a:lnTo>
                    <a:pt x="2883" y="155"/>
                  </a:lnTo>
                  <a:lnTo>
                    <a:pt x="2887" y="151"/>
                  </a:lnTo>
                  <a:lnTo>
                    <a:pt x="2891" y="147"/>
                  </a:lnTo>
                  <a:lnTo>
                    <a:pt x="2894" y="144"/>
                  </a:lnTo>
                  <a:lnTo>
                    <a:pt x="2898" y="140"/>
                  </a:lnTo>
                  <a:lnTo>
                    <a:pt x="2901" y="137"/>
                  </a:lnTo>
                  <a:lnTo>
                    <a:pt x="2905" y="133"/>
                  </a:lnTo>
                  <a:lnTo>
                    <a:pt x="2909" y="129"/>
                  </a:lnTo>
                  <a:lnTo>
                    <a:pt x="2909" y="126"/>
                  </a:lnTo>
                  <a:lnTo>
                    <a:pt x="2912" y="122"/>
                  </a:lnTo>
                  <a:lnTo>
                    <a:pt x="2916" y="119"/>
                  </a:lnTo>
                  <a:lnTo>
                    <a:pt x="2916" y="115"/>
                  </a:lnTo>
                  <a:lnTo>
                    <a:pt x="2919" y="111"/>
                  </a:lnTo>
                  <a:lnTo>
                    <a:pt x="2923" y="108"/>
                  </a:lnTo>
                  <a:lnTo>
                    <a:pt x="2923" y="104"/>
                  </a:lnTo>
                  <a:lnTo>
                    <a:pt x="2927" y="101"/>
                  </a:lnTo>
                  <a:lnTo>
                    <a:pt x="2927" y="97"/>
                  </a:lnTo>
                  <a:lnTo>
                    <a:pt x="2930" y="93"/>
                  </a:lnTo>
                  <a:lnTo>
                    <a:pt x="2934" y="90"/>
                  </a:lnTo>
                  <a:lnTo>
                    <a:pt x="2934" y="86"/>
                  </a:lnTo>
                  <a:lnTo>
                    <a:pt x="2937" y="83"/>
                  </a:lnTo>
                  <a:lnTo>
                    <a:pt x="2941" y="79"/>
                  </a:lnTo>
                  <a:lnTo>
                    <a:pt x="2941" y="75"/>
                  </a:lnTo>
                  <a:lnTo>
                    <a:pt x="2945" y="72"/>
                  </a:lnTo>
                  <a:lnTo>
                    <a:pt x="2948" y="68"/>
                  </a:lnTo>
                  <a:lnTo>
                    <a:pt x="2948" y="65"/>
                  </a:lnTo>
                  <a:lnTo>
                    <a:pt x="2952" y="61"/>
                  </a:lnTo>
                  <a:lnTo>
                    <a:pt x="2952" y="57"/>
                  </a:lnTo>
                  <a:lnTo>
                    <a:pt x="2955" y="54"/>
                  </a:lnTo>
                  <a:lnTo>
                    <a:pt x="2959" y="50"/>
                  </a:lnTo>
                  <a:lnTo>
                    <a:pt x="2963" y="47"/>
                  </a:lnTo>
                  <a:lnTo>
                    <a:pt x="2966" y="43"/>
                  </a:lnTo>
                  <a:lnTo>
                    <a:pt x="2970" y="39"/>
                  </a:lnTo>
                  <a:lnTo>
                    <a:pt x="2970" y="36"/>
                  </a:lnTo>
                  <a:lnTo>
                    <a:pt x="2973" y="32"/>
                  </a:lnTo>
                  <a:lnTo>
                    <a:pt x="2977" y="29"/>
                  </a:lnTo>
                  <a:lnTo>
                    <a:pt x="2981" y="29"/>
                  </a:lnTo>
                  <a:lnTo>
                    <a:pt x="2984" y="25"/>
                  </a:lnTo>
                  <a:lnTo>
                    <a:pt x="2988" y="25"/>
                  </a:lnTo>
                  <a:lnTo>
                    <a:pt x="2991" y="21"/>
                  </a:lnTo>
                  <a:lnTo>
                    <a:pt x="2995" y="21"/>
                  </a:lnTo>
                  <a:lnTo>
                    <a:pt x="2999" y="21"/>
                  </a:lnTo>
                  <a:lnTo>
                    <a:pt x="3002" y="21"/>
                  </a:lnTo>
                  <a:lnTo>
                    <a:pt x="3006" y="25"/>
                  </a:lnTo>
                  <a:lnTo>
                    <a:pt x="3009" y="25"/>
                  </a:lnTo>
                  <a:lnTo>
                    <a:pt x="3013" y="29"/>
                  </a:lnTo>
                  <a:lnTo>
                    <a:pt x="3017" y="29"/>
                  </a:lnTo>
                  <a:lnTo>
                    <a:pt x="3020" y="32"/>
                  </a:lnTo>
                  <a:lnTo>
                    <a:pt x="3024" y="36"/>
                  </a:lnTo>
                  <a:lnTo>
                    <a:pt x="3027" y="39"/>
                  </a:lnTo>
                  <a:lnTo>
                    <a:pt x="3031" y="43"/>
                  </a:lnTo>
                  <a:lnTo>
                    <a:pt x="3035" y="47"/>
                  </a:lnTo>
                  <a:lnTo>
                    <a:pt x="3038" y="50"/>
                  </a:lnTo>
                  <a:lnTo>
                    <a:pt x="3038" y="54"/>
                  </a:lnTo>
                  <a:lnTo>
                    <a:pt x="3042" y="57"/>
                  </a:lnTo>
                  <a:lnTo>
                    <a:pt x="3045" y="61"/>
                  </a:lnTo>
                  <a:lnTo>
                    <a:pt x="3045" y="65"/>
                  </a:lnTo>
                  <a:lnTo>
                    <a:pt x="3049" y="68"/>
                  </a:lnTo>
                  <a:lnTo>
                    <a:pt x="3053" y="72"/>
                  </a:lnTo>
                  <a:lnTo>
                    <a:pt x="3053" y="75"/>
                  </a:lnTo>
                  <a:lnTo>
                    <a:pt x="3056" y="79"/>
                  </a:lnTo>
                  <a:lnTo>
                    <a:pt x="3056" y="83"/>
                  </a:lnTo>
                  <a:lnTo>
                    <a:pt x="3060" y="86"/>
                  </a:lnTo>
                  <a:lnTo>
                    <a:pt x="3063" y="90"/>
                  </a:lnTo>
                  <a:lnTo>
                    <a:pt x="3063" y="93"/>
                  </a:lnTo>
                  <a:lnTo>
                    <a:pt x="3067" y="97"/>
                  </a:lnTo>
                  <a:lnTo>
                    <a:pt x="3067" y="101"/>
                  </a:lnTo>
                  <a:lnTo>
                    <a:pt x="3071" y="104"/>
                  </a:lnTo>
                  <a:lnTo>
                    <a:pt x="3071" y="108"/>
                  </a:lnTo>
                  <a:lnTo>
                    <a:pt x="3074" y="111"/>
                  </a:lnTo>
                  <a:lnTo>
                    <a:pt x="3078" y="115"/>
                  </a:lnTo>
                  <a:lnTo>
                    <a:pt x="3078" y="119"/>
                  </a:lnTo>
                  <a:lnTo>
                    <a:pt x="3081" y="122"/>
                  </a:lnTo>
                  <a:lnTo>
                    <a:pt x="3081" y="126"/>
                  </a:lnTo>
                  <a:lnTo>
                    <a:pt x="3085" y="129"/>
                  </a:lnTo>
                  <a:lnTo>
                    <a:pt x="3085" y="133"/>
                  </a:lnTo>
                  <a:lnTo>
                    <a:pt x="3089" y="137"/>
                  </a:lnTo>
                  <a:lnTo>
                    <a:pt x="3089" y="140"/>
                  </a:lnTo>
                  <a:lnTo>
                    <a:pt x="3092" y="144"/>
                  </a:lnTo>
                  <a:lnTo>
                    <a:pt x="3096" y="147"/>
                  </a:lnTo>
                  <a:lnTo>
                    <a:pt x="3099" y="151"/>
                  </a:lnTo>
                  <a:lnTo>
                    <a:pt x="3099" y="155"/>
                  </a:lnTo>
                  <a:lnTo>
                    <a:pt x="3103" y="158"/>
                  </a:lnTo>
                  <a:lnTo>
                    <a:pt x="3107" y="162"/>
                  </a:lnTo>
                  <a:lnTo>
                    <a:pt x="3110" y="165"/>
                  </a:lnTo>
                  <a:lnTo>
                    <a:pt x="3114" y="169"/>
                  </a:lnTo>
                  <a:lnTo>
                    <a:pt x="3117" y="173"/>
                  </a:lnTo>
                  <a:lnTo>
                    <a:pt x="3121" y="176"/>
                  </a:lnTo>
                  <a:lnTo>
                    <a:pt x="3125" y="180"/>
                  </a:lnTo>
                  <a:lnTo>
                    <a:pt x="3128" y="183"/>
                  </a:lnTo>
                  <a:lnTo>
                    <a:pt x="3132" y="183"/>
                  </a:lnTo>
                  <a:lnTo>
                    <a:pt x="3135" y="183"/>
                  </a:lnTo>
                  <a:lnTo>
                    <a:pt x="3139" y="183"/>
                  </a:lnTo>
                  <a:lnTo>
                    <a:pt x="3143" y="183"/>
                  </a:lnTo>
                  <a:lnTo>
                    <a:pt x="3146" y="183"/>
                  </a:lnTo>
                  <a:lnTo>
                    <a:pt x="3150" y="180"/>
                  </a:lnTo>
                  <a:lnTo>
                    <a:pt x="3153" y="180"/>
                  </a:lnTo>
                  <a:lnTo>
                    <a:pt x="3157" y="176"/>
                  </a:lnTo>
                  <a:lnTo>
                    <a:pt x="3161" y="173"/>
                  </a:lnTo>
                  <a:lnTo>
                    <a:pt x="3164" y="169"/>
                  </a:lnTo>
                  <a:lnTo>
                    <a:pt x="3168" y="165"/>
                  </a:lnTo>
                  <a:lnTo>
                    <a:pt x="3171" y="162"/>
                  </a:lnTo>
                  <a:lnTo>
                    <a:pt x="3175" y="158"/>
                  </a:lnTo>
                  <a:lnTo>
                    <a:pt x="3175" y="155"/>
                  </a:lnTo>
                  <a:lnTo>
                    <a:pt x="3179" y="151"/>
                  </a:lnTo>
                  <a:lnTo>
                    <a:pt x="3182" y="147"/>
                  </a:lnTo>
                  <a:lnTo>
                    <a:pt x="3182" y="144"/>
                  </a:lnTo>
                  <a:lnTo>
                    <a:pt x="3186" y="140"/>
                  </a:lnTo>
                  <a:lnTo>
                    <a:pt x="3186" y="137"/>
                  </a:lnTo>
                  <a:lnTo>
                    <a:pt x="3186" y="133"/>
                  </a:lnTo>
                  <a:lnTo>
                    <a:pt x="3189" y="129"/>
                  </a:lnTo>
                  <a:lnTo>
                    <a:pt x="3193" y="126"/>
                  </a:lnTo>
                  <a:lnTo>
                    <a:pt x="3193" y="122"/>
                  </a:lnTo>
                  <a:lnTo>
                    <a:pt x="3197" y="119"/>
                  </a:lnTo>
                  <a:lnTo>
                    <a:pt x="3197" y="115"/>
                  </a:lnTo>
                  <a:lnTo>
                    <a:pt x="3200" y="111"/>
                  </a:lnTo>
                  <a:lnTo>
                    <a:pt x="3200" y="108"/>
                  </a:lnTo>
                  <a:lnTo>
                    <a:pt x="3204" y="104"/>
                  </a:lnTo>
                  <a:lnTo>
                    <a:pt x="3204" y="101"/>
                  </a:lnTo>
                  <a:lnTo>
                    <a:pt x="3207" y="97"/>
                  </a:lnTo>
                  <a:lnTo>
                    <a:pt x="3207" y="93"/>
                  </a:lnTo>
                  <a:lnTo>
                    <a:pt x="3211" y="90"/>
                  </a:lnTo>
                  <a:lnTo>
                    <a:pt x="3211" y="86"/>
                  </a:lnTo>
                  <a:lnTo>
                    <a:pt x="3211" y="83"/>
                  </a:lnTo>
                  <a:lnTo>
                    <a:pt x="3215" y="79"/>
                  </a:lnTo>
                  <a:lnTo>
                    <a:pt x="3218" y="75"/>
                  </a:lnTo>
                  <a:lnTo>
                    <a:pt x="3218" y="72"/>
                  </a:lnTo>
                  <a:lnTo>
                    <a:pt x="3218" y="68"/>
                  </a:lnTo>
                  <a:lnTo>
                    <a:pt x="3222" y="65"/>
                  </a:lnTo>
                  <a:lnTo>
                    <a:pt x="3225" y="61"/>
                  </a:lnTo>
                  <a:lnTo>
                    <a:pt x="3225" y="57"/>
                  </a:lnTo>
                  <a:lnTo>
                    <a:pt x="3229" y="54"/>
                  </a:lnTo>
                  <a:lnTo>
                    <a:pt x="3229" y="50"/>
                  </a:lnTo>
                  <a:lnTo>
                    <a:pt x="3233" y="47"/>
                  </a:lnTo>
                  <a:lnTo>
                    <a:pt x="3233" y="43"/>
                  </a:lnTo>
                  <a:lnTo>
                    <a:pt x="3236" y="39"/>
                  </a:lnTo>
                  <a:lnTo>
                    <a:pt x="3236" y="36"/>
                  </a:lnTo>
                  <a:lnTo>
                    <a:pt x="3240" y="32"/>
                  </a:lnTo>
                  <a:lnTo>
                    <a:pt x="3243" y="29"/>
                  </a:lnTo>
                  <a:lnTo>
                    <a:pt x="3243" y="25"/>
                  </a:lnTo>
                  <a:lnTo>
                    <a:pt x="3247" y="21"/>
                  </a:lnTo>
                  <a:lnTo>
                    <a:pt x="3251" y="18"/>
                  </a:lnTo>
                  <a:lnTo>
                    <a:pt x="3254" y="14"/>
                  </a:lnTo>
                  <a:lnTo>
                    <a:pt x="3254" y="11"/>
                  </a:lnTo>
                  <a:lnTo>
                    <a:pt x="3258" y="7"/>
                  </a:lnTo>
                  <a:lnTo>
                    <a:pt x="3261" y="3"/>
                  </a:lnTo>
                  <a:lnTo>
                    <a:pt x="3265" y="3"/>
                  </a:lnTo>
                  <a:lnTo>
                    <a:pt x="3269" y="0"/>
                  </a:lnTo>
                  <a:lnTo>
                    <a:pt x="3272" y="0"/>
                  </a:lnTo>
                  <a:lnTo>
                    <a:pt x="3276" y="0"/>
                  </a:lnTo>
                  <a:lnTo>
                    <a:pt x="3279" y="0"/>
                  </a:lnTo>
                  <a:lnTo>
                    <a:pt x="3283" y="0"/>
                  </a:lnTo>
                  <a:lnTo>
                    <a:pt x="3287" y="0"/>
                  </a:lnTo>
                  <a:lnTo>
                    <a:pt x="3290" y="3"/>
                  </a:lnTo>
                  <a:lnTo>
                    <a:pt x="3294" y="7"/>
                  </a:lnTo>
                  <a:lnTo>
                    <a:pt x="3297" y="11"/>
                  </a:lnTo>
                  <a:lnTo>
                    <a:pt x="3301" y="14"/>
                  </a:lnTo>
                  <a:lnTo>
                    <a:pt x="3305" y="18"/>
                  </a:lnTo>
                  <a:lnTo>
                    <a:pt x="3308" y="21"/>
                  </a:lnTo>
                  <a:lnTo>
                    <a:pt x="3312" y="25"/>
                  </a:lnTo>
                  <a:lnTo>
                    <a:pt x="3312" y="29"/>
                  </a:lnTo>
                  <a:lnTo>
                    <a:pt x="3315" y="32"/>
                  </a:lnTo>
                  <a:lnTo>
                    <a:pt x="3319" y="36"/>
                  </a:lnTo>
                  <a:lnTo>
                    <a:pt x="3319" y="39"/>
                  </a:lnTo>
                  <a:lnTo>
                    <a:pt x="3323" y="43"/>
                  </a:lnTo>
                  <a:lnTo>
                    <a:pt x="3323" y="47"/>
                  </a:lnTo>
                  <a:lnTo>
                    <a:pt x="3323" y="50"/>
                  </a:lnTo>
                  <a:lnTo>
                    <a:pt x="3326" y="54"/>
                  </a:lnTo>
                  <a:lnTo>
                    <a:pt x="3330" y="57"/>
                  </a:lnTo>
                  <a:lnTo>
                    <a:pt x="3330" y="61"/>
                  </a:lnTo>
                  <a:lnTo>
                    <a:pt x="3330" y="65"/>
                  </a:lnTo>
                  <a:lnTo>
                    <a:pt x="3333" y="68"/>
                  </a:lnTo>
                  <a:lnTo>
                    <a:pt x="3333" y="72"/>
                  </a:lnTo>
                  <a:lnTo>
                    <a:pt x="3337" y="75"/>
                  </a:lnTo>
                  <a:lnTo>
                    <a:pt x="3337" y="79"/>
                  </a:lnTo>
                  <a:lnTo>
                    <a:pt x="3337" y="83"/>
                  </a:lnTo>
                  <a:lnTo>
                    <a:pt x="3341" y="86"/>
                  </a:lnTo>
                  <a:lnTo>
                    <a:pt x="3341" y="90"/>
                  </a:lnTo>
                  <a:lnTo>
                    <a:pt x="3344" y="93"/>
                  </a:lnTo>
                  <a:lnTo>
                    <a:pt x="3344" y="97"/>
                  </a:lnTo>
                  <a:lnTo>
                    <a:pt x="3348" y="101"/>
                  </a:lnTo>
                  <a:lnTo>
                    <a:pt x="3348" y="104"/>
                  </a:lnTo>
                  <a:lnTo>
                    <a:pt x="3348" y="108"/>
                  </a:lnTo>
                  <a:lnTo>
                    <a:pt x="3351" y="111"/>
                  </a:lnTo>
                  <a:lnTo>
                    <a:pt x="3351" y="115"/>
                  </a:lnTo>
                  <a:lnTo>
                    <a:pt x="3355" y="119"/>
                  </a:lnTo>
                  <a:lnTo>
                    <a:pt x="3355" y="122"/>
                  </a:lnTo>
                  <a:lnTo>
                    <a:pt x="3355" y="126"/>
                  </a:lnTo>
                  <a:lnTo>
                    <a:pt x="3359" y="129"/>
                  </a:lnTo>
                  <a:lnTo>
                    <a:pt x="3359" y="133"/>
                  </a:lnTo>
                  <a:lnTo>
                    <a:pt x="3362" y="137"/>
                  </a:lnTo>
                  <a:lnTo>
                    <a:pt x="3362" y="140"/>
                  </a:lnTo>
                  <a:lnTo>
                    <a:pt x="3366" y="144"/>
                  </a:lnTo>
                  <a:lnTo>
                    <a:pt x="3366" y="147"/>
                  </a:lnTo>
                  <a:lnTo>
                    <a:pt x="3366" y="151"/>
                  </a:lnTo>
                  <a:lnTo>
                    <a:pt x="3369" y="155"/>
                  </a:lnTo>
                  <a:lnTo>
                    <a:pt x="3369" y="158"/>
                  </a:lnTo>
                  <a:lnTo>
                    <a:pt x="3373" y="162"/>
                  </a:lnTo>
                  <a:lnTo>
                    <a:pt x="3373" y="165"/>
                  </a:lnTo>
                  <a:lnTo>
                    <a:pt x="3377" y="169"/>
                  </a:lnTo>
                  <a:lnTo>
                    <a:pt x="3377" y="173"/>
                  </a:lnTo>
                  <a:lnTo>
                    <a:pt x="3380" y="176"/>
                  </a:lnTo>
                  <a:lnTo>
                    <a:pt x="3380" y="180"/>
                  </a:lnTo>
                  <a:lnTo>
                    <a:pt x="3384" y="183"/>
                  </a:lnTo>
                  <a:lnTo>
                    <a:pt x="3384" y="187"/>
                  </a:lnTo>
                  <a:lnTo>
                    <a:pt x="3387" y="191"/>
                  </a:lnTo>
                  <a:lnTo>
                    <a:pt x="3391" y="194"/>
                  </a:lnTo>
                  <a:lnTo>
                    <a:pt x="3395" y="198"/>
                  </a:lnTo>
                  <a:lnTo>
                    <a:pt x="3398" y="201"/>
                  </a:lnTo>
                  <a:lnTo>
                    <a:pt x="3398" y="205"/>
                  </a:lnTo>
                  <a:lnTo>
                    <a:pt x="3402" y="209"/>
                  </a:lnTo>
                  <a:lnTo>
                    <a:pt x="3405" y="212"/>
                  </a:lnTo>
                  <a:lnTo>
                    <a:pt x="3409" y="21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4" name="Freeform 152"/>
            <p:cNvSpPr>
              <a:spLocks/>
            </p:cNvSpPr>
            <p:nvPr/>
          </p:nvSpPr>
          <p:spPr bwMode="auto">
            <a:xfrm>
              <a:off x="4158" y="1048"/>
              <a:ext cx="770" cy="2462"/>
            </a:xfrm>
            <a:custGeom>
              <a:avLst/>
              <a:gdLst/>
              <a:ahLst/>
              <a:cxnLst>
                <a:cxn ang="0">
                  <a:pos x="25" y="2131"/>
                </a:cxn>
                <a:cxn ang="0">
                  <a:pos x="43" y="2102"/>
                </a:cxn>
                <a:cxn ang="0">
                  <a:pos x="58" y="2073"/>
                </a:cxn>
                <a:cxn ang="0">
                  <a:pos x="68" y="2045"/>
                </a:cxn>
                <a:cxn ang="0">
                  <a:pos x="79" y="2012"/>
                </a:cxn>
                <a:cxn ang="0">
                  <a:pos x="90" y="1980"/>
                </a:cxn>
                <a:cxn ang="0">
                  <a:pos x="101" y="1947"/>
                </a:cxn>
                <a:cxn ang="0">
                  <a:pos x="115" y="1919"/>
                </a:cxn>
                <a:cxn ang="0">
                  <a:pos x="133" y="1890"/>
                </a:cxn>
                <a:cxn ang="0">
                  <a:pos x="162" y="1890"/>
                </a:cxn>
                <a:cxn ang="0">
                  <a:pos x="180" y="1919"/>
                </a:cxn>
                <a:cxn ang="0">
                  <a:pos x="191" y="1951"/>
                </a:cxn>
                <a:cxn ang="0">
                  <a:pos x="205" y="1983"/>
                </a:cxn>
                <a:cxn ang="0">
                  <a:pos x="216" y="2023"/>
                </a:cxn>
                <a:cxn ang="0">
                  <a:pos x="227" y="2066"/>
                </a:cxn>
                <a:cxn ang="0">
                  <a:pos x="238" y="2106"/>
                </a:cxn>
                <a:cxn ang="0">
                  <a:pos x="248" y="2142"/>
                </a:cxn>
                <a:cxn ang="0">
                  <a:pos x="259" y="2171"/>
                </a:cxn>
                <a:cxn ang="0">
                  <a:pos x="274" y="2199"/>
                </a:cxn>
                <a:cxn ang="0">
                  <a:pos x="302" y="2199"/>
                </a:cxn>
                <a:cxn ang="0">
                  <a:pos x="317" y="2171"/>
                </a:cxn>
                <a:cxn ang="0">
                  <a:pos x="328" y="2138"/>
                </a:cxn>
                <a:cxn ang="0">
                  <a:pos x="338" y="2095"/>
                </a:cxn>
                <a:cxn ang="0">
                  <a:pos x="349" y="2045"/>
                </a:cxn>
                <a:cxn ang="0">
                  <a:pos x="360" y="1991"/>
                </a:cxn>
                <a:cxn ang="0">
                  <a:pos x="371" y="1937"/>
                </a:cxn>
                <a:cxn ang="0">
                  <a:pos x="385" y="1883"/>
                </a:cxn>
                <a:cxn ang="0">
                  <a:pos x="396" y="1836"/>
                </a:cxn>
                <a:cxn ang="0">
                  <a:pos x="407" y="1800"/>
                </a:cxn>
                <a:cxn ang="0">
                  <a:pos x="421" y="1771"/>
                </a:cxn>
                <a:cxn ang="0">
                  <a:pos x="446" y="1782"/>
                </a:cxn>
                <a:cxn ang="0">
                  <a:pos x="457" y="1818"/>
                </a:cxn>
                <a:cxn ang="0">
                  <a:pos x="468" y="1865"/>
                </a:cxn>
                <a:cxn ang="0">
                  <a:pos x="479" y="1929"/>
                </a:cxn>
                <a:cxn ang="0">
                  <a:pos x="490" y="2005"/>
                </a:cxn>
                <a:cxn ang="0">
                  <a:pos x="500" y="2088"/>
                </a:cxn>
                <a:cxn ang="0">
                  <a:pos x="515" y="2171"/>
                </a:cxn>
                <a:cxn ang="0">
                  <a:pos x="526" y="2253"/>
                </a:cxn>
                <a:cxn ang="0">
                  <a:pos x="536" y="2329"/>
                </a:cxn>
                <a:cxn ang="0">
                  <a:pos x="547" y="2394"/>
                </a:cxn>
                <a:cxn ang="0">
                  <a:pos x="558" y="2437"/>
                </a:cxn>
                <a:cxn ang="0">
                  <a:pos x="580" y="2459"/>
                </a:cxn>
                <a:cxn ang="0">
                  <a:pos x="590" y="2426"/>
                </a:cxn>
                <a:cxn ang="0">
                  <a:pos x="601" y="2361"/>
                </a:cxn>
                <a:cxn ang="0">
                  <a:pos x="612" y="2264"/>
                </a:cxn>
                <a:cxn ang="0">
                  <a:pos x="626" y="2138"/>
                </a:cxn>
                <a:cxn ang="0">
                  <a:pos x="637" y="1983"/>
                </a:cxn>
                <a:cxn ang="0">
                  <a:pos x="648" y="1803"/>
                </a:cxn>
                <a:cxn ang="0">
                  <a:pos x="659" y="1602"/>
                </a:cxn>
                <a:cxn ang="0">
                  <a:pos x="670" y="1389"/>
                </a:cxn>
                <a:cxn ang="0">
                  <a:pos x="680" y="1170"/>
                </a:cxn>
                <a:cxn ang="0">
                  <a:pos x="691" y="950"/>
                </a:cxn>
                <a:cxn ang="0">
                  <a:pos x="702" y="738"/>
                </a:cxn>
                <a:cxn ang="0">
                  <a:pos x="713" y="540"/>
                </a:cxn>
                <a:cxn ang="0">
                  <a:pos x="724" y="364"/>
                </a:cxn>
                <a:cxn ang="0">
                  <a:pos x="734" y="220"/>
                </a:cxn>
                <a:cxn ang="0">
                  <a:pos x="749" y="108"/>
                </a:cxn>
                <a:cxn ang="0">
                  <a:pos x="760" y="36"/>
                </a:cxn>
                <a:cxn ang="0">
                  <a:pos x="770" y="0"/>
                </a:cxn>
              </a:cxnLst>
              <a:rect l="0" t="0" r="r" b="b"/>
              <a:pathLst>
                <a:path w="770" h="2462">
                  <a:moveTo>
                    <a:pt x="0" y="2138"/>
                  </a:moveTo>
                  <a:lnTo>
                    <a:pt x="4" y="2142"/>
                  </a:lnTo>
                  <a:lnTo>
                    <a:pt x="7" y="2142"/>
                  </a:lnTo>
                  <a:lnTo>
                    <a:pt x="11" y="2142"/>
                  </a:lnTo>
                  <a:lnTo>
                    <a:pt x="14" y="2138"/>
                  </a:lnTo>
                  <a:lnTo>
                    <a:pt x="18" y="2138"/>
                  </a:lnTo>
                  <a:lnTo>
                    <a:pt x="22" y="2135"/>
                  </a:lnTo>
                  <a:lnTo>
                    <a:pt x="25" y="2131"/>
                  </a:lnTo>
                  <a:lnTo>
                    <a:pt x="29" y="2127"/>
                  </a:lnTo>
                  <a:lnTo>
                    <a:pt x="32" y="2124"/>
                  </a:lnTo>
                  <a:lnTo>
                    <a:pt x="36" y="2120"/>
                  </a:lnTo>
                  <a:lnTo>
                    <a:pt x="40" y="2117"/>
                  </a:lnTo>
                  <a:lnTo>
                    <a:pt x="40" y="2113"/>
                  </a:lnTo>
                  <a:lnTo>
                    <a:pt x="43" y="2109"/>
                  </a:lnTo>
                  <a:lnTo>
                    <a:pt x="43" y="2106"/>
                  </a:lnTo>
                  <a:lnTo>
                    <a:pt x="43" y="2102"/>
                  </a:lnTo>
                  <a:lnTo>
                    <a:pt x="47" y="2099"/>
                  </a:lnTo>
                  <a:lnTo>
                    <a:pt x="50" y="2095"/>
                  </a:lnTo>
                  <a:lnTo>
                    <a:pt x="50" y="2091"/>
                  </a:lnTo>
                  <a:lnTo>
                    <a:pt x="50" y="2088"/>
                  </a:lnTo>
                  <a:lnTo>
                    <a:pt x="54" y="2084"/>
                  </a:lnTo>
                  <a:lnTo>
                    <a:pt x="54" y="2081"/>
                  </a:lnTo>
                  <a:lnTo>
                    <a:pt x="58" y="2077"/>
                  </a:lnTo>
                  <a:lnTo>
                    <a:pt x="58" y="2073"/>
                  </a:lnTo>
                  <a:lnTo>
                    <a:pt x="58" y="2070"/>
                  </a:lnTo>
                  <a:lnTo>
                    <a:pt x="61" y="2066"/>
                  </a:lnTo>
                  <a:lnTo>
                    <a:pt x="61" y="2063"/>
                  </a:lnTo>
                  <a:lnTo>
                    <a:pt x="61" y="2059"/>
                  </a:lnTo>
                  <a:lnTo>
                    <a:pt x="65" y="2055"/>
                  </a:lnTo>
                  <a:lnTo>
                    <a:pt x="65" y="2052"/>
                  </a:lnTo>
                  <a:lnTo>
                    <a:pt x="68" y="2048"/>
                  </a:lnTo>
                  <a:lnTo>
                    <a:pt x="68" y="2045"/>
                  </a:lnTo>
                  <a:lnTo>
                    <a:pt x="68" y="2041"/>
                  </a:lnTo>
                  <a:lnTo>
                    <a:pt x="72" y="2037"/>
                  </a:lnTo>
                  <a:lnTo>
                    <a:pt x="72" y="2030"/>
                  </a:lnTo>
                  <a:lnTo>
                    <a:pt x="76" y="2027"/>
                  </a:lnTo>
                  <a:lnTo>
                    <a:pt x="76" y="2023"/>
                  </a:lnTo>
                  <a:lnTo>
                    <a:pt x="76" y="2019"/>
                  </a:lnTo>
                  <a:lnTo>
                    <a:pt x="79" y="2016"/>
                  </a:lnTo>
                  <a:lnTo>
                    <a:pt x="79" y="2012"/>
                  </a:lnTo>
                  <a:lnTo>
                    <a:pt x="83" y="2009"/>
                  </a:lnTo>
                  <a:lnTo>
                    <a:pt x="83" y="2005"/>
                  </a:lnTo>
                  <a:lnTo>
                    <a:pt x="83" y="1998"/>
                  </a:lnTo>
                  <a:lnTo>
                    <a:pt x="86" y="1994"/>
                  </a:lnTo>
                  <a:lnTo>
                    <a:pt x="86" y="1991"/>
                  </a:lnTo>
                  <a:lnTo>
                    <a:pt x="86" y="1987"/>
                  </a:lnTo>
                  <a:lnTo>
                    <a:pt x="90" y="1983"/>
                  </a:lnTo>
                  <a:lnTo>
                    <a:pt x="90" y="1980"/>
                  </a:lnTo>
                  <a:lnTo>
                    <a:pt x="94" y="1976"/>
                  </a:lnTo>
                  <a:lnTo>
                    <a:pt x="94" y="1973"/>
                  </a:lnTo>
                  <a:lnTo>
                    <a:pt x="94" y="1969"/>
                  </a:lnTo>
                  <a:lnTo>
                    <a:pt x="97" y="1965"/>
                  </a:lnTo>
                  <a:lnTo>
                    <a:pt x="97" y="1958"/>
                  </a:lnTo>
                  <a:lnTo>
                    <a:pt x="101" y="1955"/>
                  </a:lnTo>
                  <a:lnTo>
                    <a:pt x="101" y="1951"/>
                  </a:lnTo>
                  <a:lnTo>
                    <a:pt x="101" y="1947"/>
                  </a:lnTo>
                  <a:lnTo>
                    <a:pt x="104" y="1944"/>
                  </a:lnTo>
                  <a:lnTo>
                    <a:pt x="104" y="1940"/>
                  </a:lnTo>
                  <a:lnTo>
                    <a:pt x="104" y="1937"/>
                  </a:lnTo>
                  <a:lnTo>
                    <a:pt x="108" y="1933"/>
                  </a:lnTo>
                  <a:lnTo>
                    <a:pt x="112" y="1929"/>
                  </a:lnTo>
                  <a:lnTo>
                    <a:pt x="112" y="1926"/>
                  </a:lnTo>
                  <a:lnTo>
                    <a:pt x="112" y="1922"/>
                  </a:lnTo>
                  <a:lnTo>
                    <a:pt x="115" y="1919"/>
                  </a:lnTo>
                  <a:lnTo>
                    <a:pt x="115" y="1915"/>
                  </a:lnTo>
                  <a:lnTo>
                    <a:pt x="119" y="1911"/>
                  </a:lnTo>
                  <a:lnTo>
                    <a:pt x="119" y="1908"/>
                  </a:lnTo>
                  <a:lnTo>
                    <a:pt x="122" y="1904"/>
                  </a:lnTo>
                  <a:lnTo>
                    <a:pt x="126" y="1901"/>
                  </a:lnTo>
                  <a:lnTo>
                    <a:pt x="126" y="1897"/>
                  </a:lnTo>
                  <a:lnTo>
                    <a:pt x="130" y="1893"/>
                  </a:lnTo>
                  <a:lnTo>
                    <a:pt x="133" y="1890"/>
                  </a:lnTo>
                  <a:lnTo>
                    <a:pt x="137" y="1886"/>
                  </a:lnTo>
                  <a:lnTo>
                    <a:pt x="140" y="1883"/>
                  </a:lnTo>
                  <a:lnTo>
                    <a:pt x="144" y="1883"/>
                  </a:lnTo>
                  <a:lnTo>
                    <a:pt x="148" y="1879"/>
                  </a:lnTo>
                  <a:lnTo>
                    <a:pt x="151" y="1883"/>
                  </a:lnTo>
                  <a:lnTo>
                    <a:pt x="155" y="1883"/>
                  </a:lnTo>
                  <a:lnTo>
                    <a:pt x="158" y="1886"/>
                  </a:lnTo>
                  <a:lnTo>
                    <a:pt x="162" y="1890"/>
                  </a:lnTo>
                  <a:lnTo>
                    <a:pt x="166" y="1893"/>
                  </a:lnTo>
                  <a:lnTo>
                    <a:pt x="169" y="1897"/>
                  </a:lnTo>
                  <a:lnTo>
                    <a:pt x="173" y="1901"/>
                  </a:lnTo>
                  <a:lnTo>
                    <a:pt x="173" y="1904"/>
                  </a:lnTo>
                  <a:lnTo>
                    <a:pt x="176" y="1908"/>
                  </a:lnTo>
                  <a:lnTo>
                    <a:pt x="176" y="1911"/>
                  </a:lnTo>
                  <a:lnTo>
                    <a:pt x="180" y="1915"/>
                  </a:lnTo>
                  <a:lnTo>
                    <a:pt x="180" y="1919"/>
                  </a:lnTo>
                  <a:lnTo>
                    <a:pt x="184" y="1922"/>
                  </a:lnTo>
                  <a:lnTo>
                    <a:pt x="184" y="1926"/>
                  </a:lnTo>
                  <a:lnTo>
                    <a:pt x="187" y="1929"/>
                  </a:lnTo>
                  <a:lnTo>
                    <a:pt x="187" y="1933"/>
                  </a:lnTo>
                  <a:lnTo>
                    <a:pt x="187" y="1937"/>
                  </a:lnTo>
                  <a:lnTo>
                    <a:pt x="191" y="1940"/>
                  </a:lnTo>
                  <a:lnTo>
                    <a:pt x="191" y="1944"/>
                  </a:lnTo>
                  <a:lnTo>
                    <a:pt x="191" y="1951"/>
                  </a:lnTo>
                  <a:lnTo>
                    <a:pt x="194" y="1955"/>
                  </a:lnTo>
                  <a:lnTo>
                    <a:pt x="194" y="1958"/>
                  </a:lnTo>
                  <a:lnTo>
                    <a:pt x="198" y="1962"/>
                  </a:lnTo>
                  <a:lnTo>
                    <a:pt x="198" y="1965"/>
                  </a:lnTo>
                  <a:lnTo>
                    <a:pt x="198" y="1973"/>
                  </a:lnTo>
                  <a:lnTo>
                    <a:pt x="202" y="1976"/>
                  </a:lnTo>
                  <a:lnTo>
                    <a:pt x="202" y="1980"/>
                  </a:lnTo>
                  <a:lnTo>
                    <a:pt x="205" y="1983"/>
                  </a:lnTo>
                  <a:lnTo>
                    <a:pt x="205" y="1991"/>
                  </a:lnTo>
                  <a:lnTo>
                    <a:pt x="205" y="1994"/>
                  </a:lnTo>
                  <a:lnTo>
                    <a:pt x="209" y="1998"/>
                  </a:lnTo>
                  <a:lnTo>
                    <a:pt x="209" y="2005"/>
                  </a:lnTo>
                  <a:lnTo>
                    <a:pt x="212" y="2009"/>
                  </a:lnTo>
                  <a:lnTo>
                    <a:pt x="212" y="2012"/>
                  </a:lnTo>
                  <a:lnTo>
                    <a:pt x="212" y="2019"/>
                  </a:lnTo>
                  <a:lnTo>
                    <a:pt x="216" y="2023"/>
                  </a:lnTo>
                  <a:lnTo>
                    <a:pt x="216" y="2030"/>
                  </a:lnTo>
                  <a:lnTo>
                    <a:pt x="216" y="2034"/>
                  </a:lnTo>
                  <a:lnTo>
                    <a:pt x="220" y="2037"/>
                  </a:lnTo>
                  <a:lnTo>
                    <a:pt x="220" y="2045"/>
                  </a:lnTo>
                  <a:lnTo>
                    <a:pt x="223" y="2048"/>
                  </a:lnTo>
                  <a:lnTo>
                    <a:pt x="223" y="2055"/>
                  </a:lnTo>
                  <a:lnTo>
                    <a:pt x="223" y="2059"/>
                  </a:lnTo>
                  <a:lnTo>
                    <a:pt x="227" y="2066"/>
                  </a:lnTo>
                  <a:lnTo>
                    <a:pt x="227" y="2070"/>
                  </a:lnTo>
                  <a:lnTo>
                    <a:pt x="230" y="2073"/>
                  </a:lnTo>
                  <a:lnTo>
                    <a:pt x="230" y="2081"/>
                  </a:lnTo>
                  <a:lnTo>
                    <a:pt x="230" y="2084"/>
                  </a:lnTo>
                  <a:lnTo>
                    <a:pt x="234" y="2091"/>
                  </a:lnTo>
                  <a:lnTo>
                    <a:pt x="234" y="2095"/>
                  </a:lnTo>
                  <a:lnTo>
                    <a:pt x="234" y="2099"/>
                  </a:lnTo>
                  <a:lnTo>
                    <a:pt x="238" y="2106"/>
                  </a:lnTo>
                  <a:lnTo>
                    <a:pt x="238" y="2109"/>
                  </a:lnTo>
                  <a:lnTo>
                    <a:pt x="241" y="2113"/>
                  </a:lnTo>
                  <a:lnTo>
                    <a:pt x="241" y="2120"/>
                  </a:lnTo>
                  <a:lnTo>
                    <a:pt x="241" y="2124"/>
                  </a:lnTo>
                  <a:lnTo>
                    <a:pt x="245" y="2127"/>
                  </a:lnTo>
                  <a:lnTo>
                    <a:pt x="245" y="2131"/>
                  </a:lnTo>
                  <a:lnTo>
                    <a:pt x="248" y="2138"/>
                  </a:lnTo>
                  <a:lnTo>
                    <a:pt x="248" y="2142"/>
                  </a:lnTo>
                  <a:lnTo>
                    <a:pt x="248" y="2145"/>
                  </a:lnTo>
                  <a:lnTo>
                    <a:pt x="252" y="2149"/>
                  </a:lnTo>
                  <a:lnTo>
                    <a:pt x="252" y="2153"/>
                  </a:lnTo>
                  <a:lnTo>
                    <a:pt x="256" y="2156"/>
                  </a:lnTo>
                  <a:lnTo>
                    <a:pt x="256" y="2160"/>
                  </a:lnTo>
                  <a:lnTo>
                    <a:pt x="256" y="2163"/>
                  </a:lnTo>
                  <a:lnTo>
                    <a:pt x="259" y="2167"/>
                  </a:lnTo>
                  <a:lnTo>
                    <a:pt x="259" y="2171"/>
                  </a:lnTo>
                  <a:lnTo>
                    <a:pt x="259" y="2174"/>
                  </a:lnTo>
                  <a:lnTo>
                    <a:pt x="263" y="2178"/>
                  </a:lnTo>
                  <a:lnTo>
                    <a:pt x="263" y="2181"/>
                  </a:lnTo>
                  <a:lnTo>
                    <a:pt x="266" y="2185"/>
                  </a:lnTo>
                  <a:lnTo>
                    <a:pt x="266" y="2189"/>
                  </a:lnTo>
                  <a:lnTo>
                    <a:pt x="270" y="2192"/>
                  </a:lnTo>
                  <a:lnTo>
                    <a:pt x="274" y="2196"/>
                  </a:lnTo>
                  <a:lnTo>
                    <a:pt x="274" y="2199"/>
                  </a:lnTo>
                  <a:lnTo>
                    <a:pt x="277" y="2203"/>
                  </a:lnTo>
                  <a:lnTo>
                    <a:pt x="281" y="2207"/>
                  </a:lnTo>
                  <a:lnTo>
                    <a:pt x="284" y="2207"/>
                  </a:lnTo>
                  <a:lnTo>
                    <a:pt x="288" y="2210"/>
                  </a:lnTo>
                  <a:lnTo>
                    <a:pt x="292" y="2207"/>
                  </a:lnTo>
                  <a:lnTo>
                    <a:pt x="295" y="2207"/>
                  </a:lnTo>
                  <a:lnTo>
                    <a:pt x="299" y="2203"/>
                  </a:lnTo>
                  <a:lnTo>
                    <a:pt x="302" y="2199"/>
                  </a:lnTo>
                  <a:lnTo>
                    <a:pt x="306" y="2196"/>
                  </a:lnTo>
                  <a:lnTo>
                    <a:pt x="306" y="2192"/>
                  </a:lnTo>
                  <a:lnTo>
                    <a:pt x="310" y="2189"/>
                  </a:lnTo>
                  <a:lnTo>
                    <a:pt x="310" y="2185"/>
                  </a:lnTo>
                  <a:lnTo>
                    <a:pt x="313" y="2181"/>
                  </a:lnTo>
                  <a:lnTo>
                    <a:pt x="313" y="2178"/>
                  </a:lnTo>
                  <a:lnTo>
                    <a:pt x="317" y="2174"/>
                  </a:lnTo>
                  <a:lnTo>
                    <a:pt x="317" y="2171"/>
                  </a:lnTo>
                  <a:lnTo>
                    <a:pt x="317" y="2167"/>
                  </a:lnTo>
                  <a:lnTo>
                    <a:pt x="320" y="2163"/>
                  </a:lnTo>
                  <a:lnTo>
                    <a:pt x="320" y="2160"/>
                  </a:lnTo>
                  <a:lnTo>
                    <a:pt x="324" y="2156"/>
                  </a:lnTo>
                  <a:lnTo>
                    <a:pt x="324" y="2153"/>
                  </a:lnTo>
                  <a:lnTo>
                    <a:pt x="324" y="2145"/>
                  </a:lnTo>
                  <a:lnTo>
                    <a:pt x="328" y="2142"/>
                  </a:lnTo>
                  <a:lnTo>
                    <a:pt x="328" y="2138"/>
                  </a:lnTo>
                  <a:lnTo>
                    <a:pt x="328" y="2131"/>
                  </a:lnTo>
                  <a:lnTo>
                    <a:pt x="331" y="2127"/>
                  </a:lnTo>
                  <a:lnTo>
                    <a:pt x="331" y="2124"/>
                  </a:lnTo>
                  <a:lnTo>
                    <a:pt x="335" y="2117"/>
                  </a:lnTo>
                  <a:lnTo>
                    <a:pt x="335" y="2113"/>
                  </a:lnTo>
                  <a:lnTo>
                    <a:pt x="335" y="2106"/>
                  </a:lnTo>
                  <a:lnTo>
                    <a:pt x="338" y="2099"/>
                  </a:lnTo>
                  <a:lnTo>
                    <a:pt x="338" y="2095"/>
                  </a:lnTo>
                  <a:lnTo>
                    <a:pt x="342" y="2088"/>
                  </a:lnTo>
                  <a:lnTo>
                    <a:pt x="342" y="2081"/>
                  </a:lnTo>
                  <a:lnTo>
                    <a:pt x="342" y="2077"/>
                  </a:lnTo>
                  <a:lnTo>
                    <a:pt x="346" y="2070"/>
                  </a:lnTo>
                  <a:lnTo>
                    <a:pt x="346" y="2063"/>
                  </a:lnTo>
                  <a:lnTo>
                    <a:pt x="346" y="2055"/>
                  </a:lnTo>
                  <a:lnTo>
                    <a:pt x="349" y="2052"/>
                  </a:lnTo>
                  <a:lnTo>
                    <a:pt x="349" y="2045"/>
                  </a:lnTo>
                  <a:lnTo>
                    <a:pt x="353" y="2037"/>
                  </a:lnTo>
                  <a:lnTo>
                    <a:pt x="353" y="2030"/>
                  </a:lnTo>
                  <a:lnTo>
                    <a:pt x="353" y="2023"/>
                  </a:lnTo>
                  <a:lnTo>
                    <a:pt x="356" y="2016"/>
                  </a:lnTo>
                  <a:lnTo>
                    <a:pt x="356" y="2009"/>
                  </a:lnTo>
                  <a:lnTo>
                    <a:pt x="360" y="2005"/>
                  </a:lnTo>
                  <a:lnTo>
                    <a:pt x="360" y="1998"/>
                  </a:lnTo>
                  <a:lnTo>
                    <a:pt x="360" y="1991"/>
                  </a:lnTo>
                  <a:lnTo>
                    <a:pt x="364" y="1983"/>
                  </a:lnTo>
                  <a:lnTo>
                    <a:pt x="364" y="1976"/>
                  </a:lnTo>
                  <a:lnTo>
                    <a:pt x="367" y="1969"/>
                  </a:lnTo>
                  <a:lnTo>
                    <a:pt x="367" y="1962"/>
                  </a:lnTo>
                  <a:lnTo>
                    <a:pt x="367" y="1955"/>
                  </a:lnTo>
                  <a:lnTo>
                    <a:pt x="371" y="1947"/>
                  </a:lnTo>
                  <a:lnTo>
                    <a:pt x="371" y="1940"/>
                  </a:lnTo>
                  <a:lnTo>
                    <a:pt x="371" y="1937"/>
                  </a:lnTo>
                  <a:lnTo>
                    <a:pt x="374" y="1929"/>
                  </a:lnTo>
                  <a:lnTo>
                    <a:pt x="374" y="1922"/>
                  </a:lnTo>
                  <a:lnTo>
                    <a:pt x="378" y="1915"/>
                  </a:lnTo>
                  <a:lnTo>
                    <a:pt x="378" y="1908"/>
                  </a:lnTo>
                  <a:lnTo>
                    <a:pt x="378" y="1901"/>
                  </a:lnTo>
                  <a:lnTo>
                    <a:pt x="382" y="1893"/>
                  </a:lnTo>
                  <a:lnTo>
                    <a:pt x="382" y="1890"/>
                  </a:lnTo>
                  <a:lnTo>
                    <a:pt x="385" y="1883"/>
                  </a:lnTo>
                  <a:lnTo>
                    <a:pt x="385" y="1875"/>
                  </a:lnTo>
                  <a:lnTo>
                    <a:pt x="385" y="1872"/>
                  </a:lnTo>
                  <a:lnTo>
                    <a:pt x="389" y="1865"/>
                  </a:lnTo>
                  <a:lnTo>
                    <a:pt x="389" y="1857"/>
                  </a:lnTo>
                  <a:lnTo>
                    <a:pt x="389" y="1854"/>
                  </a:lnTo>
                  <a:lnTo>
                    <a:pt x="392" y="1847"/>
                  </a:lnTo>
                  <a:lnTo>
                    <a:pt x="392" y="1843"/>
                  </a:lnTo>
                  <a:lnTo>
                    <a:pt x="396" y="1836"/>
                  </a:lnTo>
                  <a:lnTo>
                    <a:pt x="396" y="1832"/>
                  </a:lnTo>
                  <a:lnTo>
                    <a:pt x="396" y="1825"/>
                  </a:lnTo>
                  <a:lnTo>
                    <a:pt x="400" y="1821"/>
                  </a:lnTo>
                  <a:lnTo>
                    <a:pt x="400" y="1818"/>
                  </a:lnTo>
                  <a:lnTo>
                    <a:pt x="403" y="1811"/>
                  </a:lnTo>
                  <a:lnTo>
                    <a:pt x="403" y="1807"/>
                  </a:lnTo>
                  <a:lnTo>
                    <a:pt x="403" y="1803"/>
                  </a:lnTo>
                  <a:lnTo>
                    <a:pt x="407" y="1800"/>
                  </a:lnTo>
                  <a:lnTo>
                    <a:pt x="407" y="1796"/>
                  </a:lnTo>
                  <a:lnTo>
                    <a:pt x="410" y="1793"/>
                  </a:lnTo>
                  <a:lnTo>
                    <a:pt x="410" y="1789"/>
                  </a:lnTo>
                  <a:lnTo>
                    <a:pt x="410" y="1785"/>
                  </a:lnTo>
                  <a:lnTo>
                    <a:pt x="414" y="1782"/>
                  </a:lnTo>
                  <a:lnTo>
                    <a:pt x="414" y="1778"/>
                  </a:lnTo>
                  <a:lnTo>
                    <a:pt x="418" y="1775"/>
                  </a:lnTo>
                  <a:lnTo>
                    <a:pt x="421" y="1771"/>
                  </a:lnTo>
                  <a:lnTo>
                    <a:pt x="425" y="1767"/>
                  </a:lnTo>
                  <a:lnTo>
                    <a:pt x="428" y="1764"/>
                  </a:lnTo>
                  <a:lnTo>
                    <a:pt x="432" y="1764"/>
                  </a:lnTo>
                  <a:lnTo>
                    <a:pt x="436" y="1767"/>
                  </a:lnTo>
                  <a:lnTo>
                    <a:pt x="439" y="1771"/>
                  </a:lnTo>
                  <a:lnTo>
                    <a:pt x="443" y="1775"/>
                  </a:lnTo>
                  <a:lnTo>
                    <a:pt x="446" y="1778"/>
                  </a:lnTo>
                  <a:lnTo>
                    <a:pt x="446" y="1782"/>
                  </a:lnTo>
                  <a:lnTo>
                    <a:pt x="446" y="1785"/>
                  </a:lnTo>
                  <a:lnTo>
                    <a:pt x="450" y="1789"/>
                  </a:lnTo>
                  <a:lnTo>
                    <a:pt x="450" y="1793"/>
                  </a:lnTo>
                  <a:lnTo>
                    <a:pt x="454" y="1796"/>
                  </a:lnTo>
                  <a:lnTo>
                    <a:pt x="454" y="1803"/>
                  </a:lnTo>
                  <a:lnTo>
                    <a:pt x="454" y="1807"/>
                  </a:lnTo>
                  <a:lnTo>
                    <a:pt x="457" y="1811"/>
                  </a:lnTo>
                  <a:lnTo>
                    <a:pt x="457" y="1818"/>
                  </a:lnTo>
                  <a:lnTo>
                    <a:pt x="457" y="1821"/>
                  </a:lnTo>
                  <a:lnTo>
                    <a:pt x="461" y="1829"/>
                  </a:lnTo>
                  <a:lnTo>
                    <a:pt x="461" y="1832"/>
                  </a:lnTo>
                  <a:lnTo>
                    <a:pt x="464" y="1839"/>
                  </a:lnTo>
                  <a:lnTo>
                    <a:pt x="464" y="1847"/>
                  </a:lnTo>
                  <a:lnTo>
                    <a:pt x="464" y="1850"/>
                  </a:lnTo>
                  <a:lnTo>
                    <a:pt x="468" y="1857"/>
                  </a:lnTo>
                  <a:lnTo>
                    <a:pt x="468" y="1865"/>
                  </a:lnTo>
                  <a:lnTo>
                    <a:pt x="472" y="1872"/>
                  </a:lnTo>
                  <a:lnTo>
                    <a:pt x="472" y="1879"/>
                  </a:lnTo>
                  <a:lnTo>
                    <a:pt x="472" y="1886"/>
                  </a:lnTo>
                  <a:lnTo>
                    <a:pt x="475" y="1897"/>
                  </a:lnTo>
                  <a:lnTo>
                    <a:pt x="475" y="1904"/>
                  </a:lnTo>
                  <a:lnTo>
                    <a:pt x="475" y="1911"/>
                  </a:lnTo>
                  <a:lnTo>
                    <a:pt x="479" y="1922"/>
                  </a:lnTo>
                  <a:lnTo>
                    <a:pt x="479" y="1929"/>
                  </a:lnTo>
                  <a:lnTo>
                    <a:pt x="482" y="1937"/>
                  </a:lnTo>
                  <a:lnTo>
                    <a:pt x="482" y="1947"/>
                  </a:lnTo>
                  <a:lnTo>
                    <a:pt x="482" y="1955"/>
                  </a:lnTo>
                  <a:lnTo>
                    <a:pt x="486" y="1965"/>
                  </a:lnTo>
                  <a:lnTo>
                    <a:pt x="486" y="1976"/>
                  </a:lnTo>
                  <a:lnTo>
                    <a:pt x="490" y="1983"/>
                  </a:lnTo>
                  <a:lnTo>
                    <a:pt x="490" y="1994"/>
                  </a:lnTo>
                  <a:lnTo>
                    <a:pt x="490" y="2005"/>
                  </a:lnTo>
                  <a:lnTo>
                    <a:pt x="493" y="2012"/>
                  </a:lnTo>
                  <a:lnTo>
                    <a:pt x="493" y="2023"/>
                  </a:lnTo>
                  <a:lnTo>
                    <a:pt x="497" y="2034"/>
                  </a:lnTo>
                  <a:lnTo>
                    <a:pt x="497" y="2045"/>
                  </a:lnTo>
                  <a:lnTo>
                    <a:pt x="497" y="2055"/>
                  </a:lnTo>
                  <a:lnTo>
                    <a:pt x="500" y="2066"/>
                  </a:lnTo>
                  <a:lnTo>
                    <a:pt x="500" y="2077"/>
                  </a:lnTo>
                  <a:lnTo>
                    <a:pt x="500" y="2088"/>
                  </a:lnTo>
                  <a:lnTo>
                    <a:pt x="504" y="2095"/>
                  </a:lnTo>
                  <a:lnTo>
                    <a:pt x="504" y="2106"/>
                  </a:lnTo>
                  <a:lnTo>
                    <a:pt x="508" y="2117"/>
                  </a:lnTo>
                  <a:lnTo>
                    <a:pt x="508" y="2127"/>
                  </a:lnTo>
                  <a:lnTo>
                    <a:pt x="508" y="2138"/>
                  </a:lnTo>
                  <a:lnTo>
                    <a:pt x="511" y="2149"/>
                  </a:lnTo>
                  <a:lnTo>
                    <a:pt x="511" y="2160"/>
                  </a:lnTo>
                  <a:lnTo>
                    <a:pt x="515" y="2171"/>
                  </a:lnTo>
                  <a:lnTo>
                    <a:pt x="515" y="2181"/>
                  </a:lnTo>
                  <a:lnTo>
                    <a:pt x="515" y="2192"/>
                  </a:lnTo>
                  <a:lnTo>
                    <a:pt x="518" y="2203"/>
                  </a:lnTo>
                  <a:lnTo>
                    <a:pt x="518" y="2214"/>
                  </a:lnTo>
                  <a:lnTo>
                    <a:pt x="518" y="2225"/>
                  </a:lnTo>
                  <a:lnTo>
                    <a:pt x="522" y="2235"/>
                  </a:lnTo>
                  <a:lnTo>
                    <a:pt x="522" y="2243"/>
                  </a:lnTo>
                  <a:lnTo>
                    <a:pt x="526" y="2253"/>
                  </a:lnTo>
                  <a:lnTo>
                    <a:pt x="526" y="2264"/>
                  </a:lnTo>
                  <a:lnTo>
                    <a:pt x="526" y="2275"/>
                  </a:lnTo>
                  <a:lnTo>
                    <a:pt x="529" y="2286"/>
                  </a:lnTo>
                  <a:lnTo>
                    <a:pt x="529" y="2293"/>
                  </a:lnTo>
                  <a:lnTo>
                    <a:pt x="533" y="2304"/>
                  </a:lnTo>
                  <a:lnTo>
                    <a:pt x="533" y="2311"/>
                  </a:lnTo>
                  <a:lnTo>
                    <a:pt x="533" y="2322"/>
                  </a:lnTo>
                  <a:lnTo>
                    <a:pt x="536" y="2329"/>
                  </a:lnTo>
                  <a:lnTo>
                    <a:pt x="536" y="2340"/>
                  </a:lnTo>
                  <a:lnTo>
                    <a:pt x="540" y="2347"/>
                  </a:lnTo>
                  <a:lnTo>
                    <a:pt x="540" y="2354"/>
                  </a:lnTo>
                  <a:lnTo>
                    <a:pt x="540" y="2365"/>
                  </a:lnTo>
                  <a:lnTo>
                    <a:pt x="544" y="2372"/>
                  </a:lnTo>
                  <a:lnTo>
                    <a:pt x="544" y="2379"/>
                  </a:lnTo>
                  <a:lnTo>
                    <a:pt x="544" y="2387"/>
                  </a:lnTo>
                  <a:lnTo>
                    <a:pt x="547" y="2394"/>
                  </a:lnTo>
                  <a:lnTo>
                    <a:pt x="547" y="2401"/>
                  </a:lnTo>
                  <a:lnTo>
                    <a:pt x="551" y="2408"/>
                  </a:lnTo>
                  <a:lnTo>
                    <a:pt x="551" y="2412"/>
                  </a:lnTo>
                  <a:lnTo>
                    <a:pt x="551" y="2419"/>
                  </a:lnTo>
                  <a:lnTo>
                    <a:pt x="554" y="2423"/>
                  </a:lnTo>
                  <a:lnTo>
                    <a:pt x="554" y="2430"/>
                  </a:lnTo>
                  <a:lnTo>
                    <a:pt x="558" y="2433"/>
                  </a:lnTo>
                  <a:lnTo>
                    <a:pt x="558" y="2437"/>
                  </a:lnTo>
                  <a:lnTo>
                    <a:pt x="558" y="2444"/>
                  </a:lnTo>
                  <a:lnTo>
                    <a:pt x="562" y="2448"/>
                  </a:lnTo>
                  <a:lnTo>
                    <a:pt x="562" y="2451"/>
                  </a:lnTo>
                  <a:lnTo>
                    <a:pt x="565" y="2455"/>
                  </a:lnTo>
                  <a:lnTo>
                    <a:pt x="569" y="2459"/>
                  </a:lnTo>
                  <a:lnTo>
                    <a:pt x="572" y="2462"/>
                  </a:lnTo>
                  <a:lnTo>
                    <a:pt x="576" y="2462"/>
                  </a:lnTo>
                  <a:lnTo>
                    <a:pt x="580" y="2459"/>
                  </a:lnTo>
                  <a:lnTo>
                    <a:pt x="583" y="2455"/>
                  </a:lnTo>
                  <a:lnTo>
                    <a:pt x="583" y="2451"/>
                  </a:lnTo>
                  <a:lnTo>
                    <a:pt x="583" y="2448"/>
                  </a:lnTo>
                  <a:lnTo>
                    <a:pt x="587" y="2444"/>
                  </a:lnTo>
                  <a:lnTo>
                    <a:pt x="587" y="2441"/>
                  </a:lnTo>
                  <a:lnTo>
                    <a:pt x="587" y="2437"/>
                  </a:lnTo>
                  <a:lnTo>
                    <a:pt x="590" y="2430"/>
                  </a:lnTo>
                  <a:lnTo>
                    <a:pt x="590" y="2426"/>
                  </a:lnTo>
                  <a:lnTo>
                    <a:pt x="594" y="2419"/>
                  </a:lnTo>
                  <a:lnTo>
                    <a:pt x="594" y="2412"/>
                  </a:lnTo>
                  <a:lnTo>
                    <a:pt x="594" y="2405"/>
                  </a:lnTo>
                  <a:lnTo>
                    <a:pt x="598" y="2397"/>
                  </a:lnTo>
                  <a:lnTo>
                    <a:pt x="598" y="2387"/>
                  </a:lnTo>
                  <a:lnTo>
                    <a:pt x="601" y="2379"/>
                  </a:lnTo>
                  <a:lnTo>
                    <a:pt x="601" y="2369"/>
                  </a:lnTo>
                  <a:lnTo>
                    <a:pt x="601" y="2361"/>
                  </a:lnTo>
                  <a:lnTo>
                    <a:pt x="605" y="2351"/>
                  </a:lnTo>
                  <a:lnTo>
                    <a:pt x="605" y="2340"/>
                  </a:lnTo>
                  <a:lnTo>
                    <a:pt x="605" y="2329"/>
                  </a:lnTo>
                  <a:lnTo>
                    <a:pt x="608" y="2315"/>
                  </a:lnTo>
                  <a:lnTo>
                    <a:pt x="608" y="2304"/>
                  </a:lnTo>
                  <a:lnTo>
                    <a:pt x="612" y="2293"/>
                  </a:lnTo>
                  <a:lnTo>
                    <a:pt x="612" y="2279"/>
                  </a:lnTo>
                  <a:lnTo>
                    <a:pt x="612" y="2264"/>
                  </a:lnTo>
                  <a:lnTo>
                    <a:pt x="616" y="2250"/>
                  </a:lnTo>
                  <a:lnTo>
                    <a:pt x="616" y="2235"/>
                  </a:lnTo>
                  <a:lnTo>
                    <a:pt x="619" y="2221"/>
                  </a:lnTo>
                  <a:lnTo>
                    <a:pt x="619" y="2203"/>
                  </a:lnTo>
                  <a:lnTo>
                    <a:pt x="619" y="2189"/>
                  </a:lnTo>
                  <a:lnTo>
                    <a:pt x="623" y="2171"/>
                  </a:lnTo>
                  <a:lnTo>
                    <a:pt x="623" y="2156"/>
                  </a:lnTo>
                  <a:lnTo>
                    <a:pt x="626" y="2138"/>
                  </a:lnTo>
                  <a:lnTo>
                    <a:pt x="626" y="2120"/>
                  </a:lnTo>
                  <a:lnTo>
                    <a:pt x="626" y="2102"/>
                  </a:lnTo>
                  <a:lnTo>
                    <a:pt x="630" y="2084"/>
                  </a:lnTo>
                  <a:lnTo>
                    <a:pt x="630" y="2063"/>
                  </a:lnTo>
                  <a:lnTo>
                    <a:pt x="630" y="2045"/>
                  </a:lnTo>
                  <a:lnTo>
                    <a:pt x="634" y="2023"/>
                  </a:lnTo>
                  <a:lnTo>
                    <a:pt x="634" y="2005"/>
                  </a:lnTo>
                  <a:lnTo>
                    <a:pt x="637" y="1983"/>
                  </a:lnTo>
                  <a:lnTo>
                    <a:pt x="637" y="1962"/>
                  </a:lnTo>
                  <a:lnTo>
                    <a:pt x="637" y="1940"/>
                  </a:lnTo>
                  <a:lnTo>
                    <a:pt x="641" y="1919"/>
                  </a:lnTo>
                  <a:lnTo>
                    <a:pt x="641" y="1897"/>
                  </a:lnTo>
                  <a:lnTo>
                    <a:pt x="644" y="1872"/>
                  </a:lnTo>
                  <a:lnTo>
                    <a:pt x="644" y="1850"/>
                  </a:lnTo>
                  <a:lnTo>
                    <a:pt x="644" y="1825"/>
                  </a:lnTo>
                  <a:lnTo>
                    <a:pt x="648" y="1803"/>
                  </a:lnTo>
                  <a:lnTo>
                    <a:pt x="648" y="1778"/>
                  </a:lnTo>
                  <a:lnTo>
                    <a:pt x="648" y="1753"/>
                  </a:lnTo>
                  <a:lnTo>
                    <a:pt x="652" y="1731"/>
                  </a:lnTo>
                  <a:lnTo>
                    <a:pt x="652" y="1706"/>
                  </a:lnTo>
                  <a:lnTo>
                    <a:pt x="655" y="1681"/>
                  </a:lnTo>
                  <a:lnTo>
                    <a:pt x="655" y="1656"/>
                  </a:lnTo>
                  <a:lnTo>
                    <a:pt x="655" y="1631"/>
                  </a:lnTo>
                  <a:lnTo>
                    <a:pt x="659" y="1602"/>
                  </a:lnTo>
                  <a:lnTo>
                    <a:pt x="659" y="1577"/>
                  </a:lnTo>
                  <a:lnTo>
                    <a:pt x="662" y="1551"/>
                  </a:lnTo>
                  <a:lnTo>
                    <a:pt x="662" y="1523"/>
                  </a:lnTo>
                  <a:lnTo>
                    <a:pt x="662" y="1497"/>
                  </a:lnTo>
                  <a:lnTo>
                    <a:pt x="666" y="1472"/>
                  </a:lnTo>
                  <a:lnTo>
                    <a:pt x="666" y="1443"/>
                  </a:lnTo>
                  <a:lnTo>
                    <a:pt x="670" y="1418"/>
                  </a:lnTo>
                  <a:lnTo>
                    <a:pt x="670" y="1389"/>
                  </a:lnTo>
                  <a:lnTo>
                    <a:pt x="670" y="1361"/>
                  </a:lnTo>
                  <a:lnTo>
                    <a:pt x="673" y="1335"/>
                  </a:lnTo>
                  <a:lnTo>
                    <a:pt x="673" y="1307"/>
                  </a:lnTo>
                  <a:lnTo>
                    <a:pt x="673" y="1281"/>
                  </a:lnTo>
                  <a:lnTo>
                    <a:pt x="677" y="1253"/>
                  </a:lnTo>
                  <a:lnTo>
                    <a:pt x="677" y="1224"/>
                  </a:lnTo>
                  <a:lnTo>
                    <a:pt x="680" y="1195"/>
                  </a:lnTo>
                  <a:lnTo>
                    <a:pt x="680" y="1170"/>
                  </a:lnTo>
                  <a:lnTo>
                    <a:pt x="680" y="1141"/>
                  </a:lnTo>
                  <a:lnTo>
                    <a:pt x="684" y="1112"/>
                  </a:lnTo>
                  <a:lnTo>
                    <a:pt x="684" y="1087"/>
                  </a:lnTo>
                  <a:lnTo>
                    <a:pt x="688" y="1058"/>
                  </a:lnTo>
                  <a:lnTo>
                    <a:pt x="688" y="1029"/>
                  </a:lnTo>
                  <a:lnTo>
                    <a:pt x="688" y="1004"/>
                  </a:lnTo>
                  <a:lnTo>
                    <a:pt x="691" y="975"/>
                  </a:lnTo>
                  <a:lnTo>
                    <a:pt x="691" y="950"/>
                  </a:lnTo>
                  <a:lnTo>
                    <a:pt x="691" y="921"/>
                  </a:lnTo>
                  <a:lnTo>
                    <a:pt x="695" y="896"/>
                  </a:lnTo>
                  <a:lnTo>
                    <a:pt x="695" y="867"/>
                  </a:lnTo>
                  <a:lnTo>
                    <a:pt x="698" y="842"/>
                  </a:lnTo>
                  <a:lnTo>
                    <a:pt x="698" y="813"/>
                  </a:lnTo>
                  <a:lnTo>
                    <a:pt x="698" y="788"/>
                  </a:lnTo>
                  <a:lnTo>
                    <a:pt x="702" y="763"/>
                  </a:lnTo>
                  <a:lnTo>
                    <a:pt x="702" y="738"/>
                  </a:lnTo>
                  <a:lnTo>
                    <a:pt x="706" y="709"/>
                  </a:lnTo>
                  <a:lnTo>
                    <a:pt x="706" y="684"/>
                  </a:lnTo>
                  <a:lnTo>
                    <a:pt x="706" y="659"/>
                  </a:lnTo>
                  <a:lnTo>
                    <a:pt x="709" y="637"/>
                  </a:lnTo>
                  <a:lnTo>
                    <a:pt x="709" y="612"/>
                  </a:lnTo>
                  <a:lnTo>
                    <a:pt x="713" y="587"/>
                  </a:lnTo>
                  <a:lnTo>
                    <a:pt x="713" y="562"/>
                  </a:lnTo>
                  <a:lnTo>
                    <a:pt x="713" y="540"/>
                  </a:lnTo>
                  <a:lnTo>
                    <a:pt x="716" y="515"/>
                  </a:lnTo>
                  <a:lnTo>
                    <a:pt x="716" y="493"/>
                  </a:lnTo>
                  <a:lnTo>
                    <a:pt x="716" y="472"/>
                  </a:lnTo>
                  <a:lnTo>
                    <a:pt x="720" y="450"/>
                  </a:lnTo>
                  <a:lnTo>
                    <a:pt x="720" y="428"/>
                  </a:lnTo>
                  <a:lnTo>
                    <a:pt x="724" y="407"/>
                  </a:lnTo>
                  <a:lnTo>
                    <a:pt x="724" y="385"/>
                  </a:lnTo>
                  <a:lnTo>
                    <a:pt x="724" y="364"/>
                  </a:lnTo>
                  <a:lnTo>
                    <a:pt x="727" y="346"/>
                  </a:lnTo>
                  <a:lnTo>
                    <a:pt x="727" y="324"/>
                  </a:lnTo>
                  <a:lnTo>
                    <a:pt x="731" y="306"/>
                  </a:lnTo>
                  <a:lnTo>
                    <a:pt x="731" y="288"/>
                  </a:lnTo>
                  <a:lnTo>
                    <a:pt x="731" y="270"/>
                  </a:lnTo>
                  <a:lnTo>
                    <a:pt x="734" y="252"/>
                  </a:lnTo>
                  <a:lnTo>
                    <a:pt x="734" y="234"/>
                  </a:lnTo>
                  <a:lnTo>
                    <a:pt x="734" y="220"/>
                  </a:lnTo>
                  <a:lnTo>
                    <a:pt x="738" y="202"/>
                  </a:lnTo>
                  <a:lnTo>
                    <a:pt x="738" y="187"/>
                  </a:lnTo>
                  <a:lnTo>
                    <a:pt x="742" y="173"/>
                  </a:lnTo>
                  <a:lnTo>
                    <a:pt x="742" y="158"/>
                  </a:lnTo>
                  <a:lnTo>
                    <a:pt x="742" y="144"/>
                  </a:lnTo>
                  <a:lnTo>
                    <a:pt x="745" y="133"/>
                  </a:lnTo>
                  <a:lnTo>
                    <a:pt x="745" y="119"/>
                  </a:lnTo>
                  <a:lnTo>
                    <a:pt x="749" y="108"/>
                  </a:lnTo>
                  <a:lnTo>
                    <a:pt x="749" y="97"/>
                  </a:lnTo>
                  <a:lnTo>
                    <a:pt x="749" y="86"/>
                  </a:lnTo>
                  <a:lnTo>
                    <a:pt x="752" y="76"/>
                  </a:lnTo>
                  <a:lnTo>
                    <a:pt x="752" y="65"/>
                  </a:lnTo>
                  <a:lnTo>
                    <a:pt x="756" y="58"/>
                  </a:lnTo>
                  <a:lnTo>
                    <a:pt x="756" y="50"/>
                  </a:lnTo>
                  <a:lnTo>
                    <a:pt x="756" y="40"/>
                  </a:lnTo>
                  <a:lnTo>
                    <a:pt x="760" y="36"/>
                  </a:lnTo>
                  <a:lnTo>
                    <a:pt x="760" y="29"/>
                  </a:lnTo>
                  <a:lnTo>
                    <a:pt x="760" y="22"/>
                  </a:lnTo>
                  <a:lnTo>
                    <a:pt x="763" y="18"/>
                  </a:lnTo>
                  <a:lnTo>
                    <a:pt x="763" y="14"/>
                  </a:lnTo>
                  <a:lnTo>
                    <a:pt x="767" y="11"/>
                  </a:lnTo>
                  <a:lnTo>
                    <a:pt x="767" y="7"/>
                  </a:lnTo>
                  <a:lnTo>
                    <a:pt x="770" y="4"/>
                  </a:lnTo>
                  <a:lnTo>
                    <a:pt x="77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5" name="Freeform 153"/>
            <p:cNvSpPr>
              <a:spLocks/>
            </p:cNvSpPr>
            <p:nvPr/>
          </p:nvSpPr>
          <p:spPr bwMode="auto">
            <a:xfrm>
              <a:off x="4932" y="1048"/>
              <a:ext cx="277" cy="2462"/>
            </a:xfrm>
            <a:custGeom>
              <a:avLst/>
              <a:gdLst/>
              <a:ahLst/>
              <a:cxnLst>
                <a:cxn ang="0">
                  <a:pos x="4" y="11"/>
                </a:cxn>
                <a:cxn ang="0">
                  <a:pos x="11" y="29"/>
                </a:cxn>
                <a:cxn ang="0">
                  <a:pos x="18" y="58"/>
                </a:cxn>
                <a:cxn ang="0">
                  <a:pos x="22" y="97"/>
                </a:cxn>
                <a:cxn ang="0">
                  <a:pos x="29" y="144"/>
                </a:cxn>
                <a:cxn ang="0">
                  <a:pos x="32" y="202"/>
                </a:cxn>
                <a:cxn ang="0">
                  <a:pos x="40" y="270"/>
                </a:cxn>
                <a:cxn ang="0">
                  <a:pos x="43" y="346"/>
                </a:cxn>
                <a:cxn ang="0">
                  <a:pos x="50" y="428"/>
                </a:cxn>
                <a:cxn ang="0">
                  <a:pos x="54" y="515"/>
                </a:cxn>
                <a:cxn ang="0">
                  <a:pos x="61" y="612"/>
                </a:cxn>
                <a:cxn ang="0">
                  <a:pos x="68" y="709"/>
                </a:cxn>
                <a:cxn ang="0">
                  <a:pos x="72" y="813"/>
                </a:cxn>
                <a:cxn ang="0">
                  <a:pos x="79" y="921"/>
                </a:cxn>
                <a:cxn ang="0">
                  <a:pos x="83" y="1029"/>
                </a:cxn>
                <a:cxn ang="0">
                  <a:pos x="90" y="1141"/>
                </a:cxn>
                <a:cxn ang="0">
                  <a:pos x="94" y="1253"/>
                </a:cxn>
                <a:cxn ang="0">
                  <a:pos x="101" y="1361"/>
                </a:cxn>
                <a:cxn ang="0">
                  <a:pos x="104" y="1472"/>
                </a:cxn>
                <a:cxn ang="0">
                  <a:pos x="112" y="1577"/>
                </a:cxn>
                <a:cxn ang="0">
                  <a:pos x="115" y="1681"/>
                </a:cxn>
                <a:cxn ang="0">
                  <a:pos x="122" y="1778"/>
                </a:cxn>
                <a:cxn ang="0">
                  <a:pos x="130" y="1872"/>
                </a:cxn>
                <a:cxn ang="0">
                  <a:pos x="133" y="1962"/>
                </a:cxn>
                <a:cxn ang="0">
                  <a:pos x="140" y="2045"/>
                </a:cxn>
                <a:cxn ang="0">
                  <a:pos x="144" y="2120"/>
                </a:cxn>
                <a:cxn ang="0">
                  <a:pos x="151" y="2189"/>
                </a:cxn>
                <a:cxn ang="0">
                  <a:pos x="155" y="2250"/>
                </a:cxn>
                <a:cxn ang="0">
                  <a:pos x="162" y="2304"/>
                </a:cxn>
                <a:cxn ang="0">
                  <a:pos x="166" y="2351"/>
                </a:cxn>
                <a:cxn ang="0">
                  <a:pos x="173" y="2387"/>
                </a:cxn>
                <a:cxn ang="0">
                  <a:pos x="180" y="2419"/>
                </a:cxn>
                <a:cxn ang="0">
                  <a:pos x="184" y="2441"/>
                </a:cxn>
                <a:cxn ang="0">
                  <a:pos x="191" y="2455"/>
                </a:cxn>
                <a:cxn ang="0">
                  <a:pos x="202" y="2459"/>
                </a:cxn>
                <a:cxn ang="0">
                  <a:pos x="212" y="2444"/>
                </a:cxn>
                <a:cxn ang="0">
                  <a:pos x="216" y="2423"/>
                </a:cxn>
                <a:cxn ang="0">
                  <a:pos x="223" y="2401"/>
                </a:cxn>
                <a:cxn ang="0">
                  <a:pos x="227" y="2372"/>
                </a:cxn>
                <a:cxn ang="0">
                  <a:pos x="234" y="2340"/>
                </a:cxn>
                <a:cxn ang="0">
                  <a:pos x="241" y="2304"/>
                </a:cxn>
                <a:cxn ang="0">
                  <a:pos x="245" y="2264"/>
                </a:cxn>
                <a:cxn ang="0">
                  <a:pos x="252" y="2225"/>
                </a:cxn>
                <a:cxn ang="0">
                  <a:pos x="256" y="2181"/>
                </a:cxn>
                <a:cxn ang="0">
                  <a:pos x="263" y="2138"/>
                </a:cxn>
                <a:cxn ang="0">
                  <a:pos x="266" y="2095"/>
                </a:cxn>
                <a:cxn ang="0">
                  <a:pos x="274" y="2055"/>
                </a:cxn>
                <a:cxn ang="0">
                  <a:pos x="277" y="2012"/>
                </a:cxn>
              </a:cxnLst>
              <a:rect l="0" t="0" r="r" b="b"/>
              <a:pathLst>
                <a:path w="277" h="2462">
                  <a:moveTo>
                    <a:pt x="0" y="0"/>
                  </a:moveTo>
                  <a:lnTo>
                    <a:pt x="4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4" y="40"/>
                  </a:lnTo>
                  <a:lnTo>
                    <a:pt x="14" y="50"/>
                  </a:lnTo>
                  <a:lnTo>
                    <a:pt x="18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22" y="86"/>
                  </a:lnTo>
                  <a:lnTo>
                    <a:pt x="22" y="97"/>
                  </a:lnTo>
                  <a:lnTo>
                    <a:pt x="25" y="108"/>
                  </a:lnTo>
                  <a:lnTo>
                    <a:pt x="25" y="119"/>
                  </a:lnTo>
                  <a:lnTo>
                    <a:pt x="25" y="133"/>
                  </a:lnTo>
                  <a:lnTo>
                    <a:pt x="29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2" y="187"/>
                  </a:lnTo>
                  <a:lnTo>
                    <a:pt x="32" y="202"/>
                  </a:lnTo>
                  <a:lnTo>
                    <a:pt x="36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3" y="306"/>
                  </a:lnTo>
                  <a:lnTo>
                    <a:pt x="43" y="324"/>
                  </a:lnTo>
                  <a:lnTo>
                    <a:pt x="43" y="346"/>
                  </a:lnTo>
                  <a:lnTo>
                    <a:pt x="47" y="364"/>
                  </a:lnTo>
                  <a:lnTo>
                    <a:pt x="47" y="385"/>
                  </a:lnTo>
                  <a:lnTo>
                    <a:pt x="50" y="407"/>
                  </a:lnTo>
                  <a:lnTo>
                    <a:pt x="50" y="428"/>
                  </a:lnTo>
                  <a:lnTo>
                    <a:pt x="50" y="450"/>
                  </a:lnTo>
                  <a:lnTo>
                    <a:pt x="54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61" y="587"/>
                  </a:lnTo>
                  <a:lnTo>
                    <a:pt x="61" y="612"/>
                  </a:lnTo>
                  <a:lnTo>
                    <a:pt x="61" y="637"/>
                  </a:lnTo>
                  <a:lnTo>
                    <a:pt x="65" y="659"/>
                  </a:lnTo>
                  <a:lnTo>
                    <a:pt x="65" y="684"/>
                  </a:lnTo>
                  <a:lnTo>
                    <a:pt x="68" y="709"/>
                  </a:lnTo>
                  <a:lnTo>
                    <a:pt x="68" y="738"/>
                  </a:lnTo>
                  <a:lnTo>
                    <a:pt x="68" y="763"/>
                  </a:lnTo>
                  <a:lnTo>
                    <a:pt x="72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9" y="921"/>
                  </a:lnTo>
                  <a:lnTo>
                    <a:pt x="79" y="950"/>
                  </a:lnTo>
                  <a:lnTo>
                    <a:pt x="79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6" y="1058"/>
                  </a:lnTo>
                  <a:lnTo>
                    <a:pt x="86" y="1087"/>
                  </a:lnTo>
                  <a:lnTo>
                    <a:pt x="86" y="1112"/>
                  </a:lnTo>
                  <a:lnTo>
                    <a:pt x="90" y="1141"/>
                  </a:lnTo>
                  <a:lnTo>
                    <a:pt x="90" y="1170"/>
                  </a:lnTo>
                  <a:lnTo>
                    <a:pt x="94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7" y="1281"/>
                  </a:lnTo>
                  <a:lnTo>
                    <a:pt x="97" y="1307"/>
                  </a:lnTo>
                  <a:lnTo>
                    <a:pt x="97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4" y="1418"/>
                  </a:lnTo>
                  <a:lnTo>
                    <a:pt x="104" y="1443"/>
                  </a:lnTo>
                  <a:lnTo>
                    <a:pt x="104" y="1472"/>
                  </a:lnTo>
                  <a:lnTo>
                    <a:pt x="108" y="1497"/>
                  </a:lnTo>
                  <a:lnTo>
                    <a:pt x="108" y="1523"/>
                  </a:lnTo>
                  <a:lnTo>
                    <a:pt x="112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5" y="1631"/>
                  </a:lnTo>
                  <a:lnTo>
                    <a:pt x="115" y="1656"/>
                  </a:lnTo>
                  <a:lnTo>
                    <a:pt x="115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22" y="1753"/>
                  </a:lnTo>
                  <a:lnTo>
                    <a:pt x="122" y="1778"/>
                  </a:lnTo>
                  <a:lnTo>
                    <a:pt x="122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30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3" y="1940"/>
                  </a:lnTo>
                  <a:lnTo>
                    <a:pt x="133" y="1962"/>
                  </a:lnTo>
                  <a:lnTo>
                    <a:pt x="137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40" y="2045"/>
                  </a:lnTo>
                  <a:lnTo>
                    <a:pt x="140" y="2063"/>
                  </a:lnTo>
                  <a:lnTo>
                    <a:pt x="140" y="2084"/>
                  </a:lnTo>
                  <a:lnTo>
                    <a:pt x="144" y="2102"/>
                  </a:lnTo>
                  <a:lnTo>
                    <a:pt x="144" y="2120"/>
                  </a:lnTo>
                  <a:lnTo>
                    <a:pt x="148" y="2138"/>
                  </a:lnTo>
                  <a:lnTo>
                    <a:pt x="148" y="2156"/>
                  </a:lnTo>
                  <a:lnTo>
                    <a:pt x="148" y="2171"/>
                  </a:lnTo>
                  <a:lnTo>
                    <a:pt x="151" y="2189"/>
                  </a:lnTo>
                  <a:lnTo>
                    <a:pt x="151" y="2203"/>
                  </a:lnTo>
                  <a:lnTo>
                    <a:pt x="155" y="2221"/>
                  </a:lnTo>
                  <a:lnTo>
                    <a:pt x="155" y="2235"/>
                  </a:lnTo>
                  <a:lnTo>
                    <a:pt x="155" y="2250"/>
                  </a:lnTo>
                  <a:lnTo>
                    <a:pt x="158" y="2264"/>
                  </a:lnTo>
                  <a:lnTo>
                    <a:pt x="158" y="2279"/>
                  </a:lnTo>
                  <a:lnTo>
                    <a:pt x="158" y="2293"/>
                  </a:lnTo>
                  <a:lnTo>
                    <a:pt x="162" y="2304"/>
                  </a:lnTo>
                  <a:lnTo>
                    <a:pt x="162" y="2315"/>
                  </a:lnTo>
                  <a:lnTo>
                    <a:pt x="166" y="2329"/>
                  </a:lnTo>
                  <a:lnTo>
                    <a:pt x="166" y="2340"/>
                  </a:lnTo>
                  <a:lnTo>
                    <a:pt x="166" y="2351"/>
                  </a:lnTo>
                  <a:lnTo>
                    <a:pt x="169" y="2361"/>
                  </a:lnTo>
                  <a:lnTo>
                    <a:pt x="169" y="2369"/>
                  </a:lnTo>
                  <a:lnTo>
                    <a:pt x="173" y="2379"/>
                  </a:lnTo>
                  <a:lnTo>
                    <a:pt x="173" y="2387"/>
                  </a:lnTo>
                  <a:lnTo>
                    <a:pt x="173" y="2397"/>
                  </a:lnTo>
                  <a:lnTo>
                    <a:pt x="176" y="2405"/>
                  </a:lnTo>
                  <a:lnTo>
                    <a:pt x="176" y="2412"/>
                  </a:lnTo>
                  <a:lnTo>
                    <a:pt x="180" y="2419"/>
                  </a:lnTo>
                  <a:lnTo>
                    <a:pt x="180" y="2426"/>
                  </a:lnTo>
                  <a:lnTo>
                    <a:pt x="180" y="2430"/>
                  </a:lnTo>
                  <a:lnTo>
                    <a:pt x="184" y="2437"/>
                  </a:lnTo>
                  <a:lnTo>
                    <a:pt x="184" y="2441"/>
                  </a:lnTo>
                  <a:lnTo>
                    <a:pt x="184" y="2444"/>
                  </a:lnTo>
                  <a:lnTo>
                    <a:pt x="187" y="2448"/>
                  </a:lnTo>
                  <a:lnTo>
                    <a:pt x="187" y="2451"/>
                  </a:lnTo>
                  <a:lnTo>
                    <a:pt x="191" y="2455"/>
                  </a:lnTo>
                  <a:lnTo>
                    <a:pt x="191" y="2459"/>
                  </a:lnTo>
                  <a:lnTo>
                    <a:pt x="194" y="2462"/>
                  </a:lnTo>
                  <a:lnTo>
                    <a:pt x="198" y="2462"/>
                  </a:lnTo>
                  <a:lnTo>
                    <a:pt x="202" y="2459"/>
                  </a:lnTo>
                  <a:lnTo>
                    <a:pt x="205" y="2455"/>
                  </a:lnTo>
                  <a:lnTo>
                    <a:pt x="209" y="2451"/>
                  </a:lnTo>
                  <a:lnTo>
                    <a:pt x="209" y="2448"/>
                  </a:lnTo>
                  <a:lnTo>
                    <a:pt x="212" y="2444"/>
                  </a:lnTo>
                  <a:lnTo>
                    <a:pt x="212" y="2437"/>
                  </a:lnTo>
                  <a:lnTo>
                    <a:pt x="216" y="2433"/>
                  </a:lnTo>
                  <a:lnTo>
                    <a:pt x="216" y="2430"/>
                  </a:lnTo>
                  <a:lnTo>
                    <a:pt x="216" y="2423"/>
                  </a:lnTo>
                  <a:lnTo>
                    <a:pt x="220" y="2419"/>
                  </a:lnTo>
                  <a:lnTo>
                    <a:pt x="220" y="2412"/>
                  </a:lnTo>
                  <a:lnTo>
                    <a:pt x="223" y="2408"/>
                  </a:lnTo>
                  <a:lnTo>
                    <a:pt x="223" y="2401"/>
                  </a:lnTo>
                  <a:lnTo>
                    <a:pt x="223" y="2394"/>
                  </a:lnTo>
                  <a:lnTo>
                    <a:pt x="227" y="2387"/>
                  </a:lnTo>
                  <a:lnTo>
                    <a:pt x="227" y="2379"/>
                  </a:lnTo>
                  <a:lnTo>
                    <a:pt x="227" y="2372"/>
                  </a:lnTo>
                  <a:lnTo>
                    <a:pt x="230" y="2365"/>
                  </a:lnTo>
                  <a:lnTo>
                    <a:pt x="230" y="2354"/>
                  </a:lnTo>
                  <a:lnTo>
                    <a:pt x="234" y="2347"/>
                  </a:lnTo>
                  <a:lnTo>
                    <a:pt x="234" y="2340"/>
                  </a:lnTo>
                  <a:lnTo>
                    <a:pt x="234" y="2329"/>
                  </a:lnTo>
                  <a:lnTo>
                    <a:pt x="238" y="2322"/>
                  </a:lnTo>
                  <a:lnTo>
                    <a:pt x="238" y="2311"/>
                  </a:lnTo>
                  <a:lnTo>
                    <a:pt x="241" y="2304"/>
                  </a:lnTo>
                  <a:lnTo>
                    <a:pt x="241" y="2293"/>
                  </a:lnTo>
                  <a:lnTo>
                    <a:pt x="241" y="2286"/>
                  </a:lnTo>
                  <a:lnTo>
                    <a:pt x="245" y="2275"/>
                  </a:lnTo>
                  <a:lnTo>
                    <a:pt x="245" y="2264"/>
                  </a:lnTo>
                  <a:lnTo>
                    <a:pt x="245" y="2253"/>
                  </a:lnTo>
                  <a:lnTo>
                    <a:pt x="248" y="2243"/>
                  </a:lnTo>
                  <a:lnTo>
                    <a:pt x="248" y="2235"/>
                  </a:lnTo>
                  <a:lnTo>
                    <a:pt x="252" y="2225"/>
                  </a:lnTo>
                  <a:lnTo>
                    <a:pt x="252" y="2214"/>
                  </a:lnTo>
                  <a:lnTo>
                    <a:pt x="252" y="2203"/>
                  </a:lnTo>
                  <a:lnTo>
                    <a:pt x="256" y="2192"/>
                  </a:lnTo>
                  <a:lnTo>
                    <a:pt x="256" y="2181"/>
                  </a:lnTo>
                  <a:lnTo>
                    <a:pt x="259" y="2171"/>
                  </a:lnTo>
                  <a:lnTo>
                    <a:pt x="259" y="2160"/>
                  </a:lnTo>
                  <a:lnTo>
                    <a:pt x="259" y="2149"/>
                  </a:lnTo>
                  <a:lnTo>
                    <a:pt x="263" y="2138"/>
                  </a:lnTo>
                  <a:lnTo>
                    <a:pt x="263" y="2127"/>
                  </a:lnTo>
                  <a:lnTo>
                    <a:pt x="266" y="2117"/>
                  </a:lnTo>
                  <a:lnTo>
                    <a:pt x="266" y="2106"/>
                  </a:lnTo>
                  <a:lnTo>
                    <a:pt x="266" y="2095"/>
                  </a:lnTo>
                  <a:lnTo>
                    <a:pt x="270" y="2088"/>
                  </a:lnTo>
                  <a:lnTo>
                    <a:pt x="270" y="2077"/>
                  </a:lnTo>
                  <a:lnTo>
                    <a:pt x="270" y="2066"/>
                  </a:lnTo>
                  <a:lnTo>
                    <a:pt x="274" y="2055"/>
                  </a:lnTo>
                  <a:lnTo>
                    <a:pt x="274" y="2045"/>
                  </a:lnTo>
                  <a:lnTo>
                    <a:pt x="277" y="2034"/>
                  </a:lnTo>
                  <a:lnTo>
                    <a:pt x="277" y="2023"/>
                  </a:lnTo>
                  <a:lnTo>
                    <a:pt x="277" y="2012"/>
                  </a:lnTo>
                  <a:lnTo>
                    <a:pt x="277" y="2012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6" name="Freeform 154"/>
            <p:cNvSpPr>
              <a:spLocks/>
            </p:cNvSpPr>
            <p:nvPr/>
          </p:nvSpPr>
          <p:spPr bwMode="auto">
            <a:xfrm>
              <a:off x="749" y="2974"/>
              <a:ext cx="3474" cy="183"/>
            </a:xfrm>
            <a:custGeom>
              <a:avLst/>
              <a:gdLst/>
              <a:ahLst/>
              <a:cxnLst>
                <a:cxn ang="0">
                  <a:pos x="57" y="79"/>
                </a:cxn>
                <a:cxn ang="0">
                  <a:pos x="119" y="90"/>
                </a:cxn>
                <a:cxn ang="0">
                  <a:pos x="180" y="115"/>
                </a:cxn>
                <a:cxn ang="0">
                  <a:pos x="241" y="115"/>
                </a:cxn>
                <a:cxn ang="0">
                  <a:pos x="302" y="86"/>
                </a:cxn>
                <a:cxn ang="0">
                  <a:pos x="363" y="75"/>
                </a:cxn>
                <a:cxn ang="0">
                  <a:pos x="425" y="101"/>
                </a:cxn>
                <a:cxn ang="0">
                  <a:pos x="486" y="122"/>
                </a:cxn>
                <a:cxn ang="0">
                  <a:pos x="547" y="104"/>
                </a:cxn>
                <a:cxn ang="0">
                  <a:pos x="608" y="75"/>
                </a:cxn>
                <a:cxn ang="0">
                  <a:pos x="669" y="83"/>
                </a:cxn>
                <a:cxn ang="0">
                  <a:pos x="731" y="115"/>
                </a:cxn>
                <a:cxn ang="0">
                  <a:pos x="792" y="119"/>
                </a:cxn>
                <a:cxn ang="0">
                  <a:pos x="853" y="86"/>
                </a:cxn>
                <a:cxn ang="0">
                  <a:pos x="914" y="72"/>
                </a:cxn>
                <a:cxn ang="0">
                  <a:pos x="975" y="97"/>
                </a:cxn>
                <a:cxn ang="0">
                  <a:pos x="1037" y="126"/>
                </a:cxn>
                <a:cxn ang="0">
                  <a:pos x="1098" y="108"/>
                </a:cxn>
                <a:cxn ang="0">
                  <a:pos x="1159" y="75"/>
                </a:cxn>
                <a:cxn ang="0">
                  <a:pos x="1220" y="79"/>
                </a:cxn>
                <a:cxn ang="0">
                  <a:pos x="1281" y="115"/>
                </a:cxn>
                <a:cxn ang="0">
                  <a:pos x="1343" y="126"/>
                </a:cxn>
                <a:cxn ang="0">
                  <a:pos x="1404" y="90"/>
                </a:cxn>
                <a:cxn ang="0">
                  <a:pos x="1465" y="68"/>
                </a:cxn>
                <a:cxn ang="0">
                  <a:pos x="1526" y="93"/>
                </a:cxn>
                <a:cxn ang="0">
                  <a:pos x="1587" y="129"/>
                </a:cxn>
                <a:cxn ang="0">
                  <a:pos x="1649" y="115"/>
                </a:cxn>
                <a:cxn ang="0">
                  <a:pos x="1710" y="72"/>
                </a:cxn>
                <a:cxn ang="0">
                  <a:pos x="1771" y="72"/>
                </a:cxn>
                <a:cxn ang="0">
                  <a:pos x="1832" y="115"/>
                </a:cxn>
                <a:cxn ang="0">
                  <a:pos x="1893" y="133"/>
                </a:cxn>
                <a:cxn ang="0">
                  <a:pos x="1955" y="93"/>
                </a:cxn>
                <a:cxn ang="0">
                  <a:pos x="2016" y="57"/>
                </a:cxn>
                <a:cxn ang="0">
                  <a:pos x="2077" y="86"/>
                </a:cxn>
                <a:cxn ang="0">
                  <a:pos x="2138" y="133"/>
                </a:cxn>
                <a:cxn ang="0">
                  <a:pos x="2199" y="122"/>
                </a:cxn>
                <a:cxn ang="0">
                  <a:pos x="2261" y="68"/>
                </a:cxn>
                <a:cxn ang="0">
                  <a:pos x="2322" y="61"/>
                </a:cxn>
                <a:cxn ang="0">
                  <a:pos x="2383" y="111"/>
                </a:cxn>
                <a:cxn ang="0">
                  <a:pos x="2444" y="144"/>
                </a:cxn>
                <a:cxn ang="0">
                  <a:pos x="2505" y="101"/>
                </a:cxn>
                <a:cxn ang="0">
                  <a:pos x="2567" y="47"/>
                </a:cxn>
                <a:cxn ang="0">
                  <a:pos x="2628" y="75"/>
                </a:cxn>
                <a:cxn ang="0">
                  <a:pos x="2682" y="137"/>
                </a:cxn>
                <a:cxn ang="0">
                  <a:pos x="2743" y="144"/>
                </a:cxn>
                <a:cxn ang="0">
                  <a:pos x="2797" y="86"/>
                </a:cxn>
                <a:cxn ang="0">
                  <a:pos x="2855" y="36"/>
                </a:cxn>
                <a:cxn ang="0">
                  <a:pos x="2916" y="79"/>
                </a:cxn>
                <a:cxn ang="0">
                  <a:pos x="2959" y="140"/>
                </a:cxn>
                <a:cxn ang="0">
                  <a:pos x="3020" y="155"/>
                </a:cxn>
                <a:cxn ang="0">
                  <a:pos x="3067" y="97"/>
                </a:cxn>
                <a:cxn ang="0">
                  <a:pos x="3110" y="36"/>
                </a:cxn>
                <a:cxn ang="0">
                  <a:pos x="3171" y="43"/>
                </a:cxn>
                <a:cxn ang="0">
                  <a:pos x="3211" y="104"/>
                </a:cxn>
                <a:cxn ang="0">
                  <a:pos x="3247" y="165"/>
                </a:cxn>
                <a:cxn ang="0">
                  <a:pos x="3308" y="162"/>
                </a:cxn>
                <a:cxn ang="0">
                  <a:pos x="3344" y="101"/>
                </a:cxn>
                <a:cxn ang="0">
                  <a:pos x="3373" y="39"/>
                </a:cxn>
                <a:cxn ang="0">
                  <a:pos x="3427" y="3"/>
                </a:cxn>
                <a:cxn ang="0">
                  <a:pos x="3470" y="61"/>
                </a:cxn>
              </a:cxnLst>
              <a:rect l="0" t="0" r="r" b="b"/>
              <a:pathLst>
                <a:path w="3474" h="183">
                  <a:moveTo>
                    <a:pt x="0" y="97"/>
                  </a:moveTo>
                  <a:lnTo>
                    <a:pt x="3" y="97"/>
                  </a:lnTo>
                  <a:lnTo>
                    <a:pt x="7" y="93"/>
                  </a:lnTo>
                  <a:lnTo>
                    <a:pt x="11" y="93"/>
                  </a:lnTo>
                  <a:lnTo>
                    <a:pt x="14" y="90"/>
                  </a:lnTo>
                  <a:lnTo>
                    <a:pt x="18" y="90"/>
                  </a:lnTo>
                  <a:lnTo>
                    <a:pt x="21" y="86"/>
                  </a:lnTo>
                  <a:lnTo>
                    <a:pt x="25" y="86"/>
                  </a:lnTo>
                  <a:lnTo>
                    <a:pt x="29" y="86"/>
                  </a:lnTo>
                  <a:lnTo>
                    <a:pt x="32" y="83"/>
                  </a:lnTo>
                  <a:lnTo>
                    <a:pt x="36" y="83"/>
                  </a:lnTo>
                  <a:lnTo>
                    <a:pt x="39" y="83"/>
                  </a:lnTo>
                  <a:lnTo>
                    <a:pt x="43" y="79"/>
                  </a:lnTo>
                  <a:lnTo>
                    <a:pt x="47" y="79"/>
                  </a:lnTo>
                  <a:lnTo>
                    <a:pt x="50" y="79"/>
                  </a:lnTo>
                  <a:lnTo>
                    <a:pt x="54" y="79"/>
                  </a:lnTo>
                  <a:lnTo>
                    <a:pt x="57" y="79"/>
                  </a:lnTo>
                  <a:lnTo>
                    <a:pt x="61" y="75"/>
                  </a:lnTo>
                  <a:lnTo>
                    <a:pt x="65" y="75"/>
                  </a:lnTo>
                  <a:lnTo>
                    <a:pt x="68" y="75"/>
                  </a:lnTo>
                  <a:lnTo>
                    <a:pt x="72" y="75"/>
                  </a:lnTo>
                  <a:lnTo>
                    <a:pt x="75" y="75"/>
                  </a:lnTo>
                  <a:lnTo>
                    <a:pt x="79" y="79"/>
                  </a:lnTo>
                  <a:lnTo>
                    <a:pt x="83" y="79"/>
                  </a:lnTo>
                  <a:lnTo>
                    <a:pt x="86" y="79"/>
                  </a:lnTo>
                  <a:lnTo>
                    <a:pt x="90" y="79"/>
                  </a:lnTo>
                  <a:lnTo>
                    <a:pt x="93" y="79"/>
                  </a:lnTo>
                  <a:lnTo>
                    <a:pt x="97" y="83"/>
                  </a:lnTo>
                  <a:lnTo>
                    <a:pt x="101" y="83"/>
                  </a:lnTo>
                  <a:lnTo>
                    <a:pt x="104" y="83"/>
                  </a:lnTo>
                  <a:lnTo>
                    <a:pt x="108" y="83"/>
                  </a:lnTo>
                  <a:lnTo>
                    <a:pt x="111" y="86"/>
                  </a:lnTo>
                  <a:lnTo>
                    <a:pt x="115" y="86"/>
                  </a:lnTo>
                  <a:lnTo>
                    <a:pt x="119" y="90"/>
                  </a:lnTo>
                  <a:lnTo>
                    <a:pt x="122" y="90"/>
                  </a:lnTo>
                  <a:lnTo>
                    <a:pt x="126" y="93"/>
                  </a:lnTo>
                  <a:lnTo>
                    <a:pt x="129" y="93"/>
                  </a:lnTo>
                  <a:lnTo>
                    <a:pt x="133" y="97"/>
                  </a:lnTo>
                  <a:lnTo>
                    <a:pt x="137" y="97"/>
                  </a:lnTo>
                  <a:lnTo>
                    <a:pt x="140" y="101"/>
                  </a:lnTo>
                  <a:lnTo>
                    <a:pt x="144" y="101"/>
                  </a:lnTo>
                  <a:lnTo>
                    <a:pt x="147" y="104"/>
                  </a:lnTo>
                  <a:lnTo>
                    <a:pt x="151" y="104"/>
                  </a:lnTo>
                  <a:lnTo>
                    <a:pt x="155" y="104"/>
                  </a:lnTo>
                  <a:lnTo>
                    <a:pt x="158" y="108"/>
                  </a:lnTo>
                  <a:lnTo>
                    <a:pt x="162" y="108"/>
                  </a:lnTo>
                  <a:lnTo>
                    <a:pt x="165" y="111"/>
                  </a:lnTo>
                  <a:lnTo>
                    <a:pt x="169" y="111"/>
                  </a:lnTo>
                  <a:lnTo>
                    <a:pt x="173" y="115"/>
                  </a:lnTo>
                  <a:lnTo>
                    <a:pt x="176" y="115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7" y="119"/>
                  </a:lnTo>
                  <a:lnTo>
                    <a:pt x="191" y="119"/>
                  </a:lnTo>
                  <a:lnTo>
                    <a:pt x="194" y="119"/>
                  </a:lnTo>
                  <a:lnTo>
                    <a:pt x="198" y="119"/>
                  </a:lnTo>
                  <a:lnTo>
                    <a:pt x="201" y="119"/>
                  </a:lnTo>
                  <a:lnTo>
                    <a:pt x="205" y="119"/>
                  </a:lnTo>
                  <a:lnTo>
                    <a:pt x="209" y="119"/>
                  </a:lnTo>
                  <a:lnTo>
                    <a:pt x="212" y="119"/>
                  </a:lnTo>
                  <a:lnTo>
                    <a:pt x="216" y="119"/>
                  </a:lnTo>
                  <a:lnTo>
                    <a:pt x="219" y="119"/>
                  </a:lnTo>
                  <a:lnTo>
                    <a:pt x="223" y="119"/>
                  </a:lnTo>
                  <a:lnTo>
                    <a:pt x="227" y="119"/>
                  </a:lnTo>
                  <a:lnTo>
                    <a:pt x="230" y="119"/>
                  </a:lnTo>
                  <a:lnTo>
                    <a:pt x="234" y="115"/>
                  </a:lnTo>
                  <a:lnTo>
                    <a:pt x="237" y="115"/>
                  </a:lnTo>
                  <a:lnTo>
                    <a:pt x="241" y="115"/>
                  </a:lnTo>
                  <a:lnTo>
                    <a:pt x="245" y="111"/>
                  </a:lnTo>
                  <a:lnTo>
                    <a:pt x="248" y="111"/>
                  </a:lnTo>
                  <a:lnTo>
                    <a:pt x="252" y="111"/>
                  </a:lnTo>
                  <a:lnTo>
                    <a:pt x="255" y="108"/>
                  </a:lnTo>
                  <a:lnTo>
                    <a:pt x="259" y="108"/>
                  </a:lnTo>
                  <a:lnTo>
                    <a:pt x="263" y="104"/>
                  </a:lnTo>
                  <a:lnTo>
                    <a:pt x="266" y="104"/>
                  </a:lnTo>
                  <a:lnTo>
                    <a:pt x="270" y="101"/>
                  </a:lnTo>
                  <a:lnTo>
                    <a:pt x="273" y="101"/>
                  </a:lnTo>
                  <a:lnTo>
                    <a:pt x="277" y="97"/>
                  </a:lnTo>
                  <a:lnTo>
                    <a:pt x="281" y="97"/>
                  </a:lnTo>
                  <a:lnTo>
                    <a:pt x="284" y="93"/>
                  </a:lnTo>
                  <a:lnTo>
                    <a:pt x="288" y="93"/>
                  </a:lnTo>
                  <a:lnTo>
                    <a:pt x="291" y="90"/>
                  </a:lnTo>
                  <a:lnTo>
                    <a:pt x="295" y="90"/>
                  </a:lnTo>
                  <a:lnTo>
                    <a:pt x="299" y="86"/>
                  </a:lnTo>
                  <a:lnTo>
                    <a:pt x="302" y="86"/>
                  </a:lnTo>
                  <a:lnTo>
                    <a:pt x="306" y="86"/>
                  </a:lnTo>
                  <a:lnTo>
                    <a:pt x="309" y="83"/>
                  </a:lnTo>
                  <a:lnTo>
                    <a:pt x="313" y="83"/>
                  </a:lnTo>
                  <a:lnTo>
                    <a:pt x="317" y="79"/>
                  </a:lnTo>
                  <a:lnTo>
                    <a:pt x="320" y="79"/>
                  </a:lnTo>
                  <a:lnTo>
                    <a:pt x="324" y="79"/>
                  </a:lnTo>
                  <a:lnTo>
                    <a:pt x="327" y="79"/>
                  </a:lnTo>
                  <a:lnTo>
                    <a:pt x="331" y="75"/>
                  </a:lnTo>
                  <a:lnTo>
                    <a:pt x="335" y="75"/>
                  </a:lnTo>
                  <a:lnTo>
                    <a:pt x="338" y="75"/>
                  </a:lnTo>
                  <a:lnTo>
                    <a:pt x="342" y="75"/>
                  </a:lnTo>
                  <a:lnTo>
                    <a:pt x="345" y="75"/>
                  </a:lnTo>
                  <a:lnTo>
                    <a:pt x="349" y="75"/>
                  </a:lnTo>
                  <a:lnTo>
                    <a:pt x="353" y="75"/>
                  </a:lnTo>
                  <a:lnTo>
                    <a:pt x="356" y="75"/>
                  </a:lnTo>
                  <a:lnTo>
                    <a:pt x="360" y="75"/>
                  </a:lnTo>
                  <a:lnTo>
                    <a:pt x="363" y="75"/>
                  </a:lnTo>
                  <a:lnTo>
                    <a:pt x="367" y="79"/>
                  </a:lnTo>
                  <a:lnTo>
                    <a:pt x="371" y="79"/>
                  </a:lnTo>
                  <a:lnTo>
                    <a:pt x="374" y="79"/>
                  </a:lnTo>
                  <a:lnTo>
                    <a:pt x="378" y="79"/>
                  </a:lnTo>
                  <a:lnTo>
                    <a:pt x="381" y="83"/>
                  </a:lnTo>
                  <a:lnTo>
                    <a:pt x="385" y="83"/>
                  </a:lnTo>
                  <a:lnTo>
                    <a:pt x="389" y="86"/>
                  </a:lnTo>
                  <a:lnTo>
                    <a:pt x="392" y="86"/>
                  </a:lnTo>
                  <a:lnTo>
                    <a:pt x="396" y="86"/>
                  </a:lnTo>
                  <a:lnTo>
                    <a:pt x="399" y="90"/>
                  </a:lnTo>
                  <a:lnTo>
                    <a:pt x="403" y="90"/>
                  </a:lnTo>
                  <a:lnTo>
                    <a:pt x="407" y="93"/>
                  </a:lnTo>
                  <a:lnTo>
                    <a:pt x="410" y="93"/>
                  </a:lnTo>
                  <a:lnTo>
                    <a:pt x="414" y="97"/>
                  </a:lnTo>
                  <a:lnTo>
                    <a:pt x="417" y="97"/>
                  </a:lnTo>
                  <a:lnTo>
                    <a:pt x="421" y="101"/>
                  </a:lnTo>
                  <a:lnTo>
                    <a:pt x="425" y="101"/>
                  </a:lnTo>
                  <a:lnTo>
                    <a:pt x="428" y="104"/>
                  </a:lnTo>
                  <a:lnTo>
                    <a:pt x="432" y="104"/>
                  </a:lnTo>
                  <a:lnTo>
                    <a:pt x="435" y="108"/>
                  </a:lnTo>
                  <a:lnTo>
                    <a:pt x="439" y="108"/>
                  </a:lnTo>
                  <a:lnTo>
                    <a:pt x="443" y="111"/>
                  </a:lnTo>
                  <a:lnTo>
                    <a:pt x="446" y="111"/>
                  </a:lnTo>
                  <a:lnTo>
                    <a:pt x="450" y="115"/>
                  </a:lnTo>
                  <a:lnTo>
                    <a:pt x="453" y="115"/>
                  </a:lnTo>
                  <a:lnTo>
                    <a:pt x="457" y="115"/>
                  </a:lnTo>
                  <a:lnTo>
                    <a:pt x="461" y="119"/>
                  </a:lnTo>
                  <a:lnTo>
                    <a:pt x="464" y="119"/>
                  </a:lnTo>
                  <a:lnTo>
                    <a:pt x="468" y="119"/>
                  </a:lnTo>
                  <a:lnTo>
                    <a:pt x="471" y="119"/>
                  </a:lnTo>
                  <a:lnTo>
                    <a:pt x="475" y="122"/>
                  </a:lnTo>
                  <a:lnTo>
                    <a:pt x="479" y="122"/>
                  </a:lnTo>
                  <a:lnTo>
                    <a:pt x="482" y="122"/>
                  </a:lnTo>
                  <a:lnTo>
                    <a:pt x="486" y="122"/>
                  </a:lnTo>
                  <a:lnTo>
                    <a:pt x="489" y="122"/>
                  </a:lnTo>
                  <a:lnTo>
                    <a:pt x="493" y="122"/>
                  </a:lnTo>
                  <a:lnTo>
                    <a:pt x="497" y="122"/>
                  </a:lnTo>
                  <a:lnTo>
                    <a:pt x="500" y="119"/>
                  </a:lnTo>
                  <a:lnTo>
                    <a:pt x="504" y="119"/>
                  </a:lnTo>
                  <a:lnTo>
                    <a:pt x="507" y="119"/>
                  </a:lnTo>
                  <a:lnTo>
                    <a:pt x="511" y="119"/>
                  </a:lnTo>
                  <a:lnTo>
                    <a:pt x="515" y="119"/>
                  </a:lnTo>
                  <a:lnTo>
                    <a:pt x="518" y="115"/>
                  </a:lnTo>
                  <a:lnTo>
                    <a:pt x="522" y="115"/>
                  </a:lnTo>
                  <a:lnTo>
                    <a:pt x="525" y="111"/>
                  </a:lnTo>
                  <a:lnTo>
                    <a:pt x="529" y="111"/>
                  </a:lnTo>
                  <a:lnTo>
                    <a:pt x="533" y="111"/>
                  </a:lnTo>
                  <a:lnTo>
                    <a:pt x="536" y="108"/>
                  </a:lnTo>
                  <a:lnTo>
                    <a:pt x="540" y="108"/>
                  </a:lnTo>
                  <a:lnTo>
                    <a:pt x="543" y="104"/>
                  </a:lnTo>
                  <a:lnTo>
                    <a:pt x="547" y="104"/>
                  </a:lnTo>
                  <a:lnTo>
                    <a:pt x="551" y="101"/>
                  </a:lnTo>
                  <a:lnTo>
                    <a:pt x="554" y="97"/>
                  </a:lnTo>
                  <a:lnTo>
                    <a:pt x="558" y="97"/>
                  </a:lnTo>
                  <a:lnTo>
                    <a:pt x="561" y="93"/>
                  </a:lnTo>
                  <a:lnTo>
                    <a:pt x="565" y="93"/>
                  </a:lnTo>
                  <a:lnTo>
                    <a:pt x="569" y="90"/>
                  </a:lnTo>
                  <a:lnTo>
                    <a:pt x="572" y="90"/>
                  </a:lnTo>
                  <a:lnTo>
                    <a:pt x="576" y="86"/>
                  </a:lnTo>
                  <a:lnTo>
                    <a:pt x="579" y="86"/>
                  </a:lnTo>
                  <a:lnTo>
                    <a:pt x="583" y="86"/>
                  </a:lnTo>
                  <a:lnTo>
                    <a:pt x="587" y="83"/>
                  </a:lnTo>
                  <a:lnTo>
                    <a:pt x="590" y="83"/>
                  </a:lnTo>
                  <a:lnTo>
                    <a:pt x="594" y="79"/>
                  </a:lnTo>
                  <a:lnTo>
                    <a:pt x="597" y="79"/>
                  </a:lnTo>
                  <a:lnTo>
                    <a:pt x="601" y="79"/>
                  </a:lnTo>
                  <a:lnTo>
                    <a:pt x="605" y="75"/>
                  </a:lnTo>
                  <a:lnTo>
                    <a:pt x="608" y="75"/>
                  </a:lnTo>
                  <a:lnTo>
                    <a:pt x="612" y="75"/>
                  </a:lnTo>
                  <a:lnTo>
                    <a:pt x="615" y="75"/>
                  </a:lnTo>
                  <a:lnTo>
                    <a:pt x="619" y="75"/>
                  </a:lnTo>
                  <a:lnTo>
                    <a:pt x="623" y="75"/>
                  </a:lnTo>
                  <a:lnTo>
                    <a:pt x="626" y="75"/>
                  </a:lnTo>
                  <a:lnTo>
                    <a:pt x="630" y="75"/>
                  </a:lnTo>
                  <a:lnTo>
                    <a:pt x="633" y="75"/>
                  </a:lnTo>
                  <a:lnTo>
                    <a:pt x="637" y="75"/>
                  </a:lnTo>
                  <a:lnTo>
                    <a:pt x="641" y="75"/>
                  </a:lnTo>
                  <a:lnTo>
                    <a:pt x="644" y="75"/>
                  </a:lnTo>
                  <a:lnTo>
                    <a:pt x="648" y="75"/>
                  </a:lnTo>
                  <a:lnTo>
                    <a:pt x="651" y="79"/>
                  </a:lnTo>
                  <a:lnTo>
                    <a:pt x="655" y="79"/>
                  </a:lnTo>
                  <a:lnTo>
                    <a:pt x="659" y="79"/>
                  </a:lnTo>
                  <a:lnTo>
                    <a:pt x="662" y="83"/>
                  </a:lnTo>
                  <a:lnTo>
                    <a:pt x="666" y="83"/>
                  </a:lnTo>
                  <a:lnTo>
                    <a:pt x="669" y="83"/>
                  </a:lnTo>
                  <a:lnTo>
                    <a:pt x="673" y="86"/>
                  </a:lnTo>
                  <a:lnTo>
                    <a:pt x="677" y="86"/>
                  </a:lnTo>
                  <a:lnTo>
                    <a:pt x="680" y="90"/>
                  </a:lnTo>
                  <a:lnTo>
                    <a:pt x="684" y="93"/>
                  </a:lnTo>
                  <a:lnTo>
                    <a:pt x="687" y="93"/>
                  </a:lnTo>
                  <a:lnTo>
                    <a:pt x="691" y="97"/>
                  </a:lnTo>
                  <a:lnTo>
                    <a:pt x="695" y="97"/>
                  </a:lnTo>
                  <a:lnTo>
                    <a:pt x="698" y="101"/>
                  </a:lnTo>
                  <a:lnTo>
                    <a:pt x="702" y="101"/>
                  </a:lnTo>
                  <a:lnTo>
                    <a:pt x="705" y="104"/>
                  </a:lnTo>
                  <a:lnTo>
                    <a:pt x="709" y="104"/>
                  </a:lnTo>
                  <a:lnTo>
                    <a:pt x="713" y="108"/>
                  </a:lnTo>
                  <a:lnTo>
                    <a:pt x="716" y="108"/>
                  </a:lnTo>
                  <a:lnTo>
                    <a:pt x="720" y="111"/>
                  </a:lnTo>
                  <a:lnTo>
                    <a:pt x="723" y="111"/>
                  </a:lnTo>
                  <a:lnTo>
                    <a:pt x="727" y="115"/>
                  </a:lnTo>
                  <a:lnTo>
                    <a:pt x="731" y="115"/>
                  </a:lnTo>
                  <a:lnTo>
                    <a:pt x="734" y="119"/>
                  </a:lnTo>
                  <a:lnTo>
                    <a:pt x="738" y="119"/>
                  </a:lnTo>
                  <a:lnTo>
                    <a:pt x="741" y="119"/>
                  </a:lnTo>
                  <a:lnTo>
                    <a:pt x="745" y="119"/>
                  </a:lnTo>
                  <a:lnTo>
                    <a:pt x="749" y="122"/>
                  </a:lnTo>
                  <a:lnTo>
                    <a:pt x="752" y="122"/>
                  </a:lnTo>
                  <a:lnTo>
                    <a:pt x="756" y="122"/>
                  </a:lnTo>
                  <a:lnTo>
                    <a:pt x="759" y="122"/>
                  </a:lnTo>
                  <a:lnTo>
                    <a:pt x="763" y="122"/>
                  </a:lnTo>
                  <a:lnTo>
                    <a:pt x="767" y="122"/>
                  </a:lnTo>
                  <a:lnTo>
                    <a:pt x="770" y="122"/>
                  </a:lnTo>
                  <a:lnTo>
                    <a:pt x="774" y="122"/>
                  </a:lnTo>
                  <a:lnTo>
                    <a:pt x="777" y="122"/>
                  </a:lnTo>
                  <a:lnTo>
                    <a:pt x="781" y="122"/>
                  </a:lnTo>
                  <a:lnTo>
                    <a:pt x="785" y="122"/>
                  </a:lnTo>
                  <a:lnTo>
                    <a:pt x="788" y="119"/>
                  </a:lnTo>
                  <a:lnTo>
                    <a:pt x="792" y="119"/>
                  </a:lnTo>
                  <a:lnTo>
                    <a:pt x="795" y="119"/>
                  </a:lnTo>
                  <a:lnTo>
                    <a:pt x="799" y="115"/>
                  </a:lnTo>
                  <a:lnTo>
                    <a:pt x="803" y="115"/>
                  </a:lnTo>
                  <a:lnTo>
                    <a:pt x="806" y="115"/>
                  </a:lnTo>
                  <a:lnTo>
                    <a:pt x="810" y="111"/>
                  </a:lnTo>
                  <a:lnTo>
                    <a:pt x="813" y="111"/>
                  </a:lnTo>
                  <a:lnTo>
                    <a:pt x="817" y="108"/>
                  </a:lnTo>
                  <a:lnTo>
                    <a:pt x="821" y="104"/>
                  </a:lnTo>
                  <a:lnTo>
                    <a:pt x="824" y="104"/>
                  </a:lnTo>
                  <a:lnTo>
                    <a:pt x="828" y="101"/>
                  </a:lnTo>
                  <a:lnTo>
                    <a:pt x="831" y="101"/>
                  </a:lnTo>
                  <a:lnTo>
                    <a:pt x="835" y="97"/>
                  </a:lnTo>
                  <a:lnTo>
                    <a:pt x="839" y="97"/>
                  </a:lnTo>
                  <a:lnTo>
                    <a:pt x="842" y="93"/>
                  </a:lnTo>
                  <a:lnTo>
                    <a:pt x="846" y="90"/>
                  </a:lnTo>
                  <a:lnTo>
                    <a:pt x="849" y="90"/>
                  </a:lnTo>
                  <a:lnTo>
                    <a:pt x="853" y="86"/>
                  </a:lnTo>
                  <a:lnTo>
                    <a:pt x="857" y="86"/>
                  </a:lnTo>
                  <a:lnTo>
                    <a:pt x="860" y="83"/>
                  </a:lnTo>
                  <a:lnTo>
                    <a:pt x="864" y="83"/>
                  </a:lnTo>
                  <a:lnTo>
                    <a:pt x="867" y="79"/>
                  </a:lnTo>
                  <a:lnTo>
                    <a:pt x="871" y="79"/>
                  </a:lnTo>
                  <a:lnTo>
                    <a:pt x="875" y="79"/>
                  </a:lnTo>
                  <a:lnTo>
                    <a:pt x="878" y="75"/>
                  </a:lnTo>
                  <a:lnTo>
                    <a:pt x="882" y="75"/>
                  </a:lnTo>
                  <a:lnTo>
                    <a:pt x="885" y="75"/>
                  </a:lnTo>
                  <a:lnTo>
                    <a:pt x="889" y="72"/>
                  </a:lnTo>
                  <a:lnTo>
                    <a:pt x="893" y="72"/>
                  </a:lnTo>
                  <a:lnTo>
                    <a:pt x="896" y="72"/>
                  </a:lnTo>
                  <a:lnTo>
                    <a:pt x="900" y="72"/>
                  </a:lnTo>
                  <a:lnTo>
                    <a:pt x="903" y="72"/>
                  </a:lnTo>
                  <a:lnTo>
                    <a:pt x="907" y="72"/>
                  </a:lnTo>
                  <a:lnTo>
                    <a:pt x="911" y="72"/>
                  </a:lnTo>
                  <a:lnTo>
                    <a:pt x="914" y="72"/>
                  </a:lnTo>
                  <a:lnTo>
                    <a:pt x="918" y="72"/>
                  </a:lnTo>
                  <a:lnTo>
                    <a:pt x="921" y="72"/>
                  </a:lnTo>
                  <a:lnTo>
                    <a:pt x="925" y="75"/>
                  </a:lnTo>
                  <a:lnTo>
                    <a:pt x="929" y="75"/>
                  </a:lnTo>
                  <a:lnTo>
                    <a:pt x="932" y="75"/>
                  </a:lnTo>
                  <a:lnTo>
                    <a:pt x="936" y="79"/>
                  </a:lnTo>
                  <a:lnTo>
                    <a:pt x="939" y="79"/>
                  </a:lnTo>
                  <a:lnTo>
                    <a:pt x="943" y="79"/>
                  </a:lnTo>
                  <a:lnTo>
                    <a:pt x="947" y="83"/>
                  </a:lnTo>
                  <a:lnTo>
                    <a:pt x="950" y="83"/>
                  </a:lnTo>
                  <a:lnTo>
                    <a:pt x="954" y="86"/>
                  </a:lnTo>
                  <a:lnTo>
                    <a:pt x="957" y="90"/>
                  </a:lnTo>
                  <a:lnTo>
                    <a:pt x="961" y="90"/>
                  </a:lnTo>
                  <a:lnTo>
                    <a:pt x="965" y="93"/>
                  </a:lnTo>
                  <a:lnTo>
                    <a:pt x="968" y="93"/>
                  </a:lnTo>
                  <a:lnTo>
                    <a:pt x="972" y="97"/>
                  </a:lnTo>
                  <a:lnTo>
                    <a:pt x="975" y="97"/>
                  </a:lnTo>
                  <a:lnTo>
                    <a:pt x="979" y="101"/>
                  </a:lnTo>
                  <a:lnTo>
                    <a:pt x="983" y="104"/>
                  </a:lnTo>
                  <a:lnTo>
                    <a:pt x="986" y="104"/>
                  </a:lnTo>
                  <a:lnTo>
                    <a:pt x="990" y="108"/>
                  </a:lnTo>
                  <a:lnTo>
                    <a:pt x="993" y="108"/>
                  </a:lnTo>
                  <a:lnTo>
                    <a:pt x="997" y="111"/>
                  </a:lnTo>
                  <a:lnTo>
                    <a:pt x="1001" y="111"/>
                  </a:lnTo>
                  <a:lnTo>
                    <a:pt x="1004" y="115"/>
                  </a:lnTo>
                  <a:lnTo>
                    <a:pt x="1008" y="115"/>
                  </a:lnTo>
                  <a:lnTo>
                    <a:pt x="1011" y="119"/>
                  </a:lnTo>
                  <a:lnTo>
                    <a:pt x="1015" y="119"/>
                  </a:lnTo>
                  <a:lnTo>
                    <a:pt x="1019" y="122"/>
                  </a:lnTo>
                  <a:lnTo>
                    <a:pt x="1022" y="122"/>
                  </a:lnTo>
                  <a:lnTo>
                    <a:pt x="1026" y="122"/>
                  </a:lnTo>
                  <a:lnTo>
                    <a:pt x="1029" y="122"/>
                  </a:lnTo>
                  <a:lnTo>
                    <a:pt x="1033" y="126"/>
                  </a:lnTo>
                  <a:lnTo>
                    <a:pt x="1037" y="126"/>
                  </a:lnTo>
                  <a:lnTo>
                    <a:pt x="1040" y="126"/>
                  </a:lnTo>
                  <a:lnTo>
                    <a:pt x="1044" y="126"/>
                  </a:lnTo>
                  <a:lnTo>
                    <a:pt x="1047" y="126"/>
                  </a:lnTo>
                  <a:lnTo>
                    <a:pt x="1051" y="126"/>
                  </a:lnTo>
                  <a:lnTo>
                    <a:pt x="1055" y="126"/>
                  </a:lnTo>
                  <a:lnTo>
                    <a:pt x="1058" y="126"/>
                  </a:lnTo>
                  <a:lnTo>
                    <a:pt x="1062" y="122"/>
                  </a:lnTo>
                  <a:lnTo>
                    <a:pt x="1065" y="122"/>
                  </a:lnTo>
                  <a:lnTo>
                    <a:pt x="1069" y="122"/>
                  </a:lnTo>
                  <a:lnTo>
                    <a:pt x="1073" y="119"/>
                  </a:lnTo>
                  <a:lnTo>
                    <a:pt x="1076" y="119"/>
                  </a:lnTo>
                  <a:lnTo>
                    <a:pt x="1080" y="119"/>
                  </a:lnTo>
                  <a:lnTo>
                    <a:pt x="1083" y="115"/>
                  </a:lnTo>
                  <a:lnTo>
                    <a:pt x="1087" y="115"/>
                  </a:lnTo>
                  <a:lnTo>
                    <a:pt x="1091" y="111"/>
                  </a:lnTo>
                  <a:lnTo>
                    <a:pt x="1094" y="111"/>
                  </a:lnTo>
                  <a:lnTo>
                    <a:pt x="1098" y="108"/>
                  </a:lnTo>
                  <a:lnTo>
                    <a:pt x="1101" y="104"/>
                  </a:lnTo>
                  <a:lnTo>
                    <a:pt x="1105" y="104"/>
                  </a:lnTo>
                  <a:lnTo>
                    <a:pt x="1109" y="101"/>
                  </a:lnTo>
                  <a:lnTo>
                    <a:pt x="1112" y="97"/>
                  </a:lnTo>
                  <a:lnTo>
                    <a:pt x="1116" y="97"/>
                  </a:lnTo>
                  <a:lnTo>
                    <a:pt x="1119" y="93"/>
                  </a:lnTo>
                  <a:lnTo>
                    <a:pt x="1123" y="93"/>
                  </a:lnTo>
                  <a:lnTo>
                    <a:pt x="1127" y="90"/>
                  </a:lnTo>
                  <a:lnTo>
                    <a:pt x="1130" y="86"/>
                  </a:lnTo>
                  <a:lnTo>
                    <a:pt x="1134" y="86"/>
                  </a:lnTo>
                  <a:lnTo>
                    <a:pt x="1137" y="83"/>
                  </a:lnTo>
                  <a:lnTo>
                    <a:pt x="1141" y="83"/>
                  </a:lnTo>
                  <a:lnTo>
                    <a:pt x="1145" y="79"/>
                  </a:lnTo>
                  <a:lnTo>
                    <a:pt x="1148" y="79"/>
                  </a:lnTo>
                  <a:lnTo>
                    <a:pt x="1152" y="75"/>
                  </a:lnTo>
                  <a:lnTo>
                    <a:pt x="1155" y="75"/>
                  </a:lnTo>
                  <a:lnTo>
                    <a:pt x="1159" y="75"/>
                  </a:lnTo>
                  <a:lnTo>
                    <a:pt x="1163" y="72"/>
                  </a:lnTo>
                  <a:lnTo>
                    <a:pt x="1166" y="72"/>
                  </a:lnTo>
                  <a:lnTo>
                    <a:pt x="1170" y="72"/>
                  </a:lnTo>
                  <a:lnTo>
                    <a:pt x="1173" y="72"/>
                  </a:lnTo>
                  <a:lnTo>
                    <a:pt x="1177" y="68"/>
                  </a:lnTo>
                  <a:lnTo>
                    <a:pt x="1181" y="68"/>
                  </a:lnTo>
                  <a:lnTo>
                    <a:pt x="1184" y="68"/>
                  </a:lnTo>
                  <a:lnTo>
                    <a:pt x="1188" y="68"/>
                  </a:lnTo>
                  <a:lnTo>
                    <a:pt x="1191" y="68"/>
                  </a:lnTo>
                  <a:lnTo>
                    <a:pt x="1195" y="72"/>
                  </a:lnTo>
                  <a:lnTo>
                    <a:pt x="1199" y="72"/>
                  </a:lnTo>
                  <a:lnTo>
                    <a:pt x="1202" y="72"/>
                  </a:lnTo>
                  <a:lnTo>
                    <a:pt x="1206" y="72"/>
                  </a:lnTo>
                  <a:lnTo>
                    <a:pt x="1209" y="75"/>
                  </a:lnTo>
                  <a:lnTo>
                    <a:pt x="1213" y="75"/>
                  </a:lnTo>
                  <a:lnTo>
                    <a:pt x="1217" y="75"/>
                  </a:lnTo>
                  <a:lnTo>
                    <a:pt x="1220" y="79"/>
                  </a:lnTo>
                  <a:lnTo>
                    <a:pt x="1224" y="79"/>
                  </a:lnTo>
                  <a:lnTo>
                    <a:pt x="1227" y="83"/>
                  </a:lnTo>
                  <a:lnTo>
                    <a:pt x="1231" y="83"/>
                  </a:lnTo>
                  <a:lnTo>
                    <a:pt x="1235" y="86"/>
                  </a:lnTo>
                  <a:lnTo>
                    <a:pt x="1238" y="90"/>
                  </a:lnTo>
                  <a:lnTo>
                    <a:pt x="1242" y="90"/>
                  </a:lnTo>
                  <a:lnTo>
                    <a:pt x="1245" y="93"/>
                  </a:lnTo>
                  <a:lnTo>
                    <a:pt x="1249" y="93"/>
                  </a:lnTo>
                  <a:lnTo>
                    <a:pt x="1253" y="97"/>
                  </a:lnTo>
                  <a:lnTo>
                    <a:pt x="1256" y="101"/>
                  </a:lnTo>
                  <a:lnTo>
                    <a:pt x="1260" y="104"/>
                  </a:lnTo>
                  <a:lnTo>
                    <a:pt x="1263" y="104"/>
                  </a:lnTo>
                  <a:lnTo>
                    <a:pt x="1267" y="108"/>
                  </a:lnTo>
                  <a:lnTo>
                    <a:pt x="1271" y="108"/>
                  </a:lnTo>
                  <a:lnTo>
                    <a:pt x="1274" y="111"/>
                  </a:lnTo>
                  <a:lnTo>
                    <a:pt x="1278" y="115"/>
                  </a:lnTo>
                  <a:lnTo>
                    <a:pt x="1281" y="115"/>
                  </a:lnTo>
                  <a:lnTo>
                    <a:pt x="1285" y="119"/>
                  </a:lnTo>
                  <a:lnTo>
                    <a:pt x="1289" y="119"/>
                  </a:lnTo>
                  <a:lnTo>
                    <a:pt x="1292" y="122"/>
                  </a:lnTo>
                  <a:lnTo>
                    <a:pt x="1296" y="122"/>
                  </a:lnTo>
                  <a:lnTo>
                    <a:pt x="1299" y="122"/>
                  </a:lnTo>
                  <a:lnTo>
                    <a:pt x="1303" y="126"/>
                  </a:lnTo>
                  <a:lnTo>
                    <a:pt x="1307" y="126"/>
                  </a:lnTo>
                  <a:lnTo>
                    <a:pt x="1310" y="126"/>
                  </a:lnTo>
                  <a:lnTo>
                    <a:pt x="1314" y="126"/>
                  </a:lnTo>
                  <a:lnTo>
                    <a:pt x="1317" y="126"/>
                  </a:lnTo>
                  <a:lnTo>
                    <a:pt x="1321" y="129"/>
                  </a:lnTo>
                  <a:lnTo>
                    <a:pt x="1325" y="129"/>
                  </a:lnTo>
                  <a:lnTo>
                    <a:pt x="1328" y="129"/>
                  </a:lnTo>
                  <a:lnTo>
                    <a:pt x="1332" y="126"/>
                  </a:lnTo>
                  <a:lnTo>
                    <a:pt x="1335" y="126"/>
                  </a:lnTo>
                  <a:lnTo>
                    <a:pt x="1339" y="126"/>
                  </a:lnTo>
                  <a:lnTo>
                    <a:pt x="1343" y="126"/>
                  </a:lnTo>
                  <a:lnTo>
                    <a:pt x="1346" y="122"/>
                  </a:lnTo>
                  <a:lnTo>
                    <a:pt x="1350" y="122"/>
                  </a:lnTo>
                  <a:lnTo>
                    <a:pt x="1353" y="122"/>
                  </a:lnTo>
                  <a:lnTo>
                    <a:pt x="1357" y="119"/>
                  </a:lnTo>
                  <a:lnTo>
                    <a:pt x="1361" y="119"/>
                  </a:lnTo>
                  <a:lnTo>
                    <a:pt x="1364" y="115"/>
                  </a:lnTo>
                  <a:lnTo>
                    <a:pt x="1368" y="115"/>
                  </a:lnTo>
                  <a:lnTo>
                    <a:pt x="1371" y="111"/>
                  </a:lnTo>
                  <a:lnTo>
                    <a:pt x="1375" y="111"/>
                  </a:lnTo>
                  <a:lnTo>
                    <a:pt x="1379" y="108"/>
                  </a:lnTo>
                  <a:lnTo>
                    <a:pt x="1382" y="104"/>
                  </a:lnTo>
                  <a:lnTo>
                    <a:pt x="1386" y="104"/>
                  </a:lnTo>
                  <a:lnTo>
                    <a:pt x="1389" y="101"/>
                  </a:lnTo>
                  <a:lnTo>
                    <a:pt x="1393" y="97"/>
                  </a:lnTo>
                  <a:lnTo>
                    <a:pt x="1397" y="93"/>
                  </a:lnTo>
                  <a:lnTo>
                    <a:pt x="1400" y="93"/>
                  </a:lnTo>
                  <a:lnTo>
                    <a:pt x="1404" y="90"/>
                  </a:lnTo>
                  <a:lnTo>
                    <a:pt x="1407" y="86"/>
                  </a:lnTo>
                  <a:lnTo>
                    <a:pt x="1411" y="86"/>
                  </a:lnTo>
                  <a:lnTo>
                    <a:pt x="1415" y="83"/>
                  </a:lnTo>
                  <a:lnTo>
                    <a:pt x="1418" y="83"/>
                  </a:lnTo>
                  <a:lnTo>
                    <a:pt x="1422" y="79"/>
                  </a:lnTo>
                  <a:lnTo>
                    <a:pt x="1425" y="75"/>
                  </a:lnTo>
                  <a:lnTo>
                    <a:pt x="1429" y="75"/>
                  </a:lnTo>
                  <a:lnTo>
                    <a:pt x="1433" y="72"/>
                  </a:lnTo>
                  <a:lnTo>
                    <a:pt x="1436" y="72"/>
                  </a:lnTo>
                  <a:lnTo>
                    <a:pt x="1440" y="72"/>
                  </a:lnTo>
                  <a:lnTo>
                    <a:pt x="1443" y="68"/>
                  </a:lnTo>
                  <a:lnTo>
                    <a:pt x="1447" y="68"/>
                  </a:lnTo>
                  <a:lnTo>
                    <a:pt x="1451" y="68"/>
                  </a:lnTo>
                  <a:lnTo>
                    <a:pt x="1454" y="68"/>
                  </a:lnTo>
                  <a:lnTo>
                    <a:pt x="1458" y="68"/>
                  </a:lnTo>
                  <a:lnTo>
                    <a:pt x="1461" y="68"/>
                  </a:lnTo>
                  <a:lnTo>
                    <a:pt x="1465" y="68"/>
                  </a:lnTo>
                  <a:lnTo>
                    <a:pt x="1469" y="68"/>
                  </a:lnTo>
                  <a:lnTo>
                    <a:pt x="1472" y="68"/>
                  </a:lnTo>
                  <a:lnTo>
                    <a:pt x="1476" y="68"/>
                  </a:lnTo>
                  <a:lnTo>
                    <a:pt x="1479" y="68"/>
                  </a:lnTo>
                  <a:lnTo>
                    <a:pt x="1483" y="68"/>
                  </a:lnTo>
                  <a:lnTo>
                    <a:pt x="1487" y="72"/>
                  </a:lnTo>
                  <a:lnTo>
                    <a:pt x="1490" y="72"/>
                  </a:lnTo>
                  <a:lnTo>
                    <a:pt x="1494" y="75"/>
                  </a:lnTo>
                  <a:lnTo>
                    <a:pt x="1497" y="75"/>
                  </a:lnTo>
                  <a:lnTo>
                    <a:pt x="1501" y="79"/>
                  </a:lnTo>
                  <a:lnTo>
                    <a:pt x="1505" y="79"/>
                  </a:lnTo>
                  <a:lnTo>
                    <a:pt x="1508" y="83"/>
                  </a:lnTo>
                  <a:lnTo>
                    <a:pt x="1512" y="83"/>
                  </a:lnTo>
                  <a:lnTo>
                    <a:pt x="1515" y="86"/>
                  </a:lnTo>
                  <a:lnTo>
                    <a:pt x="1519" y="90"/>
                  </a:lnTo>
                  <a:lnTo>
                    <a:pt x="1523" y="90"/>
                  </a:lnTo>
                  <a:lnTo>
                    <a:pt x="1526" y="93"/>
                  </a:lnTo>
                  <a:lnTo>
                    <a:pt x="1530" y="97"/>
                  </a:lnTo>
                  <a:lnTo>
                    <a:pt x="1533" y="101"/>
                  </a:lnTo>
                  <a:lnTo>
                    <a:pt x="1537" y="101"/>
                  </a:lnTo>
                  <a:lnTo>
                    <a:pt x="1541" y="104"/>
                  </a:lnTo>
                  <a:lnTo>
                    <a:pt x="1544" y="108"/>
                  </a:lnTo>
                  <a:lnTo>
                    <a:pt x="1548" y="108"/>
                  </a:lnTo>
                  <a:lnTo>
                    <a:pt x="1551" y="111"/>
                  </a:lnTo>
                  <a:lnTo>
                    <a:pt x="1555" y="115"/>
                  </a:lnTo>
                  <a:lnTo>
                    <a:pt x="1559" y="115"/>
                  </a:lnTo>
                  <a:lnTo>
                    <a:pt x="1562" y="119"/>
                  </a:lnTo>
                  <a:lnTo>
                    <a:pt x="1566" y="119"/>
                  </a:lnTo>
                  <a:lnTo>
                    <a:pt x="1569" y="122"/>
                  </a:lnTo>
                  <a:lnTo>
                    <a:pt x="1573" y="122"/>
                  </a:lnTo>
                  <a:lnTo>
                    <a:pt x="1577" y="126"/>
                  </a:lnTo>
                  <a:lnTo>
                    <a:pt x="1580" y="126"/>
                  </a:lnTo>
                  <a:lnTo>
                    <a:pt x="1584" y="129"/>
                  </a:lnTo>
                  <a:lnTo>
                    <a:pt x="1587" y="129"/>
                  </a:lnTo>
                  <a:lnTo>
                    <a:pt x="1591" y="129"/>
                  </a:lnTo>
                  <a:lnTo>
                    <a:pt x="1595" y="129"/>
                  </a:lnTo>
                  <a:lnTo>
                    <a:pt x="1598" y="129"/>
                  </a:lnTo>
                  <a:lnTo>
                    <a:pt x="1602" y="129"/>
                  </a:lnTo>
                  <a:lnTo>
                    <a:pt x="1605" y="129"/>
                  </a:lnTo>
                  <a:lnTo>
                    <a:pt x="1609" y="129"/>
                  </a:lnTo>
                  <a:lnTo>
                    <a:pt x="1613" y="129"/>
                  </a:lnTo>
                  <a:lnTo>
                    <a:pt x="1616" y="129"/>
                  </a:lnTo>
                  <a:lnTo>
                    <a:pt x="1620" y="129"/>
                  </a:lnTo>
                  <a:lnTo>
                    <a:pt x="1623" y="126"/>
                  </a:lnTo>
                  <a:lnTo>
                    <a:pt x="1627" y="126"/>
                  </a:lnTo>
                  <a:lnTo>
                    <a:pt x="1631" y="126"/>
                  </a:lnTo>
                  <a:lnTo>
                    <a:pt x="1634" y="122"/>
                  </a:lnTo>
                  <a:lnTo>
                    <a:pt x="1638" y="122"/>
                  </a:lnTo>
                  <a:lnTo>
                    <a:pt x="1641" y="119"/>
                  </a:lnTo>
                  <a:lnTo>
                    <a:pt x="1645" y="115"/>
                  </a:lnTo>
                  <a:lnTo>
                    <a:pt x="1649" y="115"/>
                  </a:lnTo>
                  <a:lnTo>
                    <a:pt x="1652" y="111"/>
                  </a:lnTo>
                  <a:lnTo>
                    <a:pt x="1656" y="108"/>
                  </a:lnTo>
                  <a:lnTo>
                    <a:pt x="1659" y="108"/>
                  </a:lnTo>
                  <a:lnTo>
                    <a:pt x="1663" y="104"/>
                  </a:lnTo>
                  <a:lnTo>
                    <a:pt x="1667" y="101"/>
                  </a:lnTo>
                  <a:lnTo>
                    <a:pt x="1670" y="101"/>
                  </a:lnTo>
                  <a:lnTo>
                    <a:pt x="1674" y="97"/>
                  </a:lnTo>
                  <a:lnTo>
                    <a:pt x="1677" y="93"/>
                  </a:lnTo>
                  <a:lnTo>
                    <a:pt x="1681" y="90"/>
                  </a:lnTo>
                  <a:lnTo>
                    <a:pt x="1685" y="86"/>
                  </a:lnTo>
                  <a:lnTo>
                    <a:pt x="1688" y="86"/>
                  </a:lnTo>
                  <a:lnTo>
                    <a:pt x="1692" y="83"/>
                  </a:lnTo>
                  <a:lnTo>
                    <a:pt x="1695" y="79"/>
                  </a:lnTo>
                  <a:lnTo>
                    <a:pt x="1699" y="79"/>
                  </a:lnTo>
                  <a:lnTo>
                    <a:pt x="1703" y="75"/>
                  </a:lnTo>
                  <a:lnTo>
                    <a:pt x="1706" y="75"/>
                  </a:lnTo>
                  <a:lnTo>
                    <a:pt x="1710" y="72"/>
                  </a:lnTo>
                  <a:lnTo>
                    <a:pt x="1713" y="72"/>
                  </a:lnTo>
                  <a:lnTo>
                    <a:pt x="1717" y="68"/>
                  </a:lnTo>
                  <a:lnTo>
                    <a:pt x="1721" y="68"/>
                  </a:lnTo>
                  <a:lnTo>
                    <a:pt x="1724" y="65"/>
                  </a:lnTo>
                  <a:lnTo>
                    <a:pt x="1728" y="65"/>
                  </a:lnTo>
                  <a:lnTo>
                    <a:pt x="1731" y="65"/>
                  </a:lnTo>
                  <a:lnTo>
                    <a:pt x="1735" y="65"/>
                  </a:lnTo>
                  <a:lnTo>
                    <a:pt x="1739" y="65"/>
                  </a:lnTo>
                  <a:lnTo>
                    <a:pt x="1742" y="65"/>
                  </a:lnTo>
                  <a:lnTo>
                    <a:pt x="1746" y="65"/>
                  </a:lnTo>
                  <a:lnTo>
                    <a:pt x="1749" y="65"/>
                  </a:lnTo>
                  <a:lnTo>
                    <a:pt x="1753" y="65"/>
                  </a:lnTo>
                  <a:lnTo>
                    <a:pt x="1757" y="65"/>
                  </a:lnTo>
                  <a:lnTo>
                    <a:pt x="1760" y="65"/>
                  </a:lnTo>
                  <a:lnTo>
                    <a:pt x="1764" y="68"/>
                  </a:lnTo>
                  <a:lnTo>
                    <a:pt x="1767" y="68"/>
                  </a:lnTo>
                  <a:lnTo>
                    <a:pt x="1771" y="72"/>
                  </a:lnTo>
                  <a:lnTo>
                    <a:pt x="1775" y="72"/>
                  </a:lnTo>
                  <a:lnTo>
                    <a:pt x="1778" y="75"/>
                  </a:lnTo>
                  <a:lnTo>
                    <a:pt x="1782" y="75"/>
                  </a:lnTo>
                  <a:lnTo>
                    <a:pt x="1785" y="79"/>
                  </a:lnTo>
                  <a:lnTo>
                    <a:pt x="1789" y="83"/>
                  </a:lnTo>
                  <a:lnTo>
                    <a:pt x="1793" y="83"/>
                  </a:lnTo>
                  <a:lnTo>
                    <a:pt x="1796" y="86"/>
                  </a:lnTo>
                  <a:lnTo>
                    <a:pt x="1800" y="90"/>
                  </a:lnTo>
                  <a:lnTo>
                    <a:pt x="1803" y="93"/>
                  </a:lnTo>
                  <a:lnTo>
                    <a:pt x="1807" y="93"/>
                  </a:lnTo>
                  <a:lnTo>
                    <a:pt x="1811" y="97"/>
                  </a:lnTo>
                  <a:lnTo>
                    <a:pt x="1814" y="101"/>
                  </a:lnTo>
                  <a:lnTo>
                    <a:pt x="1818" y="104"/>
                  </a:lnTo>
                  <a:lnTo>
                    <a:pt x="1821" y="108"/>
                  </a:lnTo>
                  <a:lnTo>
                    <a:pt x="1825" y="108"/>
                  </a:lnTo>
                  <a:lnTo>
                    <a:pt x="1829" y="111"/>
                  </a:lnTo>
                  <a:lnTo>
                    <a:pt x="1832" y="115"/>
                  </a:lnTo>
                  <a:lnTo>
                    <a:pt x="1836" y="119"/>
                  </a:lnTo>
                  <a:lnTo>
                    <a:pt x="1839" y="119"/>
                  </a:lnTo>
                  <a:lnTo>
                    <a:pt x="1843" y="122"/>
                  </a:lnTo>
                  <a:lnTo>
                    <a:pt x="1847" y="126"/>
                  </a:lnTo>
                  <a:lnTo>
                    <a:pt x="1850" y="126"/>
                  </a:lnTo>
                  <a:lnTo>
                    <a:pt x="1854" y="129"/>
                  </a:lnTo>
                  <a:lnTo>
                    <a:pt x="1857" y="129"/>
                  </a:lnTo>
                  <a:lnTo>
                    <a:pt x="1861" y="129"/>
                  </a:lnTo>
                  <a:lnTo>
                    <a:pt x="1865" y="133"/>
                  </a:lnTo>
                  <a:lnTo>
                    <a:pt x="1868" y="133"/>
                  </a:lnTo>
                  <a:lnTo>
                    <a:pt x="1872" y="133"/>
                  </a:lnTo>
                  <a:lnTo>
                    <a:pt x="1875" y="133"/>
                  </a:lnTo>
                  <a:lnTo>
                    <a:pt x="1879" y="133"/>
                  </a:lnTo>
                  <a:lnTo>
                    <a:pt x="1883" y="133"/>
                  </a:lnTo>
                  <a:lnTo>
                    <a:pt x="1886" y="133"/>
                  </a:lnTo>
                  <a:lnTo>
                    <a:pt x="1890" y="133"/>
                  </a:lnTo>
                  <a:lnTo>
                    <a:pt x="1893" y="133"/>
                  </a:lnTo>
                  <a:lnTo>
                    <a:pt x="1897" y="133"/>
                  </a:lnTo>
                  <a:lnTo>
                    <a:pt x="1901" y="133"/>
                  </a:lnTo>
                  <a:lnTo>
                    <a:pt x="1904" y="129"/>
                  </a:lnTo>
                  <a:lnTo>
                    <a:pt x="1908" y="129"/>
                  </a:lnTo>
                  <a:lnTo>
                    <a:pt x="1911" y="126"/>
                  </a:lnTo>
                  <a:lnTo>
                    <a:pt x="1915" y="126"/>
                  </a:lnTo>
                  <a:lnTo>
                    <a:pt x="1919" y="122"/>
                  </a:lnTo>
                  <a:lnTo>
                    <a:pt x="1922" y="119"/>
                  </a:lnTo>
                  <a:lnTo>
                    <a:pt x="1926" y="119"/>
                  </a:lnTo>
                  <a:lnTo>
                    <a:pt x="1929" y="115"/>
                  </a:lnTo>
                  <a:lnTo>
                    <a:pt x="1933" y="111"/>
                  </a:lnTo>
                  <a:lnTo>
                    <a:pt x="1937" y="108"/>
                  </a:lnTo>
                  <a:lnTo>
                    <a:pt x="1940" y="108"/>
                  </a:lnTo>
                  <a:lnTo>
                    <a:pt x="1944" y="104"/>
                  </a:lnTo>
                  <a:lnTo>
                    <a:pt x="1947" y="101"/>
                  </a:lnTo>
                  <a:lnTo>
                    <a:pt x="1951" y="97"/>
                  </a:lnTo>
                  <a:lnTo>
                    <a:pt x="1955" y="93"/>
                  </a:lnTo>
                  <a:lnTo>
                    <a:pt x="1958" y="90"/>
                  </a:lnTo>
                  <a:lnTo>
                    <a:pt x="1962" y="90"/>
                  </a:lnTo>
                  <a:lnTo>
                    <a:pt x="1965" y="86"/>
                  </a:lnTo>
                  <a:lnTo>
                    <a:pt x="1969" y="83"/>
                  </a:lnTo>
                  <a:lnTo>
                    <a:pt x="1973" y="79"/>
                  </a:lnTo>
                  <a:lnTo>
                    <a:pt x="1976" y="75"/>
                  </a:lnTo>
                  <a:lnTo>
                    <a:pt x="1980" y="75"/>
                  </a:lnTo>
                  <a:lnTo>
                    <a:pt x="1983" y="72"/>
                  </a:lnTo>
                  <a:lnTo>
                    <a:pt x="1987" y="68"/>
                  </a:lnTo>
                  <a:lnTo>
                    <a:pt x="1991" y="68"/>
                  </a:lnTo>
                  <a:lnTo>
                    <a:pt x="1994" y="65"/>
                  </a:lnTo>
                  <a:lnTo>
                    <a:pt x="1998" y="65"/>
                  </a:lnTo>
                  <a:lnTo>
                    <a:pt x="2001" y="61"/>
                  </a:lnTo>
                  <a:lnTo>
                    <a:pt x="2005" y="61"/>
                  </a:lnTo>
                  <a:lnTo>
                    <a:pt x="2009" y="61"/>
                  </a:lnTo>
                  <a:lnTo>
                    <a:pt x="2012" y="61"/>
                  </a:lnTo>
                  <a:lnTo>
                    <a:pt x="2016" y="57"/>
                  </a:lnTo>
                  <a:lnTo>
                    <a:pt x="2019" y="57"/>
                  </a:lnTo>
                  <a:lnTo>
                    <a:pt x="2023" y="57"/>
                  </a:lnTo>
                  <a:lnTo>
                    <a:pt x="2027" y="61"/>
                  </a:lnTo>
                  <a:lnTo>
                    <a:pt x="2030" y="61"/>
                  </a:lnTo>
                  <a:lnTo>
                    <a:pt x="2034" y="61"/>
                  </a:lnTo>
                  <a:lnTo>
                    <a:pt x="2037" y="61"/>
                  </a:lnTo>
                  <a:lnTo>
                    <a:pt x="2041" y="65"/>
                  </a:lnTo>
                  <a:lnTo>
                    <a:pt x="2045" y="65"/>
                  </a:lnTo>
                  <a:lnTo>
                    <a:pt x="2048" y="65"/>
                  </a:lnTo>
                  <a:lnTo>
                    <a:pt x="2052" y="68"/>
                  </a:lnTo>
                  <a:lnTo>
                    <a:pt x="2055" y="72"/>
                  </a:lnTo>
                  <a:lnTo>
                    <a:pt x="2059" y="72"/>
                  </a:lnTo>
                  <a:lnTo>
                    <a:pt x="2063" y="75"/>
                  </a:lnTo>
                  <a:lnTo>
                    <a:pt x="2066" y="79"/>
                  </a:lnTo>
                  <a:lnTo>
                    <a:pt x="2070" y="83"/>
                  </a:lnTo>
                  <a:lnTo>
                    <a:pt x="2073" y="83"/>
                  </a:lnTo>
                  <a:lnTo>
                    <a:pt x="2077" y="86"/>
                  </a:lnTo>
                  <a:lnTo>
                    <a:pt x="2081" y="90"/>
                  </a:lnTo>
                  <a:lnTo>
                    <a:pt x="2084" y="93"/>
                  </a:lnTo>
                  <a:lnTo>
                    <a:pt x="2088" y="97"/>
                  </a:lnTo>
                  <a:lnTo>
                    <a:pt x="2091" y="101"/>
                  </a:lnTo>
                  <a:lnTo>
                    <a:pt x="2095" y="104"/>
                  </a:lnTo>
                  <a:lnTo>
                    <a:pt x="2099" y="108"/>
                  </a:lnTo>
                  <a:lnTo>
                    <a:pt x="2102" y="108"/>
                  </a:lnTo>
                  <a:lnTo>
                    <a:pt x="2106" y="111"/>
                  </a:lnTo>
                  <a:lnTo>
                    <a:pt x="2109" y="115"/>
                  </a:lnTo>
                  <a:lnTo>
                    <a:pt x="2113" y="119"/>
                  </a:lnTo>
                  <a:lnTo>
                    <a:pt x="2117" y="122"/>
                  </a:lnTo>
                  <a:lnTo>
                    <a:pt x="2120" y="122"/>
                  </a:lnTo>
                  <a:lnTo>
                    <a:pt x="2124" y="126"/>
                  </a:lnTo>
                  <a:lnTo>
                    <a:pt x="2127" y="129"/>
                  </a:lnTo>
                  <a:lnTo>
                    <a:pt x="2131" y="129"/>
                  </a:lnTo>
                  <a:lnTo>
                    <a:pt x="2135" y="133"/>
                  </a:lnTo>
                  <a:lnTo>
                    <a:pt x="2138" y="133"/>
                  </a:lnTo>
                  <a:lnTo>
                    <a:pt x="2142" y="137"/>
                  </a:lnTo>
                  <a:lnTo>
                    <a:pt x="2145" y="137"/>
                  </a:lnTo>
                  <a:lnTo>
                    <a:pt x="2149" y="137"/>
                  </a:lnTo>
                  <a:lnTo>
                    <a:pt x="2153" y="140"/>
                  </a:lnTo>
                  <a:lnTo>
                    <a:pt x="2156" y="140"/>
                  </a:lnTo>
                  <a:lnTo>
                    <a:pt x="2160" y="140"/>
                  </a:lnTo>
                  <a:lnTo>
                    <a:pt x="2163" y="140"/>
                  </a:lnTo>
                  <a:lnTo>
                    <a:pt x="2167" y="140"/>
                  </a:lnTo>
                  <a:lnTo>
                    <a:pt x="2171" y="137"/>
                  </a:lnTo>
                  <a:lnTo>
                    <a:pt x="2174" y="137"/>
                  </a:lnTo>
                  <a:lnTo>
                    <a:pt x="2178" y="137"/>
                  </a:lnTo>
                  <a:lnTo>
                    <a:pt x="2181" y="133"/>
                  </a:lnTo>
                  <a:lnTo>
                    <a:pt x="2185" y="133"/>
                  </a:lnTo>
                  <a:lnTo>
                    <a:pt x="2189" y="129"/>
                  </a:lnTo>
                  <a:lnTo>
                    <a:pt x="2192" y="129"/>
                  </a:lnTo>
                  <a:lnTo>
                    <a:pt x="2196" y="126"/>
                  </a:lnTo>
                  <a:lnTo>
                    <a:pt x="2199" y="122"/>
                  </a:lnTo>
                  <a:lnTo>
                    <a:pt x="2203" y="122"/>
                  </a:lnTo>
                  <a:lnTo>
                    <a:pt x="2207" y="119"/>
                  </a:lnTo>
                  <a:lnTo>
                    <a:pt x="2210" y="115"/>
                  </a:lnTo>
                  <a:lnTo>
                    <a:pt x="2214" y="111"/>
                  </a:lnTo>
                  <a:lnTo>
                    <a:pt x="2217" y="108"/>
                  </a:lnTo>
                  <a:lnTo>
                    <a:pt x="2221" y="104"/>
                  </a:lnTo>
                  <a:lnTo>
                    <a:pt x="2225" y="101"/>
                  </a:lnTo>
                  <a:lnTo>
                    <a:pt x="2228" y="101"/>
                  </a:lnTo>
                  <a:lnTo>
                    <a:pt x="2232" y="97"/>
                  </a:lnTo>
                  <a:lnTo>
                    <a:pt x="2235" y="93"/>
                  </a:lnTo>
                  <a:lnTo>
                    <a:pt x="2239" y="90"/>
                  </a:lnTo>
                  <a:lnTo>
                    <a:pt x="2243" y="86"/>
                  </a:lnTo>
                  <a:lnTo>
                    <a:pt x="2246" y="83"/>
                  </a:lnTo>
                  <a:lnTo>
                    <a:pt x="2250" y="79"/>
                  </a:lnTo>
                  <a:lnTo>
                    <a:pt x="2253" y="75"/>
                  </a:lnTo>
                  <a:lnTo>
                    <a:pt x="2257" y="72"/>
                  </a:lnTo>
                  <a:lnTo>
                    <a:pt x="2261" y="68"/>
                  </a:lnTo>
                  <a:lnTo>
                    <a:pt x="2264" y="68"/>
                  </a:lnTo>
                  <a:lnTo>
                    <a:pt x="2268" y="65"/>
                  </a:lnTo>
                  <a:lnTo>
                    <a:pt x="2271" y="61"/>
                  </a:lnTo>
                  <a:lnTo>
                    <a:pt x="2275" y="61"/>
                  </a:lnTo>
                  <a:lnTo>
                    <a:pt x="2279" y="57"/>
                  </a:lnTo>
                  <a:lnTo>
                    <a:pt x="2282" y="57"/>
                  </a:lnTo>
                  <a:lnTo>
                    <a:pt x="2286" y="54"/>
                  </a:lnTo>
                  <a:lnTo>
                    <a:pt x="2289" y="54"/>
                  </a:lnTo>
                  <a:lnTo>
                    <a:pt x="2293" y="54"/>
                  </a:lnTo>
                  <a:lnTo>
                    <a:pt x="2297" y="54"/>
                  </a:lnTo>
                  <a:lnTo>
                    <a:pt x="2300" y="54"/>
                  </a:lnTo>
                  <a:lnTo>
                    <a:pt x="2304" y="54"/>
                  </a:lnTo>
                  <a:lnTo>
                    <a:pt x="2307" y="54"/>
                  </a:lnTo>
                  <a:lnTo>
                    <a:pt x="2311" y="54"/>
                  </a:lnTo>
                  <a:lnTo>
                    <a:pt x="2315" y="57"/>
                  </a:lnTo>
                  <a:lnTo>
                    <a:pt x="2318" y="57"/>
                  </a:lnTo>
                  <a:lnTo>
                    <a:pt x="2322" y="61"/>
                  </a:lnTo>
                  <a:lnTo>
                    <a:pt x="2325" y="61"/>
                  </a:lnTo>
                  <a:lnTo>
                    <a:pt x="2329" y="65"/>
                  </a:lnTo>
                  <a:lnTo>
                    <a:pt x="2333" y="65"/>
                  </a:lnTo>
                  <a:lnTo>
                    <a:pt x="2336" y="68"/>
                  </a:lnTo>
                  <a:lnTo>
                    <a:pt x="2340" y="72"/>
                  </a:lnTo>
                  <a:lnTo>
                    <a:pt x="2343" y="72"/>
                  </a:lnTo>
                  <a:lnTo>
                    <a:pt x="2347" y="75"/>
                  </a:lnTo>
                  <a:lnTo>
                    <a:pt x="2351" y="79"/>
                  </a:lnTo>
                  <a:lnTo>
                    <a:pt x="2354" y="83"/>
                  </a:lnTo>
                  <a:lnTo>
                    <a:pt x="2358" y="86"/>
                  </a:lnTo>
                  <a:lnTo>
                    <a:pt x="2361" y="90"/>
                  </a:lnTo>
                  <a:lnTo>
                    <a:pt x="2365" y="93"/>
                  </a:lnTo>
                  <a:lnTo>
                    <a:pt x="2369" y="97"/>
                  </a:lnTo>
                  <a:lnTo>
                    <a:pt x="2372" y="101"/>
                  </a:lnTo>
                  <a:lnTo>
                    <a:pt x="2376" y="104"/>
                  </a:lnTo>
                  <a:lnTo>
                    <a:pt x="2379" y="108"/>
                  </a:lnTo>
                  <a:lnTo>
                    <a:pt x="2383" y="111"/>
                  </a:lnTo>
                  <a:lnTo>
                    <a:pt x="2387" y="115"/>
                  </a:lnTo>
                  <a:lnTo>
                    <a:pt x="2390" y="119"/>
                  </a:lnTo>
                  <a:lnTo>
                    <a:pt x="2394" y="122"/>
                  </a:lnTo>
                  <a:lnTo>
                    <a:pt x="2397" y="126"/>
                  </a:lnTo>
                  <a:lnTo>
                    <a:pt x="2401" y="129"/>
                  </a:lnTo>
                  <a:lnTo>
                    <a:pt x="2405" y="133"/>
                  </a:lnTo>
                  <a:lnTo>
                    <a:pt x="2408" y="137"/>
                  </a:lnTo>
                  <a:lnTo>
                    <a:pt x="2412" y="137"/>
                  </a:lnTo>
                  <a:lnTo>
                    <a:pt x="2415" y="140"/>
                  </a:lnTo>
                  <a:lnTo>
                    <a:pt x="2419" y="140"/>
                  </a:lnTo>
                  <a:lnTo>
                    <a:pt x="2423" y="144"/>
                  </a:lnTo>
                  <a:lnTo>
                    <a:pt x="2426" y="144"/>
                  </a:lnTo>
                  <a:lnTo>
                    <a:pt x="2430" y="144"/>
                  </a:lnTo>
                  <a:lnTo>
                    <a:pt x="2433" y="144"/>
                  </a:lnTo>
                  <a:lnTo>
                    <a:pt x="2437" y="144"/>
                  </a:lnTo>
                  <a:lnTo>
                    <a:pt x="2441" y="147"/>
                  </a:lnTo>
                  <a:lnTo>
                    <a:pt x="2444" y="144"/>
                  </a:lnTo>
                  <a:lnTo>
                    <a:pt x="2448" y="144"/>
                  </a:lnTo>
                  <a:lnTo>
                    <a:pt x="2451" y="144"/>
                  </a:lnTo>
                  <a:lnTo>
                    <a:pt x="2455" y="144"/>
                  </a:lnTo>
                  <a:lnTo>
                    <a:pt x="2459" y="140"/>
                  </a:lnTo>
                  <a:lnTo>
                    <a:pt x="2462" y="140"/>
                  </a:lnTo>
                  <a:lnTo>
                    <a:pt x="2466" y="137"/>
                  </a:lnTo>
                  <a:lnTo>
                    <a:pt x="2469" y="133"/>
                  </a:lnTo>
                  <a:lnTo>
                    <a:pt x="2473" y="133"/>
                  </a:lnTo>
                  <a:lnTo>
                    <a:pt x="2477" y="129"/>
                  </a:lnTo>
                  <a:lnTo>
                    <a:pt x="2480" y="126"/>
                  </a:lnTo>
                  <a:lnTo>
                    <a:pt x="2484" y="122"/>
                  </a:lnTo>
                  <a:lnTo>
                    <a:pt x="2487" y="119"/>
                  </a:lnTo>
                  <a:lnTo>
                    <a:pt x="2491" y="115"/>
                  </a:lnTo>
                  <a:lnTo>
                    <a:pt x="2495" y="111"/>
                  </a:lnTo>
                  <a:lnTo>
                    <a:pt x="2498" y="108"/>
                  </a:lnTo>
                  <a:lnTo>
                    <a:pt x="2502" y="104"/>
                  </a:lnTo>
                  <a:lnTo>
                    <a:pt x="2505" y="101"/>
                  </a:lnTo>
                  <a:lnTo>
                    <a:pt x="2509" y="97"/>
                  </a:lnTo>
                  <a:lnTo>
                    <a:pt x="2513" y="93"/>
                  </a:lnTo>
                  <a:lnTo>
                    <a:pt x="2516" y="90"/>
                  </a:lnTo>
                  <a:lnTo>
                    <a:pt x="2520" y="86"/>
                  </a:lnTo>
                  <a:lnTo>
                    <a:pt x="2523" y="83"/>
                  </a:lnTo>
                  <a:lnTo>
                    <a:pt x="2527" y="79"/>
                  </a:lnTo>
                  <a:lnTo>
                    <a:pt x="2531" y="75"/>
                  </a:lnTo>
                  <a:lnTo>
                    <a:pt x="2534" y="72"/>
                  </a:lnTo>
                  <a:lnTo>
                    <a:pt x="2538" y="68"/>
                  </a:lnTo>
                  <a:lnTo>
                    <a:pt x="2541" y="65"/>
                  </a:lnTo>
                  <a:lnTo>
                    <a:pt x="2545" y="61"/>
                  </a:lnTo>
                  <a:lnTo>
                    <a:pt x="2549" y="57"/>
                  </a:lnTo>
                  <a:lnTo>
                    <a:pt x="2552" y="54"/>
                  </a:lnTo>
                  <a:lnTo>
                    <a:pt x="2556" y="54"/>
                  </a:lnTo>
                  <a:lnTo>
                    <a:pt x="2559" y="50"/>
                  </a:lnTo>
                  <a:lnTo>
                    <a:pt x="2563" y="50"/>
                  </a:lnTo>
                  <a:lnTo>
                    <a:pt x="2567" y="47"/>
                  </a:lnTo>
                  <a:lnTo>
                    <a:pt x="2570" y="47"/>
                  </a:lnTo>
                  <a:lnTo>
                    <a:pt x="2574" y="47"/>
                  </a:lnTo>
                  <a:lnTo>
                    <a:pt x="2577" y="47"/>
                  </a:lnTo>
                  <a:lnTo>
                    <a:pt x="2581" y="47"/>
                  </a:lnTo>
                  <a:lnTo>
                    <a:pt x="2585" y="47"/>
                  </a:lnTo>
                  <a:lnTo>
                    <a:pt x="2588" y="47"/>
                  </a:lnTo>
                  <a:lnTo>
                    <a:pt x="2592" y="50"/>
                  </a:lnTo>
                  <a:lnTo>
                    <a:pt x="2595" y="50"/>
                  </a:lnTo>
                  <a:lnTo>
                    <a:pt x="2599" y="54"/>
                  </a:lnTo>
                  <a:lnTo>
                    <a:pt x="2603" y="54"/>
                  </a:lnTo>
                  <a:lnTo>
                    <a:pt x="2606" y="57"/>
                  </a:lnTo>
                  <a:lnTo>
                    <a:pt x="2610" y="57"/>
                  </a:lnTo>
                  <a:lnTo>
                    <a:pt x="2613" y="61"/>
                  </a:lnTo>
                  <a:lnTo>
                    <a:pt x="2617" y="65"/>
                  </a:lnTo>
                  <a:lnTo>
                    <a:pt x="2621" y="68"/>
                  </a:lnTo>
                  <a:lnTo>
                    <a:pt x="2624" y="72"/>
                  </a:lnTo>
                  <a:lnTo>
                    <a:pt x="2628" y="75"/>
                  </a:lnTo>
                  <a:lnTo>
                    <a:pt x="2631" y="79"/>
                  </a:lnTo>
                  <a:lnTo>
                    <a:pt x="2635" y="83"/>
                  </a:lnTo>
                  <a:lnTo>
                    <a:pt x="2639" y="86"/>
                  </a:lnTo>
                  <a:lnTo>
                    <a:pt x="2642" y="90"/>
                  </a:lnTo>
                  <a:lnTo>
                    <a:pt x="2646" y="93"/>
                  </a:lnTo>
                  <a:lnTo>
                    <a:pt x="2649" y="97"/>
                  </a:lnTo>
                  <a:lnTo>
                    <a:pt x="2649" y="101"/>
                  </a:lnTo>
                  <a:lnTo>
                    <a:pt x="2653" y="104"/>
                  </a:lnTo>
                  <a:lnTo>
                    <a:pt x="2657" y="108"/>
                  </a:lnTo>
                  <a:lnTo>
                    <a:pt x="2660" y="111"/>
                  </a:lnTo>
                  <a:lnTo>
                    <a:pt x="2664" y="115"/>
                  </a:lnTo>
                  <a:lnTo>
                    <a:pt x="2667" y="119"/>
                  </a:lnTo>
                  <a:lnTo>
                    <a:pt x="2667" y="122"/>
                  </a:lnTo>
                  <a:lnTo>
                    <a:pt x="2671" y="126"/>
                  </a:lnTo>
                  <a:lnTo>
                    <a:pt x="2675" y="129"/>
                  </a:lnTo>
                  <a:lnTo>
                    <a:pt x="2678" y="133"/>
                  </a:lnTo>
                  <a:lnTo>
                    <a:pt x="2682" y="137"/>
                  </a:lnTo>
                  <a:lnTo>
                    <a:pt x="2685" y="140"/>
                  </a:lnTo>
                  <a:lnTo>
                    <a:pt x="2689" y="144"/>
                  </a:lnTo>
                  <a:lnTo>
                    <a:pt x="2693" y="144"/>
                  </a:lnTo>
                  <a:lnTo>
                    <a:pt x="2696" y="147"/>
                  </a:lnTo>
                  <a:lnTo>
                    <a:pt x="2700" y="151"/>
                  </a:lnTo>
                  <a:lnTo>
                    <a:pt x="2703" y="151"/>
                  </a:lnTo>
                  <a:lnTo>
                    <a:pt x="2707" y="151"/>
                  </a:lnTo>
                  <a:lnTo>
                    <a:pt x="2711" y="155"/>
                  </a:lnTo>
                  <a:lnTo>
                    <a:pt x="2714" y="155"/>
                  </a:lnTo>
                  <a:lnTo>
                    <a:pt x="2718" y="155"/>
                  </a:lnTo>
                  <a:lnTo>
                    <a:pt x="2721" y="155"/>
                  </a:lnTo>
                  <a:lnTo>
                    <a:pt x="2725" y="155"/>
                  </a:lnTo>
                  <a:lnTo>
                    <a:pt x="2729" y="151"/>
                  </a:lnTo>
                  <a:lnTo>
                    <a:pt x="2732" y="151"/>
                  </a:lnTo>
                  <a:lnTo>
                    <a:pt x="2736" y="147"/>
                  </a:lnTo>
                  <a:lnTo>
                    <a:pt x="2739" y="147"/>
                  </a:lnTo>
                  <a:lnTo>
                    <a:pt x="2743" y="144"/>
                  </a:lnTo>
                  <a:lnTo>
                    <a:pt x="2747" y="144"/>
                  </a:lnTo>
                  <a:lnTo>
                    <a:pt x="2750" y="140"/>
                  </a:lnTo>
                  <a:lnTo>
                    <a:pt x="2754" y="137"/>
                  </a:lnTo>
                  <a:lnTo>
                    <a:pt x="2757" y="133"/>
                  </a:lnTo>
                  <a:lnTo>
                    <a:pt x="2761" y="129"/>
                  </a:lnTo>
                  <a:lnTo>
                    <a:pt x="2765" y="126"/>
                  </a:lnTo>
                  <a:lnTo>
                    <a:pt x="2768" y="122"/>
                  </a:lnTo>
                  <a:lnTo>
                    <a:pt x="2772" y="119"/>
                  </a:lnTo>
                  <a:lnTo>
                    <a:pt x="2775" y="115"/>
                  </a:lnTo>
                  <a:lnTo>
                    <a:pt x="2779" y="111"/>
                  </a:lnTo>
                  <a:lnTo>
                    <a:pt x="2779" y="108"/>
                  </a:lnTo>
                  <a:lnTo>
                    <a:pt x="2783" y="104"/>
                  </a:lnTo>
                  <a:lnTo>
                    <a:pt x="2786" y="101"/>
                  </a:lnTo>
                  <a:lnTo>
                    <a:pt x="2790" y="97"/>
                  </a:lnTo>
                  <a:lnTo>
                    <a:pt x="2793" y="93"/>
                  </a:lnTo>
                  <a:lnTo>
                    <a:pt x="2793" y="90"/>
                  </a:lnTo>
                  <a:lnTo>
                    <a:pt x="2797" y="86"/>
                  </a:lnTo>
                  <a:lnTo>
                    <a:pt x="2801" y="83"/>
                  </a:lnTo>
                  <a:lnTo>
                    <a:pt x="2804" y="79"/>
                  </a:lnTo>
                  <a:lnTo>
                    <a:pt x="2804" y="75"/>
                  </a:lnTo>
                  <a:lnTo>
                    <a:pt x="2808" y="72"/>
                  </a:lnTo>
                  <a:lnTo>
                    <a:pt x="2811" y="68"/>
                  </a:lnTo>
                  <a:lnTo>
                    <a:pt x="2815" y="65"/>
                  </a:lnTo>
                  <a:lnTo>
                    <a:pt x="2819" y="61"/>
                  </a:lnTo>
                  <a:lnTo>
                    <a:pt x="2822" y="57"/>
                  </a:lnTo>
                  <a:lnTo>
                    <a:pt x="2826" y="54"/>
                  </a:lnTo>
                  <a:lnTo>
                    <a:pt x="2829" y="50"/>
                  </a:lnTo>
                  <a:lnTo>
                    <a:pt x="2833" y="47"/>
                  </a:lnTo>
                  <a:lnTo>
                    <a:pt x="2837" y="43"/>
                  </a:lnTo>
                  <a:lnTo>
                    <a:pt x="2840" y="39"/>
                  </a:lnTo>
                  <a:lnTo>
                    <a:pt x="2844" y="39"/>
                  </a:lnTo>
                  <a:lnTo>
                    <a:pt x="2847" y="39"/>
                  </a:lnTo>
                  <a:lnTo>
                    <a:pt x="2851" y="36"/>
                  </a:lnTo>
                  <a:lnTo>
                    <a:pt x="2855" y="36"/>
                  </a:lnTo>
                  <a:lnTo>
                    <a:pt x="2858" y="36"/>
                  </a:lnTo>
                  <a:lnTo>
                    <a:pt x="2862" y="36"/>
                  </a:lnTo>
                  <a:lnTo>
                    <a:pt x="2865" y="39"/>
                  </a:lnTo>
                  <a:lnTo>
                    <a:pt x="2869" y="39"/>
                  </a:lnTo>
                  <a:lnTo>
                    <a:pt x="2873" y="39"/>
                  </a:lnTo>
                  <a:lnTo>
                    <a:pt x="2876" y="43"/>
                  </a:lnTo>
                  <a:lnTo>
                    <a:pt x="2880" y="43"/>
                  </a:lnTo>
                  <a:lnTo>
                    <a:pt x="2883" y="47"/>
                  </a:lnTo>
                  <a:lnTo>
                    <a:pt x="2887" y="50"/>
                  </a:lnTo>
                  <a:lnTo>
                    <a:pt x="2891" y="54"/>
                  </a:lnTo>
                  <a:lnTo>
                    <a:pt x="2894" y="57"/>
                  </a:lnTo>
                  <a:lnTo>
                    <a:pt x="2898" y="61"/>
                  </a:lnTo>
                  <a:lnTo>
                    <a:pt x="2901" y="65"/>
                  </a:lnTo>
                  <a:lnTo>
                    <a:pt x="2905" y="68"/>
                  </a:lnTo>
                  <a:lnTo>
                    <a:pt x="2909" y="72"/>
                  </a:lnTo>
                  <a:lnTo>
                    <a:pt x="2912" y="75"/>
                  </a:lnTo>
                  <a:lnTo>
                    <a:pt x="2916" y="79"/>
                  </a:lnTo>
                  <a:lnTo>
                    <a:pt x="2916" y="83"/>
                  </a:lnTo>
                  <a:lnTo>
                    <a:pt x="2919" y="86"/>
                  </a:lnTo>
                  <a:lnTo>
                    <a:pt x="2923" y="90"/>
                  </a:lnTo>
                  <a:lnTo>
                    <a:pt x="2923" y="93"/>
                  </a:lnTo>
                  <a:lnTo>
                    <a:pt x="2927" y="97"/>
                  </a:lnTo>
                  <a:lnTo>
                    <a:pt x="2930" y="101"/>
                  </a:lnTo>
                  <a:lnTo>
                    <a:pt x="2930" y="104"/>
                  </a:lnTo>
                  <a:lnTo>
                    <a:pt x="2934" y="108"/>
                  </a:lnTo>
                  <a:lnTo>
                    <a:pt x="2937" y="111"/>
                  </a:lnTo>
                  <a:lnTo>
                    <a:pt x="2941" y="115"/>
                  </a:lnTo>
                  <a:lnTo>
                    <a:pt x="2941" y="119"/>
                  </a:lnTo>
                  <a:lnTo>
                    <a:pt x="2945" y="122"/>
                  </a:lnTo>
                  <a:lnTo>
                    <a:pt x="2948" y="126"/>
                  </a:lnTo>
                  <a:lnTo>
                    <a:pt x="2948" y="129"/>
                  </a:lnTo>
                  <a:lnTo>
                    <a:pt x="2952" y="133"/>
                  </a:lnTo>
                  <a:lnTo>
                    <a:pt x="2955" y="137"/>
                  </a:lnTo>
                  <a:lnTo>
                    <a:pt x="2959" y="140"/>
                  </a:lnTo>
                  <a:lnTo>
                    <a:pt x="2963" y="144"/>
                  </a:lnTo>
                  <a:lnTo>
                    <a:pt x="2966" y="147"/>
                  </a:lnTo>
                  <a:lnTo>
                    <a:pt x="2970" y="151"/>
                  </a:lnTo>
                  <a:lnTo>
                    <a:pt x="2973" y="155"/>
                  </a:lnTo>
                  <a:lnTo>
                    <a:pt x="2977" y="158"/>
                  </a:lnTo>
                  <a:lnTo>
                    <a:pt x="2981" y="162"/>
                  </a:lnTo>
                  <a:lnTo>
                    <a:pt x="2984" y="162"/>
                  </a:lnTo>
                  <a:lnTo>
                    <a:pt x="2988" y="165"/>
                  </a:lnTo>
                  <a:lnTo>
                    <a:pt x="2991" y="165"/>
                  </a:lnTo>
                  <a:lnTo>
                    <a:pt x="2995" y="165"/>
                  </a:lnTo>
                  <a:lnTo>
                    <a:pt x="2999" y="165"/>
                  </a:lnTo>
                  <a:lnTo>
                    <a:pt x="3002" y="165"/>
                  </a:lnTo>
                  <a:lnTo>
                    <a:pt x="3006" y="165"/>
                  </a:lnTo>
                  <a:lnTo>
                    <a:pt x="3009" y="162"/>
                  </a:lnTo>
                  <a:lnTo>
                    <a:pt x="3013" y="162"/>
                  </a:lnTo>
                  <a:lnTo>
                    <a:pt x="3017" y="158"/>
                  </a:lnTo>
                  <a:lnTo>
                    <a:pt x="3020" y="155"/>
                  </a:lnTo>
                  <a:lnTo>
                    <a:pt x="3024" y="155"/>
                  </a:lnTo>
                  <a:lnTo>
                    <a:pt x="3027" y="151"/>
                  </a:lnTo>
                  <a:lnTo>
                    <a:pt x="3031" y="147"/>
                  </a:lnTo>
                  <a:lnTo>
                    <a:pt x="3035" y="144"/>
                  </a:lnTo>
                  <a:lnTo>
                    <a:pt x="3038" y="140"/>
                  </a:lnTo>
                  <a:lnTo>
                    <a:pt x="3042" y="137"/>
                  </a:lnTo>
                  <a:lnTo>
                    <a:pt x="3045" y="133"/>
                  </a:lnTo>
                  <a:lnTo>
                    <a:pt x="3045" y="129"/>
                  </a:lnTo>
                  <a:lnTo>
                    <a:pt x="3049" y="126"/>
                  </a:lnTo>
                  <a:lnTo>
                    <a:pt x="3053" y="122"/>
                  </a:lnTo>
                  <a:lnTo>
                    <a:pt x="3053" y="119"/>
                  </a:lnTo>
                  <a:lnTo>
                    <a:pt x="3056" y="115"/>
                  </a:lnTo>
                  <a:lnTo>
                    <a:pt x="3056" y="111"/>
                  </a:lnTo>
                  <a:lnTo>
                    <a:pt x="3060" y="108"/>
                  </a:lnTo>
                  <a:lnTo>
                    <a:pt x="3063" y="104"/>
                  </a:lnTo>
                  <a:lnTo>
                    <a:pt x="3063" y="101"/>
                  </a:lnTo>
                  <a:lnTo>
                    <a:pt x="3067" y="97"/>
                  </a:lnTo>
                  <a:lnTo>
                    <a:pt x="3071" y="93"/>
                  </a:lnTo>
                  <a:lnTo>
                    <a:pt x="3071" y="90"/>
                  </a:lnTo>
                  <a:lnTo>
                    <a:pt x="3074" y="86"/>
                  </a:lnTo>
                  <a:lnTo>
                    <a:pt x="3078" y="83"/>
                  </a:lnTo>
                  <a:lnTo>
                    <a:pt x="3078" y="79"/>
                  </a:lnTo>
                  <a:lnTo>
                    <a:pt x="3081" y="75"/>
                  </a:lnTo>
                  <a:lnTo>
                    <a:pt x="3081" y="72"/>
                  </a:lnTo>
                  <a:lnTo>
                    <a:pt x="3085" y="68"/>
                  </a:lnTo>
                  <a:lnTo>
                    <a:pt x="3089" y="65"/>
                  </a:lnTo>
                  <a:lnTo>
                    <a:pt x="3089" y="61"/>
                  </a:lnTo>
                  <a:lnTo>
                    <a:pt x="3092" y="57"/>
                  </a:lnTo>
                  <a:lnTo>
                    <a:pt x="3096" y="54"/>
                  </a:lnTo>
                  <a:lnTo>
                    <a:pt x="3099" y="50"/>
                  </a:lnTo>
                  <a:lnTo>
                    <a:pt x="3099" y="47"/>
                  </a:lnTo>
                  <a:lnTo>
                    <a:pt x="3103" y="43"/>
                  </a:lnTo>
                  <a:lnTo>
                    <a:pt x="3107" y="39"/>
                  </a:lnTo>
                  <a:lnTo>
                    <a:pt x="3110" y="36"/>
                  </a:lnTo>
                  <a:lnTo>
                    <a:pt x="3114" y="32"/>
                  </a:lnTo>
                  <a:lnTo>
                    <a:pt x="3117" y="29"/>
                  </a:lnTo>
                  <a:lnTo>
                    <a:pt x="3121" y="25"/>
                  </a:lnTo>
                  <a:lnTo>
                    <a:pt x="3125" y="25"/>
                  </a:lnTo>
                  <a:lnTo>
                    <a:pt x="3128" y="25"/>
                  </a:lnTo>
                  <a:lnTo>
                    <a:pt x="3132" y="21"/>
                  </a:lnTo>
                  <a:lnTo>
                    <a:pt x="3135" y="21"/>
                  </a:lnTo>
                  <a:lnTo>
                    <a:pt x="3139" y="21"/>
                  </a:lnTo>
                  <a:lnTo>
                    <a:pt x="3143" y="21"/>
                  </a:lnTo>
                  <a:lnTo>
                    <a:pt x="3146" y="25"/>
                  </a:lnTo>
                  <a:lnTo>
                    <a:pt x="3150" y="25"/>
                  </a:lnTo>
                  <a:lnTo>
                    <a:pt x="3153" y="29"/>
                  </a:lnTo>
                  <a:lnTo>
                    <a:pt x="3157" y="29"/>
                  </a:lnTo>
                  <a:lnTo>
                    <a:pt x="3161" y="32"/>
                  </a:lnTo>
                  <a:lnTo>
                    <a:pt x="3164" y="36"/>
                  </a:lnTo>
                  <a:lnTo>
                    <a:pt x="3168" y="39"/>
                  </a:lnTo>
                  <a:lnTo>
                    <a:pt x="3171" y="43"/>
                  </a:lnTo>
                  <a:lnTo>
                    <a:pt x="3175" y="47"/>
                  </a:lnTo>
                  <a:lnTo>
                    <a:pt x="3179" y="50"/>
                  </a:lnTo>
                  <a:lnTo>
                    <a:pt x="3179" y="54"/>
                  </a:lnTo>
                  <a:lnTo>
                    <a:pt x="3182" y="57"/>
                  </a:lnTo>
                  <a:lnTo>
                    <a:pt x="3186" y="61"/>
                  </a:lnTo>
                  <a:lnTo>
                    <a:pt x="3186" y="65"/>
                  </a:lnTo>
                  <a:lnTo>
                    <a:pt x="3189" y="68"/>
                  </a:lnTo>
                  <a:lnTo>
                    <a:pt x="3193" y="72"/>
                  </a:lnTo>
                  <a:lnTo>
                    <a:pt x="3193" y="75"/>
                  </a:lnTo>
                  <a:lnTo>
                    <a:pt x="3197" y="79"/>
                  </a:lnTo>
                  <a:lnTo>
                    <a:pt x="3197" y="83"/>
                  </a:lnTo>
                  <a:lnTo>
                    <a:pt x="3200" y="86"/>
                  </a:lnTo>
                  <a:lnTo>
                    <a:pt x="3200" y="90"/>
                  </a:lnTo>
                  <a:lnTo>
                    <a:pt x="3204" y="93"/>
                  </a:lnTo>
                  <a:lnTo>
                    <a:pt x="3207" y="97"/>
                  </a:lnTo>
                  <a:lnTo>
                    <a:pt x="3207" y="101"/>
                  </a:lnTo>
                  <a:lnTo>
                    <a:pt x="3211" y="104"/>
                  </a:lnTo>
                  <a:lnTo>
                    <a:pt x="3211" y="108"/>
                  </a:lnTo>
                  <a:lnTo>
                    <a:pt x="3215" y="111"/>
                  </a:lnTo>
                  <a:lnTo>
                    <a:pt x="3215" y="115"/>
                  </a:lnTo>
                  <a:lnTo>
                    <a:pt x="3218" y="119"/>
                  </a:lnTo>
                  <a:lnTo>
                    <a:pt x="3218" y="122"/>
                  </a:lnTo>
                  <a:lnTo>
                    <a:pt x="3222" y="126"/>
                  </a:lnTo>
                  <a:lnTo>
                    <a:pt x="3225" y="129"/>
                  </a:lnTo>
                  <a:lnTo>
                    <a:pt x="3225" y="133"/>
                  </a:lnTo>
                  <a:lnTo>
                    <a:pt x="3229" y="137"/>
                  </a:lnTo>
                  <a:lnTo>
                    <a:pt x="3229" y="140"/>
                  </a:lnTo>
                  <a:lnTo>
                    <a:pt x="3233" y="144"/>
                  </a:lnTo>
                  <a:lnTo>
                    <a:pt x="3236" y="147"/>
                  </a:lnTo>
                  <a:lnTo>
                    <a:pt x="3236" y="151"/>
                  </a:lnTo>
                  <a:lnTo>
                    <a:pt x="3240" y="155"/>
                  </a:lnTo>
                  <a:lnTo>
                    <a:pt x="3243" y="158"/>
                  </a:lnTo>
                  <a:lnTo>
                    <a:pt x="3243" y="162"/>
                  </a:lnTo>
                  <a:lnTo>
                    <a:pt x="3247" y="165"/>
                  </a:lnTo>
                  <a:lnTo>
                    <a:pt x="3251" y="169"/>
                  </a:lnTo>
                  <a:lnTo>
                    <a:pt x="3254" y="173"/>
                  </a:lnTo>
                  <a:lnTo>
                    <a:pt x="3258" y="176"/>
                  </a:lnTo>
                  <a:lnTo>
                    <a:pt x="3261" y="180"/>
                  </a:lnTo>
                  <a:lnTo>
                    <a:pt x="3265" y="180"/>
                  </a:lnTo>
                  <a:lnTo>
                    <a:pt x="3269" y="183"/>
                  </a:lnTo>
                  <a:lnTo>
                    <a:pt x="3272" y="183"/>
                  </a:lnTo>
                  <a:lnTo>
                    <a:pt x="3276" y="183"/>
                  </a:lnTo>
                  <a:lnTo>
                    <a:pt x="3279" y="183"/>
                  </a:lnTo>
                  <a:lnTo>
                    <a:pt x="3283" y="183"/>
                  </a:lnTo>
                  <a:lnTo>
                    <a:pt x="3287" y="180"/>
                  </a:lnTo>
                  <a:lnTo>
                    <a:pt x="3290" y="180"/>
                  </a:lnTo>
                  <a:lnTo>
                    <a:pt x="3294" y="176"/>
                  </a:lnTo>
                  <a:lnTo>
                    <a:pt x="3297" y="173"/>
                  </a:lnTo>
                  <a:lnTo>
                    <a:pt x="3301" y="169"/>
                  </a:lnTo>
                  <a:lnTo>
                    <a:pt x="3305" y="165"/>
                  </a:lnTo>
                  <a:lnTo>
                    <a:pt x="3308" y="162"/>
                  </a:lnTo>
                  <a:lnTo>
                    <a:pt x="3312" y="158"/>
                  </a:lnTo>
                  <a:lnTo>
                    <a:pt x="3315" y="155"/>
                  </a:lnTo>
                  <a:lnTo>
                    <a:pt x="3319" y="151"/>
                  </a:lnTo>
                  <a:lnTo>
                    <a:pt x="3319" y="147"/>
                  </a:lnTo>
                  <a:lnTo>
                    <a:pt x="3323" y="144"/>
                  </a:lnTo>
                  <a:lnTo>
                    <a:pt x="3323" y="140"/>
                  </a:lnTo>
                  <a:lnTo>
                    <a:pt x="3326" y="137"/>
                  </a:lnTo>
                  <a:lnTo>
                    <a:pt x="3326" y="133"/>
                  </a:lnTo>
                  <a:lnTo>
                    <a:pt x="3330" y="129"/>
                  </a:lnTo>
                  <a:lnTo>
                    <a:pt x="3330" y="126"/>
                  </a:lnTo>
                  <a:lnTo>
                    <a:pt x="3333" y="122"/>
                  </a:lnTo>
                  <a:lnTo>
                    <a:pt x="3337" y="119"/>
                  </a:lnTo>
                  <a:lnTo>
                    <a:pt x="3337" y="115"/>
                  </a:lnTo>
                  <a:lnTo>
                    <a:pt x="3337" y="111"/>
                  </a:lnTo>
                  <a:lnTo>
                    <a:pt x="3341" y="108"/>
                  </a:lnTo>
                  <a:lnTo>
                    <a:pt x="3341" y="104"/>
                  </a:lnTo>
                  <a:lnTo>
                    <a:pt x="3344" y="101"/>
                  </a:lnTo>
                  <a:lnTo>
                    <a:pt x="3344" y="97"/>
                  </a:lnTo>
                  <a:lnTo>
                    <a:pt x="3348" y="93"/>
                  </a:lnTo>
                  <a:lnTo>
                    <a:pt x="3348" y="90"/>
                  </a:lnTo>
                  <a:lnTo>
                    <a:pt x="3351" y="86"/>
                  </a:lnTo>
                  <a:lnTo>
                    <a:pt x="3351" y="83"/>
                  </a:lnTo>
                  <a:lnTo>
                    <a:pt x="3355" y="79"/>
                  </a:lnTo>
                  <a:lnTo>
                    <a:pt x="3355" y="75"/>
                  </a:lnTo>
                  <a:lnTo>
                    <a:pt x="3359" y="72"/>
                  </a:lnTo>
                  <a:lnTo>
                    <a:pt x="3359" y="68"/>
                  </a:lnTo>
                  <a:lnTo>
                    <a:pt x="3362" y="65"/>
                  </a:lnTo>
                  <a:lnTo>
                    <a:pt x="3362" y="61"/>
                  </a:lnTo>
                  <a:lnTo>
                    <a:pt x="3366" y="57"/>
                  </a:lnTo>
                  <a:lnTo>
                    <a:pt x="3366" y="54"/>
                  </a:lnTo>
                  <a:lnTo>
                    <a:pt x="3369" y="50"/>
                  </a:lnTo>
                  <a:lnTo>
                    <a:pt x="3369" y="47"/>
                  </a:lnTo>
                  <a:lnTo>
                    <a:pt x="3373" y="43"/>
                  </a:lnTo>
                  <a:lnTo>
                    <a:pt x="3373" y="39"/>
                  </a:lnTo>
                  <a:lnTo>
                    <a:pt x="3377" y="36"/>
                  </a:lnTo>
                  <a:lnTo>
                    <a:pt x="3380" y="32"/>
                  </a:lnTo>
                  <a:lnTo>
                    <a:pt x="3380" y="29"/>
                  </a:lnTo>
                  <a:lnTo>
                    <a:pt x="3384" y="25"/>
                  </a:lnTo>
                  <a:lnTo>
                    <a:pt x="3387" y="21"/>
                  </a:lnTo>
                  <a:lnTo>
                    <a:pt x="3391" y="18"/>
                  </a:lnTo>
                  <a:lnTo>
                    <a:pt x="3391" y="14"/>
                  </a:lnTo>
                  <a:lnTo>
                    <a:pt x="3395" y="11"/>
                  </a:lnTo>
                  <a:lnTo>
                    <a:pt x="3398" y="7"/>
                  </a:lnTo>
                  <a:lnTo>
                    <a:pt x="3402" y="3"/>
                  </a:lnTo>
                  <a:lnTo>
                    <a:pt x="3405" y="0"/>
                  </a:lnTo>
                  <a:lnTo>
                    <a:pt x="3409" y="0"/>
                  </a:lnTo>
                  <a:lnTo>
                    <a:pt x="3413" y="0"/>
                  </a:lnTo>
                  <a:lnTo>
                    <a:pt x="3416" y="0"/>
                  </a:lnTo>
                  <a:lnTo>
                    <a:pt x="3420" y="0"/>
                  </a:lnTo>
                  <a:lnTo>
                    <a:pt x="3423" y="0"/>
                  </a:lnTo>
                  <a:lnTo>
                    <a:pt x="3427" y="3"/>
                  </a:lnTo>
                  <a:lnTo>
                    <a:pt x="3431" y="3"/>
                  </a:lnTo>
                  <a:lnTo>
                    <a:pt x="3434" y="7"/>
                  </a:lnTo>
                  <a:lnTo>
                    <a:pt x="3438" y="11"/>
                  </a:lnTo>
                  <a:lnTo>
                    <a:pt x="3441" y="14"/>
                  </a:lnTo>
                  <a:lnTo>
                    <a:pt x="3445" y="18"/>
                  </a:lnTo>
                  <a:lnTo>
                    <a:pt x="3449" y="21"/>
                  </a:lnTo>
                  <a:lnTo>
                    <a:pt x="3449" y="25"/>
                  </a:lnTo>
                  <a:lnTo>
                    <a:pt x="3452" y="29"/>
                  </a:lnTo>
                  <a:lnTo>
                    <a:pt x="3452" y="32"/>
                  </a:lnTo>
                  <a:lnTo>
                    <a:pt x="3456" y="36"/>
                  </a:lnTo>
                  <a:lnTo>
                    <a:pt x="3459" y="39"/>
                  </a:lnTo>
                  <a:lnTo>
                    <a:pt x="3459" y="43"/>
                  </a:lnTo>
                  <a:lnTo>
                    <a:pt x="3463" y="47"/>
                  </a:lnTo>
                  <a:lnTo>
                    <a:pt x="3463" y="50"/>
                  </a:lnTo>
                  <a:lnTo>
                    <a:pt x="3467" y="54"/>
                  </a:lnTo>
                  <a:lnTo>
                    <a:pt x="3467" y="57"/>
                  </a:lnTo>
                  <a:lnTo>
                    <a:pt x="3470" y="61"/>
                  </a:lnTo>
                  <a:lnTo>
                    <a:pt x="3470" y="65"/>
                  </a:lnTo>
                  <a:lnTo>
                    <a:pt x="3470" y="68"/>
                  </a:lnTo>
                  <a:lnTo>
                    <a:pt x="3474" y="72"/>
                  </a:lnTo>
                  <a:lnTo>
                    <a:pt x="3474" y="7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7" name="Freeform 155"/>
            <p:cNvSpPr>
              <a:spLocks/>
            </p:cNvSpPr>
            <p:nvPr/>
          </p:nvSpPr>
          <p:spPr bwMode="auto">
            <a:xfrm>
              <a:off x="4223" y="1048"/>
              <a:ext cx="846" cy="2462"/>
            </a:xfrm>
            <a:custGeom>
              <a:avLst/>
              <a:gdLst/>
              <a:ahLst/>
              <a:cxnLst>
                <a:cxn ang="0">
                  <a:pos x="14" y="2030"/>
                </a:cxn>
                <a:cxn ang="0">
                  <a:pos x="29" y="2063"/>
                </a:cxn>
                <a:cxn ang="0">
                  <a:pos x="39" y="2095"/>
                </a:cxn>
                <a:cxn ang="0">
                  <a:pos x="61" y="2127"/>
                </a:cxn>
                <a:cxn ang="0">
                  <a:pos x="93" y="2138"/>
                </a:cxn>
                <a:cxn ang="0">
                  <a:pos x="119" y="2106"/>
                </a:cxn>
                <a:cxn ang="0">
                  <a:pos x="133" y="2073"/>
                </a:cxn>
                <a:cxn ang="0">
                  <a:pos x="144" y="2041"/>
                </a:cxn>
                <a:cxn ang="0">
                  <a:pos x="158" y="2005"/>
                </a:cxn>
                <a:cxn ang="0">
                  <a:pos x="169" y="1969"/>
                </a:cxn>
                <a:cxn ang="0">
                  <a:pos x="183" y="1933"/>
                </a:cxn>
                <a:cxn ang="0">
                  <a:pos x="198" y="1901"/>
                </a:cxn>
                <a:cxn ang="0">
                  <a:pos x="230" y="1883"/>
                </a:cxn>
                <a:cxn ang="0">
                  <a:pos x="255" y="1915"/>
                </a:cxn>
                <a:cxn ang="0">
                  <a:pos x="266" y="1951"/>
                </a:cxn>
                <a:cxn ang="0">
                  <a:pos x="281" y="1991"/>
                </a:cxn>
                <a:cxn ang="0">
                  <a:pos x="291" y="2034"/>
                </a:cxn>
                <a:cxn ang="0">
                  <a:pos x="306" y="2081"/>
                </a:cxn>
                <a:cxn ang="0">
                  <a:pos x="317" y="2124"/>
                </a:cxn>
                <a:cxn ang="0">
                  <a:pos x="331" y="2160"/>
                </a:cxn>
                <a:cxn ang="0">
                  <a:pos x="345" y="2192"/>
                </a:cxn>
                <a:cxn ang="0">
                  <a:pos x="374" y="2203"/>
                </a:cxn>
                <a:cxn ang="0">
                  <a:pos x="392" y="2171"/>
                </a:cxn>
                <a:cxn ang="0">
                  <a:pos x="403" y="2131"/>
                </a:cxn>
                <a:cxn ang="0">
                  <a:pos x="417" y="2081"/>
                </a:cxn>
                <a:cxn ang="0">
                  <a:pos x="428" y="2023"/>
                </a:cxn>
                <a:cxn ang="0">
                  <a:pos x="443" y="1962"/>
                </a:cxn>
                <a:cxn ang="0">
                  <a:pos x="453" y="1901"/>
                </a:cxn>
                <a:cxn ang="0">
                  <a:pos x="468" y="1847"/>
                </a:cxn>
                <a:cxn ang="0">
                  <a:pos x="479" y="1803"/>
                </a:cxn>
                <a:cxn ang="0">
                  <a:pos x="493" y="1771"/>
                </a:cxn>
                <a:cxn ang="0">
                  <a:pos x="522" y="1782"/>
                </a:cxn>
                <a:cxn ang="0">
                  <a:pos x="533" y="1821"/>
                </a:cxn>
                <a:cxn ang="0">
                  <a:pos x="547" y="1879"/>
                </a:cxn>
                <a:cxn ang="0">
                  <a:pos x="558" y="1955"/>
                </a:cxn>
                <a:cxn ang="0">
                  <a:pos x="572" y="2045"/>
                </a:cxn>
                <a:cxn ang="0">
                  <a:pos x="583" y="2138"/>
                </a:cxn>
                <a:cxn ang="0">
                  <a:pos x="597" y="2235"/>
                </a:cxn>
                <a:cxn ang="0">
                  <a:pos x="608" y="2322"/>
                </a:cxn>
                <a:cxn ang="0">
                  <a:pos x="623" y="2394"/>
                </a:cxn>
                <a:cxn ang="0">
                  <a:pos x="633" y="2444"/>
                </a:cxn>
                <a:cxn ang="0">
                  <a:pos x="659" y="2451"/>
                </a:cxn>
                <a:cxn ang="0">
                  <a:pos x="669" y="2405"/>
                </a:cxn>
                <a:cxn ang="0">
                  <a:pos x="684" y="2315"/>
                </a:cxn>
                <a:cxn ang="0">
                  <a:pos x="695" y="2189"/>
                </a:cxn>
                <a:cxn ang="0">
                  <a:pos x="709" y="2023"/>
                </a:cxn>
                <a:cxn ang="0">
                  <a:pos x="720" y="1825"/>
                </a:cxn>
                <a:cxn ang="0">
                  <a:pos x="734" y="1602"/>
                </a:cxn>
                <a:cxn ang="0">
                  <a:pos x="745" y="1361"/>
                </a:cxn>
                <a:cxn ang="0">
                  <a:pos x="759" y="1112"/>
                </a:cxn>
                <a:cxn ang="0">
                  <a:pos x="770" y="867"/>
                </a:cxn>
                <a:cxn ang="0">
                  <a:pos x="781" y="637"/>
                </a:cxn>
                <a:cxn ang="0">
                  <a:pos x="795" y="428"/>
                </a:cxn>
                <a:cxn ang="0">
                  <a:pos x="806" y="252"/>
                </a:cxn>
                <a:cxn ang="0">
                  <a:pos x="821" y="119"/>
                </a:cxn>
                <a:cxn ang="0">
                  <a:pos x="831" y="36"/>
                </a:cxn>
              </a:cxnLst>
              <a:rect l="0" t="0" r="r" b="b"/>
              <a:pathLst>
                <a:path w="846" h="2462">
                  <a:moveTo>
                    <a:pt x="0" y="2001"/>
                  </a:moveTo>
                  <a:lnTo>
                    <a:pt x="3" y="2005"/>
                  </a:lnTo>
                  <a:lnTo>
                    <a:pt x="3" y="2009"/>
                  </a:lnTo>
                  <a:lnTo>
                    <a:pt x="7" y="2012"/>
                  </a:lnTo>
                  <a:lnTo>
                    <a:pt x="7" y="2016"/>
                  </a:lnTo>
                  <a:lnTo>
                    <a:pt x="11" y="2019"/>
                  </a:lnTo>
                  <a:lnTo>
                    <a:pt x="11" y="2023"/>
                  </a:lnTo>
                  <a:lnTo>
                    <a:pt x="11" y="2027"/>
                  </a:lnTo>
                  <a:lnTo>
                    <a:pt x="14" y="2030"/>
                  </a:lnTo>
                  <a:lnTo>
                    <a:pt x="14" y="2034"/>
                  </a:lnTo>
                  <a:lnTo>
                    <a:pt x="18" y="2037"/>
                  </a:lnTo>
                  <a:lnTo>
                    <a:pt x="18" y="2041"/>
                  </a:lnTo>
                  <a:lnTo>
                    <a:pt x="18" y="2045"/>
                  </a:lnTo>
                  <a:lnTo>
                    <a:pt x="21" y="2048"/>
                  </a:lnTo>
                  <a:lnTo>
                    <a:pt x="21" y="2052"/>
                  </a:lnTo>
                  <a:lnTo>
                    <a:pt x="21" y="2055"/>
                  </a:lnTo>
                  <a:lnTo>
                    <a:pt x="25" y="2059"/>
                  </a:lnTo>
                  <a:lnTo>
                    <a:pt x="29" y="2063"/>
                  </a:lnTo>
                  <a:lnTo>
                    <a:pt x="29" y="2066"/>
                  </a:lnTo>
                  <a:lnTo>
                    <a:pt x="29" y="2070"/>
                  </a:lnTo>
                  <a:lnTo>
                    <a:pt x="32" y="2073"/>
                  </a:lnTo>
                  <a:lnTo>
                    <a:pt x="32" y="2077"/>
                  </a:lnTo>
                  <a:lnTo>
                    <a:pt x="36" y="2081"/>
                  </a:lnTo>
                  <a:lnTo>
                    <a:pt x="36" y="2084"/>
                  </a:lnTo>
                  <a:lnTo>
                    <a:pt x="39" y="2088"/>
                  </a:lnTo>
                  <a:lnTo>
                    <a:pt x="39" y="2091"/>
                  </a:lnTo>
                  <a:lnTo>
                    <a:pt x="39" y="2095"/>
                  </a:lnTo>
                  <a:lnTo>
                    <a:pt x="43" y="2099"/>
                  </a:lnTo>
                  <a:lnTo>
                    <a:pt x="47" y="2102"/>
                  </a:lnTo>
                  <a:lnTo>
                    <a:pt x="47" y="2106"/>
                  </a:lnTo>
                  <a:lnTo>
                    <a:pt x="50" y="2109"/>
                  </a:lnTo>
                  <a:lnTo>
                    <a:pt x="50" y="2113"/>
                  </a:lnTo>
                  <a:lnTo>
                    <a:pt x="54" y="2117"/>
                  </a:lnTo>
                  <a:lnTo>
                    <a:pt x="57" y="2120"/>
                  </a:lnTo>
                  <a:lnTo>
                    <a:pt x="61" y="2124"/>
                  </a:lnTo>
                  <a:lnTo>
                    <a:pt x="61" y="2127"/>
                  </a:lnTo>
                  <a:lnTo>
                    <a:pt x="65" y="2131"/>
                  </a:lnTo>
                  <a:lnTo>
                    <a:pt x="68" y="2135"/>
                  </a:lnTo>
                  <a:lnTo>
                    <a:pt x="72" y="2138"/>
                  </a:lnTo>
                  <a:lnTo>
                    <a:pt x="75" y="2138"/>
                  </a:lnTo>
                  <a:lnTo>
                    <a:pt x="79" y="2142"/>
                  </a:lnTo>
                  <a:lnTo>
                    <a:pt x="83" y="2142"/>
                  </a:lnTo>
                  <a:lnTo>
                    <a:pt x="86" y="2142"/>
                  </a:lnTo>
                  <a:lnTo>
                    <a:pt x="90" y="2138"/>
                  </a:lnTo>
                  <a:lnTo>
                    <a:pt x="93" y="2138"/>
                  </a:lnTo>
                  <a:lnTo>
                    <a:pt x="97" y="2135"/>
                  </a:lnTo>
                  <a:lnTo>
                    <a:pt x="101" y="2131"/>
                  </a:lnTo>
                  <a:lnTo>
                    <a:pt x="104" y="2127"/>
                  </a:lnTo>
                  <a:lnTo>
                    <a:pt x="108" y="2124"/>
                  </a:lnTo>
                  <a:lnTo>
                    <a:pt x="108" y="2120"/>
                  </a:lnTo>
                  <a:lnTo>
                    <a:pt x="111" y="2117"/>
                  </a:lnTo>
                  <a:lnTo>
                    <a:pt x="115" y="2113"/>
                  </a:lnTo>
                  <a:lnTo>
                    <a:pt x="115" y="2109"/>
                  </a:lnTo>
                  <a:lnTo>
                    <a:pt x="119" y="2106"/>
                  </a:lnTo>
                  <a:lnTo>
                    <a:pt x="119" y="2102"/>
                  </a:lnTo>
                  <a:lnTo>
                    <a:pt x="122" y="2099"/>
                  </a:lnTo>
                  <a:lnTo>
                    <a:pt x="122" y="2095"/>
                  </a:lnTo>
                  <a:lnTo>
                    <a:pt x="126" y="2091"/>
                  </a:lnTo>
                  <a:lnTo>
                    <a:pt x="126" y="2088"/>
                  </a:lnTo>
                  <a:lnTo>
                    <a:pt x="126" y="2084"/>
                  </a:lnTo>
                  <a:lnTo>
                    <a:pt x="129" y="2081"/>
                  </a:lnTo>
                  <a:lnTo>
                    <a:pt x="129" y="2077"/>
                  </a:lnTo>
                  <a:lnTo>
                    <a:pt x="133" y="2073"/>
                  </a:lnTo>
                  <a:lnTo>
                    <a:pt x="133" y="2070"/>
                  </a:lnTo>
                  <a:lnTo>
                    <a:pt x="133" y="2066"/>
                  </a:lnTo>
                  <a:lnTo>
                    <a:pt x="137" y="2063"/>
                  </a:lnTo>
                  <a:lnTo>
                    <a:pt x="137" y="2059"/>
                  </a:lnTo>
                  <a:lnTo>
                    <a:pt x="140" y="2055"/>
                  </a:lnTo>
                  <a:lnTo>
                    <a:pt x="140" y="2052"/>
                  </a:lnTo>
                  <a:lnTo>
                    <a:pt x="140" y="2048"/>
                  </a:lnTo>
                  <a:lnTo>
                    <a:pt x="144" y="2045"/>
                  </a:lnTo>
                  <a:lnTo>
                    <a:pt x="144" y="2041"/>
                  </a:lnTo>
                  <a:lnTo>
                    <a:pt x="147" y="2037"/>
                  </a:lnTo>
                  <a:lnTo>
                    <a:pt x="147" y="2030"/>
                  </a:lnTo>
                  <a:lnTo>
                    <a:pt x="147" y="2027"/>
                  </a:lnTo>
                  <a:lnTo>
                    <a:pt x="151" y="2023"/>
                  </a:lnTo>
                  <a:lnTo>
                    <a:pt x="151" y="2019"/>
                  </a:lnTo>
                  <a:lnTo>
                    <a:pt x="151" y="2016"/>
                  </a:lnTo>
                  <a:lnTo>
                    <a:pt x="155" y="2012"/>
                  </a:lnTo>
                  <a:lnTo>
                    <a:pt x="155" y="2009"/>
                  </a:lnTo>
                  <a:lnTo>
                    <a:pt x="158" y="2005"/>
                  </a:lnTo>
                  <a:lnTo>
                    <a:pt x="158" y="1998"/>
                  </a:lnTo>
                  <a:lnTo>
                    <a:pt x="158" y="1994"/>
                  </a:lnTo>
                  <a:lnTo>
                    <a:pt x="162" y="1991"/>
                  </a:lnTo>
                  <a:lnTo>
                    <a:pt x="162" y="1987"/>
                  </a:lnTo>
                  <a:lnTo>
                    <a:pt x="165" y="1983"/>
                  </a:lnTo>
                  <a:lnTo>
                    <a:pt x="165" y="1980"/>
                  </a:lnTo>
                  <a:lnTo>
                    <a:pt x="165" y="1976"/>
                  </a:lnTo>
                  <a:lnTo>
                    <a:pt x="169" y="1973"/>
                  </a:lnTo>
                  <a:lnTo>
                    <a:pt x="169" y="1969"/>
                  </a:lnTo>
                  <a:lnTo>
                    <a:pt x="169" y="1965"/>
                  </a:lnTo>
                  <a:lnTo>
                    <a:pt x="173" y="1958"/>
                  </a:lnTo>
                  <a:lnTo>
                    <a:pt x="173" y="1955"/>
                  </a:lnTo>
                  <a:lnTo>
                    <a:pt x="176" y="1951"/>
                  </a:lnTo>
                  <a:lnTo>
                    <a:pt x="176" y="1947"/>
                  </a:lnTo>
                  <a:lnTo>
                    <a:pt x="176" y="1944"/>
                  </a:lnTo>
                  <a:lnTo>
                    <a:pt x="180" y="1940"/>
                  </a:lnTo>
                  <a:lnTo>
                    <a:pt x="180" y="1937"/>
                  </a:lnTo>
                  <a:lnTo>
                    <a:pt x="183" y="1933"/>
                  </a:lnTo>
                  <a:lnTo>
                    <a:pt x="183" y="1929"/>
                  </a:lnTo>
                  <a:lnTo>
                    <a:pt x="187" y="1926"/>
                  </a:lnTo>
                  <a:lnTo>
                    <a:pt x="187" y="1922"/>
                  </a:lnTo>
                  <a:lnTo>
                    <a:pt x="191" y="1919"/>
                  </a:lnTo>
                  <a:lnTo>
                    <a:pt x="191" y="1915"/>
                  </a:lnTo>
                  <a:lnTo>
                    <a:pt x="194" y="1911"/>
                  </a:lnTo>
                  <a:lnTo>
                    <a:pt x="194" y="1908"/>
                  </a:lnTo>
                  <a:lnTo>
                    <a:pt x="198" y="1904"/>
                  </a:lnTo>
                  <a:lnTo>
                    <a:pt x="198" y="1901"/>
                  </a:lnTo>
                  <a:lnTo>
                    <a:pt x="201" y="1897"/>
                  </a:lnTo>
                  <a:lnTo>
                    <a:pt x="205" y="1893"/>
                  </a:lnTo>
                  <a:lnTo>
                    <a:pt x="209" y="1890"/>
                  </a:lnTo>
                  <a:lnTo>
                    <a:pt x="212" y="1886"/>
                  </a:lnTo>
                  <a:lnTo>
                    <a:pt x="216" y="1883"/>
                  </a:lnTo>
                  <a:lnTo>
                    <a:pt x="219" y="1879"/>
                  </a:lnTo>
                  <a:lnTo>
                    <a:pt x="223" y="1879"/>
                  </a:lnTo>
                  <a:lnTo>
                    <a:pt x="227" y="1883"/>
                  </a:lnTo>
                  <a:lnTo>
                    <a:pt x="230" y="1883"/>
                  </a:lnTo>
                  <a:lnTo>
                    <a:pt x="234" y="1886"/>
                  </a:lnTo>
                  <a:lnTo>
                    <a:pt x="237" y="1890"/>
                  </a:lnTo>
                  <a:lnTo>
                    <a:pt x="241" y="1893"/>
                  </a:lnTo>
                  <a:lnTo>
                    <a:pt x="245" y="1897"/>
                  </a:lnTo>
                  <a:lnTo>
                    <a:pt x="245" y="1901"/>
                  </a:lnTo>
                  <a:lnTo>
                    <a:pt x="248" y="1904"/>
                  </a:lnTo>
                  <a:lnTo>
                    <a:pt x="252" y="1908"/>
                  </a:lnTo>
                  <a:lnTo>
                    <a:pt x="252" y="1911"/>
                  </a:lnTo>
                  <a:lnTo>
                    <a:pt x="255" y="1915"/>
                  </a:lnTo>
                  <a:lnTo>
                    <a:pt x="255" y="1919"/>
                  </a:lnTo>
                  <a:lnTo>
                    <a:pt x="259" y="1922"/>
                  </a:lnTo>
                  <a:lnTo>
                    <a:pt x="259" y="1926"/>
                  </a:lnTo>
                  <a:lnTo>
                    <a:pt x="259" y="1929"/>
                  </a:lnTo>
                  <a:lnTo>
                    <a:pt x="263" y="1933"/>
                  </a:lnTo>
                  <a:lnTo>
                    <a:pt x="263" y="1937"/>
                  </a:lnTo>
                  <a:lnTo>
                    <a:pt x="263" y="1940"/>
                  </a:lnTo>
                  <a:lnTo>
                    <a:pt x="266" y="1944"/>
                  </a:lnTo>
                  <a:lnTo>
                    <a:pt x="266" y="1951"/>
                  </a:lnTo>
                  <a:lnTo>
                    <a:pt x="270" y="1955"/>
                  </a:lnTo>
                  <a:lnTo>
                    <a:pt x="270" y="1958"/>
                  </a:lnTo>
                  <a:lnTo>
                    <a:pt x="270" y="1962"/>
                  </a:lnTo>
                  <a:lnTo>
                    <a:pt x="273" y="1965"/>
                  </a:lnTo>
                  <a:lnTo>
                    <a:pt x="273" y="1973"/>
                  </a:lnTo>
                  <a:lnTo>
                    <a:pt x="277" y="1976"/>
                  </a:lnTo>
                  <a:lnTo>
                    <a:pt x="277" y="1980"/>
                  </a:lnTo>
                  <a:lnTo>
                    <a:pt x="277" y="1983"/>
                  </a:lnTo>
                  <a:lnTo>
                    <a:pt x="281" y="1991"/>
                  </a:lnTo>
                  <a:lnTo>
                    <a:pt x="281" y="1994"/>
                  </a:lnTo>
                  <a:lnTo>
                    <a:pt x="281" y="1998"/>
                  </a:lnTo>
                  <a:lnTo>
                    <a:pt x="284" y="2005"/>
                  </a:lnTo>
                  <a:lnTo>
                    <a:pt x="284" y="2009"/>
                  </a:lnTo>
                  <a:lnTo>
                    <a:pt x="288" y="2012"/>
                  </a:lnTo>
                  <a:lnTo>
                    <a:pt x="288" y="2019"/>
                  </a:lnTo>
                  <a:lnTo>
                    <a:pt x="288" y="2023"/>
                  </a:lnTo>
                  <a:lnTo>
                    <a:pt x="291" y="2030"/>
                  </a:lnTo>
                  <a:lnTo>
                    <a:pt x="291" y="2034"/>
                  </a:lnTo>
                  <a:lnTo>
                    <a:pt x="295" y="2037"/>
                  </a:lnTo>
                  <a:lnTo>
                    <a:pt x="295" y="2045"/>
                  </a:lnTo>
                  <a:lnTo>
                    <a:pt x="295" y="2048"/>
                  </a:lnTo>
                  <a:lnTo>
                    <a:pt x="299" y="2055"/>
                  </a:lnTo>
                  <a:lnTo>
                    <a:pt x="299" y="2059"/>
                  </a:lnTo>
                  <a:lnTo>
                    <a:pt x="302" y="2066"/>
                  </a:lnTo>
                  <a:lnTo>
                    <a:pt x="302" y="2070"/>
                  </a:lnTo>
                  <a:lnTo>
                    <a:pt x="302" y="2073"/>
                  </a:lnTo>
                  <a:lnTo>
                    <a:pt x="306" y="2081"/>
                  </a:lnTo>
                  <a:lnTo>
                    <a:pt x="306" y="2084"/>
                  </a:lnTo>
                  <a:lnTo>
                    <a:pt x="306" y="2091"/>
                  </a:lnTo>
                  <a:lnTo>
                    <a:pt x="309" y="2095"/>
                  </a:lnTo>
                  <a:lnTo>
                    <a:pt x="309" y="2099"/>
                  </a:lnTo>
                  <a:lnTo>
                    <a:pt x="313" y="2106"/>
                  </a:lnTo>
                  <a:lnTo>
                    <a:pt x="313" y="2109"/>
                  </a:lnTo>
                  <a:lnTo>
                    <a:pt x="313" y="2113"/>
                  </a:lnTo>
                  <a:lnTo>
                    <a:pt x="317" y="2120"/>
                  </a:lnTo>
                  <a:lnTo>
                    <a:pt x="317" y="2124"/>
                  </a:lnTo>
                  <a:lnTo>
                    <a:pt x="320" y="2127"/>
                  </a:lnTo>
                  <a:lnTo>
                    <a:pt x="320" y="2131"/>
                  </a:lnTo>
                  <a:lnTo>
                    <a:pt x="320" y="2138"/>
                  </a:lnTo>
                  <a:lnTo>
                    <a:pt x="324" y="2142"/>
                  </a:lnTo>
                  <a:lnTo>
                    <a:pt x="324" y="2145"/>
                  </a:lnTo>
                  <a:lnTo>
                    <a:pt x="324" y="2149"/>
                  </a:lnTo>
                  <a:lnTo>
                    <a:pt x="327" y="2153"/>
                  </a:lnTo>
                  <a:lnTo>
                    <a:pt x="327" y="2156"/>
                  </a:lnTo>
                  <a:lnTo>
                    <a:pt x="331" y="2160"/>
                  </a:lnTo>
                  <a:lnTo>
                    <a:pt x="331" y="2163"/>
                  </a:lnTo>
                  <a:lnTo>
                    <a:pt x="331" y="2167"/>
                  </a:lnTo>
                  <a:lnTo>
                    <a:pt x="335" y="2171"/>
                  </a:lnTo>
                  <a:lnTo>
                    <a:pt x="335" y="2174"/>
                  </a:lnTo>
                  <a:lnTo>
                    <a:pt x="338" y="2178"/>
                  </a:lnTo>
                  <a:lnTo>
                    <a:pt x="338" y="2181"/>
                  </a:lnTo>
                  <a:lnTo>
                    <a:pt x="342" y="2185"/>
                  </a:lnTo>
                  <a:lnTo>
                    <a:pt x="342" y="2189"/>
                  </a:lnTo>
                  <a:lnTo>
                    <a:pt x="345" y="2192"/>
                  </a:lnTo>
                  <a:lnTo>
                    <a:pt x="345" y="2196"/>
                  </a:lnTo>
                  <a:lnTo>
                    <a:pt x="349" y="2199"/>
                  </a:lnTo>
                  <a:lnTo>
                    <a:pt x="353" y="2203"/>
                  </a:lnTo>
                  <a:lnTo>
                    <a:pt x="356" y="2207"/>
                  </a:lnTo>
                  <a:lnTo>
                    <a:pt x="360" y="2207"/>
                  </a:lnTo>
                  <a:lnTo>
                    <a:pt x="363" y="2210"/>
                  </a:lnTo>
                  <a:lnTo>
                    <a:pt x="367" y="2207"/>
                  </a:lnTo>
                  <a:lnTo>
                    <a:pt x="371" y="2207"/>
                  </a:lnTo>
                  <a:lnTo>
                    <a:pt x="374" y="2203"/>
                  </a:lnTo>
                  <a:lnTo>
                    <a:pt x="378" y="2199"/>
                  </a:lnTo>
                  <a:lnTo>
                    <a:pt x="381" y="2196"/>
                  </a:lnTo>
                  <a:lnTo>
                    <a:pt x="381" y="2192"/>
                  </a:lnTo>
                  <a:lnTo>
                    <a:pt x="385" y="2189"/>
                  </a:lnTo>
                  <a:lnTo>
                    <a:pt x="385" y="2185"/>
                  </a:lnTo>
                  <a:lnTo>
                    <a:pt x="389" y="2181"/>
                  </a:lnTo>
                  <a:lnTo>
                    <a:pt x="389" y="2178"/>
                  </a:lnTo>
                  <a:lnTo>
                    <a:pt x="389" y="2174"/>
                  </a:lnTo>
                  <a:lnTo>
                    <a:pt x="392" y="2171"/>
                  </a:lnTo>
                  <a:lnTo>
                    <a:pt x="392" y="2167"/>
                  </a:lnTo>
                  <a:lnTo>
                    <a:pt x="392" y="2163"/>
                  </a:lnTo>
                  <a:lnTo>
                    <a:pt x="396" y="2160"/>
                  </a:lnTo>
                  <a:lnTo>
                    <a:pt x="396" y="2156"/>
                  </a:lnTo>
                  <a:lnTo>
                    <a:pt x="399" y="2153"/>
                  </a:lnTo>
                  <a:lnTo>
                    <a:pt x="399" y="2145"/>
                  </a:lnTo>
                  <a:lnTo>
                    <a:pt x="399" y="2142"/>
                  </a:lnTo>
                  <a:lnTo>
                    <a:pt x="403" y="2138"/>
                  </a:lnTo>
                  <a:lnTo>
                    <a:pt x="403" y="2131"/>
                  </a:lnTo>
                  <a:lnTo>
                    <a:pt x="407" y="2127"/>
                  </a:lnTo>
                  <a:lnTo>
                    <a:pt x="407" y="2124"/>
                  </a:lnTo>
                  <a:lnTo>
                    <a:pt x="407" y="2117"/>
                  </a:lnTo>
                  <a:lnTo>
                    <a:pt x="410" y="2113"/>
                  </a:lnTo>
                  <a:lnTo>
                    <a:pt x="410" y="2106"/>
                  </a:lnTo>
                  <a:lnTo>
                    <a:pt x="410" y="2099"/>
                  </a:lnTo>
                  <a:lnTo>
                    <a:pt x="414" y="2095"/>
                  </a:lnTo>
                  <a:lnTo>
                    <a:pt x="414" y="2088"/>
                  </a:lnTo>
                  <a:lnTo>
                    <a:pt x="417" y="2081"/>
                  </a:lnTo>
                  <a:lnTo>
                    <a:pt x="417" y="2077"/>
                  </a:lnTo>
                  <a:lnTo>
                    <a:pt x="417" y="2070"/>
                  </a:lnTo>
                  <a:lnTo>
                    <a:pt x="421" y="2063"/>
                  </a:lnTo>
                  <a:lnTo>
                    <a:pt x="421" y="2055"/>
                  </a:lnTo>
                  <a:lnTo>
                    <a:pt x="425" y="2052"/>
                  </a:lnTo>
                  <a:lnTo>
                    <a:pt x="425" y="2045"/>
                  </a:lnTo>
                  <a:lnTo>
                    <a:pt x="425" y="2037"/>
                  </a:lnTo>
                  <a:lnTo>
                    <a:pt x="428" y="2030"/>
                  </a:lnTo>
                  <a:lnTo>
                    <a:pt x="428" y="2023"/>
                  </a:lnTo>
                  <a:lnTo>
                    <a:pt x="432" y="2016"/>
                  </a:lnTo>
                  <a:lnTo>
                    <a:pt x="432" y="2009"/>
                  </a:lnTo>
                  <a:lnTo>
                    <a:pt x="432" y="2005"/>
                  </a:lnTo>
                  <a:lnTo>
                    <a:pt x="435" y="1998"/>
                  </a:lnTo>
                  <a:lnTo>
                    <a:pt x="435" y="1991"/>
                  </a:lnTo>
                  <a:lnTo>
                    <a:pt x="435" y="1983"/>
                  </a:lnTo>
                  <a:lnTo>
                    <a:pt x="439" y="1976"/>
                  </a:lnTo>
                  <a:lnTo>
                    <a:pt x="439" y="1969"/>
                  </a:lnTo>
                  <a:lnTo>
                    <a:pt x="443" y="1962"/>
                  </a:lnTo>
                  <a:lnTo>
                    <a:pt x="443" y="1955"/>
                  </a:lnTo>
                  <a:lnTo>
                    <a:pt x="443" y="1947"/>
                  </a:lnTo>
                  <a:lnTo>
                    <a:pt x="446" y="1940"/>
                  </a:lnTo>
                  <a:lnTo>
                    <a:pt x="446" y="1937"/>
                  </a:lnTo>
                  <a:lnTo>
                    <a:pt x="450" y="1929"/>
                  </a:lnTo>
                  <a:lnTo>
                    <a:pt x="450" y="1922"/>
                  </a:lnTo>
                  <a:lnTo>
                    <a:pt x="450" y="1915"/>
                  </a:lnTo>
                  <a:lnTo>
                    <a:pt x="453" y="1908"/>
                  </a:lnTo>
                  <a:lnTo>
                    <a:pt x="453" y="1901"/>
                  </a:lnTo>
                  <a:lnTo>
                    <a:pt x="453" y="1893"/>
                  </a:lnTo>
                  <a:lnTo>
                    <a:pt x="457" y="1890"/>
                  </a:lnTo>
                  <a:lnTo>
                    <a:pt x="457" y="1883"/>
                  </a:lnTo>
                  <a:lnTo>
                    <a:pt x="461" y="1875"/>
                  </a:lnTo>
                  <a:lnTo>
                    <a:pt x="461" y="1872"/>
                  </a:lnTo>
                  <a:lnTo>
                    <a:pt x="461" y="1865"/>
                  </a:lnTo>
                  <a:lnTo>
                    <a:pt x="464" y="1857"/>
                  </a:lnTo>
                  <a:lnTo>
                    <a:pt x="464" y="1854"/>
                  </a:lnTo>
                  <a:lnTo>
                    <a:pt x="468" y="1847"/>
                  </a:lnTo>
                  <a:lnTo>
                    <a:pt x="468" y="1843"/>
                  </a:lnTo>
                  <a:lnTo>
                    <a:pt x="468" y="1836"/>
                  </a:lnTo>
                  <a:lnTo>
                    <a:pt x="471" y="1832"/>
                  </a:lnTo>
                  <a:lnTo>
                    <a:pt x="471" y="1825"/>
                  </a:lnTo>
                  <a:lnTo>
                    <a:pt x="475" y="1821"/>
                  </a:lnTo>
                  <a:lnTo>
                    <a:pt x="475" y="1818"/>
                  </a:lnTo>
                  <a:lnTo>
                    <a:pt x="475" y="1811"/>
                  </a:lnTo>
                  <a:lnTo>
                    <a:pt x="479" y="1807"/>
                  </a:lnTo>
                  <a:lnTo>
                    <a:pt x="479" y="1803"/>
                  </a:lnTo>
                  <a:lnTo>
                    <a:pt x="479" y="1800"/>
                  </a:lnTo>
                  <a:lnTo>
                    <a:pt x="482" y="1796"/>
                  </a:lnTo>
                  <a:lnTo>
                    <a:pt x="482" y="1793"/>
                  </a:lnTo>
                  <a:lnTo>
                    <a:pt x="486" y="1789"/>
                  </a:lnTo>
                  <a:lnTo>
                    <a:pt x="486" y="1785"/>
                  </a:lnTo>
                  <a:lnTo>
                    <a:pt x="486" y="1782"/>
                  </a:lnTo>
                  <a:lnTo>
                    <a:pt x="489" y="1778"/>
                  </a:lnTo>
                  <a:lnTo>
                    <a:pt x="493" y="1775"/>
                  </a:lnTo>
                  <a:lnTo>
                    <a:pt x="493" y="1771"/>
                  </a:lnTo>
                  <a:lnTo>
                    <a:pt x="497" y="1767"/>
                  </a:lnTo>
                  <a:lnTo>
                    <a:pt x="500" y="1764"/>
                  </a:lnTo>
                  <a:lnTo>
                    <a:pt x="504" y="1764"/>
                  </a:lnTo>
                  <a:lnTo>
                    <a:pt x="507" y="1764"/>
                  </a:lnTo>
                  <a:lnTo>
                    <a:pt x="511" y="1767"/>
                  </a:lnTo>
                  <a:lnTo>
                    <a:pt x="515" y="1771"/>
                  </a:lnTo>
                  <a:lnTo>
                    <a:pt x="518" y="1775"/>
                  </a:lnTo>
                  <a:lnTo>
                    <a:pt x="518" y="1778"/>
                  </a:lnTo>
                  <a:lnTo>
                    <a:pt x="522" y="1782"/>
                  </a:lnTo>
                  <a:lnTo>
                    <a:pt x="522" y="1785"/>
                  </a:lnTo>
                  <a:lnTo>
                    <a:pt x="522" y="1789"/>
                  </a:lnTo>
                  <a:lnTo>
                    <a:pt x="525" y="1793"/>
                  </a:lnTo>
                  <a:lnTo>
                    <a:pt x="525" y="1796"/>
                  </a:lnTo>
                  <a:lnTo>
                    <a:pt x="529" y="1803"/>
                  </a:lnTo>
                  <a:lnTo>
                    <a:pt x="529" y="1807"/>
                  </a:lnTo>
                  <a:lnTo>
                    <a:pt x="529" y="1811"/>
                  </a:lnTo>
                  <a:lnTo>
                    <a:pt x="533" y="1818"/>
                  </a:lnTo>
                  <a:lnTo>
                    <a:pt x="533" y="1821"/>
                  </a:lnTo>
                  <a:lnTo>
                    <a:pt x="536" y="1829"/>
                  </a:lnTo>
                  <a:lnTo>
                    <a:pt x="536" y="1832"/>
                  </a:lnTo>
                  <a:lnTo>
                    <a:pt x="536" y="1839"/>
                  </a:lnTo>
                  <a:lnTo>
                    <a:pt x="540" y="1847"/>
                  </a:lnTo>
                  <a:lnTo>
                    <a:pt x="540" y="1850"/>
                  </a:lnTo>
                  <a:lnTo>
                    <a:pt x="540" y="1857"/>
                  </a:lnTo>
                  <a:lnTo>
                    <a:pt x="543" y="1865"/>
                  </a:lnTo>
                  <a:lnTo>
                    <a:pt x="543" y="1872"/>
                  </a:lnTo>
                  <a:lnTo>
                    <a:pt x="547" y="1879"/>
                  </a:lnTo>
                  <a:lnTo>
                    <a:pt x="547" y="1886"/>
                  </a:lnTo>
                  <a:lnTo>
                    <a:pt x="547" y="1897"/>
                  </a:lnTo>
                  <a:lnTo>
                    <a:pt x="551" y="1904"/>
                  </a:lnTo>
                  <a:lnTo>
                    <a:pt x="551" y="1911"/>
                  </a:lnTo>
                  <a:lnTo>
                    <a:pt x="554" y="1922"/>
                  </a:lnTo>
                  <a:lnTo>
                    <a:pt x="554" y="1929"/>
                  </a:lnTo>
                  <a:lnTo>
                    <a:pt x="554" y="1937"/>
                  </a:lnTo>
                  <a:lnTo>
                    <a:pt x="558" y="1947"/>
                  </a:lnTo>
                  <a:lnTo>
                    <a:pt x="558" y="1955"/>
                  </a:lnTo>
                  <a:lnTo>
                    <a:pt x="561" y="1965"/>
                  </a:lnTo>
                  <a:lnTo>
                    <a:pt x="561" y="1976"/>
                  </a:lnTo>
                  <a:lnTo>
                    <a:pt x="561" y="1983"/>
                  </a:lnTo>
                  <a:lnTo>
                    <a:pt x="565" y="1994"/>
                  </a:lnTo>
                  <a:lnTo>
                    <a:pt x="565" y="2005"/>
                  </a:lnTo>
                  <a:lnTo>
                    <a:pt x="565" y="2012"/>
                  </a:lnTo>
                  <a:lnTo>
                    <a:pt x="569" y="2023"/>
                  </a:lnTo>
                  <a:lnTo>
                    <a:pt x="569" y="2034"/>
                  </a:lnTo>
                  <a:lnTo>
                    <a:pt x="572" y="2045"/>
                  </a:lnTo>
                  <a:lnTo>
                    <a:pt x="572" y="2055"/>
                  </a:lnTo>
                  <a:lnTo>
                    <a:pt x="572" y="2066"/>
                  </a:lnTo>
                  <a:lnTo>
                    <a:pt x="576" y="2077"/>
                  </a:lnTo>
                  <a:lnTo>
                    <a:pt x="576" y="2088"/>
                  </a:lnTo>
                  <a:lnTo>
                    <a:pt x="579" y="2095"/>
                  </a:lnTo>
                  <a:lnTo>
                    <a:pt x="579" y="2106"/>
                  </a:lnTo>
                  <a:lnTo>
                    <a:pt x="579" y="2117"/>
                  </a:lnTo>
                  <a:lnTo>
                    <a:pt x="583" y="2127"/>
                  </a:lnTo>
                  <a:lnTo>
                    <a:pt x="583" y="2138"/>
                  </a:lnTo>
                  <a:lnTo>
                    <a:pt x="583" y="2149"/>
                  </a:lnTo>
                  <a:lnTo>
                    <a:pt x="587" y="2160"/>
                  </a:lnTo>
                  <a:lnTo>
                    <a:pt x="587" y="2171"/>
                  </a:lnTo>
                  <a:lnTo>
                    <a:pt x="590" y="2181"/>
                  </a:lnTo>
                  <a:lnTo>
                    <a:pt x="590" y="2192"/>
                  </a:lnTo>
                  <a:lnTo>
                    <a:pt x="590" y="2203"/>
                  </a:lnTo>
                  <a:lnTo>
                    <a:pt x="594" y="2214"/>
                  </a:lnTo>
                  <a:lnTo>
                    <a:pt x="594" y="2225"/>
                  </a:lnTo>
                  <a:lnTo>
                    <a:pt x="597" y="2235"/>
                  </a:lnTo>
                  <a:lnTo>
                    <a:pt x="597" y="2243"/>
                  </a:lnTo>
                  <a:lnTo>
                    <a:pt x="597" y="2253"/>
                  </a:lnTo>
                  <a:lnTo>
                    <a:pt x="601" y="2264"/>
                  </a:lnTo>
                  <a:lnTo>
                    <a:pt x="601" y="2275"/>
                  </a:lnTo>
                  <a:lnTo>
                    <a:pt x="605" y="2286"/>
                  </a:lnTo>
                  <a:lnTo>
                    <a:pt x="605" y="2293"/>
                  </a:lnTo>
                  <a:lnTo>
                    <a:pt x="605" y="2304"/>
                  </a:lnTo>
                  <a:lnTo>
                    <a:pt x="608" y="2311"/>
                  </a:lnTo>
                  <a:lnTo>
                    <a:pt x="608" y="2322"/>
                  </a:lnTo>
                  <a:lnTo>
                    <a:pt x="608" y="2329"/>
                  </a:lnTo>
                  <a:lnTo>
                    <a:pt x="612" y="2340"/>
                  </a:lnTo>
                  <a:lnTo>
                    <a:pt x="612" y="2347"/>
                  </a:lnTo>
                  <a:lnTo>
                    <a:pt x="615" y="2354"/>
                  </a:lnTo>
                  <a:lnTo>
                    <a:pt x="615" y="2365"/>
                  </a:lnTo>
                  <a:lnTo>
                    <a:pt x="615" y="2372"/>
                  </a:lnTo>
                  <a:lnTo>
                    <a:pt x="619" y="2379"/>
                  </a:lnTo>
                  <a:lnTo>
                    <a:pt x="619" y="2387"/>
                  </a:lnTo>
                  <a:lnTo>
                    <a:pt x="623" y="2394"/>
                  </a:lnTo>
                  <a:lnTo>
                    <a:pt x="623" y="2401"/>
                  </a:lnTo>
                  <a:lnTo>
                    <a:pt x="623" y="2408"/>
                  </a:lnTo>
                  <a:lnTo>
                    <a:pt x="626" y="2412"/>
                  </a:lnTo>
                  <a:lnTo>
                    <a:pt x="626" y="2419"/>
                  </a:lnTo>
                  <a:lnTo>
                    <a:pt x="626" y="2423"/>
                  </a:lnTo>
                  <a:lnTo>
                    <a:pt x="630" y="2430"/>
                  </a:lnTo>
                  <a:lnTo>
                    <a:pt x="630" y="2433"/>
                  </a:lnTo>
                  <a:lnTo>
                    <a:pt x="633" y="2437"/>
                  </a:lnTo>
                  <a:lnTo>
                    <a:pt x="633" y="2444"/>
                  </a:lnTo>
                  <a:lnTo>
                    <a:pt x="633" y="2448"/>
                  </a:lnTo>
                  <a:lnTo>
                    <a:pt x="637" y="2451"/>
                  </a:lnTo>
                  <a:lnTo>
                    <a:pt x="641" y="2455"/>
                  </a:lnTo>
                  <a:lnTo>
                    <a:pt x="641" y="2459"/>
                  </a:lnTo>
                  <a:lnTo>
                    <a:pt x="644" y="2462"/>
                  </a:lnTo>
                  <a:lnTo>
                    <a:pt x="648" y="2462"/>
                  </a:lnTo>
                  <a:lnTo>
                    <a:pt x="651" y="2459"/>
                  </a:lnTo>
                  <a:lnTo>
                    <a:pt x="655" y="2455"/>
                  </a:lnTo>
                  <a:lnTo>
                    <a:pt x="659" y="2451"/>
                  </a:lnTo>
                  <a:lnTo>
                    <a:pt x="659" y="2448"/>
                  </a:lnTo>
                  <a:lnTo>
                    <a:pt x="659" y="2444"/>
                  </a:lnTo>
                  <a:lnTo>
                    <a:pt x="662" y="2441"/>
                  </a:lnTo>
                  <a:lnTo>
                    <a:pt x="662" y="2437"/>
                  </a:lnTo>
                  <a:lnTo>
                    <a:pt x="666" y="2430"/>
                  </a:lnTo>
                  <a:lnTo>
                    <a:pt x="666" y="2426"/>
                  </a:lnTo>
                  <a:lnTo>
                    <a:pt x="666" y="2419"/>
                  </a:lnTo>
                  <a:lnTo>
                    <a:pt x="669" y="2412"/>
                  </a:lnTo>
                  <a:lnTo>
                    <a:pt x="669" y="2405"/>
                  </a:lnTo>
                  <a:lnTo>
                    <a:pt x="669" y="2397"/>
                  </a:lnTo>
                  <a:lnTo>
                    <a:pt x="673" y="2387"/>
                  </a:lnTo>
                  <a:lnTo>
                    <a:pt x="673" y="2379"/>
                  </a:lnTo>
                  <a:lnTo>
                    <a:pt x="677" y="2369"/>
                  </a:lnTo>
                  <a:lnTo>
                    <a:pt x="677" y="2361"/>
                  </a:lnTo>
                  <a:lnTo>
                    <a:pt x="677" y="2351"/>
                  </a:lnTo>
                  <a:lnTo>
                    <a:pt x="680" y="2340"/>
                  </a:lnTo>
                  <a:lnTo>
                    <a:pt x="680" y="2329"/>
                  </a:lnTo>
                  <a:lnTo>
                    <a:pt x="684" y="2315"/>
                  </a:lnTo>
                  <a:lnTo>
                    <a:pt x="684" y="2304"/>
                  </a:lnTo>
                  <a:lnTo>
                    <a:pt x="684" y="2293"/>
                  </a:lnTo>
                  <a:lnTo>
                    <a:pt x="687" y="2279"/>
                  </a:lnTo>
                  <a:lnTo>
                    <a:pt x="687" y="2264"/>
                  </a:lnTo>
                  <a:lnTo>
                    <a:pt x="691" y="2250"/>
                  </a:lnTo>
                  <a:lnTo>
                    <a:pt x="691" y="2235"/>
                  </a:lnTo>
                  <a:lnTo>
                    <a:pt x="691" y="2221"/>
                  </a:lnTo>
                  <a:lnTo>
                    <a:pt x="695" y="2203"/>
                  </a:lnTo>
                  <a:lnTo>
                    <a:pt x="695" y="2189"/>
                  </a:lnTo>
                  <a:lnTo>
                    <a:pt x="695" y="2171"/>
                  </a:lnTo>
                  <a:lnTo>
                    <a:pt x="698" y="2156"/>
                  </a:lnTo>
                  <a:lnTo>
                    <a:pt x="698" y="2138"/>
                  </a:lnTo>
                  <a:lnTo>
                    <a:pt x="702" y="2120"/>
                  </a:lnTo>
                  <a:lnTo>
                    <a:pt x="702" y="2102"/>
                  </a:lnTo>
                  <a:lnTo>
                    <a:pt x="702" y="2084"/>
                  </a:lnTo>
                  <a:lnTo>
                    <a:pt x="705" y="2063"/>
                  </a:lnTo>
                  <a:lnTo>
                    <a:pt x="705" y="2045"/>
                  </a:lnTo>
                  <a:lnTo>
                    <a:pt x="709" y="2023"/>
                  </a:lnTo>
                  <a:lnTo>
                    <a:pt x="709" y="2005"/>
                  </a:lnTo>
                  <a:lnTo>
                    <a:pt x="709" y="1983"/>
                  </a:lnTo>
                  <a:lnTo>
                    <a:pt x="713" y="1962"/>
                  </a:lnTo>
                  <a:lnTo>
                    <a:pt x="713" y="1940"/>
                  </a:lnTo>
                  <a:lnTo>
                    <a:pt x="713" y="1919"/>
                  </a:lnTo>
                  <a:lnTo>
                    <a:pt x="716" y="1897"/>
                  </a:lnTo>
                  <a:lnTo>
                    <a:pt x="716" y="1872"/>
                  </a:lnTo>
                  <a:lnTo>
                    <a:pt x="720" y="1850"/>
                  </a:lnTo>
                  <a:lnTo>
                    <a:pt x="720" y="1825"/>
                  </a:lnTo>
                  <a:lnTo>
                    <a:pt x="720" y="1803"/>
                  </a:lnTo>
                  <a:lnTo>
                    <a:pt x="723" y="1778"/>
                  </a:lnTo>
                  <a:lnTo>
                    <a:pt x="723" y="1753"/>
                  </a:lnTo>
                  <a:lnTo>
                    <a:pt x="727" y="1731"/>
                  </a:lnTo>
                  <a:lnTo>
                    <a:pt x="727" y="1706"/>
                  </a:lnTo>
                  <a:lnTo>
                    <a:pt x="727" y="1681"/>
                  </a:lnTo>
                  <a:lnTo>
                    <a:pt x="731" y="1656"/>
                  </a:lnTo>
                  <a:lnTo>
                    <a:pt x="731" y="1631"/>
                  </a:lnTo>
                  <a:lnTo>
                    <a:pt x="734" y="1602"/>
                  </a:lnTo>
                  <a:lnTo>
                    <a:pt x="734" y="1577"/>
                  </a:lnTo>
                  <a:lnTo>
                    <a:pt x="734" y="1551"/>
                  </a:lnTo>
                  <a:lnTo>
                    <a:pt x="738" y="1523"/>
                  </a:lnTo>
                  <a:lnTo>
                    <a:pt x="738" y="1497"/>
                  </a:lnTo>
                  <a:lnTo>
                    <a:pt x="738" y="1472"/>
                  </a:lnTo>
                  <a:lnTo>
                    <a:pt x="741" y="1443"/>
                  </a:lnTo>
                  <a:lnTo>
                    <a:pt x="741" y="1418"/>
                  </a:lnTo>
                  <a:lnTo>
                    <a:pt x="745" y="1389"/>
                  </a:lnTo>
                  <a:lnTo>
                    <a:pt x="745" y="1361"/>
                  </a:lnTo>
                  <a:lnTo>
                    <a:pt x="745" y="1335"/>
                  </a:lnTo>
                  <a:lnTo>
                    <a:pt x="749" y="1307"/>
                  </a:lnTo>
                  <a:lnTo>
                    <a:pt x="749" y="1281"/>
                  </a:lnTo>
                  <a:lnTo>
                    <a:pt x="752" y="1253"/>
                  </a:lnTo>
                  <a:lnTo>
                    <a:pt x="752" y="1224"/>
                  </a:lnTo>
                  <a:lnTo>
                    <a:pt x="752" y="1195"/>
                  </a:lnTo>
                  <a:lnTo>
                    <a:pt x="756" y="1170"/>
                  </a:lnTo>
                  <a:lnTo>
                    <a:pt x="756" y="1141"/>
                  </a:lnTo>
                  <a:lnTo>
                    <a:pt x="759" y="1112"/>
                  </a:lnTo>
                  <a:lnTo>
                    <a:pt x="759" y="1087"/>
                  </a:lnTo>
                  <a:lnTo>
                    <a:pt x="759" y="1058"/>
                  </a:lnTo>
                  <a:lnTo>
                    <a:pt x="763" y="1029"/>
                  </a:lnTo>
                  <a:lnTo>
                    <a:pt x="763" y="1004"/>
                  </a:lnTo>
                  <a:lnTo>
                    <a:pt x="763" y="975"/>
                  </a:lnTo>
                  <a:lnTo>
                    <a:pt x="767" y="950"/>
                  </a:lnTo>
                  <a:lnTo>
                    <a:pt x="767" y="921"/>
                  </a:lnTo>
                  <a:lnTo>
                    <a:pt x="770" y="896"/>
                  </a:lnTo>
                  <a:lnTo>
                    <a:pt x="770" y="867"/>
                  </a:lnTo>
                  <a:lnTo>
                    <a:pt x="770" y="842"/>
                  </a:lnTo>
                  <a:lnTo>
                    <a:pt x="774" y="813"/>
                  </a:lnTo>
                  <a:lnTo>
                    <a:pt x="774" y="788"/>
                  </a:lnTo>
                  <a:lnTo>
                    <a:pt x="777" y="763"/>
                  </a:lnTo>
                  <a:lnTo>
                    <a:pt x="777" y="738"/>
                  </a:lnTo>
                  <a:lnTo>
                    <a:pt x="777" y="709"/>
                  </a:lnTo>
                  <a:lnTo>
                    <a:pt x="781" y="684"/>
                  </a:lnTo>
                  <a:lnTo>
                    <a:pt x="781" y="659"/>
                  </a:lnTo>
                  <a:lnTo>
                    <a:pt x="781" y="637"/>
                  </a:lnTo>
                  <a:lnTo>
                    <a:pt x="785" y="612"/>
                  </a:lnTo>
                  <a:lnTo>
                    <a:pt x="785" y="587"/>
                  </a:lnTo>
                  <a:lnTo>
                    <a:pt x="788" y="562"/>
                  </a:lnTo>
                  <a:lnTo>
                    <a:pt x="788" y="540"/>
                  </a:lnTo>
                  <a:lnTo>
                    <a:pt x="788" y="515"/>
                  </a:lnTo>
                  <a:lnTo>
                    <a:pt x="792" y="493"/>
                  </a:lnTo>
                  <a:lnTo>
                    <a:pt x="792" y="472"/>
                  </a:lnTo>
                  <a:lnTo>
                    <a:pt x="795" y="450"/>
                  </a:lnTo>
                  <a:lnTo>
                    <a:pt x="795" y="428"/>
                  </a:lnTo>
                  <a:lnTo>
                    <a:pt x="795" y="407"/>
                  </a:lnTo>
                  <a:lnTo>
                    <a:pt x="799" y="385"/>
                  </a:lnTo>
                  <a:lnTo>
                    <a:pt x="799" y="364"/>
                  </a:lnTo>
                  <a:lnTo>
                    <a:pt x="803" y="346"/>
                  </a:lnTo>
                  <a:lnTo>
                    <a:pt x="803" y="324"/>
                  </a:lnTo>
                  <a:lnTo>
                    <a:pt x="803" y="306"/>
                  </a:lnTo>
                  <a:lnTo>
                    <a:pt x="806" y="288"/>
                  </a:lnTo>
                  <a:lnTo>
                    <a:pt x="806" y="270"/>
                  </a:lnTo>
                  <a:lnTo>
                    <a:pt x="806" y="252"/>
                  </a:lnTo>
                  <a:lnTo>
                    <a:pt x="810" y="234"/>
                  </a:lnTo>
                  <a:lnTo>
                    <a:pt x="810" y="220"/>
                  </a:lnTo>
                  <a:lnTo>
                    <a:pt x="813" y="202"/>
                  </a:lnTo>
                  <a:lnTo>
                    <a:pt x="813" y="187"/>
                  </a:lnTo>
                  <a:lnTo>
                    <a:pt x="813" y="173"/>
                  </a:lnTo>
                  <a:lnTo>
                    <a:pt x="817" y="158"/>
                  </a:lnTo>
                  <a:lnTo>
                    <a:pt x="817" y="144"/>
                  </a:lnTo>
                  <a:lnTo>
                    <a:pt x="821" y="133"/>
                  </a:lnTo>
                  <a:lnTo>
                    <a:pt x="821" y="119"/>
                  </a:lnTo>
                  <a:lnTo>
                    <a:pt x="821" y="108"/>
                  </a:lnTo>
                  <a:lnTo>
                    <a:pt x="824" y="97"/>
                  </a:lnTo>
                  <a:lnTo>
                    <a:pt x="824" y="86"/>
                  </a:lnTo>
                  <a:lnTo>
                    <a:pt x="824" y="76"/>
                  </a:lnTo>
                  <a:lnTo>
                    <a:pt x="828" y="65"/>
                  </a:lnTo>
                  <a:lnTo>
                    <a:pt x="828" y="58"/>
                  </a:lnTo>
                  <a:lnTo>
                    <a:pt x="831" y="50"/>
                  </a:lnTo>
                  <a:lnTo>
                    <a:pt x="831" y="40"/>
                  </a:lnTo>
                  <a:lnTo>
                    <a:pt x="831" y="36"/>
                  </a:lnTo>
                  <a:lnTo>
                    <a:pt x="835" y="29"/>
                  </a:lnTo>
                  <a:lnTo>
                    <a:pt x="835" y="22"/>
                  </a:lnTo>
                  <a:lnTo>
                    <a:pt x="839" y="18"/>
                  </a:lnTo>
                  <a:lnTo>
                    <a:pt x="839" y="14"/>
                  </a:lnTo>
                  <a:lnTo>
                    <a:pt x="839" y="11"/>
                  </a:lnTo>
                  <a:lnTo>
                    <a:pt x="842" y="7"/>
                  </a:lnTo>
                  <a:lnTo>
                    <a:pt x="846" y="4"/>
                  </a:lnTo>
                  <a:lnTo>
                    <a:pt x="846" y="0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8" name="Freeform 156"/>
            <p:cNvSpPr>
              <a:spLocks/>
            </p:cNvSpPr>
            <p:nvPr/>
          </p:nvSpPr>
          <p:spPr bwMode="auto">
            <a:xfrm>
              <a:off x="5072" y="1048"/>
              <a:ext cx="137" cy="204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4" y="11"/>
                </a:cxn>
                <a:cxn ang="0">
                  <a:pos x="8" y="18"/>
                </a:cxn>
                <a:cxn ang="0">
                  <a:pos x="11" y="29"/>
                </a:cxn>
                <a:cxn ang="0">
                  <a:pos x="15" y="40"/>
                </a:cxn>
                <a:cxn ang="0">
                  <a:pos x="15" y="58"/>
                </a:cxn>
                <a:cxn ang="0">
                  <a:pos x="18" y="76"/>
                </a:cxn>
                <a:cxn ang="0">
                  <a:pos x="22" y="97"/>
                </a:cxn>
                <a:cxn ang="0">
                  <a:pos x="26" y="119"/>
                </a:cxn>
                <a:cxn ang="0">
                  <a:pos x="26" y="144"/>
                </a:cxn>
                <a:cxn ang="0">
                  <a:pos x="29" y="173"/>
                </a:cxn>
                <a:cxn ang="0">
                  <a:pos x="33" y="202"/>
                </a:cxn>
                <a:cxn ang="0">
                  <a:pos x="36" y="234"/>
                </a:cxn>
                <a:cxn ang="0">
                  <a:pos x="40" y="270"/>
                </a:cxn>
                <a:cxn ang="0">
                  <a:pos x="40" y="306"/>
                </a:cxn>
                <a:cxn ang="0">
                  <a:pos x="44" y="346"/>
                </a:cxn>
                <a:cxn ang="0">
                  <a:pos x="47" y="385"/>
                </a:cxn>
                <a:cxn ang="0">
                  <a:pos x="51" y="428"/>
                </a:cxn>
                <a:cxn ang="0">
                  <a:pos x="51" y="472"/>
                </a:cxn>
                <a:cxn ang="0">
                  <a:pos x="54" y="515"/>
                </a:cxn>
                <a:cxn ang="0">
                  <a:pos x="58" y="562"/>
                </a:cxn>
                <a:cxn ang="0">
                  <a:pos x="62" y="612"/>
                </a:cxn>
                <a:cxn ang="0">
                  <a:pos x="62" y="659"/>
                </a:cxn>
                <a:cxn ang="0">
                  <a:pos x="65" y="709"/>
                </a:cxn>
                <a:cxn ang="0">
                  <a:pos x="69" y="763"/>
                </a:cxn>
                <a:cxn ang="0">
                  <a:pos x="72" y="813"/>
                </a:cxn>
                <a:cxn ang="0">
                  <a:pos x="76" y="867"/>
                </a:cxn>
                <a:cxn ang="0">
                  <a:pos x="76" y="921"/>
                </a:cxn>
                <a:cxn ang="0">
                  <a:pos x="80" y="975"/>
                </a:cxn>
                <a:cxn ang="0">
                  <a:pos x="83" y="1029"/>
                </a:cxn>
                <a:cxn ang="0">
                  <a:pos x="87" y="1087"/>
                </a:cxn>
                <a:cxn ang="0">
                  <a:pos x="87" y="1141"/>
                </a:cxn>
                <a:cxn ang="0">
                  <a:pos x="90" y="1195"/>
                </a:cxn>
                <a:cxn ang="0">
                  <a:pos x="94" y="1253"/>
                </a:cxn>
                <a:cxn ang="0">
                  <a:pos x="98" y="1307"/>
                </a:cxn>
                <a:cxn ang="0">
                  <a:pos x="101" y="1361"/>
                </a:cxn>
                <a:cxn ang="0">
                  <a:pos x="101" y="1418"/>
                </a:cxn>
                <a:cxn ang="0">
                  <a:pos x="105" y="1472"/>
                </a:cxn>
                <a:cxn ang="0">
                  <a:pos x="108" y="1523"/>
                </a:cxn>
                <a:cxn ang="0">
                  <a:pos x="112" y="1577"/>
                </a:cxn>
                <a:cxn ang="0">
                  <a:pos x="112" y="1631"/>
                </a:cxn>
                <a:cxn ang="0">
                  <a:pos x="116" y="1681"/>
                </a:cxn>
                <a:cxn ang="0">
                  <a:pos x="119" y="1731"/>
                </a:cxn>
                <a:cxn ang="0">
                  <a:pos x="123" y="1778"/>
                </a:cxn>
                <a:cxn ang="0">
                  <a:pos x="126" y="1825"/>
                </a:cxn>
                <a:cxn ang="0">
                  <a:pos x="126" y="1872"/>
                </a:cxn>
                <a:cxn ang="0">
                  <a:pos x="130" y="1919"/>
                </a:cxn>
                <a:cxn ang="0">
                  <a:pos x="134" y="1962"/>
                </a:cxn>
                <a:cxn ang="0">
                  <a:pos x="137" y="2005"/>
                </a:cxn>
                <a:cxn ang="0">
                  <a:pos x="137" y="2045"/>
                </a:cxn>
              </a:cxnLst>
              <a:rect l="0" t="0" r="r" b="b"/>
              <a:pathLst>
                <a:path w="137" h="2045">
                  <a:moveTo>
                    <a:pt x="0" y="0"/>
                  </a:moveTo>
                  <a:lnTo>
                    <a:pt x="0" y="4"/>
                  </a:lnTo>
                  <a:lnTo>
                    <a:pt x="4" y="7"/>
                  </a:lnTo>
                  <a:lnTo>
                    <a:pt x="4" y="11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8" y="22"/>
                  </a:lnTo>
                  <a:lnTo>
                    <a:pt x="11" y="29"/>
                  </a:lnTo>
                  <a:lnTo>
                    <a:pt x="11" y="36"/>
                  </a:lnTo>
                  <a:lnTo>
                    <a:pt x="15" y="40"/>
                  </a:lnTo>
                  <a:lnTo>
                    <a:pt x="15" y="50"/>
                  </a:lnTo>
                  <a:lnTo>
                    <a:pt x="15" y="58"/>
                  </a:lnTo>
                  <a:lnTo>
                    <a:pt x="18" y="65"/>
                  </a:lnTo>
                  <a:lnTo>
                    <a:pt x="18" y="76"/>
                  </a:lnTo>
                  <a:lnTo>
                    <a:pt x="18" y="86"/>
                  </a:lnTo>
                  <a:lnTo>
                    <a:pt x="22" y="97"/>
                  </a:lnTo>
                  <a:lnTo>
                    <a:pt x="22" y="108"/>
                  </a:lnTo>
                  <a:lnTo>
                    <a:pt x="26" y="119"/>
                  </a:lnTo>
                  <a:lnTo>
                    <a:pt x="26" y="133"/>
                  </a:lnTo>
                  <a:lnTo>
                    <a:pt x="26" y="144"/>
                  </a:lnTo>
                  <a:lnTo>
                    <a:pt x="29" y="158"/>
                  </a:lnTo>
                  <a:lnTo>
                    <a:pt x="29" y="173"/>
                  </a:lnTo>
                  <a:lnTo>
                    <a:pt x="33" y="187"/>
                  </a:lnTo>
                  <a:lnTo>
                    <a:pt x="33" y="202"/>
                  </a:lnTo>
                  <a:lnTo>
                    <a:pt x="33" y="220"/>
                  </a:lnTo>
                  <a:lnTo>
                    <a:pt x="36" y="234"/>
                  </a:lnTo>
                  <a:lnTo>
                    <a:pt x="36" y="252"/>
                  </a:lnTo>
                  <a:lnTo>
                    <a:pt x="40" y="270"/>
                  </a:lnTo>
                  <a:lnTo>
                    <a:pt x="40" y="288"/>
                  </a:lnTo>
                  <a:lnTo>
                    <a:pt x="40" y="306"/>
                  </a:lnTo>
                  <a:lnTo>
                    <a:pt x="44" y="324"/>
                  </a:lnTo>
                  <a:lnTo>
                    <a:pt x="44" y="346"/>
                  </a:lnTo>
                  <a:lnTo>
                    <a:pt x="44" y="364"/>
                  </a:lnTo>
                  <a:lnTo>
                    <a:pt x="47" y="385"/>
                  </a:lnTo>
                  <a:lnTo>
                    <a:pt x="47" y="407"/>
                  </a:lnTo>
                  <a:lnTo>
                    <a:pt x="51" y="428"/>
                  </a:lnTo>
                  <a:lnTo>
                    <a:pt x="51" y="450"/>
                  </a:lnTo>
                  <a:lnTo>
                    <a:pt x="51" y="472"/>
                  </a:lnTo>
                  <a:lnTo>
                    <a:pt x="54" y="493"/>
                  </a:lnTo>
                  <a:lnTo>
                    <a:pt x="54" y="515"/>
                  </a:lnTo>
                  <a:lnTo>
                    <a:pt x="58" y="540"/>
                  </a:lnTo>
                  <a:lnTo>
                    <a:pt x="58" y="562"/>
                  </a:lnTo>
                  <a:lnTo>
                    <a:pt x="58" y="587"/>
                  </a:lnTo>
                  <a:lnTo>
                    <a:pt x="62" y="612"/>
                  </a:lnTo>
                  <a:lnTo>
                    <a:pt x="62" y="637"/>
                  </a:lnTo>
                  <a:lnTo>
                    <a:pt x="62" y="659"/>
                  </a:lnTo>
                  <a:lnTo>
                    <a:pt x="65" y="684"/>
                  </a:lnTo>
                  <a:lnTo>
                    <a:pt x="65" y="709"/>
                  </a:lnTo>
                  <a:lnTo>
                    <a:pt x="69" y="738"/>
                  </a:lnTo>
                  <a:lnTo>
                    <a:pt x="69" y="763"/>
                  </a:lnTo>
                  <a:lnTo>
                    <a:pt x="69" y="788"/>
                  </a:lnTo>
                  <a:lnTo>
                    <a:pt x="72" y="813"/>
                  </a:lnTo>
                  <a:lnTo>
                    <a:pt x="72" y="842"/>
                  </a:lnTo>
                  <a:lnTo>
                    <a:pt x="76" y="867"/>
                  </a:lnTo>
                  <a:lnTo>
                    <a:pt x="76" y="896"/>
                  </a:lnTo>
                  <a:lnTo>
                    <a:pt x="76" y="921"/>
                  </a:lnTo>
                  <a:lnTo>
                    <a:pt x="80" y="950"/>
                  </a:lnTo>
                  <a:lnTo>
                    <a:pt x="80" y="975"/>
                  </a:lnTo>
                  <a:lnTo>
                    <a:pt x="83" y="1004"/>
                  </a:lnTo>
                  <a:lnTo>
                    <a:pt x="83" y="1029"/>
                  </a:lnTo>
                  <a:lnTo>
                    <a:pt x="83" y="1058"/>
                  </a:lnTo>
                  <a:lnTo>
                    <a:pt x="87" y="1087"/>
                  </a:lnTo>
                  <a:lnTo>
                    <a:pt x="87" y="1112"/>
                  </a:lnTo>
                  <a:lnTo>
                    <a:pt x="87" y="1141"/>
                  </a:lnTo>
                  <a:lnTo>
                    <a:pt x="90" y="1170"/>
                  </a:lnTo>
                  <a:lnTo>
                    <a:pt x="90" y="1195"/>
                  </a:lnTo>
                  <a:lnTo>
                    <a:pt x="94" y="1224"/>
                  </a:lnTo>
                  <a:lnTo>
                    <a:pt x="94" y="1253"/>
                  </a:lnTo>
                  <a:lnTo>
                    <a:pt x="94" y="1281"/>
                  </a:lnTo>
                  <a:lnTo>
                    <a:pt x="98" y="1307"/>
                  </a:lnTo>
                  <a:lnTo>
                    <a:pt x="98" y="1335"/>
                  </a:lnTo>
                  <a:lnTo>
                    <a:pt x="101" y="1361"/>
                  </a:lnTo>
                  <a:lnTo>
                    <a:pt x="101" y="1389"/>
                  </a:lnTo>
                  <a:lnTo>
                    <a:pt x="101" y="1418"/>
                  </a:lnTo>
                  <a:lnTo>
                    <a:pt x="105" y="1443"/>
                  </a:lnTo>
                  <a:lnTo>
                    <a:pt x="105" y="1472"/>
                  </a:lnTo>
                  <a:lnTo>
                    <a:pt x="105" y="1497"/>
                  </a:lnTo>
                  <a:lnTo>
                    <a:pt x="108" y="1523"/>
                  </a:lnTo>
                  <a:lnTo>
                    <a:pt x="108" y="1551"/>
                  </a:lnTo>
                  <a:lnTo>
                    <a:pt x="112" y="1577"/>
                  </a:lnTo>
                  <a:lnTo>
                    <a:pt x="112" y="1602"/>
                  </a:lnTo>
                  <a:lnTo>
                    <a:pt x="112" y="1631"/>
                  </a:lnTo>
                  <a:lnTo>
                    <a:pt x="116" y="1656"/>
                  </a:lnTo>
                  <a:lnTo>
                    <a:pt x="116" y="1681"/>
                  </a:lnTo>
                  <a:lnTo>
                    <a:pt x="119" y="1706"/>
                  </a:lnTo>
                  <a:lnTo>
                    <a:pt x="119" y="1731"/>
                  </a:lnTo>
                  <a:lnTo>
                    <a:pt x="119" y="1753"/>
                  </a:lnTo>
                  <a:lnTo>
                    <a:pt x="123" y="1778"/>
                  </a:lnTo>
                  <a:lnTo>
                    <a:pt x="123" y="1803"/>
                  </a:lnTo>
                  <a:lnTo>
                    <a:pt x="126" y="1825"/>
                  </a:lnTo>
                  <a:lnTo>
                    <a:pt x="126" y="1850"/>
                  </a:lnTo>
                  <a:lnTo>
                    <a:pt x="126" y="1872"/>
                  </a:lnTo>
                  <a:lnTo>
                    <a:pt x="130" y="1897"/>
                  </a:lnTo>
                  <a:lnTo>
                    <a:pt x="130" y="1919"/>
                  </a:lnTo>
                  <a:lnTo>
                    <a:pt x="130" y="1940"/>
                  </a:lnTo>
                  <a:lnTo>
                    <a:pt x="134" y="1962"/>
                  </a:lnTo>
                  <a:lnTo>
                    <a:pt x="134" y="1983"/>
                  </a:lnTo>
                  <a:lnTo>
                    <a:pt x="137" y="2005"/>
                  </a:lnTo>
                  <a:lnTo>
                    <a:pt x="137" y="2023"/>
                  </a:lnTo>
                  <a:lnTo>
                    <a:pt x="137" y="2045"/>
                  </a:lnTo>
                  <a:lnTo>
                    <a:pt x="137" y="2045"/>
                  </a:lnTo>
                </a:path>
              </a:pathLst>
            </a:custGeom>
            <a:noFill/>
            <a:ln w="0">
              <a:solidFill>
                <a:srgbClr val="00BFB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09" name="Rectangle 208"/>
          <p:cNvSpPr/>
          <p:nvPr/>
        </p:nvSpPr>
        <p:spPr>
          <a:xfrm>
            <a:off x="5715008" y="207167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0" name="Rectangle 209"/>
          <p:cNvSpPr/>
          <p:nvPr/>
        </p:nvSpPr>
        <p:spPr>
          <a:xfrm>
            <a:off x="5715008" y="242886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1" name="Rectangle 210"/>
          <p:cNvSpPr/>
          <p:nvPr/>
        </p:nvSpPr>
        <p:spPr>
          <a:xfrm>
            <a:off x="5715008" y="278605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2" name="Rectangle 211"/>
          <p:cNvSpPr/>
          <p:nvPr/>
        </p:nvSpPr>
        <p:spPr>
          <a:xfrm>
            <a:off x="5715008" y="314324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3" name="Rectangle 212"/>
          <p:cNvSpPr/>
          <p:nvPr/>
        </p:nvSpPr>
        <p:spPr>
          <a:xfrm>
            <a:off x="5715008" y="171448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AsOne/>
      </p:bldGraphic>
      <p:bldGraphic spid="53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CA" dirty="0"/>
          </a:p>
        </p:txBody>
      </p:sp>
      <p:pic>
        <p:nvPicPr>
          <p:cNvPr id="31746" name="Picture 2" descr="C:\Documents and Settings\M Awad\My Documents\Research_PhD\presentations\Comprehensive presentation\Figures\Introduction\generationstest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54660" y="1571612"/>
            <a:ext cx="7532116" cy="42148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Multi-user diversity</a:t>
            </a:r>
            <a:endParaRPr lang="en-CA" dirty="0"/>
          </a:p>
        </p:txBody>
      </p:sp>
      <p:pic>
        <p:nvPicPr>
          <p:cNvPr id="4" name="Content Placeholder 3" descr="multi-usert.jpg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714348" y="1714488"/>
            <a:ext cx="7621386" cy="4079894"/>
          </a:xfrm>
        </p:spPr>
      </p:pic>
      <p:cxnSp>
        <p:nvCxnSpPr>
          <p:cNvPr id="11" name="Straight Connector 10"/>
          <p:cNvCxnSpPr/>
          <p:nvPr/>
        </p:nvCxnSpPr>
        <p:spPr>
          <a:xfrm rot="5400000" flipH="1" flipV="1">
            <a:off x="2500298" y="2357430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2142314" y="2000240"/>
            <a:ext cx="5430082" cy="2500330"/>
            <a:chOff x="2142314" y="2000240"/>
            <a:chExt cx="5430082" cy="2500330"/>
          </a:xfrm>
        </p:grpSpPr>
        <p:grpSp>
          <p:nvGrpSpPr>
            <p:cNvPr id="20" name="Group 19"/>
            <p:cNvGrpSpPr/>
            <p:nvPr/>
          </p:nvGrpSpPr>
          <p:grpSpPr>
            <a:xfrm>
              <a:off x="2357422" y="2143116"/>
              <a:ext cx="286546" cy="285752"/>
              <a:chOff x="2357422" y="2143116"/>
              <a:chExt cx="286546" cy="215108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 rot="5400000" flipH="1" flipV="1">
                <a:off x="2250265" y="2250273"/>
                <a:ext cx="215108" cy="79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2358216" y="2143116"/>
                <a:ext cx="28575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2142314" y="2000240"/>
              <a:ext cx="286546" cy="428628"/>
              <a:chOff x="2143108" y="2143116"/>
              <a:chExt cx="286546" cy="21510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rot="5400000" flipH="1" flipV="1">
                <a:off x="2035951" y="2250273"/>
                <a:ext cx="215108" cy="79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143902" y="2143116"/>
                <a:ext cx="285752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Arrow Connector 24"/>
            <p:cNvCxnSpPr/>
            <p:nvPr/>
          </p:nvCxnSpPr>
          <p:spPr>
            <a:xfrm>
              <a:off x="2428860" y="2000240"/>
              <a:ext cx="5143536" cy="25003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2643174" y="2143116"/>
              <a:ext cx="4357718" cy="2857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16200000" flipH="1">
              <a:off x="2250265" y="2607463"/>
              <a:ext cx="2214578" cy="15716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76270"/>
          </a:xfrm>
        </p:spPr>
        <p:txBody>
          <a:bodyPr/>
          <a:lstStyle/>
          <a:p>
            <a:r>
              <a:rPr lang="en-US" dirty="0" smtClean="0"/>
              <a:t>Time Varying Channel</a:t>
            </a:r>
            <a:endParaRPr lang="en-CA" dirty="0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5638800" y="4800600"/>
            <a:ext cx="3171825" cy="1130300"/>
            <a:chOff x="3234" y="2168"/>
            <a:chExt cx="1752" cy="1248"/>
          </a:xfrm>
        </p:grpSpPr>
        <p:sp>
          <p:nvSpPr>
            <p:cNvPr id="5" name="Line 16"/>
            <p:cNvSpPr>
              <a:spLocks noChangeShapeType="1"/>
            </p:cNvSpPr>
            <p:nvPr/>
          </p:nvSpPr>
          <p:spPr bwMode="auto">
            <a:xfrm>
              <a:off x="3234" y="3416"/>
              <a:ext cx="1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Line 17"/>
            <p:cNvSpPr>
              <a:spLocks noChangeShapeType="1"/>
            </p:cNvSpPr>
            <p:nvPr/>
          </p:nvSpPr>
          <p:spPr bwMode="auto">
            <a:xfrm flipV="1">
              <a:off x="3239" y="2357"/>
              <a:ext cx="0" cy="10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 flipV="1">
              <a:off x="3280" y="2969"/>
              <a:ext cx="0" cy="44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 flipV="1">
              <a:off x="3329" y="2545"/>
              <a:ext cx="0" cy="87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Line 20"/>
            <p:cNvSpPr>
              <a:spLocks noChangeShapeType="1"/>
            </p:cNvSpPr>
            <p:nvPr/>
          </p:nvSpPr>
          <p:spPr bwMode="auto">
            <a:xfrm flipV="1">
              <a:off x="3378" y="2475"/>
              <a:ext cx="0" cy="9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Line 21"/>
            <p:cNvSpPr>
              <a:spLocks noChangeShapeType="1"/>
            </p:cNvSpPr>
            <p:nvPr/>
          </p:nvSpPr>
          <p:spPr bwMode="auto">
            <a:xfrm flipV="1">
              <a:off x="3427" y="2639"/>
              <a:ext cx="0" cy="77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Line 22"/>
            <p:cNvSpPr>
              <a:spLocks noChangeShapeType="1"/>
            </p:cNvSpPr>
            <p:nvPr/>
          </p:nvSpPr>
          <p:spPr bwMode="auto">
            <a:xfrm flipV="1">
              <a:off x="3476" y="2828"/>
              <a:ext cx="0" cy="5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Line 23"/>
            <p:cNvSpPr>
              <a:spLocks noChangeShapeType="1"/>
            </p:cNvSpPr>
            <p:nvPr/>
          </p:nvSpPr>
          <p:spPr bwMode="auto">
            <a:xfrm flipV="1">
              <a:off x="3526" y="2686"/>
              <a:ext cx="0" cy="73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Line 24"/>
            <p:cNvSpPr>
              <a:spLocks noChangeShapeType="1"/>
            </p:cNvSpPr>
            <p:nvPr/>
          </p:nvSpPr>
          <p:spPr bwMode="auto">
            <a:xfrm flipV="1">
              <a:off x="3575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Line 25"/>
            <p:cNvSpPr>
              <a:spLocks noChangeShapeType="1"/>
            </p:cNvSpPr>
            <p:nvPr/>
          </p:nvSpPr>
          <p:spPr bwMode="auto">
            <a:xfrm flipV="1">
              <a:off x="3624" y="2875"/>
              <a:ext cx="0" cy="5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 flipV="1">
              <a:off x="3673" y="2922"/>
              <a:ext cx="0" cy="49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 flipV="1">
              <a:off x="3722" y="2992"/>
              <a:ext cx="0" cy="42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auto">
            <a:xfrm flipV="1">
              <a:off x="3771" y="3087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 flipV="1">
              <a:off x="3820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 flipV="1">
              <a:off x="3965" y="3016"/>
              <a:ext cx="0" cy="40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 flipV="1">
              <a:off x="4015" y="3087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 flipV="1">
              <a:off x="4211" y="3157"/>
              <a:ext cx="0" cy="2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Line 33"/>
            <p:cNvSpPr>
              <a:spLocks noChangeShapeType="1"/>
            </p:cNvSpPr>
            <p:nvPr/>
          </p:nvSpPr>
          <p:spPr bwMode="auto">
            <a:xfrm flipV="1">
              <a:off x="3239" y="216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3" name="Group 37"/>
          <p:cNvGrpSpPr>
            <a:grpSpLocks/>
          </p:cNvGrpSpPr>
          <p:nvPr/>
        </p:nvGrpSpPr>
        <p:grpSpPr bwMode="auto">
          <a:xfrm>
            <a:off x="4038600" y="3048000"/>
            <a:ext cx="3171825" cy="1130300"/>
            <a:chOff x="3234" y="2168"/>
            <a:chExt cx="1752" cy="1248"/>
          </a:xfrm>
        </p:grpSpPr>
        <p:sp>
          <p:nvSpPr>
            <p:cNvPr id="24" name="Line 38"/>
            <p:cNvSpPr>
              <a:spLocks noChangeShapeType="1"/>
            </p:cNvSpPr>
            <p:nvPr/>
          </p:nvSpPr>
          <p:spPr bwMode="auto">
            <a:xfrm>
              <a:off x="3234" y="3416"/>
              <a:ext cx="1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Line 39"/>
            <p:cNvSpPr>
              <a:spLocks noChangeShapeType="1"/>
            </p:cNvSpPr>
            <p:nvPr/>
          </p:nvSpPr>
          <p:spPr bwMode="auto">
            <a:xfrm flipV="1">
              <a:off x="3239" y="2357"/>
              <a:ext cx="0" cy="10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Line 40"/>
            <p:cNvSpPr>
              <a:spLocks noChangeShapeType="1"/>
            </p:cNvSpPr>
            <p:nvPr/>
          </p:nvSpPr>
          <p:spPr bwMode="auto">
            <a:xfrm flipV="1">
              <a:off x="3280" y="2969"/>
              <a:ext cx="0" cy="44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Line 41"/>
            <p:cNvSpPr>
              <a:spLocks noChangeShapeType="1"/>
            </p:cNvSpPr>
            <p:nvPr/>
          </p:nvSpPr>
          <p:spPr bwMode="auto">
            <a:xfrm flipV="1">
              <a:off x="3329" y="2545"/>
              <a:ext cx="0" cy="87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Line 42"/>
            <p:cNvSpPr>
              <a:spLocks noChangeShapeType="1"/>
            </p:cNvSpPr>
            <p:nvPr/>
          </p:nvSpPr>
          <p:spPr bwMode="auto">
            <a:xfrm flipV="1">
              <a:off x="3378" y="2475"/>
              <a:ext cx="0" cy="9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Line 43"/>
            <p:cNvSpPr>
              <a:spLocks noChangeShapeType="1"/>
            </p:cNvSpPr>
            <p:nvPr/>
          </p:nvSpPr>
          <p:spPr bwMode="auto">
            <a:xfrm flipV="1">
              <a:off x="3427" y="2639"/>
              <a:ext cx="0" cy="77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Line 44"/>
            <p:cNvSpPr>
              <a:spLocks noChangeShapeType="1"/>
            </p:cNvSpPr>
            <p:nvPr/>
          </p:nvSpPr>
          <p:spPr bwMode="auto">
            <a:xfrm flipV="1">
              <a:off x="3476" y="2828"/>
              <a:ext cx="0" cy="5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Line 45"/>
            <p:cNvSpPr>
              <a:spLocks noChangeShapeType="1"/>
            </p:cNvSpPr>
            <p:nvPr/>
          </p:nvSpPr>
          <p:spPr bwMode="auto">
            <a:xfrm flipV="1">
              <a:off x="3526" y="2686"/>
              <a:ext cx="0" cy="73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Line 46"/>
            <p:cNvSpPr>
              <a:spLocks noChangeShapeType="1"/>
            </p:cNvSpPr>
            <p:nvPr/>
          </p:nvSpPr>
          <p:spPr bwMode="auto">
            <a:xfrm flipV="1">
              <a:off x="3575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Line 47"/>
            <p:cNvSpPr>
              <a:spLocks noChangeShapeType="1"/>
            </p:cNvSpPr>
            <p:nvPr/>
          </p:nvSpPr>
          <p:spPr bwMode="auto">
            <a:xfrm flipV="1">
              <a:off x="3624" y="2875"/>
              <a:ext cx="0" cy="5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 flipV="1">
              <a:off x="3673" y="2922"/>
              <a:ext cx="0" cy="49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 flipV="1">
              <a:off x="3722" y="2992"/>
              <a:ext cx="0" cy="42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 flipV="1">
              <a:off x="3771" y="3087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 flipV="1">
              <a:off x="3820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 flipV="1">
              <a:off x="3965" y="3016"/>
              <a:ext cx="0" cy="40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Line 53"/>
            <p:cNvSpPr>
              <a:spLocks noChangeShapeType="1"/>
            </p:cNvSpPr>
            <p:nvPr/>
          </p:nvSpPr>
          <p:spPr bwMode="auto">
            <a:xfrm flipV="1">
              <a:off x="4015" y="3087"/>
              <a:ext cx="0" cy="32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0" name="Line 54"/>
            <p:cNvSpPr>
              <a:spLocks noChangeShapeType="1"/>
            </p:cNvSpPr>
            <p:nvPr/>
          </p:nvSpPr>
          <p:spPr bwMode="auto">
            <a:xfrm flipV="1">
              <a:off x="4211" y="3157"/>
              <a:ext cx="0" cy="2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Line 55"/>
            <p:cNvSpPr>
              <a:spLocks noChangeShapeType="1"/>
            </p:cNvSpPr>
            <p:nvPr/>
          </p:nvSpPr>
          <p:spPr bwMode="auto">
            <a:xfrm flipV="1">
              <a:off x="3239" y="216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2" name="Group 56"/>
          <p:cNvGrpSpPr>
            <a:grpSpLocks/>
          </p:cNvGrpSpPr>
          <p:nvPr/>
        </p:nvGrpSpPr>
        <p:grpSpPr bwMode="auto">
          <a:xfrm>
            <a:off x="4876800" y="3962400"/>
            <a:ext cx="3171825" cy="1130300"/>
            <a:chOff x="3234" y="2168"/>
            <a:chExt cx="1752" cy="1248"/>
          </a:xfrm>
        </p:grpSpPr>
        <p:sp>
          <p:nvSpPr>
            <p:cNvPr id="43" name="Line 57"/>
            <p:cNvSpPr>
              <a:spLocks noChangeShapeType="1"/>
            </p:cNvSpPr>
            <p:nvPr/>
          </p:nvSpPr>
          <p:spPr bwMode="auto">
            <a:xfrm>
              <a:off x="3234" y="3416"/>
              <a:ext cx="17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Line 58"/>
            <p:cNvSpPr>
              <a:spLocks noChangeShapeType="1"/>
            </p:cNvSpPr>
            <p:nvPr/>
          </p:nvSpPr>
          <p:spPr bwMode="auto">
            <a:xfrm flipV="1">
              <a:off x="3239" y="2357"/>
              <a:ext cx="0" cy="1059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" name="Line 59"/>
            <p:cNvSpPr>
              <a:spLocks noChangeShapeType="1"/>
            </p:cNvSpPr>
            <p:nvPr/>
          </p:nvSpPr>
          <p:spPr bwMode="auto">
            <a:xfrm flipV="1">
              <a:off x="3280" y="2969"/>
              <a:ext cx="0" cy="44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Line 60"/>
            <p:cNvSpPr>
              <a:spLocks noChangeShapeType="1"/>
            </p:cNvSpPr>
            <p:nvPr/>
          </p:nvSpPr>
          <p:spPr bwMode="auto">
            <a:xfrm flipV="1">
              <a:off x="3329" y="2545"/>
              <a:ext cx="0" cy="87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Line 62"/>
            <p:cNvSpPr>
              <a:spLocks noChangeShapeType="1"/>
            </p:cNvSpPr>
            <p:nvPr/>
          </p:nvSpPr>
          <p:spPr bwMode="auto">
            <a:xfrm flipV="1">
              <a:off x="3427" y="2639"/>
              <a:ext cx="0" cy="777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9" name="Line 63"/>
            <p:cNvSpPr>
              <a:spLocks noChangeShapeType="1"/>
            </p:cNvSpPr>
            <p:nvPr/>
          </p:nvSpPr>
          <p:spPr bwMode="auto">
            <a:xfrm flipV="1">
              <a:off x="3476" y="2828"/>
              <a:ext cx="0" cy="58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Line 64"/>
            <p:cNvSpPr>
              <a:spLocks noChangeShapeType="1"/>
            </p:cNvSpPr>
            <p:nvPr/>
          </p:nvSpPr>
          <p:spPr bwMode="auto">
            <a:xfrm flipV="1">
              <a:off x="3526" y="2686"/>
              <a:ext cx="0" cy="73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1" name="Line 65"/>
            <p:cNvSpPr>
              <a:spLocks noChangeShapeType="1"/>
            </p:cNvSpPr>
            <p:nvPr/>
          </p:nvSpPr>
          <p:spPr bwMode="auto">
            <a:xfrm flipV="1">
              <a:off x="3575" y="3063"/>
              <a:ext cx="0" cy="353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2" name="Line 66"/>
            <p:cNvSpPr>
              <a:spLocks noChangeShapeType="1"/>
            </p:cNvSpPr>
            <p:nvPr/>
          </p:nvSpPr>
          <p:spPr bwMode="auto">
            <a:xfrm flipV="1">
              <a:off x="3624" y="2875"/>
              <a:ext cx="0" cy="541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Line 67"/>
            <p:cNvSpPr>
              <a:spLocks noChangeShapeType="1"/>
            </p:cNvSpPr>
            <p:nvPr/>
          </p:nvSpPr>
          <p:spPr bwMode="auto">
            <a:xfrm flipV="1">
              <a:off x="3673" y="2922"/>
              <a:ext cx="0" cy="49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4" name="Line 68"/>
            <p:cNvSpPr>
              <a:spLocks noChangeShapeType="1"/>
            </p:cNvSpPr>
            <p:nvPr/>
          </p:nvSpPr>
          <p:spPr bwMode="auto">
            <a:xfrm flipV="1">
              <a:off x="3722" y="2992"/>
              <a:ext cx="0" cy="42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0" name="Line 74"/>
            <p:cNvSpPr>
              <a:spLocks noChangeShapeType="1"/>
            </p:cNvSpPr>
            <p:nvPr/>
          </p:nvSpPr>
          <p:spPr bwMode="auto">
            <a:xfrm flipV="1">
              <a:off x="3239" y="2168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2" name="Text Box 76"/>
          <p:cNvSpPr txBox="1">
            <a:spLocks noChangeArrowheads="1"/>
          </p:cNvSpPr>
          <p:nvPr/>
        </p:nvSpPr>
        <p:spPr bwMode="auto">
          <a:xfrm>
            <a:off x="8534400" y="5867400"/>
            <a:ext cx="4333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l-GR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baseline="-25000">
                <a:solidFill>
                  <a:schemeClr val="tx1"/>
                </a:solidFill>
              </a:rPr>
              <a:t>ex</a:t>
            </a:r>
          </a:p>
        </p:txBody>
      </p:sp>
      <p:sp>
        <p:nvSpPr>
          <p:cNvPr id="63" name="Rectangle 78"/>
          <p:cNvSpPr>
            <a:spLocks noChangeArrowheads="1"/>
          </p:cNvSpPr>
          <p:nvPr/>
        </p:nvSpPr>
        <p:spPr bwMode="auto">
          <a:xfrm>
            <a:off x="381000" y="4267200"/>
            <a:ext cx="685800" cy="7620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4" name="Line 79"/>
          <p:cNvSpPr>
            <a:spLocks noChangeShapeType="1"/>
          </p:cNvSpPr>
          <p:nvPr/>
        </p:nvSpPr>
        <p:spPr bwMode="auto">
          <a:xfrm flipH="1">
            <a:off x="1079500" y="4603750"/>
            <a:ext cx="2921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65" name="AutoShape 80"/>
          <p:cNvSpPr>
            <a:spLocks noChangeArrowheads="1"/>
          </p:cNvSpPr>
          <p:nvPr/>
        </p:nvSpPr>
        <p:spPr bwMode="auto">
          <a:xfrm>
            <a:off x="1138238" y="3733800"/>
            <a:ext cx="466725" cy="381000"/>
          </a:xfrm>
          <a:prstGeom prst="flowChartMerg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6" name="Line 81"/>
          <p:cNvSpPr>
            <a:spLocks noChangeShapeType="1"/>
          </p:cNvSpPr>
          <p:nvPr/>
        </p:nvSpPr>
        <p:spPr bwMode="auto">
          <a:xfrm>
            <a:off x="1371600" y="4114800"/>
            <a:ext cx="0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67" name="Text Box 82"/>
          <p:cNvSpPr txBox="1">
            <a:spLocks noChangeArrowheads="1"/>
          </p:cNvSpPr>
          <p:nvPr/>
        </p:nvSpPr>
        <p:spPr bwMode="auto">
          <a:xfrm>
            <a:off x="228600" y="5091113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400">
                <a:solidFill>
                  <a:schemeClr val="tx1"/>
                </a:solidFill>
              </a:rPr>
              <a:t>Transmitter</a:t>
            </a:r>
          </a:p>
        </p:txBody>
      </p:sp>
      <p:sp>
        <p:nvSpPr>
          <p:cNvPr id="68" name="AutoShape 83"/>
          <p:cNvSpPr>
            <a:spLocks noChangeArrowheads="1"/>
          </p:cNvSpPr>
          <p:nvPr/>
        </p:nvSpPr>
        <p:spPr bwMode="auto">
          <a:xfrm>
            <a:off x="2438400" y="3276600"/>
            <a:ext cx="466725" cy="381000"/>
          </a:xfrm>
          <a:prstGeom prst="flowChartMerg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69" name="Line 84"/>
          <p:cNvSpPr>
            <a:spLocks noChangeShapeType="1"/>
          </p:cNvSpPr>
          <p:nvPr/>
        </p:nvSpPr>
        <p:spPr bwMode="auto">
          <a:xfrm flipH="1">
            <a:off x="2667000" y="3657600"/>
            <a:ext cx="4763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0" name="AutoShape 85"/>
          <p:cNvSpPr>
            <a:spLocks noChangeArrowheads="1"/>
          </p:cNvSpPr>
          <p:nvPr/>
        </p:nvSpPr>
        <p:spPr bwMode="auto">
          <a:xfrm>
            <a:off x="3276600" y="4191000"/>
            <a:ext cx="466725" cy="381000"/>
          </a:xfrm>
          <a:prstGeom prst="flowChartMerg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71" name="Line 86"/>
          <p:cNvSpPr>
            <a:spLocks noChangeShapeType="1"/>
          </p:cNvSpPr>
          <p:nvPr/>
        </p:nvSpPr>
        <p:spPr bwMode="auto">
          <a:xfrm>
            <a:off x="3509963" y="4540250"/>
            <a:ext cx="0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2" name="AutoShape 87"/>
          <p:cNvSpPr>
            <a:spLocks noChangeArrowheads="1"/>
          </p:cNvSpPr>
          <p:nvPr/>
        </p:nvSpPr>
        <p:spPr bwMode="auto">
          <a:xfrm>
            <a:off x="3886200" y="5073650"/>
            <a:ext cx="466725" cy="381000"/>
          </a:xfrm>
          <a:prstGeom prst="flowChartMerge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CA"/>
          </a:p>
        </p:txBody>
      </p:sp>
      <p:sp>
        <p:nvSpPr>
          <p:cNvPr id="73" name="Line 88"/>
          <p:cNvSpPr>
            <a:spLocks noChangeShapeType="1"/>
          </p:cNvSpPr>
          <p:nvPr/>
        </p:nvSpPr>
        <p:spPr bwMode="auto">
          <a:xfrm>
            <a:off x="4114800" y="5454650"/>
            <a:ext cx="0" cy="41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4" name="Line 89"/>
          <p:cNvSpPr>
            <a:spLocks noChangeShapeType="1"/>
          </p:cNvSpPr>
          <p:nvPr/>
        </p:nvSpPr>
        <p:spPr bwMode="auto">
          <a:xfrm>
            <a:off x="2667000" y="4114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5" name="Line 90"/>
          <p:cNvSpPr>
            <a:spLocks noChangeShapeType="1"/>
          </p:cNvSpPr>
          <p:nvPr/>
        </p:nvSpPr>
        <p:spPr bwMode="auto">
          <a:xfrm>
            <a:off x="3505200" y="5029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6" name="Line 91"/>
          <p:cNvSpPr>
            <a:spLocks noChangeShapeType="1"/>
          </p:cNvSpPr>
          <p:nvPr/>
        </p:nvSpPr>
        <p:spPr bwMode="auto">
          <a:xfrm>
            <a:off x="4114800" y="5867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7" name="Line 92"/>
          <p:cNvSpPr>
            <a:spLocks noChangeShapeType="1"/>
          </p:cNvSpPr>
          <p:nvPr/>
        </p:nvSpPr>
        <p:spPr bwMode="auto">
          <a:xfrm>
            <a:off x="2514600" y="4114800"/>
            <a:ext cx="1676400" cy="18907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78" name="Text Box 93"/>
          <p:cNvSpPr txBox="1">
            <a:spLocks noChangeArrowheads="1"/>
          </p:cNvSpPr>
          <p:nvPr/>
        </p:nvSpPr>
        <p:spPr bwMode="auto">
          <a:xfrm>
            <a:off x="2438400" y="5105400"/>
            <a:ext cx="1295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Time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9" name="Text Box 105"/>
          <p:cNvSpPr txBox="1">
            <a:spLocks noChangeArrowheads="1"/>
          </p:cNvSpPr>
          <p:nvPr/>
        </p:nvSpPr>
        <p:spPr bwMode="auto">
          <a:xfrm>
            <a:off x="7924800" y="5043488"/>
            <a:ext cx="4333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l-GR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baseline="-25000">
                <a:solidFill>
                  <a:schemeClr val="tx1"/>
                </a:solidFill>
              </a:rPr>
              <a:t>ex</a:t>
            </a:r>
          </a:p>
        </p:txBody>
      </p:sp>
      <p:sp>
        <p:nvSpPr>
          <p:cNvPr id="80" name="Text Box 106"/>
          <p:cNvSpPr txBox="1">
            <a:spLocks noChangeArrowheads="1"/>
          </p:cNvSpPr>
          <p:nvPr/>
        </p:nvSpPr>
        <p:spPr bwMode="auto">
          <a:xfrm>
            <a:off x="7086600" y="4129088"/>
            <a:ext cx="4333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l-GR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baseline="-25000">
                <a:solidFill>
                  <a:schemeClr val="tx1"/>
                </a:solidFill>
              </a:rPr>
              <a:t>ex</a:t>
            </a:r>
          </a:p>
        </p:txBody>
      </p:sp>
      <p:sp>
        <p:nvSpPr>
          <p:cNvPr id="84" name="Line 110"/>
          <p:cNvSpPr>
            <a:spLocks noChangeShapeType="1"/>
          </p:cNvSpPr>
          <p:nvPr/>
        </p:nvSpPr>
        <p:spPr bwMode="auto">
          <a:xfrm flipV="1">
            <a:off x="1752600" y="3505200"/>
            <a:ext cx="609600" cy="457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85" name="Line 111"/>
          <p:cNvSpPr>
            <a:spLocks noChangeShapeType="1"/>
          </p:cNvSpPr>
          <p:nvPr/>
        </p:nvSpPr>
        <p:spPr bwMode="auto">
          <a:xfrm>
            <a:off x="1752600" y="4114800"/>
            <a:ext cx="1524000" cy="304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86" name="Line 112"/>
          <p:cNvSpPr>
            <a:spLocks noChangeShapeType="1"/>
          </p:cNvSpPr>
          <p:nvPr/>
        </p:nvSpPr>
        <p:spPr bwMode="auto">
          <a:xfrm>
            <a:off x="1752600" y="4343400"/>
            <a:ext cx="2057400" cy="914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87" name="TextBox 86"/>
          <p:cNvSpPr txBox="1"/>
          <p:nvPr/>
        </p:nvSpPr>
        <p:spPr>
          <a:xfrm>
            <a:off x="857224" y="1214422"/>
            <a:ext cx="6500858" cy="169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</a:rPr>
              <a:t>The channel is generally time varying due to: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</a:rPr>
              <a:t>User changes location.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</a:rPr>
              <a:t>Object gets between the transmitter and receiver (bus)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</a:pPr>
            <a:r>
              <a:rPr lang="en-US" dirty="0" smtClean="0">
                <a:latin typeface="Times New Roman" pitchFamily="18" charset="0"/>
              </a:rPr>
              <a:t>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endParaRPr lang="en-CA" dirty="0" smtClean="0">
              <a:latin typeface="Times New Roman" pitchFamily="18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500958" y="4286256"/>
            <a:ext cx="214314" cy="1428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0" name="Rectangle 89"/>
          <p:cNvSpPr/>
          <p:nvPr/>
        </p:nvSpPr>
        <p:spPr>
          <a:xfrm>
            <a:off x="7715272" y="3929066"/>
            <a:ext cx="214314" cy="5000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1" name="Rectangle 90"/>
          <p:cNvSpPr/>
          <p:nvPr/>
        </p:nvSpPr>
        <p:spPr>
          <a:xfrm>
            <a:off x="7929586" y="3929066"/>
            <a:ext cx="214314" cy="5000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3" name="Straight Arrow Connector 92"/>
          <p:cNvCxnSpPr>
            <a:stCxn id="89" idx="2"/>
          </p:cNvCxnSpPr>
          <p:nvPr/>
        </p:nvCxnSpPr>
        <p:spPr>
          <a:xfrm rot="16200000" flipH="1">
            <a:off x="8090321" y="3946926"/>
            <a:ext cx="794" cy="9652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89" idx="1"/>
          </p:cNvCxnSpPr>
          <p:nvPr/>
        </p:nvCxnSpPr>
        <p:spPr>
          <a:xfrm rot="10800000">
            <a:off x="7500958" y="3143250"/>
            <a:ext cx="1588" cy="12144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5715008" y="2786058"/>
            <a:ext cx="214314" cy="78581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7" name="Rectangle 96"/>
          <p:cNvSpPr/>
          <p:nvPr/>
        </p:nvSpPr>
        <p:spPr>
          <a:xfrm>
            <a:off x="5929322" y="3071810"/>
            <a:ext cx="214314" cy="5000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8" name="Rectangle 97"/>
          <p:cNvSpPr/>
          <p:nvPr/>
        </p:nvSpPr>
        <p:spPr>
          <a:xfrm>
            <a:off x="6143636" y="3214686"/>
            <a:ext cx="214314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9" name="Straight Arrow Connector 98"/>
          <p:cNvCxnSpPr>
            <a:stCxn id="96" idx="2"/>
          </p:cNvCxnSpPr>
          <p:nvPr/>
        </p:nvCxnSpPr>
        <p:spPr>
          <a:xfrm rot="16200000" flipH="1">
            <a:off x="6304371" y="3089669"/>
            <a:ext cx="1588" cy="9644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96" idx="1"/>
          </p:cNvCxnSpPr>
          <p:nvPr/>
        </p:nvCxnSpPr>
        <p:spPr>
          <a:xfrm rot="10800000">
            <a:off x="5715008" y="2285993"/>
            <a:ext cx="1588" cy="892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7929586" y="5572140"/>
            <a:ext cx="214314" cy="2857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8" name="Rectangle 107"/>
          <p:cNvSpPr/>
          <p:nvPr/>
        </p:nvSpPr>
        <p:spPr>
          <a:xfrm>
            <a:off x="8143900" y="5357826"/>
            <a:ext cx="214314" cy="5000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9" name="Rectangle 108"/>
          <p:cNvSpPr/>
          <p:nvPr/>
        </p:nvSpPr>
        <p:spPr>
          <a:xfrm>
            <a:off x="8358214" y="5000636"/>
            <a:ext cx="214314" cy="8572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0" name="Straight Arrow Connector 109"/>
          <p:cNvCxnSpPr>
            <a:stCxn id="107" idx="2"/>
          </p:cNvCxnSpPr>
          <p:nvPr/>
        </p:nvCxnSpPr>
        <p:spPr>
          <a:xfrm rot="16200000" flipH="1">
            <a:off x="8518949" y="5375686"/>
            <a:ext cx="794" cy="9652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107" idx="1"/>
          </p:cNvCxnSpPr>
          <p:nvPr/>
        </p:nvCxnSpPr>
        <p:spPr>
          <a:xfrm rot="10800000">
            <a:off x="7929586" y="4572010"/>
            <a:ext cx="1588" cy="11430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OFDMA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u="sng" dirty="0" smtClean="0"/>
              <a:t>O</a:t>
            </a:r>
            <a:r>
              <a:rPr lang="en-US" sz="2400" dirty="0" smtClean="0"/>
              <a:t>rthogonal </a:t>
            </a:r>
            <a:r>
              <a:rPr lang="en-US" sz="2400" b="1" u="sng" dirty="0" smtClean="0"/>
              <a:t>F</a:t>
            </a:r>
            <a:r>
              <a:rPr lang="en-US" sz="2400" dirty="0" smtClean="0"/>
              <a:t>requency </a:t>
            </a:r>
            <a:r>
              <a:rPr lang="en-US" sz="2400" b="1" u="sng" dirty="0" smtClean="0"/>
              <a:t>D</a:t>
            </a:r>
            <a:r>
              <a:rPr lang="en-US" sz="2400" dirty="0" smtClean="0"/>
              <a:t>ivision </a:t>
            </a:r>
            <a:r>
              <a:rPr lang="en-US" sz="2400" b="1" u="sng" dirty="0" smtClean="0"/>
              <a:t>M</a:t>
            </a:r>
            <a:r>
              <a:rPr lang="en-US" sz="2400" dirty="0" smtClean="0"/>
              <a:t>ultiple Access.</a:t>
            </a:r>
          </a:p>
          <a:p>
            <a:r>
              <a:rPr lang="en-US" sz="2400" dirty="0" smtClean="0"/>
              <a:t>A subcarrier is exclusively assigned to a user.</a:t>
            </a:r>
          </a:p>
          <a:p>
            <a:r>
              <a:rPr lang="en-US" sz="2400" dirty="0" smtClean="0"/>
              <a:t>Exploits multiuser diversity.</a:t>
            </a:r>
          </a:p>
          <a:p>
            <a:r>
              <a:rPr lang="en-US" sz="2400" dirty="0" smtClean="0"/>
              <a:t>Dynamic subcarrier assignment</a:t>
            </a:r>
          </a:p>
          <a:p>
            <a:endParaRPr lang="en-US" sz="2400" dirty="0" smtClean="0"/>
          </a:p>
          <a:p>
            <a:endParaRPr lang="en-CA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500166" y="5857892"/>
            <a:ext cx="292895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 flipH="1" flipV="1">
            <a:off x="500034" y="4857760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00166" y="442913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00166" y="478632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500166" y="514351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1500166" y="407194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/>
        </p:nvSpPr>
        <p:spPr>
          <a:xfrm>
            <a:off x="714348" y="4429132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Sub-2</a:t>
            </a:r>
            <a:endParaRPr lang="en-CA" dirty="0"/>
          </a:p>
        </p:txBody>
      </p:sp>
      <p:sp>
        <p:nvSpPr>
          <p:cNvPr id="12" name="TextBox 11"/>
          <p:cNvSpPr txBox="1"/>
          <p:nvPr/>
        </p:nvSpPr>
        <p:spPr>
          <a:xfrm>
            <a:off x="714348" y="4071942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Sub-1</a:t>
            </a:r>
            <a:endParaRPr lang="en-CA" dirty="0"/>
          </a:p>
        </p:txBody>
      </p:sp>
      <p:sp>
        <p:nvSpPr>
          <p:cNvPr id="13" name="TextBox 12"/>
          <p:cNvSpPr txBox="1"/>
          <p:nvPr/>
        </p:nvSpPr>
        <p:spPr>
          <a:xfrm>
            <a:off x="714348" y="5143512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Sub-4</a:t>
            </a:r>
            <a:endParaRPr lang="en-CA" dirty="0"/>
          </a:p>
        </p:txBody>
      </p:sp>
      <p:sp>
        <p:nvSpPr>
          <p:cNvPr id="14" name="TextBox 13"/>
          <p:cNvSpPr txBox="1"/>
          <p:nvPr/>
        </p:nvSpPr>
        <p:spPr>
          <a:xfrm>
            <a:off x="714348" y="477418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Sub-3</a:t>
            </a:r>
            <a:endParaRPr lang="en-CA" dirty="0"/>
          </a:p>
        </p:txBody>
      </p:sp>
      <p:sp>
        <p:nvSpPr>
          <p:cNvPr id="15" name="TextBox 14"/>
          <p:cNvSpPr txBox="1"/>
          <p:nvPr/>
        </p:nvSpPr>
        <p:spPr>
          <a:xfrm>
            <a:off x="714348" y="5500702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Sub-5</a:t>
            </a:r>
            <a:endParaRPr lang="en-CA" dirty="0"/>
          </a:p>
        </p:txBody>
      </p:sp>
      <p:sp>
        <p:nvSpPr>
          <p:cNvPr id="16" name="Rectangle 15"/>
          <p:cNvSpPr/>
          <p:nvPr/>
        </p:nvSpPr>
        <p:spPr>
          <a:xfrm>
            <a:off x="2000232" y="478632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/>
          <p:cNvSpPr/>
          <p:nvPr/>
        </p:nvSpPr>
        <p:spPr>
          <a:xfrm>
            <a:off x="2000232" y="514351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/>
          <p:cNvSpPr/>
          <p:nvPr/>
        </p:nvSpPr>
        <p:spPr>
          <a:xfrm>
            <a:off x="2000232" y="550070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/>
          <p:cNvSpPr/>
          <p:nvPr/>
        </p:nvSpPr>
        <p:spPr>
          <a:xfrm>
            <a:off x="2000232" y="407194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/>
          <p:cNvSpPr/>
          <p:nvPr/>
        </p:nvSpPr>
        <p:spPr>
          <a:xfrm>
            <a:off x="2500298" y="442913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2500298" y="478632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/>
          <p:cNvSpPr/>
          <p:nvPr/>
        </p:nvSpPr>
        <p:spPr>
          <a:xfrm>
            <a:off x="2500298" y="514351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/>
          <p:cNvSpPr/>
          <p:nvPr/>
        </p:nvSpPr>
        <p:spPr>
          <a:xfrm>
            <a:off x="2500298" y="550070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2500298" y="407194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/>
          <p:cNvSpPr/>
          <p:nvPr/>
        </p:nvSpPr>
        <p:spPr>
          <a:xfrm>
            <a:off x="3000364" y="4429132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/>
          <p:cNvSpPr/>
          <p:nvPr/>
        </p:nvSpPr>
        <p:spPr>
          <a:xfrm>
            <a:off x="3000364" y="478632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/>
          <p:cNvSpPr/>
          <p:nvPr/>
        </p:nvSpPr>
        <p:spPr>
          <a:xfrm>
            <a:off x="3000364" y="514351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/>
          <p:cNvSpPr/>
          <p:nvPr/>
        </p:nvSpPr>
        <p:spPr>
          <a:xfrm>
            <a:off x="3000364" y="550070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/>
          <p:cNvSpPr/>
          <p:nvPr/>
        </p:nvSpPr>
        <p:spPr>
          <a:xfrm>
            <a:off x="3000364" y="407194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 29"/>
          <p:cNvSpPr/>
          <p:nvPr/>
        </p:nvSpPr>
        <p:spPr>
          <a:xfrm>
            <a:off x="4000496" y="3857628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/>
          <p:cNvSpPr/>
          <p:nvPr/>
        </p:nvSpPr>
        <p:spPr>
          <a:xfrm>
            <a:off x="4000496" y="4429132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/>
          <p:cNvSpPr/>
          <p:nvPr/>
        </p:nvSpPr>
        <p:spPr>
          <a:xfrm>
            <a:off x="4000496" y="4929198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/>
          <p:cNvSpPr/>
          <p:nvPr/>
        </p:nvSpPr>
        <p:spPr>
          <a:xfrm>
            <a:off x="4000496" y="5429264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TextBox 33"/>
          <p:cNvSpPr txBox="1"/>
          <p:nvPr/>
        </p:nvSpPr>
        <p:spPr>
          <a:xfrm>
            <a:off x="357158" y="3571876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Frequency</a:t>
            </a:r>
            <a:endParaRPr lang="en-CA" dirty="0"/>
          </a:p>
        </p:txBody>
      </p:sp>
      <p:sp>
        <p:nvSpPr>
          <p:cNvPr id="35" name="TextBox 34"/>
          <p:cNvSpPr txBox="1"/>
          <p:nvPr/>
        </p:nvSpPr>
        <p:spPr>
          <a:xfrm>
            <a:off x="4000496" y="592933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Time</a:t>
            </a:r>
            <a:endParaRPr lang="en-CA" i="1" dirty="0"/>
          </a:p>
        </p:txBody>
      </p:sp>
      <p:sp>
        <p:nvSpPr>
          <p:cNvPr id="36" name="TextBox 35"/>
          <p:cNvSpPr txBox="1"/>
          <p:nvPr/>
        </p:nvSpPr>
        <p:spPr>
          <a:xfrm flipH="1">
            <a:off x="4643438" y="442913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2</a:t>
            </a:r>
            <a:endParaRPr lang="en-CA" dirty="0"/>
          </a:p>
        </p:txBody>
      </p:sp>
      <p:sp>
        <p:nvSpPr>
          <p:cNvPr id="37" name="TextBox 36"/>
          <p:cNvSpPr txBox="1"/>
          <p:nvPr/>
        </p:nvSpPr>
        <p:spPr>
          <a:xfrm flipH="1">
            <a:off x="4643438" y="385762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1</a:t>
            </a:r>
            <a:endParaRPr lang="en-CA" dirty="0"/>
          </a:p>
        </p:txBody>
      </p:sp>
      <p:sp>
        <p:nvSpPr>
          <p:cNvPr id="38" name="TextBox 37"/>
          <p:cNvSpPr txBox="1"/>
          <p:nvPr/>
        </p:nvSpPr>
        <p:spPr>
          <a:xfrm flipH="1">
            <a:off x="4643438" y="5429264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4</a:t>
            </a:r>
            <a:endParaRPr lang="en-CA" dirty="0"/>
          </a:p>
        </p:txBody>
      </p:sp>
      <p:sp>
        <p:nvSpPr>
          <p:cNvPr id="39" name="TextBox 38"/>
          <p:cNvSpPr txBox="1"/>
          <p:nvPr/>
        </p:nvSpPr>
        <p:spPr>
          <a:xfrm flipH="1">
            <a:off x="4643438" y="492919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3</a:t>
            </a:r>
            <a:endParaRPr lang="en-CA" dirty="0"/>
          </a:p>
        </p:txBody>
      </p:sp>
      <p:sp>
        <p:nvSpPr>
          <p:cNvPr id="40" name="Rectangle 39"/>
          <p:cNvSpPr/>
          <p:nvPr/>
        </p:nvSpPr>
        <p:spPr>
          <a:xfrm>
            <a:off x="1500166" y="550070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Rectangle 40"/>
          <p:cNvSpPr/>
          <p:nvPr/>
        </p:nvSpPr>
        <p:spPr>
          <a:xfrm>
            <a:off x="2000232" y="4429132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2" name="Diagram 41"/>
          <p:cNvGraphicFramePr/>
          <p:nvPr/>
        </p:nvGraphicFramePr>
        <p:xfrm>
          <a:off x="5572132" y="2786058"/>
          <a:ext cx="3357618" cy="2357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6" name="Multiply 45"/>
          <p:cNvSpPr/>
          <p:nvPr/>
        </p:nvSpPr>
        <p:spPr>
          <a:xfrm>
            <a:off x="6643702" y="3429000"/>
            <a:ext cx="1071570" cy="5715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Multiply 46"/>
          <p:cNvSpPr/>
          <p:nvPr/>
        </p:nvSpPr>
        <p:spPr>
          <a:xfrm>
            <a:off x="6643702" y="4357694"/>
            <a:ext cx="1071570" cy="5715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Multiply 47"/>
          <p:cNvSpPr/>
          <p:nvPr/>
        </p:nvSpPr>
        <p:spPr>
          <a:xfrm>
            <a:off x="6643702" y="3906764"/>
            <a:ext cx="1071570" cy="57150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52400"/>
            <a:ext cx="8329642" cy="633394"/>
          </a:xfrm>
        </p:spPr>
        <p:txBody>
          <a:bodyPr/>
          <a:lstStyle/>
          <a:p>
            <a:r>
              <a:rPr lang="en-US" dirty="0" smtClean="0"/>
              <a:t>OFDMA Resource Allocation </a:t>
            </a:r>
            <a:endParaRPr lang="en-CA" dirty="0"/>
          </a:p>
        </p:txBody>
      </p:sp>
      <p:sp>
        <p:nvSpPr>
          <p:cNvPr id="6" name="Freeform 4"/>
          <p:cNvSpPr>
            <a:spLocks/>
          </p:cNvSpPr>
          <p:nvPr/>
        </p:nvSpPr>
        <p:spPr bwMode="auto">
          <a:xfrm>
            <a:off x="1146176" y="1357306"/>
            <a:ext cx="459569" cy="88200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6" y="788"/>
              </a:cxn>
            </a:cxnLst>
            <a:rect l="0" t="0" r="r" b="b"/>
            <a:pathLst>
              <a:path w="336" h="788">
                <a:moveTo>
                  <a:pt x="0" y="0"/>
                </a:moveTo>
                <a:lnTo>
                  <a:pt x="336" y="788"/>
                </a:lnTo>
              </a:path>
            </a:pathLst>
          </a:custGeom>
          <a:noFill/>
          <a:ln w="44450">
            <a:solidFill>
              <a:srgbClr val="3366FF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285721" y="2214554"/>
            <a:ext cx="2728692" cy="354818"/>
          </a:xfrm>
          <a:prstGeom prst="ellipse">
            <a:avLst/>
          </a:prstGeom>
          <a:gradFill rotWithShape="1">
            <a:gsLst>
              <a:gs pos="0">
                <a:srgbClr val="F2D1A4">
                  <a:alpha val="48000"/>
                </a:srgbClr>
              </a:gs>
              <a:gs pos="100000">
                <a:schemeClr val="bg1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8" name="Cloud"/>
          <p:cNvSpPr>
            <a:spLocks noChangeAspect="1" noEditPoints="1" noChangeArrowheads="1"/>
          </p:cNvSpPr>
          <p:nvPr/>
        </p:nvSpPr>
        <p:spPr bwMode="auto">
          <a:xfrm>
            <a:off x="0" y="571480"/>
            <a:ext cx="1296988" cy="86995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9" name="Picture 9" descr="MCj0382585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4572000"/>
            <a:ext cx="1752600" cy="1752600"/>
          </a:xfrm>
          <a:prstGeom prst="rect">
            <a:avLst/>
          </a:prstGeom>
          <a:noFill/>
        </p:spPr>
      </p:pic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4343400" y="48768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4343400" y="5715000"/>
            <a:ext cx="152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pic>
        <p:nvPicPr>
          <p:cNvPr id="12" name="Picture 14" descr="j034999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240570">
            <a:off x="1175305" y="1324258"/>
            <a:ext cx="1132076" cy="96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285720" y="2357430"/>
            <a:ext cx="27511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smtClean="0">
                <a:solidFill>
                  <a:schemeClr val="tx2"/>
                </a:solidFill>
              </a:rPr>
              <a:t>Base </a:t>
            </a:r>
            <a:r>
              <a:rPr lang="en-US" sz="1400" dirty="0">
                <a:solidFill>
                  <a:schemeClr val="tx2"/>
                </a:solidFill>
              </a:rPr>
              <a:t>Station ( </a:t>
            </a:r>
            <a:r>
              <a:rPr lang="en-US" sz="1400" b="1" dirty="0">
                <a:solidFill>
                  <a:schemeClr val="tx2"/>
                </a:solidFill>
              </a:rPr>
              <a:t>BS </a:t>
            </a:r>
            <a:r>
              <a:rPr lang="en-US" sz="14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286248" y="6143644"/>
            <a:ext cx="2362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smtClean="0">
                <a:solidFill>
                  <a:schemeClr val="tx2"/>
                </a:solidFill>
              </a:rPr>
              <a:t>User # 1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>
            <a:off x="7431088" y="5097463"/>
            <a:ext cx="0" cy="838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>
            <a:off x="7431088" y="5935663"/>
            <a:ext cx="1524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7072330" y="6072206"/>
            <a:ext cx="100013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 smtClean="0">
                <a:solidFill>
                  <a:schemeClr val="tx2"/>
                </a:solidFill>
              </a:rPr>
              <a:t>User # 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AutoShape 10"/>
          <p:cNvSpPr>
            <a:spLocks noChangeArrowheads="1"/>
          </p:cNvSpPr>
          <p:nvPr/>
        </p:nvSpPr>
        <p:spPr bwMode="auto">
          <a:xfrm rot="10800000">
            <a:off x="4075113" y="4503738"/>
            <a:ext cx="533400" cy="3810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19" name="AutoShape 18"/>
          <p:cNvSpPr>
            <a:spLocks noChangeArrowheads="1"/>
          </p:cNvSpPr>
          <p:nvPr/>
        </p:nvSpPr>
        <p:spPr bwMode="auto">
          <a:xfrm rot="10800000">
            <a:off x="7162800" y="4724400"/>
            <a:ext cx="533400" cy="38100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20" name="Text Box 48"/>
          <p:cNvSpPr txBox="1">
            <a:spLocks noChangeArrowheads="1"/>
          </p:cNvSpPr>
          <p:nvPr/>
        </p:nvSpPr>
        <p:spPr bwMode="auto">
          <a:xfrm>
            <a:off x="214283" y="928670"/>
            <a:ext cx="9191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 smtClean="0">
                <a:solidFill>
                  <a:schemeClr val="bg1"/>
                </a:solidFill>
              </a:rPr>
              <a:t>Internet</a:t>
            </a:r>
            <a:endParaRPr lang="en-US" sz="1400" b="1" dirty="0">
              <a:solidFill>
                <a:schemeClr val="bg1"/>
              </a:solidFill>
            </a:endParaRPr>
          </a:p>
        </p:txBody>
      </p:sp>
      <p:grpSp>
        <p:nvGrpSpPr>
          <p:cNvPr id="138" name="Group 137"/>
          <p:cNvGrpSpPr/>
          <p:nvPr/>
        </p:nvGrpSpPr>
        <p:grpSpPr>
          <a:xfrm>
            <a:off x="285720" y="4500570"/>
            <a:ext cx="3071834" cy="1752600"/>
            <a:chOff x="285720" y="4500570"/>
            <a:chExt cx="3071834" cy="1752600"/>
          </a:xfrm>
        </p:grpSpPr>
        <p:sp>
          <p:nvSpPr>
            <p:cNvPr id="21" name="AutoShape 52"/>
            <p:cNvSpPr>
              <a:spLocks noChangeArrowheads="1"/>
            </p:cNvSpPr>
            <p:nvPr/>
          </p:nvSpPr>
          <p:spPr bwMode="auto">
            <a:xfrm rot="5400000">
              <a:off x="873891" y="3912399"/>
              <a:ext cx="1752600" cy="2928942"/>
            </a:xfrm>
            <a:custGeom>
              <a:avLst/>
              <a:gdLst>
                <a:gd name="G0" fmla="+- 8800 0 0"/>
                <a:gd name="G1" fmla="+- 19271 0 0"/>
                <a:gd name="G2" fmla="+- 4065 0 0"/>
                <a:gd name="G3" fmla="*/ 8800 1 2"/>
                <a:gd name="G4" fmla="+- G3 10800 0"/>
                <a:gd name="G5" fmla="+- 21600 8800 19271"/>
                <a:gd name="G6" fmla="+- 19271 4065 0"/>
                <a:gd name="G7" fmla="*/ G6 1 2"/>
                <a:gd name="G8" fmla="*/ 19271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9271 1 2"/>
                <a:gd name="G15" fmla="+- G5 0 G4"/>
                <a:gd name="G16" fmla="+- G0 0 G4"/>
                <a:gd name="G17" fmla="*/ G2 G15 G16"/>
                <a:gd name="T0" fmla="*/ 15200 w 21600"/>
                <a:gd name="T1" fmla="*/ 0 h 21600"/>
                <a:gd name="T2" fmla="*/ 8800 w 21600"/>
                <a:gd name="T3" fmla="*/ 4065 h 21600"/>
                <a:gd name="T4" fmla="*/ 0 w 21600"/>
                <a:gd name="T5" fmla="*/ 17037 h 21600"/>
                <a:gd name="T6" fmla="*/ 9636 w 21600"/>
                <a:gd name="T7" fmla="*/ 21600 h 21600"/>
                <a:gd name="T8" fmla="*/ 19271 w 21600"/>
                <a:gd name="T9" fmla="*/ 13078 h 21600"/>
                <a:gd name="T10" fmla="*/ 21600 w 21600"/>
                <a:gd name="T11" fmla="*/ 4065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200" y="0"/>
                  </a:moveTo>
                  <a:lnTo>
                    <a:pt x="8800" y="4065"/>
                  </a:lnTo>
                  <a:lnTo>
                    <a:pt x="11129" y="4065"/>
                  </a:lnTo>
                  <a:lnTo>
                    <a:pt x="11129" y="12474"/>
                  </a:lnTo>
                  <a:lnTo>
                    <a:pt x="0" y="12474"/>
                  </a:lnTo>
                  <a:lnTo>
                    <a:pt x="0" y="21600"/>
                  </a:lnTo>
                  <a:lnTo>
                    <a:pt x="19271" y="21600"/>
                  </a:lnTo>
                  <a:lnTo>
                    <a:pt x="19271" y="4065"/>
                  </a:lnTo>
                  <a:lnTo>
                    <a:pt x="21600" y="406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" name="Text Box 55"/>
            <p:cNvSpPr txBox="1">
              <a:spLocks noChangeArrowheads="1"/>
            </p:cNvSpPr>
            <p:nvPr/>
          </p:nvSpPr>
          <p:spPr bwMode="auto">
            <a:xfrm>
              <a:off x="285720" y="5357826"/>
              <a:ext cx="3071834" cy="661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dirty="0" smtClean="0">
                  <a:solidFill>
                    <a:schemeClr val="bg1"/>
                  </a:solidFill>
                </a:rPr>
                <a:t>Allocated subcarriers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 smtClean="0">
                  <a:solidFill>
                    <a:schemeClr val="bg1"/>
                  </a:solidFill>
                </a:rPr>
                <a:t>Trans Power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4419600" y="3143248"/>
            <a:ext cx="3124200" cy="1733552"/>
            <a:chOff x="4419600" y="3143248"/>
            <a:chExt cx="3124200" cy="1733552"/>
          </a:xfrm>
        </p:grpSpPr>
        <p:grpSp>
          <p:nvGrpSpPr>
            <p:cNvPr id="142" name="Group 141"/>
            <p:cNvGrpSpPr/>
            <p:nvPr/>
          </p:nvGrpSpPr>
          <p:grpSpPr>
            <a:xfrm>
              <a:off x="4419600" y="3505200"/>
              <a:ext cx="3124200" cy="1371600"/>
              <a:chOff x="4419600" y="3505200"/>
              <a:chExt cx="3124200" cy="1371600"/>
            </a:xfrm>
          </p:grpSpPr>
          <p:sp>
            <p:nvSpPr>
              <p:cNvPr id="38" name="Line 34"/>
              <p:cNvSpPr>
                <a:spLocks noChangeShapeType="1"/>
              </p:cNvSpPr>
              <p:nvPr/>
            </p:nvSpPr>
            <p:spPr bwMode="auto">
              <a:xfrm flipV="1">
                <a:off x="4419600" y="3505200"/>
                <a:ext cx="990600" cy="10668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9" name="Line 35"/>
              <p:cNvSpPr>
                <a:spLocks noChangeShapeType="1"/>
              </p:cNvSpPr>
              <p:nvPr/>
            </p:nvSpPr>
            <p:spPr bwMode="auto">
              <a:xfrm flipV="1">
                <a:off x="4495800" y="3505200"/>
                <a:ext cx="1219200" cy="10668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0" name="Line 36"/>
              <p:cNvSpPr>
                <a:spLocks noChangeShapeType="1"/>
              </p:cNvSpPr>
              <p:nvPr/>
            </p:nvSpPr>
            <p:spPr bwMode="auto">
              <a:xfrm flipV="1">
                <a:off x="4572000" y="3505200"/>
                <a:ext cx="1371600" cy="10668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1" name="Line 37"/>
              <p:cNvSpPr>
                <a:spLocks noChangeShapeType="1"/>
              </p:cNvSpPr>
              <p:nvPr/>
            </p:nvSpPr>
            <p:spPr bwMode="auto">
              <a:xfrm flipV="1">
                <a:off x="4572000" y="3505200"/>
                <a:ext cx="2133600" cy="10668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2" name="Line 40"/>
              <p:cNvSpPr>
                <a:spLocks noChangeShapeType="1"/>
              </p:cNvSpPr>
              <p:nvPr/>
            </p:nvSpPr>
            <p:spPr bwMode="auto">
              <a:xfrm flipH="1" flipV="1">
                <a:off x="5486400" y="3505200"/>
                <a:ext cx="2057400" cy="1295400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3" name="Line 41"/>
              <p:cNvSpPr>
                <a:spLocks noChangeShapeType="1"/>
              </p:cNvSpPr>
              <p:nvPr/>
            </p:nvSpPr>
            <p:spPr bwMode="auto">
              <a:xfrm flipH="1" flipV="1">
                <a:off x="5715000" y="3505200"/>
                <a:ext cx="1676400" cy="1295400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4" name="Line 42"/>
              <p:cNvSpPr>
                <a:spLocks noChangeShapeType="1"/>
              </p:cNvSpPr>
              <p:nvPr/>
            </p:nvSpPr>
            <p:spPr bwMode="auto">
              <a:xfrm flipH="1" flipV="1">
                <a:off x="6172200" y="3505200"/>
                <a:ext cx="1219200" cy="1371600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45" name="Line 43"/>
              <p:cNvSpPr>
                <a:spLocks noChangeShapeType="1"/>
              </p:cNvSpPr>
              <p:nvPr/>
            </p:nvSpPr>
            <p:spPr bwMode="auto">
              <a:xfrm flipH="1" flipV="1">
                <a:off x="6400800" y="3505200"/>
                <a:ext cx="1066800" cy="1219200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</p:grpSp>
        <p:grpSp>
          <p:nvGrpSpPr>
            <p:cNvPr id="139" name="Group 138"/>
            <p:cNvGrpSpPr/>
            <p:nvPr/>
          </p:nvGrpSpPr>
          <p:grpSpPr>
            <a:xfrm>
              <a:off x="5114932" y="3143248"/>
              <a:ext cx="1590668" cy="361952"/>
              <a:chOff x="5114932" y="3143248"/>
              <a:chExt cx="1590668" cy="361952"/>
            </a:xfrm>
          </p:grpSpPr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6486532" y="3143248"/>
                <a:ext cx="219068" cy="36195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6029332" y="3143248"/>
                <a:ext cx="219068" cy="361952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5572132" y="3143248"/>
                <a:ext cx="219068" cy="36195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5114932" y="3143248"/>
                <a:ext cx="219068" cy="36195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2" name="Rectangle 66"/>
              <p:cNvSpPr>
                <a:spLocks noChangeArrowheads="1"/>
              </p:cNvSpPr>
              <p:nvPr/>
            </p:nvSpPr>
            <p:spPr bwMode="auto">
              <a:xfrm>
                <a:off x="6257932" y="3143248"/>
                <a:ext cx="219068" cy="361952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3" name="Rectangle 67"/>
              <p:cNvSpPr>
                <a:spLocks noChangeArrowheads="1"/>
              </p:cNvSpPr>
              <p:nvPr/>
            </p:nvSpPr>
            <p:spPr bwMode="auto">
              <a:xfrm>
                <a:off x="5800732" y="3143248"/>
                <a:ext cx="219068" cy="36195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" name="Rectangle 68"/>
              <p:cNvSpPr>
                <a:spLocks noChangeArrowheads="1"/>
              </p:cNvSpPr>
              <p:nvPr/>
            </p:nvSpPr>
            <p:spPr bwMode="auto">
              <a:xfrm>
                <a:off x="5343532" y="3143248"/>
                <a:ext cx="219068" cy="361952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  <p:grpSp>
        <p:nvGrpSpPr>
          <p:cNvPr id="141" name="Group 140"/>
          <p:cNvGrpSpPr/>
          <p:nvPr/>
        </p:nvGrpSpPr>
        <p:grpSpPr>
          <a:xfrm>
            <a:off x="5112554" y="2781301"/>
            <a:ext cx="1590668" cy="361952"/>
            <a:chOff x="5112554" y="2781301"/>
            <a:chExt cx="1590668" cy="361952"/>
          </a:xfrm>
        </p:grpSpPr>
        <p:sp>
          <p:nvSpPr>
            <p:cNvPr id="61" name="Rectangle 28"/>
            <p:cNvSpPr>
              <a:spLocks noChangeArrowheads="1"/>
            </p:cNvSpPr>
            <p:nvPr/>
          </p:nvSpPr>
          <p:spPr bwMode="auto">
            <a:xfrm>
              <a:off x="6484154" y="2781301"/>
              <a:ext cx="219068" cy="36195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" name="Rectangle 29"/>
            <p:cNvSpPr>
              <a:spLocks noChangeArrowheads="1"/>
            </p:cNvSpPr>
            <p:nvPr/>
          </p:nvSpPr>
          <p:spPr bwMode="auto">
            <a:xfrm>
              <a:off x="6026954" y="2781301"/>
              <a:ext cx="219068" cy="361952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" name="Rectangle 30"/>
            <p:cNvSpPr>
              <a:spLocks noChangeArrowheads="1"/>
            </p:cNvSpPr>
            <p:nvPr/>
          </p:nvSpPr>
          <p:spPr bwMode="auto">
            <a:xfrm>
              <a:off x="5569754" y="2781301"/>
              <a:ext cx="219068" cy="3619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4" name="Rectangle 31"/>
            <p:cNvSpPr>
              <a:spLocks noChangeArrowheads="1"/>
            </p:cNvSpPr>
            <p:nvPr/>
          </p:nvSpPr>
          <p:spPr bwMode="auto">
            <a:xfrm>
              <a:off x="5112554" y="2781301"/>
              <a:ext cx="219068" cy="36195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5" name="Rectangle 66"/>
            <p:cNvSpPr>
              <a:spLocks noChangeArrowheads="1"/>
            </p:cNvSpPr>
            <p:nvPr/>
          </p:nvSpPr>
          <p:spPr bwMode="auto">
            <a:xfrm>
              <a:off x="6255554" y="2781301"/>
              <a:ext cx="219068" cy="36195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6" name="Rectangle 67"/>
            <p:cNvSpPr>
              <a:spLocks noChangeArrowheads="1"/>
            </p:cNvSpPr>
            <p:nvPr/>
          </p:nvSpPr>
          <p:spPr bwMode="auto">
            <a:xfrm>
              <a:off x="5798354" y="2781301"/>
              <a:ext cx="219068" cy="36195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7" name="Rectangle 68"/>
            <p:cNvSpPr>
              <a:spLocks noChangeArrowheads="1"/>
            </p:cNvSpPr>
            <p:nvPr/>
          </p:nvSpPr>
          <p:spPr bwMode="auto">
            <a:xfrm>
              <a:off x="5341154" y="2781301"/>
              <a:ext cx="219068" cy="361952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3428992" y="714356"/>
            <a:ext cx="5572164" cy="3857652"/>
            <a:chOff x="3428992" y="714356"/>
            <a:chExt cx="5572164" cy="3857652"/>
          </a:xfrm>
        </p:grpSpPr>
        <p:sp>
          <p:nvSpPr>
            <p:cNvPr id="24" name="AutoShape 54"/>
            <p:cNvSpPr>
              <a:spLocks noChangeArrowheads="1"/>
            </p:cNvSpPr>
            <p:nvPr/>
          </p:nvSpPr>
          <p:spPr bwMode="auto">
            <a:xfrm rot="16200000">
              <a:off x="4286248" y="-142900"/>
              <a:ext cx="3857652" cy="5572164"/>
            </a:xfrm>
            <a:custGeom>
              <a:avLst/>
              <a:gdLst>
                <a:gd name="G0" fmla="+- 11299 0 0"/>
                <a:gd name="G1" fmla="+- 18487 0 0"/>
                <a:gd name="G2" fmla="+- 5510 0 0"/>
                <a:gd name="G3" fmla="*/ 11299 1 2"/>
                <a:gd name="G4" fmla="+- G3 10800 0"/>
                <a:gd name="G5" fmla="+- 21600 11299 18487"/>
                <a:gd name="G6" fmla="+- 18487 5510 0"/>
                <a:gd name="G7" fmla="*/ G6 1 2"/>
                <a:gd name="G8" fmla="*/ 18487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8487 1 2"/>
                <a:gd name="G15" fmla="+- G5 0 G4"/>
                <a:gd name="G16" fmla="+- G0 0 G4"/>
                <a:gd name="G17" fmla="*/ G2 G15 G16"/>
                <a:gd name="T0" fmla="*/ 16450 w 21600"/>
                <a:gd name="T1" fmla="*/ 0 h 21600"/>
                <a:gd name="T2" fmla="*/ 11299 w 21600"/>
                <a:gd name="T3" fmla="*/ 5510 h 21600"/>
                <a:gd name="T4" fmla="*/ 0 w 21600"/>
                <a:gd name="T5" fmla="*/ 19220 h 21600"/>
                <a:gd name="T6" fmla="*/ 9244 w 21600"/>
                <a:gd name="T7" fmla="*/ 21600 h 21600"/>
                <a:gd name="T8" fmla="*/ 18487 w 21600"/>
                <a:gd name="T9" fmla="*/ 14019 h 21600"/>
                <a:gd name="T10" fmla="*/ 21600 w 21600"/>
                <a:gd name="T11" fmla="*/ 551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450" y="0"/>
                  </a:moveTo>
                  <a:lnTo>
                    <a:pt x="11299" y="5510"/>
                  </a:lnTo>
                  <a:lnTo>
                    <a:pt x="14412" y="5510"/>
                  </a:lnTo>
                  <a:lnTo>
                    <a:pt x="14412" y="16839"/>
                  </a:lnTo>
                  <a:lnTo>
                    <a:pt x="0" y="16839"/>
                  </a:lnTo>
                  <a:lnTo>
                    <a:pt x="0" y="21600"/>
                  </a:lnTo>
                  <a:lnTo>
                    <a:pt x="18487" y="21600"/>
                  </a:lnTo>
                  <a:lnTo>
                    <a:pt x="18487" y="5510"/>
                  </a:lnTo>
                  <a:lnTo>
                    <a:pt x="21600" y="551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25" name="Text Box 55"/>
            <p:cNvSpPr txBox="1">
              <a:spLocks noChangeArrowheads="1"/>
            </p:cNvSpPr>
            <p:nvPr/>
          </p:nvSpPr>
          <p:spPr bwMode="auto">
            <a:xfrm>
              <a:off x="5143504" y="1285860"/>
              <a:ext cx="3071834" cy="984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dirty="0" smtClean="0">
                  <a:solidFill>
                    <a:schemeClr val="bg1"/>
                  </a:solidFill>
                </a:rPr>
                <a:t>Channel gain</a:t>
              </a:r>
            </a:p>
            <a:p>
              <a:pPr>
                <a:spcBef>
                  <a:spcPts val="600"/>
                </a:spcBef>
              </a:pPr>
              <a:r>
                <a:rPr lang="en-US" sz="1600" dirty="0" err="1" smtClean="0">
                  <a:solidFill>
                    <a:schemeClr val="bg1"/>
                  </a:solidFill>
                </a:rPr>
                <a:t>QoS</a:t>
              </a:r>
              <a:r>
                <a:rPr lang="en-US" sz="1600" dirty="0" smtClean="0">
                  <a:solidFill>
                    <a:schemeClr val="bg1"/>
                  </a:solidFill>
                </a:rPr>
                <a:t> (rate, dropping rate, etc..)</a:t>
              </a:r>
            </a:p>
            <a:p>
              <a:pPr>
                <a:spcBef>
                  <a:spcPts val="600"/>
                </a:spcBef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6" name="TextBox 125"/>
          <p:cNvSpPr txBox="1"/>
          <p:nvPr/>
        </p:nvSpPr>
        <p:spPr>
          <a:xfrm>
            <a:off x="4357686" y="2857496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Time</a:t>
            </a:r>
            <a:endParaRPr lang="en-CA" i="1" dirty="0"/>
          </a:p>
        </p:txBody>
      </p:sp>
      <p:cxnSp>
        <p:nvCxnSpPr>
          <p:cNvPr id="130" name="Straight Arrow Connector 129"/>
          <p:cNvCxnSpPr/>
          <p:nvPr/>
        </p:nvCxnSpPr>
        <p:spPr>
          <a:xfrm rot="5400000" flipH="1" flipV="1">
            <a:off x="4578826" y="2986483"/>
            <a:ext cx="107157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flipV="1">
            <a:off x="5143504" y="3500438"/>
            <a:ext cx="2062972" cy="103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Picture 17" descr="MCj02868290000[1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67600" y="5029200"/>
            <a:ext cx="1447800" cy="1146175"/>
          </a:xfrm>
          <a:prstGeom prst="rect">
            <a:avLst/>
          </a:prstGeom>
          <a:noFill/>
        </p:spPr>
      </p:pic>
      <p:sp>
        <p:nvSpPr>
          <p:cNvPr id="134" name="TextBox 133"/>
          <p:cNvSpPr txBox="1"/>
          <p:nvPr/>
        </p:nvSpPr>
        <p:spPr>
          <a:xfrm>
            <a:off x="7000892" y="3488296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Freq</a:t>
            </a:r>
            <a:endParaRPr lang="en-CA" i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214282" y="2714620"/>
            <a:ext cx="264320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</a:rPr>
              <a:t>Maximize Throughput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</a:rPr>
              <a:t>Assign power &lt; Max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</a:rPr>
              <a:t>Each subcarrier is exclusively assigned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</a:pPr>
            <a:r>
              <a:rPr lang="en-US" dirty="0" smtClean="0">
                <a:latin typeface="Times New Roman" pitchFamily="18" charset="0"/>
              </a:rPr>
              <a:t>Guarantee </a:t>
            </a:r>
            <a:r>
              <a:rPr lang="en-US" dirty="0" err="1" smtClean="0">
                <a:latin typeface="Times New Roman" pitchFamily="18" charset="0"/>
              </a:rPr>
              <a:t>QoS</a:t>
            </a:r>
            <a:endParaRPr lang="en-CA" dirty="0" smtClean="0">
              <a:latin typeface="Times New Roman" pitchFamily="18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7929554" y="3143248"/>
            <a:ext cx="1143040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</a:rPr>
              <a:t>New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Times New Roman" pitchFamily="18" charset="0"/>
              </a:rPr>
              <a:t>gains </a:t>
            </a:r>
            <a:endParaRPr lang="en-CA" sz="2400" dirty="0" smtClean="0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90600"/>
          </a:xfrm>
        </p:spPr>
        <p:txBody>
          <a:bodyPr/>
          <a:lstStyle/>
          <a:p>
            <a:r>
              <a:rPr lang="en-US" dirty="0" smtClean="0"/>
              <a:t>OFDMA MAC</a:t>
            </a:r>
            <a:endParaRPr lang="en-CA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285852" y="3429000"/>
            <a:ext cx="292895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 flipH="1" flipV="1">
            <a:off x="285720" y="2428868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285852" y="200024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285852" y="2357430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1285852" y="271462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1285852" y="1643050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/>
        </p:nvSpPr>
        <p:spPr>
          <a:xfrm>
            <a:off x="500034" y="200024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Sub-2</a:t>
            </a:r>
            <a:endParaRPr lang="en-CA" dirty="0"/>
          </a:p>
        </p:txBody>
      </p:sp>
      <p:sp>
        <p:nvSpPr>
          <p:cNvPr id="16" name="TextBox 15"/>
          <p:cNvSpPr txBox="1"/>
          <p:nvPr/>
        </p:nvSpPr>
        <p:spPr>
          <a:xfrm>
            <a:off x="500034" y="164305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Sub-1</a:t>
            </a:r>
            <a:endParaRPr lang="en-CA" dirty="0"/>
          </a:p>
        </p:txBody>
      </p:sp>
      <p:sp>
        <p:nvSpPr>
          <p:cNvPr id="17" name="TextBox 16"/>
          <p:cNvSpPr txBox="1"/>
          <p:nvPr/>
        </p:nvSpPr>
        <p:spPr>
          <a:xfrm>
            <a:off x="500034" y="271462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Sub-4</a:t>
            </a:r>
            <a:endParaRPr lang="en-CA" dirty="0"/>
          </a:p>
        </p:txBody>
      </p:sp>
      <p:sp>
        <p:nvSpPr>
          <p:cNvPr id="18" name="TextBox 17"/>
          <p:cNvSpPr txBox="1"/>
          <p:nvPr/>
        </p:nvSpPr>
        <p:spPr>
          <a:xfrm>
            <a:off x="500034" y="234528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Sub-3</a:t>
            </a:r>
            <a:endParaRPr lang="en-CA" dirty="0"/>
          </a:p>
        </p:txBody>
      </p:sp>
      <p:sp>
        <p:nvSpPr>
          <p:cNvPr id="19" name="TextBox 18"/>
          <p:cNvSpPr txBox="1"/>
          <p:nvPr/>
        </p:nvSpPr>
        <p:spPr>
          <a:xfrm>
            <a:off x="500034" y="3071810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Sub-5</a:t>
            </a:r>
            <a:endParaRPr lang="en-CA" dirty="0"/>
          </a:p>
        </p:txBody>
      </p:sp>
      <p:sp>
        <p:nvSpPr>
          <p:cNvPr id="21" name="Rectangle 20"/>
          <p:cNvSpPr/>
          <p:nvPr/>
        </p:nvSpPr>
        <p:spPr>
          <a:xfrm>
            <a:off x="1785918" y="235743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/>
          <p:cNvSpPr/>
          <p:nvPr/>
        </p:nvSpPr>
        <p:spPr>
          <a:xfrm>
            <a:off x="1785918" y="2714620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/>
          <p:cNvSpPr/>
          <p:nvPr/>
        </p:nvSpPr>
        <p:spPr>
          <a:xfrm>
            <a:off x="1785918" y="307181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1785918" y="164305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/>
          <p:cNvSpPr/>
          <p:nvPr/>
        </p:nvSpPr>
        <p:spPr>
          <a:xfrm>
            <a:off x="2285984" y="200024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/>
          <p:cNvSpPr/>
          <p:nvPr/>
        </p:nvSpPr>
        <p:spPr>
          <a:xfrm>
            <a:off x="2285984" y="235743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/>
          <p:cNvSpPr/>
          <p:nvPr/>
        </p:nvSpPr>
        <p:spPr>
          <a:xfrm>
            <a:off x="2285984" y="271462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/>
          <p:cNvSpPr/>
          <p:nvPr/>
        </p:nvSpPr>
        <p:spPr>
          <a:xfrm>
            <a:off x="2285984" y="307181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/>
          <p:cNvSpPr/>
          <p:nvPr/>
        </p:nvSpPr>
        <p:spPr>
          <a:xfrm>
            <a:off x="2285984" y="164305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 29"/>
          <p:cNvSpPr/>
          <p:nvPr/>
        </p:nvSpPr>
        <p:spPr>
          <a:xfrm>
            <a:off x="2786050" y="2000240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/>
          <p:cNvSpPr/>
          <p:nvPr/>
        </p:nvSpPr>
        <p:spPr>
          <a:xfrm>
            <a:off x="2786050" y="235743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/>
          <p:cNvSpPr/>
          <p:nvPr/>
        </p:nvSpPr>
        <p:spPr>
          <a:xfrm>
            <a:off x="2786050" y="271462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/>
          <p:cNvSpPr/>
          <p:nvPr/>
        </p:nvSpPr>
        <p:spPr>
          <a:xfrm>
            <a:off x="2786050" y="307181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 33"/>
          <p:cNvSpPr/>
          <p:nvPr/>
        </p:nvSpPr>
        <p:spPr>
          <a:xfrm>
            <a:off x="2786050" y="1643050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/>
          <p:cNvSpPr/>
          <p:nvPr/>
        </p:nvSpPr>
        <p:spPr>
          <a:xfrm>
            <a:off x="3786182" y="1428736"/>
            <a:ext cx="500066" cy="3571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 35"/>
          <p:cNvSpPr/>
          <p:nvPr/>
        </p:nvSpPr>
        <p:spPr>
          <a:xfrm>
            <a:off x="3786182" y="2000240"/>
            <a:ext cx="500066" cy="3571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 36"/>
          <p:cNvSpPr/>
          <p:nvPr/>
        </p:nvSpPr>
        <p:spPr>
          <a:xfrm>
            <a:off x="3786182" y="2500306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 37"/>
          <p:cNvSpPr/>
          <p:nvPr/>
        </p:nvSpPr>
        <p:spPr>
          <a:xfrm>
            <a:off x="3786182" y="3000372"/>
            <a:ext cx="500066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TextBox 38"/>
          <p:cNvSpPr txBox="1"/>
          <p:nvPr/>
        </p:nvSpPr>
        <p:spPr>
          <a:xfrm>
            <a:off x="142844" y="1142984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Frequency</a:t>
            </a:r>
            <a:endParaRPr lang="en-CA" dirty="0"/>
          </a:p>
        </p:txBody>
      </p:sp>
      <p:sp>
        <p:nvSpPr>
          <p:cNvPr id="40" name="TextBox 39"/>
          <p:cNvSpPr txBox="1"/>
          <p:nvPr/>
        </p:nvSpPr>
        <p:spPr>
          <a:xfrm>
            <a:off x="3786182" y="3500438"/>
            <a:ext cx="7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Time</a:t>
            </a:r>
            <a:endParaRPr lang="en-CA" i="1" dirty="0"/>
          </a:p>
        </p:txBody>
      </p:sp>
      <p:sp>
        <p:nvSpPr>
          <p:cNvPr id="41" name="TextBox 40"/>
          <p:cNvSpPr txBox="1"/>
          <p:nvPr/>
        </p:nvSpPr>
        <p:spPr>
          <a:xfrm flipH="1">
            <a:off x="4429124" y="2000240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2</a:t>
            </a:r>
            <a:endParaRPr lang="en-CA" dirty="0"/>
          </a:p>
        </p:txBody>
      </p:sp>
      <p:sp>
        <p:nvSpPr>
          <p:cNvPr id="42" name="TextBox 41"/>
          <p:cNvSpPr txBox="1"/>
          <p:nvPr/>
        </p:nvSpPr>
        <p:spPr>
          <a:xfrm flipH="1">
            <a:off x="4429124" y="142873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1</a:t>
            </a:r>
            <a:endParaRPr lang="en-CA" dirty="0"/>
          </a:p>
        </p:txBody>
      </p:sp>
      <p:sp>
        <p:nvSpPr>
          <p:cNvPr id="43" name="TextBox 42"/>
          <p:cNvSpPr txBox="1"/>
          <p:nvPr/>
        </p:nvSpPr>
        <p:spPr>
          <a:xfrm flipH="1">
            <a:off x="4429124" y="300037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4</a:t>
            </a:r>
            <a:endParaRPr lang="en-CA" dirty="0"/>
          </a:p>
        </p:txBody>
      </p:sp>
      <p:sp>
        <p:nvSpPr>
          <p:cNvPr id="44" name="TextBox 43"/>
          <p:cNvSpPr txBox="1"/>
          <p:nvPr/>
        </p:nvSpPr>
        <p:spPr>
          <a:xfrm flipH="1">
            <a:off x="4429124" y="2500306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3</a:t>
            </a:r>
            <a:endParaRPr lang="en-CA" dirty="0"/>
          </a:p>
        </p:txBody>
      </p:sp>
      <p:graphicFrame>
        <p:nvGraphicFramePr>
          <p:cNvPr id="52" name="Diagram 51"/>
          <p:cNvGraphicFramePr/>
          <p:nvPr/>
        </p:nvGraphicFramePr>
        <p:xfrm>
          <a:off x="4786314" y="3857628"/>
          <a:ext cx="3500462" cy="2071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3" name="Diagram 52"/>
          <p:cNvGraphicFramePr/>
          <p:nvPr/>
        </p:nvGraphicFramePr>
        <p:xfrm>
          <a:off x="285720" y="3643314"/>
          <a:ext cx="4143404" cy="3143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5" name="Rectangle 44"/>
          <p:cNvSpPr/>
          <p:nvPr/>
        </p:nvSpPr>
        <p:spPr>
          <a:xfrm>
            <a:off x="1285852" y="307181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/>
          <p:cNvSpPr/>
          <p:nvPr/>
        </p:nvSpPr>
        <p:spPr>
          <a:xfrm>
            <a:off x="1785918" y="2000240"/>
            <a:ext cx="500066" cy="35719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AsOne/>
      </p:bldGraphic>
      <p:bldGraphic spid="53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54681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546820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913688" cy="865188"/>
          </a:xfrm>
          <a:noFill/>
          <a:ln/>
        </p:spPr>
        <p:txBody>
          <a:bodyPr>
            <a:normAutofit/>
          </a:bodyPr>
          <a:lstStyle/>
          <a:p>
            <a:r>
              <a:rPr lang="en-US" dirty="0" smtClean="0"/>
              <a:t>Space </a:t>
            </a:r>
            <a:r>
              <a:rPr lang="en-US" dirty="0"/>
              <a:t>Diversity</a:t>
            </a:r>
          </a:p>
        </p:txBody>
      </p:sp>
      <p:sp>
        <p:nvSpPr>
          <p:cNvPr id="5468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267200" y="1600200"/>
            <a:ext cx="4343400" cy="4495800"/>
          </a:xfrm>
          <a:noFill/>
          <a:ln/>
        </p:spPr>
        <p:txBody>
          <a:bodyPr>
            <a:normAutofit/>
          </a:bodyPr>
          <a:lstStyle/>
          <a:p>
            <a:r>
              <a:rPr lang="en-US" dirty="0" smtClean="0"/>
              <a:t>Two </a:t>
            </a:r>
            <a:r>
              <a:rPr lang="en-US" dirty="0"/>
              <a:t>antennas separated by several wavelengths will not generally experience fades at the same time</a:t>
            </a:r>
          </a:p>
          <a:p>
            <a:r>
              <a:rPr lang="en-US" dirty="0"/>
              <a:t>“Space Diversity” can be obtained by using two receiving antennas and switching instant-by-instant to whichever is </a:t>
            </a:r>
            <a:r>
              <a:rPr lang="en-US" dirty="0" smtClean="0"/>
              <a:t>best</a:t>
            </a:r>
            <a:endParaRPr lang="en-US" dirty="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50863" y="3840163"/>
            <a:ext cx="3575050" cy="2608262"/>
            <a:chOff x="347" y="2419"/>
            <a:chExt cx="2252" cy="1643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47" y="2419"/>
              <a:ext cx="1222" cy="1643"/>
              <a:chOff x="347" y="2419"/>
              <a:chExt cx="1222" cy="1643"/>
            </a:xfrm>
          </p:grpSpPr>
          <p:sp>
            <p:nvSpPr>
              <p:cNvPr id="546824" name="Freeform 8"/>
              <p:cNvSpPr>
                <a:spLocks/>
              </p:cNvSpPr>
              <p:nvPr/>
            </p:nvSpPr>
            <p:spPr bwMode="auto">
              <a:xfrm>
                <a:off x="347" y="2419"/>
                <a:ext cx="1167" cy="516"/>
              </a:xfrm>
              <a:custGeom>
                <a:avLst/>
                <a:gdLst/>
                <a:ahLst/>
                <a:cxnLst>
                  <a:cxn ang="0">
                    <a:pos x="11" y="236"/>
                  </a:cxn>
                  <a:cxn ang="0">
                    <a:pos x="34" y="324"/>
                  </a:cxn>
                  <a:cxn ang="0">
                    <a:pos x="56" y="265"/>
                  </a:cxn>
                  <a:cxn ang="0">
                    <a:pos x="81" y="189"/>
                  </a:cxn>
                  <a:cxn ang="0">
                    <a:pos x="103" y="169"/>
                  </a:cxn>
                  <a:cxn ang="0">
                    <a:pos x="124" y="191"/>
                  </a:cxn>
                  <a:cxn ang="0">
                    <a:pos x="149" y="402"/>
                  </a:cxn>
                  <a:cxn ang="0">
                    <a:pos x="171" y="178"/>
                  </a:cxn>
                  <a:cxn ang="0">
                    <a:pos x="194" y="128"/>
                  </a:cxn>
                  <a:cxn ang="0">
                    <a:pos x="216" y="121"/>
                  </a:cxn>
                  <a:cxn ang="0">
                    <a:pos x="241" y="164"/>
                  </a:cxn>
                  <a:cxn ang="0">
                    <a:pos x="263" y="258"/>
                  </a:cxn>
                  <a:cxn ang="0">
                    <a:pos x="284" y="115"/>
                  </a:cxn>
                  <a:cxn ang="0">
                    <a:pos x="309" y="79"/>
                  </a:cxn>
                  <a:cxn ang="0">
                    <a:pos x="331" y="88"/>
                  </a:cxn>
                  <a:cxn ang="0">
                    <a:pos x="354" y="160"/>
                  </a:cxn>
                  <a:cxn ang="0">
                    <a:pos x="376" y="151"/>
                  </a:cxn>
                  <a:cxn ang="0">
                    <a:pos x="401" y="67"/>
                  </a:cxn>
                  <a:cxn ang="0">
                    <a:pos x="423" y="47"/>
                  </a:cxn>
                  <a:cxn ang="0">
                    <a:pos x="446" y="68"/>
                  </a:cxn>
                  <a:cxn ang="0">
                    <a:pos x="468" y="202"/>
                  </a:cxn>
                  <a:cxn ang="0">
                    <a:pos x="491" y="88"/>
                  </a:cxn>
                  <a:cxn ang="0">
                    <a:pos x="515" y="31"/>
                  </a:cxn>
                  <a:cxn ang="0">
                    <a:pos x="536" y="25"/>
                  </a:cxn>
                  <a:cxn ang="0">
                    <a:pos x="561" y="63"/>
                  </a:cxn>
                  <a:cxn ang="0">
                    <a:pos x="583" y="256"/>
                  </a:cxn>
                  <a:cxn ang="0">
                    <a:pos x="606" y="45"/>
                  </a:cxn>
                  <a:cxn ang="0">
                    <a:pos x="628" y="11"/>
                  </a:cxn>
                  <a:cxn ang="0">
                    <a:pos x="653" y="16"/>
                  </a:cxn>
                  <a:cxn ang="0">
                    <a:pos x="675" y="79"/>
                  </a:cxn>
                  <a:cxn ang="0">
                    <a:pos x="696" y="121"/>
                  </a:cxn>
                  <a:cxn ang="0">
                    <a:pos x="722" y="20"/>
                  </a:cxn>
                  <a:cxn ang="0">
                    <a:pos x="743" y="0"/>
                  </a:cxn>
                  <a:cxn ang="0">
                    <a:pos x="767" y="20"/>
                  </a:cxn>
                  <a:cxn ang="0">
                    <a:pos x="790" y="122"/>
                  </a:cxn>
                  <a:cxn ang="0">
                    <a:pos x="813" y="70"/>
                  </a:cxn>
                  <a:cxn ang="0">
                    <a:pos x="835" y="9"/>
                  </a:cxn>
                  <a:cxn ang="0">
                    <a:pos x="857" y="2"/>
                  </a:cxn>
                  <a:cxn ang="0">
                    <a:pos x="882" y="38"/>
                  </a:cxn>
                  <a:cxn ang="0">
                    <a:pos x="903" y="277"/>
                  </a:cxn>
                  <a:cxn ang="0">
                    <a:pos x="927" y="49"/>
                  </a:cxn>
                  <a:cxn ang="0">
                    <a:pos x="950" y="11"/>
                  </a:cxn>
                  <a:cxn ang="0">
                    <a:pos x="973" y="16"/>
                  </a:cxn>
                  <a:cxn ang="0">
                    <a:pos x="995" y="72"/>
                  </a:cxn>
                  <a:cxn ang="0">
                    <a:pos x="1020" y="171"/>
                  </a:cxn>
                  <a:cxn ang="0">
                    <a:pos x="1042" y="45"/>
                  </a:cxn>
                  <a:cxn ang="0">
                    <a:pos x="1065" y="23"/>
                  </a:cxn>
                  <a:cxn ang="0">
                    <a:pos x="1087" y="43"/>
                  </a:cxn>
                  <a:cxn ang="0">
                    <a:pos x="1112" y="128"/>
                  </a:cxn>
                  <a:cxn ang="0">
                    <a:pos x="1134" y="126"/>
                  </a:cxn>
                  <a:cxn ang="0">
                    <a:pos x="1155" y="56"/>
                  </a:cxn>
                </a:cxnLst>
                <a:rect l="0" t="0" r="r" b="b"/>
                <a:pathLst>
                  <a:path w="1167" h="516">
                    <a:moveTo>
                      <a:pt x="0" y="227"/>
                    </a:moveTo>
                    <a:lnTo>
                      <a:pt x="11" y="236"/>
                    </a:lnTo>
                    <a:lnTo>
                      <a:pt x="22" y="261"/>
                    </a:lnTo>
                    <a:lnTo>
                      <a:pt x="34" y="324"/>
                    </a:lnTo>
                    <a:lnTo>
                      <a:pt x="45" y="393"/>
                    </a:lnTo>
                    <a:lnTo>
                      <a:pt x="56" y="265"/>
                    </a:lnTo>
                    <a:lnTo>
                      <a:pt x="68" y="216"/>
                    </a:lnTo>
                    <a:lnTo>
                      <a:pt x="81" y="189"/>
                    </a:lnTo>
                    <a:lnTo>
                      <a:pt x="92" y="175"/>
                    </a:lnTo>
                    <a:lnTo>
                      <a:pt x="103" y="169"/>
                    </a:lnTo>
                    <a:lnTo>
                      <a:pt x="113" y="173"/>
                    </a:lnTo>
                    <a:lnTo>
                      <a:pt x="124" y="191"/>
                    </a:lnTo>
                    <a:lnTo>
                      <a:pt x="135" y="232"/>
                    </a:lnTo>
                    <a:lnTo>
                      <a:pt x="149" y="402"/>
                    </a:lnTo>
                    <a:lnTo>
                      <a:pt x="160" y="245"/>
                    </a:lnTo>
                    <a:lnTo>
                      <a:pt x="171" y="178"/>
                    </a:lnTo>
                    <a:lnTo>
                      <a:pt x="182" y="146"/>
                    </a:lnTo>
                    <a:lnTo>
                      <a:pt x="194" y="128"/>
                    </a:lnTo>
                    <a:lnTo>
                      <a:pt x="205" y="119"/>
                    </a:lnTo>
                    <a:lnTo>
                      <a:pt x="216" y="121"/>
                    </a:lnTo>
                    <a:lnTo>
                      <a:pt x="229" y="133"/>
                    </a:lnTo>
                    <a:lnTo>
                      <a:pt x="241" y="164"/>
                    </a:lnTo>
                    <a:lnTo>
                      <a:pt x="252" y="241"/>
                    </a:lnTo>
                    <a:lnTo>
                      <a:pt x="263" y="258"/>
                    </a:lnTo>
                    <a:lnTo>
                      <a:pt x="274" y="157"/>
                    </a:lnTo>
                    <a:lnTo>
                      <a:pt x="284" y="115"/>
                    </a:lnTo>
                    <a:lnTo>
                      <a:pt x="297" y="92"/>
                    </a:lnTo>
                    <a:lnTo>
                      <a:pt x="309" y="79"/>
                    </a:lnTo>
                    <a:lnTo>
                      <a:pt x="320" y="79"/>
                    </a:lnTo>
                    <a:lnTo>
                      <a:pt x="331" y="88"/>
                    </a:lnTo>
                    <a:lnTo>
                      <a:pt x="344" y="108"/>
                    </a:lnTo>
                    <a:lnTo>
                      <a:pt x="354" y="160"/>
                    </a:lnTo>
                    <a:lnTo>
                      <a:pt x="365" y="515"/>
                    </a:lnTo>
                    <a:lnTo>
                      <a:pt x="376" y="151"/>
                    </a:lnTo>
                    <a:lnTo>
                      <a:pt x="387" y="95"/>
                    </a:lnTo>
                    <a:lnTo>
                      <a:pt x="401" y="67"/>
                    </a:lnTo>
                    <a:lnTo>
                      <a:pt x="412" y="50"/>
                    </a:lnTo>
                    <a:lnTo>
                      <a:pt x="423" y="47"/>
                    </a:lnTo>
                    <a:lnTo>
                      <a:pt x="434" y="50"/>
                    </a:lnTo>
                    <a:lnTo>
                      <a:pt x="446" y="68"/>
                    </a:lnTo>
                    <a:lnTo>
                      <a:pt x="457" y="104"/>
                    </a:lnTo>
                    <a:lnTo>
                      <a:pt x="468" y="202"/>
                    </a:lnTo>
                    <a:lnTo>
                      <a:pt x="480" y="169"/>
                    </a:lnTo>
                    <a:lnTo>
                      <a:pt x="491" y="88"/>
                    </a:lnTo>
                    <a:lnTo>
                      <a:pt x="504" y="50"/>
                    </a:lnTo>
                    <a:lnTo>
                      <a:pt x="515" y="31"/>
                    </a:lnTo>
                    <a:lnTo>
                      <a:pt x="525" y="23"/>
                    </a:lnTo>
                    <a:lnTo>
                      <a:pt x="536" y="25"/>
                    </a:lnTo>
                    <a:lnTo>
                      <a:pt x="547" y="36"/>
                    </a:lnTo>
                    <a:lnTo>
                      <a:pt x="561" y="63"/>
                    </a:lnTo>
                    <a:lnTo>
                      <a:pt x="572" y="124"/>
                    </a:lnTo>
                    <a:lnTo>
                      <a:pt x="583" y="256"/>
                    </a:lnTo>
                    <a:lnTo>
                      <a:pt x="594" y="94"/>
                    </a:lnTo>
                    <a:lnTo>
                      <a:pt x="606" y="45"/>
                    </a:lnTo>
                    <a:lnTo>
                      <a:pt x="617" y="22"/>
                    </a:lnTo>
                    <a:lnTo>
                      <a:pt x="628" y="11"/>
                    </a:lnTo>
                    <a:lnTo>
                      <a:pt x="641" y="7"/>
                    </a:lnTo>
                    <a:lnTo>
                      <a:pt x="653" y="16"/>
                    </a:lnTo>
                    <a:lnTo>
                      <a:pt x="664" y="36"/>
                    </a:lnTo>
                    <a:lnTo>
                      <a:pt x="675" y="79"/>
                    </a:lnTo>
                    <a:lnTo>
                      <a:pt x="686" y="207"/>
                    </a:lnTo>
                    <a:lnTo>
                      <a:pt x="696" y="121"/>
                    </a:lnTo>
                    <a:lnTo>
                      <a:pt x="709" y="50"/>
                    </a:lnTo>
                    <a:lnTo>
                      <a:pt x="722" y="20"/>
                    </a:lnTo>
                    <a:lnTo>
                      <a:pt x="732" y="5"/>
                    </a:lnTo>
                    <a:lnTo>
                      <a:pt x="743" y="0"/>
                    </a:lnTo>
                    <a:lnTo>
                      <a:pt x="756" y="4"/>
                    </a:lnTo>
                    <a:lnTo>
                      <a:pt x="767" y="20"/>
                    </a:lnTo>
                    <a:lnTo>
                      <a:pt x="777" y="50"/>
                    </a:lnTo>
                    <a:lnTo>
                      <a:pt x="790" y="122"/>
                    </a:lnTo>
                    <a:lnTo>
                      <a:pt x="803" y="187"/>
                    </a:lnTo>
                    <a:lnTo>
                      <a:pt x="813" y="70"/>
                    </a:lnTo>
                    <a:lnTo>
                      <a:pt x="824" y="29"/>
                    </a:lnTo>
                    <a:lnTo>
                      <a:pt x="835" y="9"/>
                    </a:lnTo>
                    <a:lnTo>
                      <a:pt x="846" y="0"/>
                    </a:lnTo>
                    <a:lnTo>
                      <a:pt x="857" y="2"/>
                    </a:lnTo>
                    <a:lnTo>
                      <a:pt x="871" y="13"/>
                    </a:lnTo>
                    <a:lnTo>
                      <a:pt x="882" y="38"/>
                    </a:lnTo>
                    <a:lnTo>
                      <a:pt x="892" y="86"/>
                    </a:lnTo>
                    <a:lnTo>
                      <a:pt x="903" y="277"/>
                    </a:lnTo>
                    <a:lnTo>
                      <a:pt x="916" y="106"/>
                    </a:lnTo>
                    <a:lnTo>
                      <a:pt x="927" y="49"/>
                    </a:lnTo>
                    <a:lnTo>
                      <a:pt x="939" y="22"/>
                    </a:lnTo>
                    <a:lnTo>
                      <a:pt x="950" y="11"/>
                    </a:lnTo>
                    <a:lnTo>
                      <a:pt x="963" y="7"/>
                    </a:lnTo>
                    <a:lnTo>
                      <a:pt x="973" y="16"/>
                    </a:lnTo>
                    <a:lnTo>
                      <a:pt x="984" y="34"/>
                    </a:lnTo>
                    <a:lnTo>
                      <a:pt x="995" y="72"/>
                    </a:lnTo>
                    <a:lnTo>
                      <a:pt x="1006" y="158"/>
                    </a:lnTo>
                    <a:lnTo>
                      <a:pt x="1020" y="171"/>
                    </a:lnTo>
                    <a:lnTo>
                      <a:pt x="1031" y="79"/>
                    </a:lnTo>
                    <a:lnTo>
                      <a:pt x="1042" y="45"/>
                    </a:lnTo>
                    <a:lnTo>
                      <a:pt x="1053" y="27"/>
                    </a:lnTo>
                    <a:lnTo>
                      <a:pt x="1065" y="23"/>
                    </a:lnTo>
                    <a:lnTo>
                      <a:pt x="1076" y="27"/>
                    </a:lnTo>
                    <a:lnTo>
                      <a:pt x="1087" y="43"/>
                    </a:lnTo>
                    <a:lnTo>
                      <a:pt x="1099" y="72"/>
                    </a:lnTo>
                    <a:lnTo>
                      <a:pt x="1112" y="128"/>
                    </a:lnTo>
                    <a:lnTo>
                      <a:pt x="1123" y="394"/>
                    </a:lnTo>
                    <a:lnTo>
                      <a:pt x="1134" y="126"/>
                    </a:lnTo>
                    <a:lnTo>
                      <a:pt x="1144" y="77"/>
                    </a:lnTo>
                    <a:lnTo>
                      <a:pt x="1155" y="56"/>
                    </a:lnTo>
                    <a:lnTo>
                      <a:pt x="1166" y="47"/>
                    </a:lnTo>
                  </a:path>
                </a:pathLst>
              </a:custGeom>
              <a:noFill/>
              <a:ln w="12700" cap="rnd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25" name="Freeform 9"/>
              <p:cNvSpPr>
                <a:spLocks/>
              </p:cNvSpPr>
              <p:nvPr/>
            </p:nvSpPr>
            <p:spPr bwMode="auto">
              <a:xfrm>
                <a:off x="347" y="2969"/>
                <a:ext cx="1219" cy="523"/>
              </a:xfrm>
              <a:custGeom>
                <a:avLst/>
                <a:gdLst/>
                <a:ahLst/>
                <a:cxnLst>
                  <a:cxn ang="0">
                    <a:pos x="15" y="273"/>
                  </a:cxn>
                  <a:cxn ang="0">
                    <a:pos x="54" y="215"/>
                  </a:cxn>
                  <a:cxn ang="0">
                    <a:pos x="86" y="324"/>
                  </a:cxn>
                  <a:cxn ang="0">
                    <a:pos x="104" y="246"/>
                  </a:cxn>
                  <a:cxn ang="0">
                    <a:pos x="132" y="189"/>
                  </a:cxn>
                  <a:cxn ang="0">
                    <a:pos x="154" y="169"/>
                  </a:cxn>
                  <a:cxn ang="0">
                    <a:pos x="176" y="191"/>
                  </a:cxn>
                  <a:cxn ang="0">
                    <a:pos x="201" y="401"/>
                  </a:cxn>
                  <a:cxn ang="0">
                    <a:pos x="222" y="178"/>
                  </a:cxn>
                  <a:cxn ang="0">
                    <a:pos x="246" y="128"/>
                  </a:cxn>
                  <a:cxn ang="0">
                    <a:pos x="267" y="121"/>
                  </a:cxn>
                  <a:cxn ang="0">
                    <a:pos x="293" y="164"/>
                  </a:cxn>
                  <a:cxn ang="0">
                    <a:pos x="314" y="257"/>
                  </a:cxn>
                  <a:cxn ang="0">
                    <a:pos x="336" y="115"/>
                  </a:cxn>
                  <a:cxn ang="0">
                    <a:pos x="361" y="79"/>
                  </a:cxn>
                  <a:cxn ang="0">
                    <a:pos x="383" y="88"/>
                  </a:cxn>
                  <a:cxn ang="0">
                    <a:pos x="406" y="160"/>
                  </a:cxn>
                  <a:cxn ang="0">
                    <a:pos x="428" y="151"/>
                  </a:cxn>
                  <a:cxn ang="0">
                    <a:pos x="453" y="67"/>
                  </a:cxn>
                  <a:cxn ang="0">
                    <a:pos x="474" y="47"/>
                  </a:cxn>
                  <a:cxn ang="0">
                    <a:pos x="498" y="68"/>
                  </a:cxn>
                  <a:cxn ang="0">
                    <a:pos x="517" y="310"/>
                  </a:cxn>
                  <a:cxn ang="0">
                    <a:pos x="543" y="88"/>
                  </a:cxn>
                  <a:cxn ang="0">
                    <a:pos x="566" y="31"/>
                  </a:cxn>
                  <a:cxn ang="0">
                    <a:pos x="588" y="25"/>
                  </a:cxn>
                  <a:cxn ang="0">
                    <a:pos x="613" y="63"/>
                  </a:cxn>
                  <a:cxn ang="0">
                    <a:pos x="635" y="477"/>
                  </a:cxn>
                  <a:cxn ang="0">
                    <a:pos x="658" y="45"/>
                  </a:cxn>
                  <a:cxn ang="0">
                    <a:pos x="680" y="11"/>
                  </a:cxn>
                  <a:cxn ang="0">
                    <a:pos x="705" y="16"/>
                  </a:cxn>
                  <a:cxn ang="0">
                    <a:pos x="726" y="79"/>
                  </a:cxn>
                  <a:cxn ang="0">
                    <a:pos x="748" y="121"/>
                  </a:cxn>
                  <a:cxn ang="0">
                    <a:pos x="773" y="20"/>
                  </a:cxn>
                  <a:cxn ang="0">
                    <a:pos x="795" y="0"/>
                  </a:cxn>
                  <a:cxn ang="0">
                    <a:pos x="818" y="20"/>
                  </a:cxn>
                  <a:cxn ang="0">
                    <a:pos x="842" y="122"/>
                  </a:cxn>
                  <a:cxn ang="0">
                    <a:pos x="865" y="70"/>
                  </a:cxn>
                  <a:cxn ang="0">
                    <a:pos x="887" y="9"/>
                  </a:cxn>
                  <a:cxn ang="0">
                    <a:pos x="908" y="2"/>
                  </a:cxn>
                  <a:cxn ang="0">
                    <a:pos x="934" y="38"/>
                  </a:cxn>
                  <a:cxn ang="0">
                    <a:pos x="955" y="145"/>
                  </a:cxn>
                  <a:cxn ang="0">
                    <a:pos x="979" y="49"/>
                  </a:cxn>
                  <a:cxn ang="0">
                    <a:pos x="1002" y="11"/>
                  </a:cxn>
                  <a:cxn ang="0">
                    <a:pos x="1025" y="16"/>
                  </a:cxn>
                  <a:cxn ang="0">
                    <a:pos x="1047" y="72"/>
                  </a:cxn>
                  <a:cxn ang="0">
                    <a:pos x="1075" y="522"/>
                  </a:cxn>
                  <a:cxn ang="0">
                    <a:pos x="1094" y="45"/>
                  </a:cxn>
                  <a:cxn ang="0">
                    <a:pos x="1117" y="23"/>
                  </a:cxn>
                  <a:cxn ang="0">
                    <a:pos x="1139" y="43"/>
                  </a:cxn>
                  <a:cxn ang="0">
                    <a:pos x="1164" y="128"/>
                  </a:cxn>
                  <a:cxn ang="0">
                    <a:pos x="1186" y="126"/>
                  </a:cxn>
                  <a:cxn ang="0">
                    <a:pos x="1207" y="56"/>
                  </a:cxn>
                </a:cxnLst>
                <a:rect l="0" t="0" r="r" b="b"/>
                <a:pathLst>
                  <a:path w="1219" h="523">
                    <a:moveTo>
                      <a:pt x="0" y="346"/>
                    </a:moveTo>
                    <a:lnTo>
                      <a:pt x="15" y="273"/>
                    </a:lnTo>
                    <a:lnTo>
                      <a:pt x="32" y="230"/>
                    </a:lnTo>
                    <a:lnTo>
                      <a:pt x="54" y="215"/>
                    </a:lnTo>
                    <a:lnTo>
                      <a:pt x="75" y="262"/>
                    </a:lnTo>
                    <a:lnTo>
                      <a:pt x="86" y="324"/>
                    </a:lnTo>
                    <a:lnTo>
                      <a:pt x="96" y="392"/>
                    </a:lnTo>
                    <a:lnTo>
                      <a:pt x="104" y="246"/>
                    </a:lnTo>
                    <a:lnTo>
                      <a:pt x="120" y="216"/>
                    </a:lnTo>
                    <a:lnTo>
                      <a:pt x="132" y="189"/>
                    </a:lnTo>
                    <a:lnTo>
                      <a:pt x="143" y="175"/>
                    </a:lnTo>
                    <a:lnTo>
                      <a:pt x="154" y="169"/>
                    </a:lnTo>
                    <a:lnTo>
                      <a:pt x="165" y="173"/>
                    </a:lnTo>
                    <a:lnTo>
                      <a:pt x="176" y="191"/>
                    </a:lnTo>
                    <a:lnTo>
                      <a:pt x="186" y="232"/>
                    </a:lnTo>
                    <a:lnTo>
                      <a:pt x="201" y="401"/>
                    </a:lnTo>
                    <a:lnTo>
                      <a:pt x="212" y="245"/>
                    </a:lnTo>
                    <a:lnTo>
                      <a:pt x="222" y="178"/>
                    </a:lnTo>
                    <a:lnTo>
                      <a:pt x="233" y="146"/>
                    </a:lnTo>
                    <a:lnTo>
                      <a:pt x="246" y="128"/>
                    </a:lnTo>
                    <a:lnTo>
                      <a:pt x="257" y="119"/>
                    </a:lnTo>
                    <a:lnTo>
                      <a:pt x="267" y="121"/>
                    </a:lnTo>
                    <a:lnTo>
                      <a:pt x="280" y="133"/>
                    </a:lnTo>
                    <a:lnTo>
                      <a:pt x="293" y="164"/>
                    </a:lnTo>
                    <a:lnTo>
                      <a:pt x="303" y="241"/>
                    </a:lnTo>
                    <a:lnTo>
                      <a:pt x="314" y="257"/>
                    </a:lnTo>
                    <a:lnTo>
                      <a:pt x="325" y="157"/>
                    </a:lnTo>
                    <a:lnTo>
                      <a:pt x="336" y="115"/>
                    </a:lnTo>
                    <a:lnTo>
                      <a:pt x="348" y="92"/>
                    </a:lnTo>
                    <a:lnTo>
                      <a:pt x="361" y="79"/>
                    </a:lnTo>
                    <a:lnTo>
                      <a:pt x="372" y="79"/>
                    </a:lnTo>
                    <a:lnTo>
                      <a:pt x="383" y="88"/>
                    </a:lnTo>
                    <a:lnTo>
                      <a:pt x="395" y="108"/>
                    </a:lnTo>
                    <a:lnTo>
                      <a:pt x="406" y="160"/>
                    </a:lnTo>
                    <a:lnTo>
                      <a:pt x="417" y="185"/>
                    </a:lnTo>
                    <a:lnTo>
                      <a:pt x="428" y="151"/>
                    </a:lnTo>
                    <a:lnTo>
                      <a:pt x="438" y="95"/>
                    </a:lnTo>
                    <a:lnTo>
                      <a:pt x="453" y="67"/>
                    </a:lnTo>
                    <a:lnTo>
                      <a:pt x="464" y="50"/>
                    </a:lnTo>
                    <a:lnTo>
                      <a:pt x="474" y="47"/>
                    </a:lnTo>
                    <a:lnTo>
                      <a:pt x="485" y="50"/>
                    </a:lnTo>
                    <a:lnTo>
                      <a:pt x="498" y="68"/>
                    </a:lnTo>
                    <a:lnTo>
                      <a:pt x="509" y="104"/>
                    </a:lnTo>
                    <a:lnTo>
                      <a:pt x="517" y="310"/>
                    </a:lnTo>
                    <a:lnTo>
                      <a:pt x="532" y="169"/>
                    </a:lnTo>
                    <a:lnTo>
                      <a:pt x="543" y="88"/>
                    </a:lnTo>
                    <a:lnTo>
                      <a:pt x="555" y="50"/>
                    </a:lnTo>
                    <a:lnTo>
                      <a:pt x="566" y="31"/>
                    </a:lnTo>
                    <a:lnTo>
                      <a:pt x="577" y="23"/>
                    </a:lnTo>
                    <a:lnTo>
                      <a:pt x="588" y="25"/>
                    </a:lnTo>
                    <a:lnTo>
                      <a:pt x="599" y="36"/>
                    </a:lnTo>
                    <a:lnTo>
                      <a:pt x="613" y="63"/>
                    </a:lnTo>
                    <a:lnTo>
                      <a:pt x="624" y="124"/>
                    </a:lnTo>
                    <a:lnTo>
                      <a:pt x="635" y="477"/>
                    </a:lnTo>
                    <a:lnTo>
                      <a:pt x="645" y="94"/>
                    </a:lnTo>
                    <a:lnTo>
                      <a:pt x="658" y="45"/>
                    </a:lnTo>
                    <a:lnTo>
                      <a:pt x="669" y="22"/>
                    </a:lnTo>
                    <a:lnTo>
                      <a:pt x="680" y="11"/>
                    </a:lnTo>
                    <a:lnTo>
                      <a:pt x="692" y="7"/>
                    </a:lnTo>
                    <a:lnTo>
                      <a:pt x="705" y="16"/>
                    </a:lnTo>
                    <a:lnTo>
                      <a:pt x="716" y="36"/>
                    </a:lnTo>
                    <a:lnTo>
                      <a:pt x="726" y="79"/>
                    </a:lnTo>
                    <a:lnTo>
                      <a:pt x="735" y="99"/>
                    </a:lnTo>
                    <a:lnTo>
                      <a:pt x="748" y="121"/>
                    </a:lnTo>
                    <a:lnTo>
                      <a:pt x="761" y="50"/>
                    </a:lnTo>
                    <a:lnTo>
                      <a:pt x="773" y="20"/>
                    </a:lnTo>
                    <a:lnTo>
                      <a:pt x="784" y="5"/>
                    </a:lnTo>
                    <a:lnTo>
                      <a:pt x="795" y="0"/>
                    </a:lnTo>
                    <a:lnTo>
                      <a:pt x="807" y="4"/>
                    </a:lnTo>
                    <a:lnTo>
                      <a:pt x="818" y="20"/>
                    </a:lnTo>
                    <a:lnTo>
                      <a:pt x="829" y="50"/>
                    </a:lnTo>
                    <a:lnTo>
                      <a:pt x="842" y="122"/>
                    </a:lnTo>
                    <a:lnTo>
                      <a:pt x="852" y="228"/>
                    </a:lnTo>
                    <a:lnTo>
                      <a:pt x="865" y="70"/>
                    </a:lnTo>
                    <a:lnTo>
                      <a:pt x="876" y="29"/>
                    </a:lnTo>
                    <a:lnTo>
                      <a:pt x="887" y="9"/>
                    </a:lnTo>
                    <a:lnTo>
                      <a:pt x="898" y="0"/>
                    </a:lnTo>
                    <a:lnTo>
                      <a:pt x="908" y="2"/>
                    </a:lnTo>
                    <a:lnTo>
                      <a:pt x="923" y="13"/>
                    </a:lnTo>
                    <a:lnTo>
                      <a:pt x="934" y="38"/>
                    </a:lnTo>
                    <a:lnTo>
                      <a:pt x="944" y="86"/>
                    </a:lnTo>
                    <a:lnTo>
                      <a:pt x="955" y="145"/>
                    </a:lnTo>
                    <a:lnTo>
                      <a:pt x="968" y="106"/>
                    </a:lnTo>
                    <a:lnTo>
                      <a:pt x="979" y="49"/>
                    </a:lnTo>
                    <a:lnTo>
                      <a:pt x="991" y="22"/>
                    </a:lnTo>
                    <a:lnTo>
                      <a:pt x="1002" y="11"/>
                    </a:lnTo>
                    <a:lnTo>
                      <a:pt x="1015" y="7"/>
                    </a:lnTo>
                    <a:lnTo>
                      <a:pt x="1025" y="16"/>
                    </a:lnTo>
                    <a:lnTo>
                      <a:pt x="1036" y="34"/>
                    </a:lnTo>
                    <a:lnTo>
                      <a:pt x="1047" y="72"/>
                    </a:lnTo>
                    <a:lnTo>
                      <a:pt x="1058" y="158"/>
                    </a:lnTo>
                    <a:lnTo>
                      <a:pt x="1075" y="522"/>
                    </a:lnTo>
                    <a:lnTo>
                      <a:pt x="1083" y="79"/>
                    </a:lnTo>
                    <a:lnTo>
                      <a:pt x="1094" y="45"/>
                    </a:lnTo>
                    <a:lnTo>
                      <a:pt x="1105" y="27"/>
                    </a:lnTo>
                    <a:lnTo>
                      <a:pt x="1117" y="23"/>
                    </a:lnTo>
                    <a:lnTo>
                      <a:pt x="1128" y="27"/>
                    </a:lnTo>
                    <a:lnTo>
                      <a:pt x="1139" y="43"/>
                    </a:lnTo>
                    <a:lnTo>
                      <a:pt x="1151" y="72"/>
                    </a:lnTo>
                    <a:lnTo>
                      <a:pt x="1164" y="128"/>
                    </a:lnTo>
                    <a:lnTo>
                      <a:pt x="1175" y="394"/>
                    </a:lnTo>
                    <a:lnTo>
                      <a:pt x="1186" y="126"/>
                    </a:lnTo>
                    <a:lnTo>
                      <a:pt x="1196" y="77"/>
                    </a:lnTo>
                    <a:lnTo>
                      <a:pt x="1207" y="56"/>
                    </a:lnTo>
                    <a:lnTo>
                      <a:pt x="1218" y="47"/>
                    </a:lnTo>
                  </a:path>
                </a:pathLst>
              </a:custGeom>
              <a:noFill/>
              <a:ln w="127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351" y="3533"/>
                <a:ext cx="1218" cy="529"/>
                <a:chOff x="351" y="3533"/>
                <a:chExt cx="1218" cy="529"/>
              </a:xfrm>
            </p:grpSpPr>
            <p:sp>
              <p:nvSpPr>
                <p:cNvPr id="546827" name="Freeform 11"/>
                <p:cNvSpPr>
                  <a:spLocks/>
                </p:cNvSpPr>
                <p:nvPr/>
              </p:nvSpPr>
              <p:spPr bwMode="auto">
                <a:xfrm>
                  <a:off x="351" y="3546"/>
                  <a:ext cx="1167" cy="516"/>
                </a:xfrm>
                <a:custGeom>
                  <a:avLst/>
                  <a:gdLst/>
                  <a:ahLst/>
                  <a:cxnLst>
                    <a:cxn ang="0">
                      <a:pos x="11" y="236"/>
                    </a:cxn>
                    <a:cxn ang="0">
                      <a:pos x="34" y="324"/>
                    </a:cxn>
                    <a:cxn ang="0">
                      <a:pos x="56" y="265"/>
                    </a:cxn>
                    <a:cxn ang="0">
                      <a:pos x="81" y="189"/>
                    </a:cxn>
                    <a:cxn ang="0">
                      <a:pos x="103" y="169"/>
                    </a:cxn>
                    <a:cxn ang="0">
                      <a:pos x="124" y="191"/>
                    </a:cxn>
                    <a:cxn ang="0">
                      <a:pos x="149" y="402"/>
                    </a:cxn>
                    <a:cxn ang="0">
                      <a:pos x="171" y="178"/>
                    </a:cxn>
                    <a:cxn ang="0">
                      <a:pos x="194" y="128"/>
                    </a:cxn>
                    <a:cxn ang="0">
                      <a:pos x="216" y="121"/>
                    </a:cxn>
                    <a:cxn ang="0">
                      <a:pos x="241" y="164"/>
                    </a:cxn>
                    <a:cxn ang="0">
                      <a:pos x="263" y="258"/>
                    </a:cxn>
                    <a:cxn ang="0">
                      <a:pos x="284" y="115"/>
                    </a:cxn>
                    <a:cxn ang="0">
                      <a:pos x="309" y="79"/>
                    </a:cxn>
                    <a:cxn ang="0">
                      <a:pos x="331" y="88"/>
                    </a:cxn>
                    <a:cxn ang="0">
                      <a:pos x="354" y="160"/>
                    </a:cxn>
                    <a:cxn ang="0">
                      <a:pos x="376" y="151"/>
                    </a:cxn>
                    <a:cxn ang="0">
                      <a:pos x="401" y="67"/>
                    </a:cxn>
                    <a:cxn ang="0">
                      <a:pos x="423" y="47"/>
                    </a:cxn>
                    <a:cxn ang="0">
                      <a:pos x="446" y="68"/>
                    </a:cxn>
                    <a:cxn ang="0">
                      <a:pos x="468" y="202"/>
                    </a:cxn>
                    <a:cxn ang="0">
                      <a:pos x="491" y="88"/>
                    </a:cxn>
                    <a:cxn ang="0">
                      <a:pos x="515" y="31"/>
                    </a:cxn>
                    <a:cxn ang="0">
                      <a:pos x="536" y="25"/>
                    </a:cxn>
                    <a:cxn ang="0">
                      <a:pos x="561" y="63"/>
                    </a:cxn>
                    <a:cxn ang="0">
                      <a:pos x="583" y="256"/>
                    </a:cxn>
                    <a:cxn ang="0">
                      <a:pos x="606" y="45"/>
                    </a:cxn>
                    <a:cxn ang="0">
                      <a:pos x="628" y="11"/>
                    </a:cxn>
                    <a:cxn ang="0">
                      <a:pos x="653" y="16"/>
                    </a:cxn>
                    <a:cxn ang="0">
                      <a:pos x="675" y="79"/>
                    </a:cxn>
                    <a:cxn ang="0">
                      <a:pos x="696" y="121"/>
                    </a:cxn>
                    <a:cxn ang="0">
                      <a:pos x="722" y="20"/>
                    </a:cxn>
                    <a:cxn ang="0">
                      <a:pos x="743" y="0"/>
                    </a:cxn>
                    <a:cxn ang="0">
                      <a:pos x="767" y="20"/>
                    </a:cxn>
                    <a:cxn ang="0">
                      <a:pos x="790" y="122"/>
                    </a:cxn>
                    <a:cxn ang="0">
                      <a:pos x="813" y="70"/>
                    </a:cxn>
                    <a:cxn ang="0">
                      <a:pos x="835" y="9"/>
                    </a:cxn>
                    <a:cxn ang="0">
                      <a:pos x="857" y="2"/>
                    </a:cxn>
                    <a:cxn ang="0">
                      <a:pos x="882" y="38"/>
                    </a:cxn>
                    <a:cxn ang="0">
                      <a:pos x="903" y="277"/>
                    </a:cxn>
                    <a:cxn ang="0">
                      <a:pos x="927" y="49"/>
                    </a:cxn>
                    <a:cxn ang="0">
                      <a:pos x="950" y="11"/>
                    </a:cxn>
                    <a:cxn ang="0">
                      <a:pos x="973" y="16"/>
                    </a:cxn>
                    <a:cxn ang="0">
                      <a:pos x="995" y="72"/>
                    </a:cxn>
                    <a:cxn ang="0">
                      <a:pos x="1020" y="171"/>
                    </a:cxn>
                    <a:cxn ang="0">
                      <a:pos x="1042" y="45"/>
                    </a:cxn>
                    <a:cxn ang="0">
                      <a:pos x="1065" y="23"/>
                    </a:cxn>
                    <a:cxn ang="0">
                      <a:pos x="1087" y="43"/>
                    </a:cxn>
                    <a:cxn ang="0">
                      <a:pos x="1112" y="128"/>
                    </a:cxn>
                    <a:cxn ang="0">
                      <a:pos x="1134" y="126"/>
                    </a:cxn>
                    <a:cxn ang="0">
                      <a:pos x="1155" y="56"/>
                    </a:cxn>
                  </a:cxnLst>
                  <a:rect l="0" t="0" r="r" b="b"/>
                  <a:pathLst>
                    <a:path w="1167" h="516">
                      <a:moveTo>
                        <a:pt x="0" y="227"/>
                      </a:moveTo>
                      <a:lnTo>
                        <a:pt x="11" y="236"/>
                      </a:lnTo>
                      <a:lnTo>
                        <a:pt x="22" y="261"/>
                      </a:lnTo>
                      <a:lnTo>
                        <a:pt x="34" y="324"/>
                      </a:lnTo>
                      <a:lnTo>
                        <a:pt x="45" y="393"/>
                      </a:lnTo>
                      <a:lnTo>
                        <a:pt x="56" y="265"/>
                      </a:lnTo>
                      <a:lnTo>
                        <a:pt x="68" y="216"/>
                      </a:lnTo>
                      <a:lnTo>
                        <a:pt x="81" y="189"/>
                      </a:lnTo>
                      <a:lnTo>
                        <a:pt x="92" y="175"/>
                      </a:lnTo>
                      <a:lnTo>
                        <a:pt x="103" y="169"/>
                      </a:lnTo>
                      <a:lnTo>
                        <a:pt x="113" y="173"/>
                      </a:lnTo>
                      <a:lnTo>
                        <a:pt x="124" y="191"/>
                      </a:lnTo>
                      <a:lnTo>
                        <a:pt x="135" y="232"/>
                      </a:lnTo>
                      <a:lnTo>
                        <a:pt x="149" y="402"/>
                      </a:lnTo>
                      <a:lnTo>
                        <a:pt x="160" y="245"/>
                      </a:lnTo>
                      <a:lnTo>
                        <a:pt x="171" y="178"/>
                      </a:lnTo>
                      <a:lnTo>
                        <a:pt x="182" y="146"/>
                      </a:lnTo>
                      <a:lnTo>
                        <a:pt x="194" y="128"/>
                      </a:lnTo>
                      <a:lnTo>
                        <a:pt x="205" y="119"/>
                      </a:lnTo>
                      <a:lnTo>
                        <a:pt x="216" y="121"/>
                      </a:lnTo>
                      <a:lnTo>
                        <a:pt x="229" y="133"/>
                      </a:lnTo>
                      <a:lnTo>
                        <a:pt x="241" y="164"/>
                      </a:lnTo>
                      <a:lnTo>
                        <a:pt x="252" y="241"/>
                      </a:lnTo>
                      <a:lnTo>
                        <a:pt x="263" y="258"/>
                      </a:lnTo>
                      <a:lnTo>
                        <a:pt x="274" y="157"/>
                      </a:lnTo>
                      <a:lnTo>
                        <a:pt x="284" y="115"/>
                      </a:lnTo>
                      <a:lnTo>
                        <a:pt x="297" y="92"/>
                      </a:lnTo>
                      <a:lnTo>
                        <a:pt x="309" y="79"/>
                      </a:lnTo>
                      <a:lnTo>
                        <a:pt x="320" y="79"/>
                      </a:lnTo>
                      <a:lnTo>
                        <a:pt x="331" y="88"/>
                      </a:lnTo>
                      <a:lnTo>
                        <a:pt x="344" y="108"/>
                      </a:lnTo>
                      <a:lnTo>
                        <a:pt x="354" y="160"/>
                      </a:lnTo>
                      <a:lnTo>
                        <a:pt x="365" y="515"/>
                      </a:lnTo>
                      <a:lnTo>
                        <a:pt x="376" y="151"/>
                      </a:lnTo>
                      <a:lnTo>
                        <a:pt x="387" y="95"/>
                      </a:lnTo>
                      <a:lnTo>
                        <a:pt x="401" y="67"/>
                      </a:lnTo>
                      <a:lnTo>
                        <a:pt x="412" y="50"/>
                      </a:lnTo>
                      <a:lnTo>
                        <a:pt x="423" y="47"/>
                      </a:lnTo>
                      <a:lnTo>
                        <a:pt x="434" y="50"/>
                      </a:lnTo>
                      <a:lnTo>
                        <a:pt x="446" y="68"/>
                      </a:lnTo>
                      <a:lnTo>
                        <a:pt x="457" y="104"/>
                      </a:lnTo>
                      <a:lnTo>
                        <a:pt x="468" y="202"/>
                      </a:lnTo>
                      <a:lnTo>
                        <a:pt x="480" y="169"/>
                      </a:lnTo>
                      <a:lnTo>
                        <a:pt x="491" y="88"/>
                      </a:lnTo>
                      <a:lnTo>
                        <a:pt x="504" y="50"/>
                      </a:lnTo>
                      <a:lnTo>
                        <a:pt x="515" y="31"/>
                      </a:lnTo>
                      <a:lnTo>
                        <a:pt x="525" y="23"/>
                      </a:lnTo>
                      <a:lnTo>
                        <a:pt x="536" y="25"/>
                      </a:lnTo>
                      <a:lnTo>
                        <a:pt x="547" y="36"/>
                      </a:lnTo>
                      <a:lnTo>
                        <a:pt x="561" y="63"/>
                      </a:lnTo>
                      <a:lnTo>
                        <a:pt x="572" y="124"/>
                      </a:lnTo>
                      <a:lnTo>
                        <a:pt x="583" y="256"/>
                      </a:lnTo>
                      <a:lnTo>
                        <a:pt x="594" y="94"/>
                      </a:lnTo>
                      <a:lnTo>
                        <a:pt x="606" y="45"/>
                      </a:lnTo>
                      <a:lnTo>
                        <a:pt x="617" y="22"/>
                      </a:lnTo>
                      <a:lnTo>
                        <a:pt x="628" y="11"/>
                      </a:lnTo>
                      <a:lnTo>
                        <a:pt x="641" y="7"/>
                      </a:lnTo>
                      <a:lnTo>
                        <a:pt x="653" y="16"/>
                      </a:lnTo>
                      <a:lnTo>
                        <a:pt x="664" y="36"/>
                      </a:lnTo>
                      <a:lnTo>
                        <a:pt x="675" y="79"/>
                      </a:lnTo>
                      <a:lnTo>
                        <a:pt x="686" y="207"/>
                      </a:lnTo>
                      <a:lnTo>
                        <a:pt x="696" y="121"/>
                      </a:lnTo>
                      <a:lnTo>
                        <a:pt x="709" y="50"/>
                      </a:lnTo>
                      <a:lnTo>
                        <a:pt x="722" y="20"/>
                      </a:lnTo>
                      <a:lnTo>
                        <a:pt x="732" y="5"/>
                      </a:lnTo>
                      <a:lnTo>
                        <a:pt x="743" y="0"/>
                      </a:lnTo>
                      <a:lnTo>
                        <a:pt x="756" y="4"/>
                      </a:lnTo>
                      <a:lnTo>
                        <a:pt x="767" y="20"/>
                      </a:lnTo>
                      <a:lnTo>
                        <a:pt x="777" y="50"/>
                      </a:lnTo>
                      <a:lnTo>
                        <a:pt x="790" y="122"/>
                      </a:lnTo>
                      <a:lnTo>
                        <a:pt x="803" y="187"/>
                      </a:lnTo>
                      <a:lnTo>
                        <a:pt x="813" y="70"/>
                      </a:lnTo>
                      <a:lnTo>
                        <a:pt x="824" y="29"/>
                      </a:lnTo>
                      <a:lnTo>
                        <a:pt x="835" y="9"/>
                      </a:lnTo>
                      <a:lnTo>
                        <a:pt x="846" y="0"/>
                      </a:lnTo>
                      <a:lnTo>
                        <a:pt x="857" y="2"/>
                      </a:lnTo>
                      <a:lnTo>
                        <a:pt x="871" y="13"/>
                      </a:lnTo>
                      <a:lnTo>
                        <a:pt x="882" y="38"/>
                      </a:lnTo>
                      <a:lnTo>
                        <a:pt x="892" y="86"/>
                      </a:lnTo>
                      <a:lnTo>
                        <a:pt x="903" y="277"/>
                      </a:lnTo>
                      <a:lnTo>
                        <a:pt x="916" y="106"/>
                      </a:lnTo>
                      <a:lnTo>
                        <a:pt x="927" y="49"/>
                      </a:lnTo>
                      <a:lnTo>
                        <a:pt x="939" y="22"/>
                      </a:lnTo>
                      <a:lnTo>
                        <a:pt x="950" y="11"/>
                      </a:lnTo>
                      <a:lnTo>
                        <a:pt x="963" y="7"/>
                      </a:lnTo>
                      <a:lnTo>
                        <a:pt x="973" y="16"/>
                      </a:lnTo>
                      <a:lnTo>
                        <a:pt x="984" y="34"/>
                      </a:lnTo>
                      <a:lnTo>
                        <a:pt x="995" y="72"/>
                      </a:lnTo>
                      <a:lnTo>
                        <a:pt x="1006" y="158"/>
                      </a:lnTo>
                      <a:lnTo>
                        <a:pt x="1020" y="171"/>
                      </a:lnTo>
                      <a:lnTo>
                        <a:pt x="1031" y="79"/>
                      </a:lnTo>
                      <a:lnTo>
                        <a:pt x="1042" y="45"/>
                      </a:lnTo>
                      <a:lnTo>
                        <a:pt x="1053" y="27"/>
                      </a:lnTo>
                      <a:lnTo>
                        <a:pt x="1065" y="23"/>
                      </a:lnTo>
                      <a:lnTo>
                        <a:pt x="1076" y="27"/>
                      </a:lnTo>
                      <a:lnTo>
                        <a:pt x="1087" y="43"/>
                      </a:lnTo>
                      <a:lnTo>
                        <a:pt x="1099" y="72"/>
                      </a:lnTo>
                      <a:lnTo>
                        <a:pt x="1112" y="128"/>
                      </a:lnTo>
                      <a:lnTo>
                        <a:pt x="1123" y="394"/>
                      </a:lnTo>
                      <a:lnTo>
                        <a:pt x="1134" y="126"/>
                      </a:lnTo>
                      <a:lnTo>
                        <a:pt x="1144" y="77"/>
                      </a:lnTo>
                      <a:lnTo>
                        <a:pt x="1155" y="56"/>
                      </a:lnTo>
                      <a:lnTo>
                        <a:pt x="1166" y="47"/>
                      </a:lnTo>
                    </a:path>
                  </a:pathLst>
                </a:custGeom>
                <a:noFill/>
                <a:ln w="12700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546828" name="Freeform 12"/>
                <p:cNvSpPr>
                  <a:spLocks/>
                </p:cNvSpPr>
                <p:nvPr/>
              </p:nvSpPr>
              <p:spPr bwMode="auto">
                <a:xfrm>
                  <a:off x="351" y="3533"/>
                  <a:ext cx="1218" cy="523"/>
                </a:xfrm>
                <a:custGeom>
                  <a:avLst/>
                  <a:gdLst/>
                  <a:ahLst/>
                  <a:cxnLst>
                    <a:cxn ang="0">
                      <a:pos x="15" y="273"/>
                    </a:cxn>
                    <a:cxn ang="0">
                      <a:pos x="54" y="215"/>
                    </a:cxn>
                    <a:cxn ang="0">
                      <a:pos x="85" y="324"/>
                    </a:cxn>
                    <a:cxn ang="0">
                      <a:pos x="104" y="246"/>
                    </a:cxn>
                    <a:cxn ang="0">
                      <a:pos x="132" y="189"/>
                    </a:cxn>
                    <a:cxn ang="0">
                      <a:pos x="154" y="169"/>
                    </a:cxn>
                    <a:cxn ang="0">
                      <a:pos x="175" y="191"/>
                    </a:cxn>
                    <a:cxn ang="0">
                      <a:pos x="201" y="401"/>
                    </a:cxn>
                    <a:cxn ang="0">
                      <a:pos x="222" y="178"/>
                    </a:cxn>
                    <a:cxn ang="0">
                      <a:pos x="246" y="128"/>
                    </a:cxn>
                    <a:cxn ang="0">
                      <a:pos x="267" y="121"/>
                    </a:cxn>
                    <a:cxn ang="0">
                      <a:pos x="292" y="164"/>
                    </a:cxn>
                    <a:cxn ang="0">
                      <a:pos x="314" y="257"/>
                    </a:cxn>
                    <a:cxn ang="0">
                      <a:pos x="336" y="115"/>
                    </a:cxn>
                    <a:cxn ang="0">
                      <a:pos x="361" y="79"/>
                    </a:cxn>
                    <a:cxn ang="0">
                      <a:pos x="382" y="88"/>
                    </a:cxn>
                    <a:cxn ang="0">
                      <a:pos x="406" y="160"/>
                    </a:cxn>
                    <a:cxn ang="0">
                      <a:pos x="427" y="151"/>
                    </a:cxn>
                    <a:cxn ang="0">
                      <a:pos x="452" y="67"/>
                    </a:cxn>
                    <a:cxn ang="0">
                      <a:pos x="474" y="47"/>
                    </a:cxn>
                    <a:cxn ang="0">
                      <a:pos x="497" y="68"/>
                    </a:cxn>
                    <a:cxn ang="0">
                      <a:pos x="516" y="310"/>
                    </a:cxn>
                    <a:cxn ang="0">
                      <a:pos x="542" y="88"/>
                    </a:cxn>
                    <a:cxn ang="0">
                      <a:pos x="566" y="31"/>
                    </a:cxn>
                    <a:cxn ang="0">
                      <a:pos x="587" y="25"/>
                    </a:cxn>
                    <a:cxn ang="0">
                      <a:pos x="613" y="63"/>
                    </a:cxn>
                    <a:cxn ang="0">
                      <a:pos x="634" y="477"/>
                    </a:cxn>
                    <a:cxn ang="0">
                      <a:pos x="658" y="45"/>
                    </a:cxn>
                    <a:cxn ang="0">
                      <a:pos x="679" y="11"/>
                    </a:cxn>
                    <a:cxn ang="0">
                      <a:pos x="704" y="16"/>
                    </a:cxn>
                    <a:cxn ang="0">
                      <a:pos x="726" y="79"/>
                    </a:cxn>
                    <a:cxn ang="0">
                      <a:pos x="747" y="121"/>
                    </a:cxn>
                    <a:cxn ang="0">
                      <a:pos x="773" y="20"/>
                    </a:cxn>
                    <a:cxn ang="0">
                      <a:pos x="794" y="0"/>
                    </a:cxn>
                    <a:cxn ang="0">
                      <a:pos x="818" y="20"/>
                    </a:cxn>
                    <a:cxn ang="0">
                      <a:pos x="841" y="122"/>
                    </a:cxn>
                    <a:cxn ang="0">
                      <a:pos x="864" y="70"/>
                    </a:cxn>
                    <a:cxn ang="0">
                      <a:pos x="886" y="9"/>
                    </a:cxn>
                    <a:cxn ang="0">
                      <a:pos x="908" y="2"/>
                    </a:cxn>
                    <a:cxn ang="0">
                      <a:pos x="933" y="38"/>
                    </a:cxn>
                    <a:cxn ang="0">
                      <a:pos x="954" y="145"/>
                    </a:cxn>
                    <a:cxn ang="0">
                      <a:pos x="978" y="49"/>
                    </a:cxn>
                    <a:cxn ang="0">
                      <a:pos x="1001" y="11"/>
                    </a:cxn>
                    <a:cxn ang="0">
                      <a:pos x="1025" y="16"/>
                    </a:cxn>
                    <a:cxn ang="0">
                      <a:pos x="1046" y="72"/>
                    </a:cxn>
                    <a:cxn ang="0">
                      <a:pos x="1074" y="522"/>
                    </a:cxn>
                    <a:cxn ang="0">
                      <a:pos x="1093" y="45"/>
                    </a:cxn>
                    <a:cxn ang="0">
                      <a:pos x="1116" y="23"/>
                    </a:cxn>
                    <a:cxn ang="0">
                      <a:pos x="1138" y="43"/>
                    </a:cxn>
                    <a:cxn ang="0">
                      <a:pos x="1163" y="128"/>
                    </a:cxn>
                    <a:cxn ang="0">
                      <a:pos x="1185" y="126"/>
                    </a:cxn>
                    <a:cxn ang="0">
                      <a:pos x="1206" y="56"/>
                    </a:cxn>
                  </a:cxnLst>
                  <a:rect l="0" t="0" r="r" b="b"/>
                  <a:pathLst>
                    <a:path w="1218" h="523">
                      <a:moveTo>
                        <a:pt x="0" y="346"/>
                      </a:moveTo>
                      <a:lnTo>
                        <a:pt x="15" y="273"/>
                      </a:lnTo>
                      <a:lnTo>
                        <a:pt x="32" y="230"/>
                      </a:lnTo>
                      <a:lnTo>
                        <a:pt x="54" y="215"/>
                      </a:lnTo>
                      <a:lnTo>
                        <a:pt x="75" y="262"/>
                      </a:lnTo>
                      <a:lnTo>
                        <a:pt x="85" y="324"/>
                      </a:lnTo>
                      <a:lnTo>
                        <a:pt x="96" y="392"/>
                      </a:lnTo>
                      <a:lnTo>
                        <a:pt x="104" y="246"/>
                      </a:lnTo>
                      <a:lnTo>
                        <a:pt x="120" y="216"/>
                      </a:lnTo>
                      <a:lnTo>
                        <a:pt x="132" y="189"/>
                      </a:lnTo>
                      <a:lnTo>
                        <a:pt x="143" y="175"/>
                      </a:lnTo>
                      <a:lnTo>
                        <a:pt x="154" y="169"/>
                      </a:lnTo>
                      <a:lnTo>
                        <a:pt x="165" y="173"/>
                      </a:lnTo>
                      <a:lnTo>
                        <a:pt x="175" y="191"/>
                      </a:lnTo>
                      <a:lnTo>
                        <a:pt x="186" y="232"/>
                      </a:lnTo>
                      <a:lnTo>
                        <a:pt x="201" y="401"/>
                      </a:lnTo>
                      <a:lnTo>
                        <a:pt x="211" y="245"/>
                      </a:lnTo>
                      <a:lnTo>
                        <a:pt x="222" y="178"/>
                      </a:lnTo>
                      <a:lnTo>
                        <a:pt x="233" y="146"/>
                      </a:lnTo>
                      <a:lnTo>
                        <a:pt x="246" y="128"/>
                      </a:lnTo>
                      <a:lnTo>
                        <a:pt x="256" y="119"/>
                      </a:lnTo>
                      <a:lnTo>
                        <a:pt x="267" y="121"/>
                      </a:lnTo>
                      <a:lnTo>
                        <a:pt x="280" y="133"/>
                      </a:lnTo>
                      <a:lnTo>
                        <a:pt x="292" y="164"/>
                      </a:lnTo>
                      <a:lnTo>
                        <a:pt x="303" y="241"/>
                      </a:lnTo>
                      <a:lnTo>
                        <a:pt x="314" y="257"/>
                      </a:lnTo>
                      <a:lnTo>
                        <a:pt x="325" y="157"/>
                      </a:lnTo>
                      <a:lnTo>
                        <a:pt x="336" y="115"/>
                      </a:lnTo>
                      <a:lnTo>
                        <a:pt x="348" y="92"/>
                      </a:lnTo>
                      <a:lnTo>
                        <a:pt x="361" y="79"/>
                      </a:lnTo>
                      <a:lnTo>
                        <a:pt x="371" y="79"/>
                      </a:lnTo>
                      <a:lnTo>
                        <a:pt x="382" y="88"/>
                      </a:lnTo>
                      <a:lnTo>
                        <a:pt x="395" y="108"/>
                      </a:lnTo>
                      <a:lnTo>
                        <a:pt x="406" y="160"/>
                      </a:lnTo>
                      <a:lnTo>
                        <a:pt x="416" y="185"/>
                      </a:lnTo>
                      <a:lnTo>
                        <a:pt x="427" y="151"/>
                      </a:lnTo>
                      <a:lnTo>
                        <a:pt x="438" y="95"/>
                      </a:lnTo>
                      <a:lnTo>
                        <a:pt x="452" y="67"/>
                      </a:lnTo>
                      <a:lnTo>
                        <a:pt x="463" y="50"/>
                      </a:lnTo>
                      <a:lnTo>
                        <a:pt x="474" y="47"/>
                      </a:lnTo>
                      <a:lnTo>
                        <a:pt x="485" y="50"/>
                      </a:lnTo>
                      <a:lnTo>
                        <a:pt x="497" y="68"/>
                      </a:lnTo>
                      <a:lnTo>
                        <a:pt x="508" y="104"/>
                      </a:lnTo>
                      <a:lnTo>
                        <a:pt x="516" y="310"/>
                      </a:lnTo>
                      <a:lnTo>
                        <a:pt x="532" y="169"/>
                      </a:lnTo>
                      <a:lnTo>
                        <a:pt x="542" y="88"/>
                      </a:lnTo>
                      <a:lnTo>
                        <a:pt x="555" y="50"/>
                      </a:lnTo>
                      <a:lnTo>
                        <a:pt x="566" y="31"/>
                      </a:lnTo>
                      <a:lnTo>
                        <a:pt x="577" y="23"/>
                      </a:lnTo>
                      <a:lnTo>
                        <a:pt x="587" y="25"/>
                      </a:lnTo>
                      <a:lnTo>
                        <a:pt x="598" y="36"/>
                      </a:lnTo>
                      <a:lnTo>
                        <a:pt x="613" y="63"/>
                      </a:lnTo>
                      <a:lnTo>
                        <a:pt x="623" y="124"/>
                      </a:lnTo>
                      <a:lnTo>
                        <a:pt x="634" y="477"/>
                      </a:lnTo>
                      <a:lnTo>
                        <a:pt x="645" y="94"/>
                      </a:lnTo>
                      <a:lnTo>
                        <a:pt x="658" y="45"/>
                      </a:lnTo>
                      <a:lnTo>
                        <a:pt x="668" y="22"/>
                      </a:lnTo>
                      <a:lnTo>
                        <a:pt x="679" y="11"/>
                      </a:lnTo>
                      <a:lnTo>
                        <a:pt x="692" y="7"/>
                      </a:lnTo>
                      <a:lnTo>
                        <a:pt x="704" y="16"/>
                      </a:lnTo>
                      <a:lnTo>
                        <a:pt x="715" y="36"/>
                      </a:lnTo>
                      <a:lnTo>
                        <a:pt x="726" y="79"/>
                      </a:lnTo>
                      <a:lnTo>
                        <a:pt x="734" y="99"/>
                      </a:lnTo>
                      <a:lnTo>
                        <a:pt x="747" y="121"/>
                      </a:lnTo>
                      <a:lnTo>
                        <a:pt x="760" y="50"/>
                      </a:lnTo>
                      <a:lnTo>
                        <a:pt x="773" y="20"/>
                      </a:lnTo>
                      <a:lnTo>
                        <a:pt x="783" y="5"/>
                      </a:lnTo>
                      <a:lnTo>
                        <a:pt x="794" y="0"/>
                      </a:lnTo>
                      <a:lnTo>
                        <a:pt x="807" y="4"/>
                      </a:lnTo>
                      <a:lnTo>
                        <a:pt x="818" y="20"/>
                      </a:lnTo>
                      <a:lnTo>
                        <a:pt x="828" y="50"/>
                      </a:lnTo>
                      <a:lnTo>
                        <a:pt x="841" y="122"/>
                      </a:lnTo>
                      <a:lnTo>
                        <a:pt x="851" y="228"/>
                      </a:lnTo>
                      <a:lnTo>
                        <a:pt x="864" y="70"/>
                      </a:lnTo>
                      <a:lnTo>
                        <a:pt x="875" y="29"/>
                      </a:lnTo>
                      <a:lnTo>
                        <a:pt x="886" y="9"/>
                      </a:lnTo>
                      <a:lnTo>
                        <a:pt x="897" y="0"/>
                      </a:lnTo>
                      <a:lnTo>
                        <a:pt x="908" y="2"/>
                      </a:lnTo>
                      <a:lnTo>
                        <a:pt x="922" y="13"/>
                      </a:lnTo>
                      <a:lnTo>
                        <a:pt x="933" y="38"/>
                      </a:lnTo>
                      <a:lnTo>
                        <a:pt x="944" y="86"/>
                      </a:lnTo>
                      <a:lnTo>
                        <a:pt x="954" y="145"/>
                      </a:lnTo>
                      <a:lnTo>
                        <a:pt x="967" y="106"/>
                      </a:lnTo>
                      <a:lnTo>
                        <a:pt x="978" y="49"/>
                      </a:lnTo>
                      <a:lnTo>
                        <a:pt x="990" y="22"/>
                      </a:lnTo>
                      <a:lnTo>
                        <a:pt x="1001" y="11"/>
                      </a:lnTo>
                      <a:lnTo>
                        <a:pt x="1014" y="7"/>
                      </a:lnTo>
                      <a:lnTo>
                        <a:pt x="1025" y="16"/>
                      </a:lnTo>
                      <a:lnTo>
                        <a:pt x="1035" y="34"/>
                      </a:lnTo>
                      <a:lnTo>
                        <a:pt x="1046" y="72"/>
                      </a:lnTo>
                      <a:lnTo>
                        <a:pt x="1057" y="158"/>
                      </a:lnTo>
                      <a:lnTo>
                        <a:pt x="1074" y="522"/>
                      </a:lnTo>
                      <a:lnTo>
                        <a:pt x="1082" y="79"/>
                      </a:lnTo>
                      <a:lnTo>
                        <a:pt x="1093" y="45"/>
                      </a:lnTo>
                      <a:lnTo>
                        <a:pt x="1104" y="27"/>
                      </a:lnTo>
                      <a:lnTo>
                        <a:pt x="1116" y="23"/>
                      </a:lnTo>
                      <a:lnTo>
                        <a:pt x="1127" y="27"/>
                      </a:lnTo>
                      <a:lnTo>
                        <a:pt x="1138" y="43"/>
                      </a:lnTo>
                      <a:lnTo>
                        <a:pt x="1150" y="72"/>
                      </a:lnTo>
                      <a:lnTo>
                        <a:pt x="1163" y="128"/>
                      </a:lnTo>
                      <a:lnTo>
                        <a:pt x="1174" y="394"/>
                      </a:lnTo>
                      <a:lnTo>
                        <a:pt x="1185" y="126"/>
                      </a:lnTo>
                      <a:lnTo>
                        <a:pt x="1195" y="77"/>
                      </a:lnTo>
                      <a:lnTo>
                        <a:pt x="1206" y="56"/>
                      </a:lnTo>
                      <a:lnTo>
                        <a:pt x="1217" y="47"/>
                      </a:lnTo>
                    </a:path>
                  </a:pathLst>
                </a:custGeom>
                <a:noFill/>
                <a:ln w="12700" cap="rnd" cmpd="sng">
                  <a:solidFill>
                    <a:schemeClr val="bg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CA"/>
                </a:p>
              </p:txBody>
            </p:sp>
          </p:grpSp>
          <p:sp>
            <p:nvSpPr>
              <p:cNvPr id="546829" name="Freeform 13"/>
              <p:cNvSpPr>
                <a:spLocks/>
              </p:cNvSpPr>
              <p:nvPr/>
            </p:nvSpPr>
            <p:spPr bwMode="auto">
              <a:xfrm>
                <a:off x="347" y="3530"/>
                <a:ext cx="1216" cy="266"/>
              </a:xfrm>
              <a:custGeom>
                <a:avLst/>
                <a:gdLst/>
                <a:ahLst/>
                <a:cxnLst>
                  <a:cxn ang="0">
                    <a:pos x="11" y="251"/>
                  </a:cxn>
                  <a:cxn ang="0">
                    <a:pos x="27" y="243"/>
                  </a:cxn>
                  <a:cxn ang="0">
                    <a:pos x="51" y="216"/>
                  </a:cxn>
                  <a:cxn ang="0">
                    <a:pos x="76" y="214"/>
                  </a:cxn>
                  <a:cxn ang="0">
                    <a:pos x="95" y="189"/>
                  </a:cxn>
                  <a:cxn ang="0">
                    <a:pos x="124" y="206"/>
                  </a:cxn>
                  <a:cxn ang="0">
                    <a:pos x="140" y="178"/>
                  </a:cxn>
                  <a:cxn ang="0">
                    <a:pos x="162" y="173"/>
                  </a:cxn>
                  <a:cxn ang="0">
                    <a:pos x="184" y="151"/>
                  </a:cxn>
                  <a:cxn ang="0">
                    <a:pos x="224" y="141"/>
                  </a:cxn>
                  <a:cxn ang="0">
                    <a:pos x="243" y="127"/>
                  </a:cxn>
                  <a:cxn ang="0">
                    <a:pos x="281" y="135"/>
                  </a:cxn>
                  <a:cxn ang="0">
                    <a:pos x="302" y="100"/>
                  </a:cxn>
                  <a:cxn ang="0">
                    <a:pos x="332" y="100"/>
                  </a:cxn>
                  <a:cxn ang="0">
                    <a:pos x="354" y="84"/>
                  </a:cxn>
                  <a:cxn ang="0">
                    <a:pos x="381" y="84"/>
                  </a:cxn>
                  <a:cxn ang="0">
                    <a:pos x="402" y="70"/>
                  </a:cxn>
                  <a:cxn ang="0">
                    <a:pos x="437" y="65"/>
                  </a:cxn>
                  <a:cxn ang="0">
                    <a:pos x="462" y="54"/>
                  </a:cxn>
                  <a:cxn ang="0">
                    <a:pos x="494" y="59"/>
                  </a:cxn>
                  <a:cxn ang="0">
                    <a:pos x="513" y="41"/>
                  </a:cxn>
                  <a:cxn ang="0">
                    <a:pos x="556" y="51"/>
                  </a:cxn>
                  <a:cxn ang="0">
                    <a:pos x="583" y="22"/>
                  </a:cxn>
                  <a:cxn ang="0">
                    <a:pos x="610" y="46"/>
                  </a:cxn>
                  <a:cxn ang="0">
                    <a:pos x="645" y="24"/>
                  </a:cxn>
                  <a:cxn ang="0">
                    <a:pos x="672" y="16"/>
                  </a:cxn>
                  <a:cxn ang="0">
                    <a:pos x="710" y="19"/>
                  </a:cxn>
                  <a:cxn ang="0">
                    <a:pos x="729" y="22"/>
                  </a:cxn>
                  <a:cxn ang="0">
                    <a:pos x="761" y="22"/>
                  </a:cxn>
                  <a:cxn ang="0">
                    <a:pos x="780" y="3"/>
                  </a:cxn>
                  <a:cxn ang="0">
                    <a:pos x="815" y="11"/>
                  </a:cxn>
                  <a:cxn ang="0">
                    <a:pos x="837" y="19"/>
                  </a:cxn>
                  <a:cxn ang="0">
                    <a:pos x="864" y="19"/>
                  </a:cxn>
                  <a:cxn ang="0">
                    <a:pos x="886" y="11"/>
                  </a:cxn>
                  <a:cxn ang="0">
                    <a:pos x="921" y="8"/>
                  </a:cxn>
                  <a:cxn ang="0">
                    <a:pos x="937" y="41"/>
                  </a:cxn>
                  <a:cxn ang="0">
                    <a:pos x="967" y="22"/>
                  </a:cxn>
                  <a:cxn ang="0">
                    <a:pos x="994" y="16"/>
                  </a:cxn>
                  <a:cxn ang="0">
                    <a:pos x="1034" y="24"/>
                  </a:cxn>
                  <a:cxn ang="0">
                    <a:pos x="1045" y="54"/>
                  </a:cxn>
                  <a:cxn ang="0">
                    <a:pos x="1069" y="35"/>
                  </a:cxn>
                  <a:cxn ang="0">
                    <a:pos x="1088" y="57"/>
                  </a:cxn>
                  <a:cxn ang="0">
                    <a:pos x="1110" y="27"/>
                  </a:cxn>
                  <a:cxn ang="0">
                    <a:pos x="1139" y="38"/>
                  </a:cxn>
                  <a:cxn ang="0">
                    <a:pos x="1153" y="73"/>
                  </a:cxn>
                  <a:cxn ang="0">
                    <a:pos x="1177" y="43"/>
                  </a:cxn>
                  <a:cxn ang="0">
                    <a:pos x="1215" y="24"/>
                  </a:cxn>
                </a:cxnLst>
                <a:rect l="0" t="0" r="r" b="b"/>
                <a:pathLst>
                  <a:path w="1216" h="266">
                    <a:moveTo>
                      <a:pt x="0" y="241"/>
                    </a:moveTo>
                    <a:lnTo>
                      <a:pt x="11" y="251"/>
                    </a:lnTo>
                    <a:lnTo>
                      <a:pt x="19" y="265"/>
                    </a:lnTo>
                    <a:lnTo>
                      <a:pt x="27" y="243"/>
                    </a:lnTo>
                    <a:lnTo>
                      <a:pt x="32" y="230"/>
                    </a:lnTo>
                    <a:lnTo>
                      <a:pt x="51" y="216"/>
                    </a:lnTo>
                    <a:lnTo>
                      <a:pt x="65" y="238"/>
                    </a:lnTo>
                    <a:lnTo>
                      <a:pt x="76" y="214"/>
                    </a:lnTo>
                    <a:lnTo>
                      <a:pt x="84" y="197"/>
                    </a:lnTo>
                    <a:lnTo>
                      <a:pt x="95" y="189"/>
                    </a:lnTo>
                    <a:lnTo>
                      <a:pt x="111" y="187"/>
                    </a:lnTo>
                    <a:lnTo>
                      <a:pt x="124" y="206"/>
                    </a:lnTo>
                    <a:lnTo>
                      <a:pt x="132" y="189"/>
                    </a:lnTo>
                    <a:lnTo>
                      <a:pt x="140" y="178"/>
                    </a:lnTo>
                    <a:lnTo>
                      <a:pt x="154" y="173"/>
                    </a:lnTo>
                    <a:lnTo>
                      <a:pt x="162" y="173"/>
                    </a:lnTo>
                    <a:lnTo>
                      <a:pt x="170" y="184"/>
                    </a:lnTo>
                    <a:lnTo>
                      <a:pt x="184" y="151"/>
                    </a:lnTo>
                    <a:lnTo>
                      <a:pt x="200" y="138"/>
                    </a:lnTo>
                    <a:lnTo>
                      <a:pt x="224" y="141"/>
                    </a:lnTo>
                    <a:lnTo>
                      <a:pt x="230" y="149"/>
                    </a:lnTo>
                    <a:lnTo>
                      <a:pt x="243" y="127"/>
                    </a:lnTo>
                    <a:lnTo>
                      <a:pt x="262" y="119"/>
                    </a:lnTo>
                    <a:lnTo>
                      <a:pt x="281" y="135"/>
                    </a:lnTo>
                    <a:lnTo>
                      <a:pt x="292" y="116"/>
                    </a:lnTo>
                    <a:lnTo>
                      <a:pt x="302" y="100"/>
                    </a:lnTo>
                    <a:lnTo>
                      <a:pt x="316" y="92"/>
                    </a:lnTo>
                    <a:lnTo>
                      <a:pt x="332" y="100"/>
                    </a:lnTo>
                    <a:lnTo>
                      <a:pt x="338" y="108"/>
                    </a:lnTo>
                    <a:lnTo>
                      <a:pt x="354" y="84"/>
                    </a:lnTo>
                    <a:lnTo>
                      <a:pt x="365" y="76"/>
                    </a:lnTo>
                    <a:lnTo>
                      <a:pt x="381" y="84"/>
                    </a:lnTo>
                    <a:lnTo>
                      <a:pt x="392" y="97"/>
                    </a:lnTo>
                    <a:lnTo>
                      <a:pt x="402" y="70"/>
                    </a:lnTo>
                    <a:lnTo>
                      <a:pt x="419" y="59"/>
                    </a:lnTo>
                    <a:lnTo>
                      <a:pt x="437" y="65"/>
                    </a:lnTo>
                    <a:lnTo>
                      <a:pt x="446" y="78"/>
                    </a:lnTo>
                    <a:lnTo>
                      <a:pt x="462" y="54"/>
                    </a:lnTo>
                    <a:lnTo>
                      <a:pt x="478" y="46"/>
                    </a:lnTo>
                    <a:lnTo>
                      <a:pt x="494" y="59"/>
                    </a:lnTo>
                    <a:lnTo>
                      <a:pt x="502" y="70"/>
                    </a:lnTo>
                    <a:lnTo>
                      <a:pt x="513" y="41"/>
                    </a:lnTo>
                    <a:lnTo>
                      <a:pt x="535" y="38"/>
                    </a:lnTo>
                    <a:lnTo>
                      <a:pt x="556" y="51"/>
                    </a:lnTo>
                    <a:lnTo>
                      <a:pt x="567" y="30"/>
                    </a:lnTo>
                    <a:lnTo>
                      <a:pt x="583" y="22"/>
                    </a:lnTo>
                    <a:lnTo>
                      <a:pt x="599" y="32"/>
                    </a:lnTo>
                    <a:lnTo>
                      <a:pt x="610" y="46"/>
                    </a:lnTo>
                    <a:lnTo>
                      <a:pt x="626" y="27"/>
                    </a:lnTo>
                    <a:lnTo>
                      <a:pt x="645" y="24"/>
                    </a:lnTo>
                    <a:lnTo>
                      <a:pt x="662" y="38"/>
                    </a:lnTo>
                    <a:lnTo>
                      <a:pt x="672" y="16"/>
                    </a:lnTo>
                    <a:lnTo>
                      <a:pt x="689" y="8"/>
                    </a:lnTo>
                    <a:lnTo>
                      <a:pt x="710" y="19"/>
                    </a:lnTo>
                    <a:lnTo>
                      <a:pt x="718" y="32"/>
                    </a:lnTo>
                    <a:lnTo>
                      <a:pt x="729" y="22"/>
                    </a:lnTo>
                    <a:lnTo>
                      <a:pt x="748" y="11"/>
                    </a:lnTo>
                    <a:lnTo>
                      <a:pt x="761" y="22"/>
                    </a:lnTo>
                    <a:lnTo>
                      <a:pt x="767" y="30"/>
                    </a:lnTo>
                    <a:lnTo>
                      <a:pt x="780" y="3"/>
                    </a:lnTo>
                    <a:lnTo>
                      <a:pt x="797" y="0"/>
                    </a:lnTo>
                    <a:lnTo>
                      <a:pt x="815" y="11"/>
                    </a:lnTo>
                    <a:lnTo>
                      <a:pt x="829" y="35"/>
                    </a:lnTo>
                    <a:lnTo>
                      <a:pt x="837" y="19"/>
                    </a:lnTo>
                    <a:lnTo>
                      <a:pt x="848" y="14"/>
                    </a:lnTo>
                    <a:lnTo>
                      <a:pt x="864" y="19"/>
                    </a:lnTo>
                    <a:lnTo>
                      <a:pt x="875" y="27"/>
                    </a:lnTo>
                    <a:lnTo>
                      <a:pt x="886" y="11"/>
                    </a:lnTo>
                    <a:lnTo>
                      <a:pt x="899" y="3"/>
                    </a:lnTo>
                    <a:lnTo>
                      <a:pt x="921" y="8"/>
                    </a:lnTo>
                    <a:lnTo>
                      <a:pt x="932" y="24"/>
                    </a:lnTo>
                    <a:lnTo>
                      <a:pt x="937" y="41"/>
                    </a:lnTo>
                    <a:lnTo>
                      <a:pt x="948" y="22"/>
                    </a:lnTo>
                    <a:lnTo>
                      <a:pt x="967" y="22"/>
                    </a:lnTo>
                    <a:lnTo>
                      <a:pt x="980" y="32"/>
                    </a:lnTo>
                    <a:lnTo>
                      <a:pt x="994" y="16"/>
                    </a:lnTo>
                    <a:lnTo>
                      <a:pt x="1021" y="11"/>
                    </a:lnTo>
                    <a:lnTo>
                      <a:pt x="1034" y="24"/>
                    </a:lnTo>
                    <a:lnTo>
                      <a:pt x="1042" y="46"/>
                    </a:lnTo>
                    <a:lnTo>
                      <a:pt x="1045" y="54"/>
                    </a:lnTo>
                    <a:lnTo>
                      <a:pt x="1053" y="41"/>
                    </a:lnTo>
                    <a:lnTo>
                      <a:pt x="1069" y="35"/>
                    </a:lnTo>
                    <a:lnTo>
                      <a:pt x="1077" y="46"/>
                    </a:lnTo>
                    <a:lnTo>
                      <a:pt x="1088" y="57"/>
                    </a:lnTo>
                    <a:lnTo>
                      <a:pt x="1096" y="41"/>
                    </a:lnTo>
                    <a:lnTo>
                      <a:pt x="1110" y="27"/>
                    </a:lnTo>
                    <a:lnTo>
                      <a:pt x="1126" y="24"/>
                    </a:lnTo>
                    <a:lnTo>
                      <a:pt x="1139" y="38"/>
                    </a:lnTo>
                    <a:lnTo>
                      <a:pt x="1148" y="62"/>
                    </a:lnTo>
                    <a:lnTo>
                      <a:pt x="1153" y="73"/>
                    </a:lnTo>
                    <a:lnTo>
                      <a:pt x="1161" y="62"/>
                    </a:lnTo>
                    <a:lnTo>
                      <a:pt x="1177" y="43"/>
                    </a:lnTo>
                    <a:lnTo>
                      <a:pt x="1199" y="30"/>
                    </a:lnTo>
                    <a:lnTo>
                      <a:pt x="1215" y="24"/>
                    </a:lnTo>
                  </a:path>
                </a:pathLst>
              </a:custGeom>
              <a:noFill/>
              <a:ln w="25400" cap="rnd" cmpd="sng">
                <a:solidFill>
                  <a:srgbClr val="00279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546830" name="Rectangle 14"/>
            <p:cNvSpPr>
              <a:spLocks noChangeArrowheads="1"/>
            </p:cNvSpPr>
            <p:nvPr/>
          </p:nvSpPr>
          <p:spPr bwMode="auto">
            <a:xfrm>
              <a:off x="1558" y="2481"/>
              <a:ext cx="1041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 anchor="ctr" anchorCtr="1">
              <a:spAutoFit/>
            </a:bodyPr>
            <a:lstStyle/>
            <a:p>
              <a:pPr algn="ctr"/>
              <a:r>
                <a:rPr lang="en-US" sz="1600"/>
                <a:t>Signal received by Antenna 1</a:t>
              </a:r>
            </a:p>
          </p:txBody>
        </p:sp>
        <p:sp>
          <p:nvSpPr>
            <p:cNvPr id="546831" name="Rectangle 15"/>
            <p:cNvSpPr>
              <a:spLocks noChangeArrowheads="1"/>
            </p:cNvSpPr>
            <p:nvPr/>
          </p:nvSpPr>
          <p:spPr bwMode="auto">
            <a:xfrm>
              <a:off x="1558" y="3009"/>
              <a:ext cx="1041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 anchor="ctr" anchorCtr="1">
              <a:spAutoFit/>
            </a:bodyPr>
            <a:lstStyle/>
            <a:p>
              <a:pPr algn="ctr"/>
              <a:r>
                <a:rPr lang="en-US" sz="1600"/>
                <a:t>Signal received by Antenna 2</a:t>
              </a:r>
            </a:p>
          </p:txBody>
        </p:sp>
        <p:sp>
          <p:nvSpPr>
            <p:cNvPr id="546832" name="Rectangle 16"/>
            <p:cNvSpPr>
              <a:spLocks noChangeArrowheads="1"/>
            </p:cNvSpPr>
            <p:nvPr/>
          </p:nvSpPr>
          <p:spPr bwMode="auto">
            <a:xfrm>
              <a:off x="1558" y="3549"/>
              <a:ext cx="1041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 anchor="ctr" anchorCtr="1">
              <a:spAutoFit/>
            </a:bodyPr>
            <a:lstStyle/>
            <a:p>
              <a:pPr algn="ctr"/>
              <a:r>
                <a:rPr lang="en-US" sz="1600"/>
                <a:t>Combined Signal</a:t>
              </a: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457200" y="1349375"/>
            <a:ext cx="3152775" cy="1982788"/>
            <a:chOff x="288" y="850"/>
            <a:chExt cx="1986" cy="1249"/>
          </a:xfrm>
        </p:grpSpPr>
        <p:grpSp>
          <p:nvGrpSpPr>
            <p:cNvPr id="6" name="Group 18"/>
            <p:cNvGrpSpPr>
              <a:grpSpLocks/>
            </p:cNvGrpSpPr>
            <p:nvPr/>
          </p:nvGrpSpPr>
          <p:grpSpPr bwMode="auto">
            <a:xfrm>
              <a:off x="528" y="1084"/>
              <a:ext cx="384" cy="1015"/>
              <a:chOff x="528" y="1084"/>
              <a:chExt cx="384" cy="1015"/>
            </a:xfrm>
          </p:grpSpPr>
          <p:sp>
            <p:nvSpPr>
              <p:cNvPr id="546835" name="Rectangle 19"/>
              <p:cNvSpPr>
                <a:spLocks noChangeArrowheads="1"/>
              </p:cNvSpPr>
              <p:nvPr/>
            </p:nvSpPr>
            <p:spPr bwMode="auto">
              <a:xfrm>
                <a:off x="704" y="2029"/>
                <a:ext cx="128" cy="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36" name="Rectangle 20"/>
              <p:cNvSpPr>
                <a:spLocks noChangeArrowheads="1"/>
              </p:cNvSpPr>
              <p:nvPr/>
            </p:nvSpPr>
            <p:spPr bwMode="auto">
              <a:xfrm>
                <a:off x="704" y="1297"/>
                <a:ext cx="64" cy="767"/>
              </a:xfrm>
              <a:prstGeom prst="rect">
                <a:avLst/>
              </a:prstGeom>
              <a:gradFill rotWithShape="0">
                <a:gsLst>
                  <a:gs pos="0">
                    <a:srgbClr val="919191"/>
                  </a:gs>
                  <a:gs pos="100000">
                    <a:srgbClr val="919191">
                      <a:gamma/>
                      <a:shade val="29804"/>
                      <a:invGamma/>
                    </a:srgbClr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37" name="Rectangle 21"/>
              <p:cNvSpPr>
                <a:spLocks noChangeArrowheads="1"/>
              </p:cNvSpPr>
              <p:nvPr/>
            </p:nvSpPr>
            <p:spPr bwMode="auto">
              <a:xfrm>
                <a:off x="528" y="1240"/>
                <a:ext cx="384" cy="56"/>
              </a:xfrm>
              <a:prstGeom prst="rect">
                <a:avLst/>
              </a:prstGeom>
              <a:gradFill rotWithShape="0">
                <a:gsLst>
                  <a:gs pos="0">
                    <a:srgbClr val="919191"/>
                  </a:gs>
                  <a:gs pos="100000">
                    <a:srgbClr val="919191">
                      <a:gamma/>
                      <a:shade val="29804"/>
                      <a:invGamma/>
                    </a:srgbClr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38" name="Line 22"/>
              <p:cNvSpPr>
                <a:spLocks noChangeShapeType="1"/>
              </p:cNvSpPr>
              <p:nvPr/>
            </p:nvSpPr>
            <p:spPr bwMode="auto">
              <a:xfrm flipV="1">
                <a:off x="558" y="1089"/>
                <a:ext cx="0" cy="15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39" name="Line 23"/>
              <p:cNvSpPr>
                <a:spLocks noChangeShapeType="1"/>
              </p:cNvSpPr>
              <p:nvPr/>
            </p:nvSpPr>
            <p:spPr bwMode="auto">
              <a:xfrm flipV="1">
                <a:off x="896" y="1283"/>
                <a:ext cx="0" cy="14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40" name="Line 24"/>
              <p:cNvSpPr>
                <a:spLocks noChangeShapeType="1"/>
              </p:cNvSpPr>
              <p:nvPr/>
            </p:nvSpPr>
            <p:spPr bwMode="auto">
              <a:xfrm flipV="1">
                <a:off x="890" y="1084"/>
                <a:ext cx="0" cy="1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1437" y="1725"/>
              <a:ext cx="837" cy="313"/>
              <a:chOff x="1437" y="1725"/>
              <a:chExt cx="837" cy="313"/>
            </a:xfrm>
          </p:grpSpPr>
          <p:sp>
            <p:nvSpPr>
              <p:cNvPr id="546842" name="Freeform 26"/>
              <p:cNvSpPr>
                <a:spLocks/>
              </p:cNvSpPr>
              <p:nvPr/>
            </p:nvSpPr>
            <p:spPr bwMode="auto">
              <a:xfrm>
                <a:off x="1500" y="1725"/>
                <a:ext cx="32" cy="173"/>
              </a:xfrm>
              <a:custGeom>
                <a:avLst/>
                <a:gdLst/>
                <a:ahLst/>
                <a:cxnLst>
                  <a:cxn ang="0">
                    <a:pos x="16" y="172"/>
                  </a:cxn>
                  <a:cxn ang="0">
                    <a:pos x="16" y="132"/>
                  </a:cxn>
                  <a:cxn ang="0">
                    <a:pos x="31" y="125"/>
                  </a:cxn>
                  <a:cxn ang="0">
                    <a:pos x="0" y="125"/>
                  </a:cxn>
                  <a:cxn ang="0">
                    <a:pos x="31" y="110"/>
                  </a:cxn>
                  <a:cxn ang="0">
                    <a:pos x="0" y="110"/>
                  </a:cxn>
                  <a:cxn ang="0">
                    <a:pos x="31" y="102"/>
                  </a:cxn>
                  <a:cxn ang="0">
                    <a:pos x="0" y="102"/>
                  </a:cxn>
                  <a:cxn ang="0">
                    <a:pos x="16" y="93"/>
                  </a:cxn>
                  <a:cxn ang="0">
                    <a:pos x="16" y="0"/>
                  </a:cxn>
                </a:cxnLst>
                <a:rect l="0" t="0" r="r" b="b"/>
                <a:pathLst>
                  <a:path w="32" h="173">
                    <a:moveTo>
                      <a:pt x="16" y="172"/>
                    </a:moveTo>
                    <a:lnTo>
                      <a:pt x="16" y="132"/>
                    </a:lnTo>
                    <a:lnTo>
                      <a:pt x="31" y="125"/>
                    </a:lnTo>
                    <a:lnTo>
                      <a:pt x="0" y="125"/>
                    </a:lnTo>
                    <a:lnTo>
                      <a:pt x="31" y="110"/>
                    </a:lnTo>
                    <a:lnTo>
                      <a:pt x="0" y="110"/>
                    </a:lnTo>
                    <a:lnTo>
                      <a:pt x="31" y="102"/>
                    </a:lnTo>
                    <a:lnTo>
                      <a:pt x="0" y="102"/>
                    </a:lnTo>
                    <a:lnTo>
                      <a:pt x="16" y="93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3" name="Freeform 27"/>
              <p:cNvSpPr>
                <a:spLocks/>
              </p:cNvSpPr>
              <p:nvPr/>
            </p:nvSpPr>
            <p:spPr bwMode="auto">
              <a:xfrm>
                <a:off x="1461" y="1996"/>
                <a:ext cx="789" cy="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"/>
                  </a:cxn>
                  <a:cxn ang="0">
                    <a:pos x="39" y="21"/>
                  </a:cxn>
                  <a:cxn ang="0">
                    <a:pos x="166" y="14"/>
                  </a:cxn>
                  <a:cxn ang="0">
                    <a:pos x="175" y="21"/>
                  </a:cxn>
                  <a:cxn ang="0">
                    <a:pos x="788" y="21"/>
                  </a:cxn>
                  <a:cxn ang="0">
                    <a:pos x="772" y="14"/>
                  </a:cxn>
                  <a:cxn ang="0">
                    <a:pos x="175" y="14"/>
                  </a:cxn>
                  <a:cxn ang="0">
                    <a:pos x="175" y="0"/>
                  </a:cxn>
                  <a:cxn ang="0">
                    <a:pos x="0" y="0"/>
                  </a:cxn>
                </a:cxnLst>
                <a:rect l="0" t="0" r="r" b="b"/>
                <a:pathLst>
                  <a:path w="789" h="22">
                    <a:moveTo>
                      <a:pt x="0" y="0"/>
                    </a:moveTo>
                    <a:lnTo>
                      <a:pt x="0" y="7"/>
                    </a:lnTo>
                    <a:lnTo>
                      <a:pt x="39" y="21"/>
                    </a:lnTo>
                    <a:lnTo>
                      <a:pt x="166" y="14"/>
                    </a:lnTo>
                    <a:lnTo>
                      <a:pt x="175" y="21"/>
                    </a:lnTo>
                    <a:lnTo>
                      <a:pt x="788" y="21"/>
                    </a:lnTo>
                    <a:lnTo>
                      <a:pt x="772" y="14"/>
                    </a:lnTo>
                    <a:lnTo>
                      <a:pt x="175" y="14"/>
                    </a:lnTo>
                    <a:lnTo>
                      <a:pt x="175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4" name="Freeform 28"/>
              <p:cNvSpPr>
                <a:spLocks/>
              </p:cNvSpPr>
              <p:nvPr/>
            </p:nvSpPr>
            <p:spPr bwMode="auto">
              <a:xfrm>
                <a:off x="1437" y="1820"/>
                <a:ext cx="828" cy="198"/>
              </a:xfrm>
              <a:custGeom>
                <a:avLst/>
                <a:gdLst/>
                <a:ahLst/>
                <a:cxnLst>
                  <a:cxn ang="0">
                    <a:pos x="604" y="77"/>
                  </a:cxn>
                  <a:cxn ang="0">
                    <a:pos x="716" y="84"/>
                  </a:cxn>
                  <a:cxn ang="0">
                    <a:pos x="779" y="99"/>
                  </a:cxn>
                  <a:cxn ang="0">
                    <a:pos x="819" y="107"/>
                  </a:cxn>
                  <a:cxn ang="0">
                    <a:pos x="819" y="114"/>
                  </a:cxn>
                  <a:cxn ang="0">
                    <a:pos x="827" y="122"/>
                  </a:cxn>
                  <a:cxn ang="0">
                    <a:pos x="819" y="145"/>
                  </a:cxn>
                  <a:cxn ang="0">
                    <a:pos x="812" y="145"/>
                  </a:cxn>
                  <a:cxn ang="0">
                    <a:pos x="812" y="152"/>
                  </a:cxn>
                  <a:cxn ang="0">
                    <a:pos x="819" y="175"/>
                  </a:cxn>
                  <a:cxn ang="0">
                    <a:pos x="803" y="197"/>
                  </a:cxn>
                  <a:cxn ang="0">
                    <a:pos x="199" y="197"/>
                  </a:cxn>
                  <a:cxn ang="0">
                    <a:pos x="199" y="175"/>
                  </a:cxn>
                  <a:cxn ang="0">
                    <a:pos x="24" y="175"/>
                  </a:cxn>
                  <a:cxn ang="0">
                    <a:pos x="8" y="167"/>
                  </a:cxn>
                  <a:cxn ang="0">
                    <a:pos x="0" y="159"/>
                  </a:cxn>
                  <a:cxn ang="0">
                    <a:pos x="15" y="152"/>
                  </a:cxn>
                  <a:cxn ang="0">
                    <a:pos x="15" y="129"/>
                  </a:cxn>
                  <a:cxn ang="0">
                    <a:pos x="8" y="122"/>
                  </a:cxn>
                  <a:cxn ang="0">
                    <a:pos x="8" y="91"/>
                  </a:cxn>
                  <a:cxn ang="0">
                    <a:pos x="15" y="91"/>
                  </a:cxn>
                  <a:cxn ang="0">
                    <a:pos x="15" y="84"/>
                  </a:cxn>
                  <a:cxn ang="0">
                    <a:pos x="24" y="68"/>
                  </a:cxn>
                  <a:cxn ang="0">
                    <a:pos x="127" y="68"/>
                  </a:cxn>
                  <a:cxn ang="0">
                    <a:pos x="230" y="9"/>
                  </a:cxn>
                  <a:cxn ang="0">
                    <a:pos x="254" y="0"/>
                  </a:cxn>
                  <a:cxn ang="0">
                    <a:pos x="286" y="0"/>
                  </a:cxn>
                  <a:cxn ang="0">
                    <a:pos x="453" y="0"/>
                  </a:cxn>
                  <a:cxn ang="0">
                    <a:pos x="477" y="0"/>
                  </a:cxn>
                  <a:cxn ang="0">
                    <a:pos x="485" y="9"/>
                  </a:cxn>
                  <a:cxn ang="0">
                    <a:pos x="604" y="77"/>
                  </a:cxn>
                </a:cxnLst>
                <a:rect l="0" t="0" r="r" b="b"/>
                <a:pathLst>
                  <a:path w="828" h="198">
                    <a:moveTo>
                      <a:pt x="604" y="77"/>
                    </a:moveTo>
                    <a:lnTo>
                      <a:pt x="716" y="84"/>
                    </a:lnTo>
                    <a:lnTo>
                      <a:pt x="779" y="99"/>
                    </a:lnTo>
                    <a:lnTo>
                      <a:pt x="819" y="107"/>
                    </a:lnTo>
                    <a:lnTo>
                      <a:pt x="819" y="114"/>
                    </a:lnTo>
                    <a:lnTo>
                      <a:pt x="827" y="122"/>
                    </a:lnTo>
                    <a:lnTo>
                      <a:pt x="819" y="145"/>
                    </a:lnTo>
                    <a:lnTo>
                      <a:pt x="812" y="145"/>
                    </a:lnTo>
                    <a:lnTo>
                      <a:pt x="812" y="152"/>
                    </a:lnTo>
                    <a:lnTo>
                      <a:pt x="819" y="175"/>
                    </a:lnTo>
                    <a:lnTo>
                      <a:pt x="803" y="197"/>
                    </a:lnTo>
                    <a:lnTo>
                      <a:pt x="199" y="197"/>
                    </a:lnTo>
                    <a:lnTo>
                      <a:pt x="199" y="175"/>
                    </a:lnTo>
                    <a:lnTo>
                      <a:pt x="24" y="175"/>
                    </a:lnTo>
                    <a:lnTo>
                      <a:pt x="8" y="167"/>
                    </a:lnTo>
                    <a:lnTo>
                      <a:pt x="0" y="159"/>
                    </a:lnTo>
                    <a:lnTo>
                      <a:pt x="15" y="152"/>
                    </a:lnTo>
                    <a:lnTo>
                      <a:pt x="15" y="129"/>
                    </a:lnTo>
                    <a:lnTo>
                      <a:pt x="8" y="122"/>
                    </a:lnTo>
                    <a:lnTo>
                      <a:pt x="8" y="91"/>
                    </a:lnTo>
                    <a:lnTo>
                      <a:pt x="15" y="91"/>
                    </a:lnTo>
                    <a:lnTo>
                      <a:pt x="15" y="84"/>
                    </a:lnTo>
                    <a:lnTo>
                      <a:pt x="24" y="68"/>
                    </a:lnTo>
                    <a:lnTo>
                      <a:pt x="127" y="68"/>
                    </a:lnTo>
                    <a:lnTo>
                      <a:pt x="230" y="9"/>
                    </a:lnTo>
                    <a:lnTo>
                      <a:pt x="254" y="0"/>
                    </a:lnTo>
                    <a:lnTo>
                      <a:pt x="286" y="0"/>
                    </a:lnTo>
                    <a:lnTo>
                      <a:pt x="453" y="0"/>
                    </a:lnTo>
                    <a:lnTo>
                      <a:pt x="477" y="0"/>
                    </a:lnTo>
                    <a:lnTo>
                      <a:pt x="485" y="9"/>
                    </a:lnTo>
                    <a:lnTo>
                      <a:pt x="604" y="77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5" name="Freeform 29"/>
              <p:cNvSpPr>
                <a:spLocks/>
              </p:cNvSpPr>
              <p:nvPr/>
            </p:nvSpPr>
            <p:spPr bwMode="auto">
              <a:xfrm>
                <a:off x="1452" y="1928"/>
                <a:ext cx="805" cy="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53" y="0"/>
                  </a:cxn>
                  <a:cxn ang="0">
                    <a:pos x="716" y="0"/>
                  </a:cxn>
                  <a:cxn ang="0">
                    <a:pos x="756" y="7"/>
                  </a:cxn>
                  <a:cxn ang="0">
                    <a:pos x="804" y="21"/>
                  </a:cxn>
                </a:cxnLst>
                <a:rect l="0" t="0" r="r" b="b"/>
                <a:pathLst>
                  <a:path w="805" h="22">
                    <a:moveTo>
                      <a:pt x="0" y="0"/>
                    </a:moveTo>
                    <a:lnTo>
                      <a:pt x="653" y="0"/>
                    </a:lnTo>
                    <a:lnTo>
                      <a:pt x="716" y="0"/>
                    </a:lnTo>
                    <a:lnTo>
                      <a:pt x="756" y="7"/>
                    </a:lnTo>
                    <a:lnTo>
                      <a:pt x="804" y="21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6" name="Freeform 30"/>
              <p:cNvSpPr>
                <a:spLocks/>
              </p:cNvSpPr>
              <p:nvPr/>
            </p:nvSpPr>
            <p:spPr bwMode="auto">
              <a:xfrm>
                <a:off x="1675" y="1897"/>
                <a:ext cx="34" cy="1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5"/>
                  </a:cxn>
                  <a:cxn ang="0">
                    <a:pos x="0" y="22"/>
                  </a:cxn>
                  <a:cxn ang="0">
                    <a:pos x="0" y="38"/>
                  </a:cxn>
                  <a:cxn ang="0">
                    <a:pos x="33" y="75"/>
                  </a:cxn>
                  <a:cxn ang="0">
                    <a:pos x="33" y="90"/>
                  </a:cxn>
                  <a:cxn ang="0">
                    <a:pos x="33" y="105"/>
                  </a:cxn>
                  <a:cxn ang="0">
                    <a:pos x="33" y="120"/>
                  </a:cxn>
                </a:cxnLst>
                <a:rect l="0" t="0" r="r" b="b"/>
                <a:pathLst>
                  <a:path w="34" h="121">
                    <a:moveTo>
                      <a:pt x="0" y="0"/>
                    </a:moveTo>
                    <a:lnTo>
                      <a:pt x="0" y="15"/>
                    </a:lnTo>
                    <a:lnTo>
                      <a:pt x="0" y="22"/>
                    </a:lnTo>
                    <a:lnTo>
                      <a:pt x="0" y="38"/>
                    </a:lnTo>
                    <a:lnTo>
                      <a:pt x="33" y="75"/>
                    </a:lnTo>
                    <a:lnTo>
                      <a:pt x="33" y="90"/>
                    </a:lnTo>
                    <a:lnTo>
                      <a:pt x="33" y="105"/>
                    </a:lnTo>
                    <a:lnTo>
                      <a:pt x="33" y="12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7" name="Freeform 31"/>
              <p:cNvSpPr>
                <a:spLocks/>
              </p:cNvSpPr>
              <p:nvPr/>
            </p:nvSpPr>
            <p:spPr bwMode="auto">
              <a:xfrm>
                <a:off x="1452" y="1905"/>
                <a:ext cx="798" cy="2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3" y="0"/>
                  </a:cxn>
                  <a:cxn ang="0">
                    <a:pos x="550" y="0"/>
                  </a:cxn>
                  <a:cxn ang="0">
                    <a:pos x="613" y="0"/>
                  </a:cxn>
                  <a:cxn ang="0">
                    <a:pos x="677" y="7"/>
                  </a:cxn>
                  <a:cxn ang="0">
                    <a:pos x="733" y="15"/>
                  </a:cxn>
                  <a:cxn ang="0">
                    <a:pos x="781" y="23"/>
                  </a:cxn>
                  <a:cxn ang="0">
                    <a:pos x="797" y="23"/>
                  </a:cxn>
                </a:cxnLst>
                <a:rect l="0" t="0" r="r" b="b"/>
                <a:pathLst>
                  <a:path w="798" h="24">
                    <a:moveTo>
                      <a:pt x="0" y="0"/>
                    </a:moveTo>
                    <a:lnTo>
                      <a:pt x="223" y="0"/>
                    </a:lnTo>
                    <a:lnTo>
                      <a:pt x="550" y="0"/>
                    </a:lnTo>
                    <a:lnTo>
                      <a:pt x="613" y="0"/>
                    </a:lnTo>
                    <a:lnTo>
                      <a:pt x="677" y="7"/>
                    </a:lnTo>
                    <a:lnTo>
                      <a:pt x="733" y="15"/>
                    </a:lnTo>
                    <a:lnTo>
                      <a:pt x="781" y="23"/>
                    </a:lnTo>
                    <a:lnTo>
                      <a:pt x="797" y="23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8" name="Freeform 32"/>
              <p:cNvSpPr>
                <a:spLocks/>
              </p:cNvSpPr>
              <p:nvPr/>
            </p:nvSpPr>
            <p:spPr bwMode="auto">
              <a:xfrm>
                <a:off x="2177" y="1974"/>
                <a:ext cx="97" cy="2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96" y="14"/>
                  </a:cxn>
                  <a:cxn ang="0">
                    <a:pos x="87" y="22"/>
                  </a:cxn>
                  <a:cxn ang="0">
                    <a:pos x="8" y="22"/>
                  </a:cxn>
                  <a:cxn ang="0">
                    <a:pos x="8" y="14"/>
                  </a:cxn>
                  <a:cxn ang="0">
                    <a:pos x="0" y="0"/>
                  </a:cxn>
                </a:cxnLst>
                <a:rect l="0" t="0" r="r" b="b"/>
                <a:pathLst>
                  <a:path w="97" h="23">
                    <a:moveTo>
                      <a:pt x="0" y="0"/>
                    </a:moveTo>
                    <a:lnTo>
                      <a:pt x="96" y="0"/>
                    </a:lnTo>
                    <a:lnTo>
                      <a:pt x="96" y="14"/>
                    </a:lnTo>
                    <a:lnTo>
                      <a:pt x="87" y="22"/>
                    </a:lnTo>
                    <a:lnTo>
                      <a:pt x="8" y="22"/>
                    </a:lnTo>
                    <a:lnTo>
                      <a:pt x="8" y="14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49" name="Freeform 33"/>
              <p:cNvSpPr>
                <a:spLocks/>
              </p:cNvSpPr>
              <p:nvPr/>
            </p:nvSpPr>
            <p:spPr bwMode="auto">
              <a:xfrm>
                <a:off x="1683" y="1967"/>
                <a:ext cx="392" cy="17"/>
              </a:xfrm>
              <a:custGeom>
                <a:avLst/>
                <a:gdLst/>
                <a:ahLst/>
                <a:cxnLst>
                  <a:cxn ang="0">
                    <a:pos x="391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391" y="16"/>
                  </a:cxn>
                  <a:cxn ang="0">
                    <a:pos x="391" y="0"/>
                  </a:cxn>
                </a:cxnLst>
                <a:rect l="0" t="0" r="r" b="b"/>
                <a:pathLst>
                  <a:path w="392" h="17">
                    <a:moveTo>
                      <a:pt x="391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391" y="16"/>
                    </a:lnTo>
                    <a:lnTo>
                      <a:pt x="391" y="0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0" name="Freeform 34"/>
              <p:cNvSpPr>
                <a:spLocks/>
              </p:cNvSpPr>
              <p:nvPr/>
            </p:nvSpPr>
            <p:spPr bwMode="auto">
              <a:xfrm>
                <a:off x="1437" y="1956"/>
                <a:ext cx="160" cy="26"/>
              </a:xfrm>
              <a:custGeom>
                <a:avLst/>
                <a:gdLst/>
                <a:ahLst/>
                <a:cxnLst>
                  <a:cxn ang="0">
                    <a:pos x="143" y="25"/>
                  </a:cxn>
                  <a:cxn ang="0">
                    <a:pos x="8" y="25"/>
                  </a:cxn>
                  <a:cxn ang="0">
                    <a:pos x="0" y="17"/>
                  </a:cxn>
                  <a:cxn ang="0">
                    <a:pos x="0" y="9"/>
                  </a:cxn>
                  <a:cxn ang="0">
                    <a:pos x="8" y="0"/>
                  </a:cxn>
                  <a:cxn ang="0">
                    <a:pos x="159" y="0"/>
                  </a:cxn>
                  <a:cxn ang="0">
                    <a:pos x="143" y="25"/>
                  </a:cxn>
                </a:cxnLst>
                <a:rect l="0" t="0" r="r" b="b"/>
                <a:pathLst>
                  <a:path w="160" h="26">
                    <a:moveTo>
                      <a:pt x="143" y="25"/>
                    </a:moveTo>
                    <a:lnTo>
                      <a:pt x="8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8" y="0"/>
                    </a:lnTo>
                    <a:lnTo>
                      <a:pt x="159" y="0"/>
                    </a:lnTo>
                    <a:lnTo>
                      <a:pt x="143" y="25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1" name="Freeform 35"/>
              <p:cNvSpPr>
                <a:spLocks/>
              </p:cNvSpPr>
              <p:nvPr/>
            </p:nvSpPr>
            <p:spPr bwMode="auto">
              <a:xfrm>
                <a:off x="1444" y="1912"/>
                <a:ext cx="25" cy="38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8" y="0"/>
                  </a:cxn>
                  <a:cxn ang="0">
                    <a:pos x="16" y="0"/>
                  </a:cxn>
                  <a:cxn ang="0">
                    <a:pos x="24" y="7"/>
                  </a:cxn>
                  <a:cxn ang="0">
                    <a:pos x="24" y="30"/>
                  </a:cxn>
                  <a:cxn ang="0">
                    <a:pos x="16" y="37"/>
                  </a:cxn>
                  <a:cxn ang="0">
                    <a:pos x="8" y="37"/>
                  </a:cxn>
                  <a:cxn ang="0">
                    <a:pos x="0" y="30"/>
                  </a:cxn>
                  <a:cxn ang="0">
                    <a:pos x="0" y="7"/>
                  </a:cxn>
                </a:cxnLst>
                <a:rect l="0" t="0" r="r" b="b"/>
                <a:pathLst>
                  <a:path w="25" h="38">
                    <a:moveTo>
                      <a:pt x="0" y="7"/>
                    </a:moveTo>
                    <a:lnTo>
                      <a:pt x="8" y="0"/>
                    </a:lnTo>
                    <a:lnTo>
                      <a:pt x="16" y="0"/>
                    </a:lnTo>
                    <a:lnTo>
                      <a:pt x="24" y="7"/>
                    </a:lnTo>
                    <a:lnTo>
                      <a:pt x="24" y="30"/>
                    </a:lnTo>
                    <a:lnTo>
                      <a:pt x="16" y="37"/>
                    </a:lnTo>
                    <a:lnTo>
                      <a:pt x="8" y="37"/>
                    </a:lnTo>
                    <a:lnTo>
                      <a:pt x="0" y="30"/>
                    </a:lnTo>
                    <a:lnTo>
                      <a:pt x="0" y="7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2" name="Freeform 36"/>
              <p:cNvSpPr>
                <a:spLocks/>
              </p:cNvSpPr>
              <p:nvPr/>
            </p:nvSpPr>
            <p:spPr bwMode="auto">
              <a:xfrm>
                <a:off x="2217" y="1933"/>
                <a:ext cx="48" cy="35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32" y="0"/>
                  </a:cxn>
                  <a:cxn ang="0">
                    <a:pos x="16" y="0"/>
                  </a:cxn>
                  <a:cxn ang="0">
                    <a:pos x="0" y="8"/>
                  </a:cxn>
                  <a:cxn ang="0">
                    <a:pos x="0" y="16"/>
                  </a:cxn>
                  <a:cxn ang="0">
                    <a:pos x="9" y="24"/>
                  </a:cxn>
                  <a:cxn ang="0">
                    <a:pos x="24" y="34"/>
                  </a:cxn>
                  <a:cxn ang="0">
                    <a:pos x="32" y="34"/>
                  </a:cxn>
                  <a:cxn ang="0">
                    <a:pos x="40" y="34"/>
                  </a:cxn>
                  <a:cxn ang="0">
                    <a:pos x="47" y="8"/>
                  </a:cxn>
                  <a:cxn ang="0">
                    <a:pos x="40" y="0"/>
                  </a:cxn>
                </a:cxnLst>
                <a:rect l="0" t="0" r="r" b="b"/>
                <a:pathLst>
                  <a:path w="48" h="35">
                    <a:moveTo>
                      <a:pt x="40" y="0"/>
                    </a:moveTo>
                    <a:lnTo>
                      <a:pt x="32" y="0"/>
                    </a:lnTo>
                    <a:lnTo>
                      <a:pt x="16" y="0"/>
                    </a:lnTo>
                    <a:lnTo>
                      <a:pt x="0" y="8"/>
                    </a:lnTo>
                    <a:lnTo>
                      <a:pt x="0" y="16"/>
                    </a:lnTo>
                    <a:lnTo>
                      <a:pt x="9" y="24"/>
                    </a:lnTo>
                    <a:lnTo>
                      <a:pt x="24" y="34"/>
                    </a:lnTo>
                    <a:lnTo>
                      <a:pt x="32" y="34"/>
                    </a:lnTo>
                    <a:lnTo>
                      <a:pt x="40" y="34"/>
                    </a:lnTo>
                    <a:lnTo>
                      <a:pt x="47" y="8"/>
                    </a:lnTo>
                    <a:lnTo>
                      <a:pt x="40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3" name="Freeform 37"/>
              <p:cNvSpPr>
                <a:spLocks/>
              </p:cNvSpPr>
              <p:nvPr/>
            </p:nvSpPr>
            <p:spPr bwMode="auto">
              <a:xfrm>
                <a:off x="2233" y="1933"/>
                <a:ext cx="32" cy="35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6" y="0"/>
                  </a:cxn>
                  <a:cxn ang="0">
                    <a:pos x="7" y="0"/>
                  </a:cxn>
                  <a:cxn ang="0">
                    <a:pos x="0" y="8"/>
                  </a:cxn>
                  <a:cxn ang="0">
                    <a:pos x="0" y="24"/>
                  </a:cxn>
                  <a:cxn ang="0">
                    <a:pos x="0" y="34"/>
                  </a:cxn>
                  <a:cxn ang="0">
                    <a:pos x="7" y="34"/>
                  </a:cxn>
                  <a:cxn ang="0">
                    <a:pos x="16" y="34"/>
                  </a:cxn>
                  <a:cxn ang="0">
                    <a:pos x="24" y="34"/>
                  </a:cxn>
                  <a:cxn ang="0">
                    <a:pos x="31" y="8"/>
                  </a:cxn>
                  <a:cxn ang="0">
                    <a:pos x="24" y="0"/>
                  </a:cxn>
                </a:cxnLst>
                <a:rect l="0" t="0" r="r" b="b"/>
                <a:pathLst>
                  <a:path w="32" h="35">
                    <a:moveTo>
                      <a:pt x="24" y="0"/>
                    </a:moveTo>
                    <a:lnTo>
                      <a:pt x="16" y="0"/>
                    </a:lnTo>
                    <a:lnTo>
                      <a:pt x="7" y="0"/>
                    </a:lnTo>
                    <a:lnTo>
                      <a:pt x="0" y="8"/>
                    </a:lnTo>
                    <a:lnTo>
                      <a:pt x="0" y="24"/>
                    </a:lnTo>
                    <a:lnTo>
                      <a:pt x="0" y="34"/>
                    </a:lnTo>
                    <a:lnTo>
                      <a:pt x="7" y="34"/>
                    </a:lnTo>
                    <a:lnTo>
                      <a:pt x="16" y="34"/>
                    </a:lnTo>
                    <a:lnTo>
                      <a:pt x="24" y="34"/>
                    </a:lnTo>
                    <a:lnTo>
                      <a:pt x="31" y="8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4" name="Freeform 38"/>
              <p:cNvSpPr>
                <a:spLocks/>
              </p:cNvSpPr>
              <p:nvPr/>
            </p:nvSpPr>
            <p:spPr bwMode="auto">
              <a:xfrm>
                <a:off x="1571" y="1942"/>
                <a:ext cx="129" cy="69"/>
              </a:xfrm>
              <a:custGeom>
                <a:avLst/>
                <a:gdLst/>
                <a:ahLst/>
                <a:cxnLst>
                  <a:cxn ang="0">
                    <a:pos x="128" y="68"/>
                  </a:cxn>
                  <a:cxn ang="0">
                    <a:pos x="128" y="61"/>
                  </a:cxn>
                  <a:cxn ang="0">
                    <a:pos x="128" y="48"/>
                  </a:cxn>
                  <a:cxn ang="0">
                    <a:pos x="128" y="34"/>
                  </a:cxn>
                  <a:cxn ang="0">
                    <a:pos x="121" y="21"/>
                  </a:cxn>
                  <a:cxn ang="0">
                    <a:pos x="114" y="13"/>
                  </a:cxn>
                  <a:cxn ang="0">
                    <a:pos x="98" y="7"/>
                  </a:cxn>
                  <a:cxn ang="0">
                    <a:pos x="91" y="0"/>
                  </a:cxn>
                  <a:cxn ang="0">
                    <a:pos x="75" y="0"/>
                  </a:cxn>
                  <a:cxn ang="0">
                    <a:pos x="53" y="0"/>
                  </a:cxn>
                  <a:cxn ang="0">
                    <a:pos x="45" y="0"/>
                  </a:cxn>
                  <a:cxn ang="0">
                    <a:pos x="30" y="7"/>
                  </a:cxn>
                  <a:cxn ang="0">
                    <a:pos x="23" y="13"/>
                  </a:cxn>
                  <a:cxn ang="0">
                    <a:pos x="7" y="21"/>
                  </a:cxn>
                  <a:cxn ang="0">
                    <a:pos x="7" y="34"/>
                  </a:cxn>
                  <a:cxn ang="0">
                    <a:pos x="0" y="48"/>
                  </a:cxn>
                  <a:cxn ang="0">
                    <a:pos x="0" y="55"/>
                  </a:cxn>
                  <a:cxn ang="0">
                    <a:pos x="0" y="61"/>
                  </a:cxn>
                  <a:cxn ang="0">
                    <a:pos x="128" y="68"/>
                  </a:cxn>
                </a:cxnLst>
                <a:rect l="0" t="0" r="r" b="b"/>
                <a:pathLst>
                  <a:path w="129" h="69">
                    <a:moveTo>
                      <a:pt x="128" y="68"/>
                    </a:moveTo>
                    <a:lnTo>
                      <a:pt x="128" y="61"/>
                    </a:lnTo>
                    <a:lnTo>
                      <a:pt x="128" y="48"/>
                    </a:lnTo>
                    <a:lnTo>
                      <a:pt x="128" y="34"/>
                    </a:lnTo>
                    <a:lnTo>
                      <a:pt x="121" y="21"/>
                    </a:lnTo>
                    <a:lnTo>
                      <a:pt x="114" y="13"/>
                    </a:lnTo>
                    <a:lnTo>
                      <a:pt x="98" y="7"/>
                    </a:lnTo>
                    <a:lnTo>
                      <a:pt x="91" y="0"/>
                    </a:lnTo>
                    <a:lnTo>
                      <a:pt x="75" y="0"/>
                    </a:lnTo>
                    <a:lnTo>
                      <a:pt x="53" y="0"/>
                    </a:lnTo>
                    <a:lnTo>
                      <a:pt x="45" y="0"/>
                    </a:lnTo>
                    <a:lnTo>
                      <a:pt x="30" y="7"/>
                    </a:lnTo>
                    <a:lnTo>
                      <a:pt x="23" y="13"/>
                    </a:lnTo>
                    <a:lnTo>
                      <a:pt x="7" y="21"/>
                    </a:lnTo>
                    <a:lnTo>
                      <a:pt x="7" y="34"/>
                    </a:lnTo>
                    <a:lnTo>
                      <a:pt x="0" y="48"/>
                    </a:lnTo>
                    <a:lnTo>
                      <a:pt x="0" y="55"/>
                    </a:lnTo>
                    <a:lnTo>
                      <a:pt x="0" y="61"/>
                    </a:lnTo>
                    <a:lnTo>
                      <a:pt x="128" y="68"/>
                    </a:lnTo>
                  </a:path>
                </a:pathLst>
              </a:custGeom>
              <a:solidFill>
                <a:srgbClr val="CF0E3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5" name="Freeform 39"/>
              <p:cNvSpPr>
                <a:spLocks/>
              </p:cNvSpPr>
              <p:nvPr/>
            </p:nvSpPr>
            <p:spPr bwMode="auto">
              <a:xfrm>
                <a:off x="1563" y="1942"/>
                <a:ext cx="137" cy="76"/>
              </a:xfrm>
              <a:custGeom>
                <a:avLst/>
                <a:gdLst/>
                <a:ahLst/>
                <a:cxnLst>
                  <a:cxn ang="0">
                    <a:pos x="136" y="75"/>
                  </a:cxn>
                  <a:cxn ang="0">
                    <a:pos x="136" y="68"/>
                  </a:cxn>
                  <a:cxn ang="0">
                    <a:pos x="136" y="53"/>
                  </a:cxn>
                  <a:cxn ang="0">
                    <a:pos x="136" y="38"/>
                  </a:cxn>
                  <a:cxn ang="0">
                    <a:pos x="128" y="23"/>
                  </a:cxn>
                  <a:cxn ang="0">
                    <a:pos x="121" y="15"/>
                  </a:cxn>
                  <a:cxn ang="0">
                    <a:pos x="104" y="7"/>
                  </a:cxn>
                  <a:cxn ang="0">
                    <a:pos x="97" y="0"/>
                  </a:cxn>
                  <a:cxn ang="0">
                    <a:pos x="80" y="0"/>
                  </a:cxn>
                  <a:cxn ang="0">
                    <a:pos x="56" y="0"/>
                  </a:cxn>
                  <a:cxn ang="0">
                    <a:pos x="48" y="0"/>
                  </a:cxn>
                  <a:cxn ang="0">
                    <a:pos x="32" y="7"/>
                  </a:cxn>
                  <a:cxn ang="0">
                    <a:pos x="24" y="15"/>
                  </a:cxn>
                  <a:cxn ang="0">
                    <a:pos x="8" y="23"/>
                  </a:cxn>
                  <a:cxn ang="0">
                    <a:pos x="8" y="38"/>
                  </a:cxn>
                  <a:cxn ang="0">
                    <a:pos x="0" y="53"/>
                  </a:cxn>
                  <a:cxn ang="0">
                    <a:pos x="0" y="60"/>
                  </a:cxn>
                  <a:cxn ang="0">
                    <a:pos x="0" y="68"/>
                  </a:cxn>
                </a:cxnLst>
                <a:rect l="0" t="0" r="r" b="b"/>
                <a:pathLst>
                  <a:path w="137" h="76">
                    <a:moveTo>
                      <a:pt x="136" y="75"/>
                    </a:moveTo>
                    <a:lnTo>
                      <a:pt x="136" y="68"/>
                    </a:lnTo>
                    <a:lnTo>
                      <a:pt x="136" y="53"/>
                    </a:lnTo>
                    <a:lnTo>
                      <a:pt x="136" y="38"/>
                    </a:lnTo>
                    <a:lnTo>
                      <a:pt x="128" y="23"/>
                    </a:lnTo>
                    <a:lnTo>
                      <a:pt x="121" y="15"/>
                    </a:lnTo>
                    <a:lnTo>
                      <a:pt x="104" y="7"/>
                    </a:lnTo>
                    <a:lnTo>
                      <a:pt x="97" y="0"/>
                    </a:lnTo>
                    <a:lnTo>
                      <a:pt x="80" y="0"/>
                    </a:lnTo>
                    <a:lnTo>
                      <a:pt x="56" y="0"/>
                    </a:lnTo>
                    <a:lnTo>
                      <a:pt x="48" y="0"/>
                    </a:lnTo>
                    <a:lnTo>
                      <a:pt x="32" y="7"/>
                    </a:lnTo>
                    <a:lnTo>
                      <a:pt x="24" y="15"/>
                    </a:lnTo>
                    <a:lnTo>
                      <a:pt x="8" y="23"/>
                    </a:lnTo>
                    <a:lnTo>
                      <a:pt x="8" y="38"/>
                    </a:lnTo>
                    <a:lnTo>
                      <a:pt x="0" y="53"/>
                    </a:lnTo>
                    <a:lnTo>
                      <a:pt x="0" y="60"/>
                    </a:lnTo>
                    <a:lnTo>
                      <a:pt x="0" y="68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6" name="Freeform 40"/>
              <p:cNvSpPr>
                <a:spLocks/>
              </p:cNvSpPr>
              <p:nvPr/>
            </p:nvSpPr>
            <p:spPr bwMode="auto">
              <a:xfrm>
                <a:off x="2056" y="1942"/>
                <a:ext cx="138" cy="69"/>
              </a:xfrm>
              <a:custGeom>
                <a:avLst/>
                <a:gdLst/>
                <a:ahLst/>
                <a:cxnLst>
                  <a:cxn ang="0">
                    <a:pos x="137" y="68"/>
                  </a:cxn>
                  <a:cxn ang="0">
                    <a:pos x="137" y="55"/>
                  </a:cxn>
                  <a:cxn ang="0">
                    <a:pos x="137" y="48"/>
                  </a:cxn>
                  <a:cxn ang="0">
                    <a:pos x="130" y="34"/>
                  </a:cxn>
                  <a:cxn ang="0">
                    <a:pos x="130" y="21"/>
                  </a:cxn>
                  <a:cxn ang="0">
                    <a:pos x="114" y="13"/>
                  </a:cxn>
                  <a:cxn ang="0">
                    <a:pos x="107" y="7"/>
                  </a:cxn>
                  <a:cxn ang="0">
                    <a:pos x="91" y="0"/>
                  </a:cxn>
                  <a:cxn ang="0">
                    <a:pos x="84" y="0"/>
                  </a:cxn>
                  <a:cxn ang="0">
                    <a:pos x="61" y="0"/>
                  </a:cxn>
                  <a:cxn ang="0">
                    <a:pos x="46" y="0"/>
                  </a:cxn>
                  <a:cxn ang="0">
                    <a:pos x="38" y="7"/>
                  </a:cxn>
                  <a:cxn ang="0">
                    <a:pos x="23" y="13"/>
                  </a:cxn>
                  <a:cxn ang="0">
                    <a:pos x="15" y="21"/>
                  </a:cxn>
                  <a:cxn ang="0">
                    <a:pos x="7" y="34"/>
                  </a:cxn>
                  <a:cxn ang="0">
                    <a:pos x="7" y="48"/>
                  </a:cxn>
                  <a:cxn ang="0">
                    <a:pos x="0" y="61"/>
                  </a:cxn>
                  <a:cxn ang="0">
                    <a:pos x="7" y="68"/>
                  </a:cxn>
                  <a:cxn ang="0">
                    <a:pos x="137" y="68"/>
                  </a:cxn>
                </a:cxnLst>
                <a:rect l="0" t="0" r="r" b="b"/>
                <a:pathLst>
                  <a:path w="138" h="69">
                    <a:moveTo>
                      <a:pt x="137" y="68"/>
                    </a:moveTo>
                    <a:lnTo>
                      <a:pt x="137" y="55"/>
                    </a:lnTo>
                    <a:lnTo>
                      <a:pt x="137" y="48"/>
                    </a:lnTo>
                    <a:lnTo>
                      <a:pt x="130" y="34"/>
                    </a:lnTo>
                    <a:lnTo>
                      <a:pt x="130" y="21"/>
                    </a:lnTo>
                    <a:lnTo>
                      <a:pt x="114" y="13"/>
                    </a:lnTo>
                    <a:lnTo>
                      <a:pt x="107" y="7"/>
                    </a:lnTo>
                    <a:lnTo>
                      <a:pt x="91" y="0"/>
                    </a:lnTo>
                    <a:lnTo>
                      <a:pt x="84" y="0"/>
                    </a:lnTo>
                    <a:lnTo>
                      <a:pt x="61" y="0"/>
                    </a:lnTo>
                    <a:lnTo>
                      <a:pt x="46" y="0"/>
                    </a:lnTo>
                    <a:lnTo>
                      <a:pt x="38" y="7"/>
                    </a:lnTo>
                    <a:lnTo>
                      <a:pt x="23" y="13"/>
                    </a:lnTo>
                    <a:lnTo>
                      <a:pt x="15" y="21"/>
                    </a:lnTo>
                    <a:lnTo>
                      <a:pt x="7" y="34"/>
                    </a:lnTo>
                    <a:lnTo>
                      <a:pt x="7" y="48"/>
                    </a:lnTo>
                    <a:lnTo>
                      <a:pt x="0" y="61"/>
                    </a:lnTo>
                    <a:lnTo>
                      <a:pt x="7" y="68"/>
                    </a:lnTo>
                    <a:lnTo>
                      <a:pt x="137" y="68"/>
                    </a:lnTo>
                  </a:path>
                </a:pathLst>
              </a:custGeom>
              <a:solidFill>
                <a:srgbClr val="CF0E3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7" name="Freeform 41"/>
              <p:cNvSpPr>
                <a:spLocks/>
              </p:cNvSpPr>
              <p:nvPr/>
            </p:nvSpPr>
            <p:spPr bwMode="auto">
              <a:xfrm>
                <a:off x="2049" y="1942"/>
                <a:ext cx="145" cy="76"/>
              </a:xfrm>
              <a:custGeom>
                <a:avLst/>
                <a:gdLst/>
                <a:ahLst/>
                <a:cxnLst>
                  <a:cxn ang="0">
                    <a:pos x="144" y="75"/>
                  </a:cxn>
                  <a:cxn ang="0">
                    <a:pos x="144" y="60"/>
                  </a:cxn>
                  <a:cxn ang="0">
                    <a:pos x="144" y="53"/>
                  </a:cxn>
                  <a:cxn ang="0">
                    <a:pos x="136" y="38"/>
                  </a:cxn>
                  <a:cxn ang="0">
                    <a:pos x="136" y="23"/>
                  </a:cxn>
                  <a:cxn ang="0">
                    <a:pos x="120" y="15"/>
                  </a:cxn>
                  <a:cxn ang="0">
                    <a:pos x="112" y="7"/>
                  </a:cxn>
                  <a:cxn ang="0">
                    <a:pos x="96" y="0"/>
                  </a:cxn>
                  <a:cxn ang="0">
                    <a:pos x="88" y="0"/>
                  </a:cxn>
                  <a:cxn ang="0">
                    <a:pos x="64" y="0"/>
                  </a:cxn>
                  <a:cxn ang="0">
                    <a:pos x="48" y="0"/>
                  </a:cxn>
                  <a:cxn ang="0">
                    <a:pos x="40" y="7"/>
                  </a:cxn>
                  <a:cxn ang="0">
                    <a:pos x="24" y="15"/>
                  </a:cxn>
                  <a:cxn ang="0">
                    <a:pos x="15" y="23"/>
                  </a:cxn>
                  <a:cxn ang="0">
                    <a:pos x="8" y="38"/>
                  </a:cxn>
                  <a:cxn ang="0">
                    <a:pos x="8" y="53"/>
                  </a:cxn>
                  <a:cxn ang="0">
                    <a:pos x="0" y="68"/>
                  </a:cxn>
                  <a:cxn ang="0">
                    <a:pos x="8" y="75"/>
                  </a:cxn>
                </a:cxnLst>
                <a:rect l="0" t="0" r="r" b="b"/>
                <a:pathLst>
                  <a:path w="145" h="76">
                    <a:moveTo>
                      <a:pt x="144" y="75"/>
                    </a:moveTo>
                    <a:lnTo>
                      <a:pt x="144" y="60"/>
                    </a:lnTo>
                    <a:lnTo>
                      <a:pt x="144" y="53"/>
                    </a:lnTo>
                    <a:lnTo>
                      <a:pt x="136" y="38"/>
                    </a:lnTo>
                    <a:lnTo>
                      <a:pt x="136" y="23"/>
                    </a:lnTo>
                    <a:lnTo>
                      <a:pt x="120" y="15"/>
                    </a:lnTo>
                    <a:lnTo>
                      <a:pt x="112" y="7"/>
                    </a:lnTo>
                    <a:lnTo>
                      <a:pt x="96" y="0"/>
                    </a:lnTo>
                    <a:lnTo>
                      <a:pt x="88" y="0"/>
                    </a:lnTo>
                    <a:lnTo>
                      <a:pt x="64" y="0"/>
                    </a:lnTo>
                    <a:lnTo>
                      <a:pt x="48" y="0"/>
                    </a:lnTo>
                    <a:lnTo>
                      <a:pt x="40" y="7"/>
                    </a:lnTo>
                    <a:lnTo>
                      <a:pt x="24" y="15"/>
                    </a:lnTo>
                    <a:lnTo>
                      <a:pt x="15" y="23"/>
                    </a:lnTo>
                    <a:lnTo>
                      <a:pt x="8" y="38"/>
                    </a:lnTo>
                    <a:lnTo>
                      <a:pt x="8" y="53"/>
                    </a:lnTo>
                    <a:lnTo>
                      <a:pt x="0" y="68"/>
                    </a:lnTo>
                    <a:lnTo>
                      <a:pt x="8" y="75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58" name="Oval 42"/>
              <p:cNvSpPr>
                <a:spLocks noChangeArrowheads="1"/>
              </p:cNvSpPr>
              <p:nvPr/>
            </p:nvSpPr>
            <p:spPr bwMode="auto">
              <a:xfrm>
                <a:off x="1603" y="1974"/>
                <a:ext cx="64" cy="62"/>
              </a:xfrm>
              <a:prstGeom prst="ellipse">
                <a:avLst/>
              </a:prstGeom>
              <a:solidFill>
                <a:schemeClr val="bg1"/>
              </a:solidFill>
              <a:ln w="1016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59" name="Oval 43"/>
              <p:cNvSpPr>
                <a:spLocks noChangeArrowheads="1"/>
              </p:cNvSpPr>
              <p:nvPr/>
            </p:nvSpPr>
            <p:spPr bwMode="auto">
              <a:xfrm>
                <a:off x="1600" y="1971"/>
                <a:ext cx="71" cy="67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0" name="Oval 44"/>
              <p:cNvSpPr>
                <a:spLocks noChangeArrowheads="1"/>
              </p:cNvSpPr>
              <p:nvPr/>
            </p:nvSpPr>
            <p:spPr bwMode="auto">
              <a:xfrm>
                <a:off x="1630" y="2000"/>
                <a:ext cx="9" cy="6"/>
              </a:xfrm>
              <a:prstGeom prst="ellipse">
                <a:avLst/>
              </a:prstGeom>
              <a:solidFill>
                <a:srgbClr val="CF0E3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1" name="Oval 45"/>
              <p:cNvSpPr>
                <a:spLocks noChangeArrowheads="1"/>
              </p:cNvSpPr>
              <p:nvPr/>
            </p:nvSpPr>
            <p:spPr bwMode="auto">
              <a:xfrm>
                <a:off x="2088" y="1974"/>
                <a:ext cx="64" cy="62"/>
              </a:xfrm>
              <a:prstGeom prst="ellipse">
                <a:avLst/>
              </a:prstGeom>
              <a:solidFill>
                <a:schemeClr val="bg1"/>
              </a:solidFill>
              <a:ln w="1016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2" name="Oval 46"/>
              <p:cNvSpPr>
                <a:spLocks noChangeArrowheads="1"/>
              </p:cNvSpPr>
              <p:nvPr/>
            </p:nvSpPr>
            <p:spPr bwMode="auto">
              <a:xfrm>
                <a:off x="2086" y="1971"/>
                <a:ext cx="69" cy="67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3" name="Oval 47"/>
              <p:cNvSpPr>
                <a:spLocks noChangeArrowheads="1"/>
              </p:cNvSpPr>
              <p:nvPr/>
            </p:nvSpPr>
            <p:spPr bwMode="auto">
              <a:xfrm>
                <a:off x="2118" y="2000"/>
                <a:ext cx="8" cy="6"/>
              </a:xfrm>
              <a:prstGeom prst="ellipse">
                <a:avLst/>
              </a:prstGeom>
              <a:solidFill>
                <a:srgbClr val="CF0E3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4" name="Freeform 48"/>
              <p:cNvSpPr>
                <a:spLocks/>
              </p:cNvSpPr>
              <p:nvPr/>
            </p:nvSpPr>
            <p:spPr bwMode="auto">
              <a:xfrm>
                <a:off x="1921" y="1828"/>
                <a:ext cx="112" cy="70"/>
              </a:xfrm>
              <a:custGeom>
                <a:avLst/>
                <a:gdLst/>
                <a:ahLst/>
                <a:cxnLst>
                  <a:cxn ang="0">
                    <a:pos x="111" y="69"/>
                  </a:cxn>
                  <a:cxn ang="0">
                    <a:pos x="80" y="69"/>
                  </a:cxn>
                  <a:cxn ang="0">
                    <a:pos x="0" y="7"/>
                  </a:cxn>
                  <a:cxn ang="0">
                    <a:pos x="0" y="0"/>
                  </a:cxn>
                  <a:cxn ang="0">
                    <a:pos x="111" y="69"/>
                  </a:cxn>
                </a:cxnLst>
                <a:rect l="0" t="0" r="r" b="b"/>
                <a:pathLst>
                  <a:path w="112" h="70">
                    <a:moveTo>
                      <a:pt x="111" y="69"/>
                    </a:moveTo>
                    <a:lnTo>
                      <a:pt x="80" y="69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111" y="69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65" name="Freeform 49"/>
              <p:cNvSpPr>
                <a:spLocks/>
              </p:cNvSpPr>
              <p:nvPr/>
            </p:nvSpPr>
            <p:spPr bwMode="auto">
              <a:xfrm>
                <a:off x="1563" y="1828"/>
                <a:ext cx="97" cy="61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96" y="15"/>
                  </a:cxn>
                  <a:cxn ang="0">
                    <a:pos x="24" y="53"/>
                  </a:cxn>
                  <a:cxn ang="0">
                    <a:pos x="15" y="60"/>
                  </a:cxn>
                  <a:cxn ang="0">
                    <a:pos x="8" y="60"/>
                  </a:cxn>
                  <a:cxn ang="0">
                    <a:pos x="0" y="53"/>
                  </a:cxn>
                  <a:cxn ang="0">
                    <a:pos x="96" y="0"/>
                  </a:cxn>
                </a:cxnLst>
                <a:rect l="0" t="0" r="r" b="b"/>
                <a:pathLst>
                  <a:path w="97" h="61">
                    <a:moveTo>
                      <a:pt x="96" y="0"/>
                    </a:moveTo>
                    <a:lnTo>
                      <a:pt x="96" y="15"/>
                    </a:lnTo>
                    <a:lnTo>
                      <a:pt x="24" y="53"/>
                    </a:lnTo>
                    <a:lnTo>
                      <a:pt x="15" y="60"/>
                    </a:lnTo>
                    <a:lnTo>
                      <a:pt x="8" y="60"/>
                    </a:lnTo>
                    <a:lnTo>
                      <a:pt x="0" y="53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66" name="Freeform 50"/>
              <p:cNvSpPr>
                <a:spLocks/>
              </p:cNvSpPr>
              <p:nvPr/>
            </p:nvSpPr>
            <p:spPr bwMode="auto">
              <a:xfrm>
                <a:off x="1659" y="1835"/>
                <a:ext cx="328" cy="63"/>
              </a:xfrm>
              <a:custGeom>
                <a:avLst/>
                <a:gdLst/>
                <a:ahLst/>
                <a:cxnLst>
                  <a:cxn ang="0">
                    <a:pos x="56" y="0"/>
                  </a:cxn>
                  <a:cxn ang="0">
                    <a:pos x="39" y="7"/>
                  </a:cxn>
                  <a:cxn ang="0">
                    <a:pos x="0" y="38"/>
                  </a:cxn>
                  <a:cxn ang="0">
                    <a:pos x="0" y="46"/>
                  </a:cxn>
                  <a:cxn ang="0">
                    <a:pos x="15" y="62"/>
                  </a:cxn>
                  <a:cxn ang="0">
                    <a:pos x="327" y="62"/>
                  </a:cxn>
                  <a:cxn ang="0">
                    <a:pos x="263" y="15"/>
                  </a:cxn>
                  <a:cxn ang="0">
                    <a:pos x="255" y="7"/>
                  </a:cxn>
                  <a:cxn ang="0">
                    <a:pos x="231" y="0"/>
                  </a:cxn>
                  <a:cxn ang="0">
                    <a:pos x="56" y="0"/>
                  </a:cxn>
                </a:cxnLst>
                <a:rect l="0" t="0" r="r" b="b"/>
                <a:pathLst>
                  <a:path w="328" h="63">
                    <a:moveTo>
                      <a:pt x="56" y="0"/>
                    </a:moveTo>
                    <a:lnTo>
                      <a:pt x="39" y="7"/>
                    </a:lnTo>
                    <a:lnTo>
                      <a:pt x="0" y="38"/>
                    </a:lnTo>
                    <a:lnTo>
                      <a:pt x="0" y="46"/>
                    </a:lnTo>
                    <a:lnTo>
                      <a:pt x="15" y="62"/>
                    </a:lnTo>
                    <a:lnTo>
                      <a:pt x="327" y="62"/>
                    </a:lnTo>
                    <a:lnTo>
                      <a:pt x="263" y="15"/>
                    </a:lnTo>
                    <a:lnTo>
                      <a:pt x="255" y="7"/>
                    </a:lnTo>
                    <a:lnTo>
                      <a:pt x="231" y="0"/>
                    </a:lnTo>
                    <a:lnTo>
                      <a:pt x="56" y="0"/>
                    </a:lnTo>
                  </a:path>
                </a:pathLst>
              </a:custGeom>
              <a:solidFill>
                <a:schemeClr val="folHlink"/>
              </a:solidFill>
              <a:ln w="12700" cap="rnd" cmpd="sng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67" name="Line 51"/>
              <p:cNvSpPr>
                <a:spLocks noChangeShapeType="1"/>
              </p:cNvSpPr>
              <p:nvPr/>
            </p:nvSpPr>
            <p:spPr bwMode="auto">
              <a:xfrm>
                <a:off x="1818" y="1835"/>
                <a:ext cx="9" cy="62"/>
              </a:xfrm>
              <a:prstGeom prst="line">
                <a:avLst/>
              </a:prstGeom>
              <a:noFill/>
              <a:ln w="9525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8" name="Line 52"/>
              <p:cNvSpPr>
                <a:spLocks noChangeShapeType="1"/>
              </p:cNvSpPr>
              <p:nvPr/>
            </p:nvSpPr>
            <p:spPr bwMode="auto">
              <a:xfrm>
                <a:off x="1818" y="1835"/>
                <a:ext cx="9" cy="6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69" name="Line 53"/>
              <p:cNvSpPr>
                <a:spLocks noChangeShapeType="1"/>
              </p:cNvSpPr>
              <p:nvPr/>
            </p:nvSpPr>
            <p:spPr bwMode="auto">
              <a:xfrm flipV="1">
                <a:off x="1659" y="1828"/>
                <a:ext cx="0" cy="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70" name="Oval 54"/>
              <p:cNvSpPr>
                <a:spLocks noChangeArrowheads="1"/>
              </p:cNvSpPr>
              <p:nvPr/>
            </p:nvSpPr>
            <p:spPr bwMode="auto">
              <a:xfrm>
                <a:off x="1511" y="1729"/>
                <a:ext cx="9" cy="1"/>
              </a:xfrm>
              <a:prstGeom prst="ellipse">
                <a:avLst/>
              </a:prstGeom>
              <a:solidFill>
                <a:srgbClr val="CF0E3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46871" name="Freeform 55"/>
              <p:cNvSpPr>
                <a:spLocks/>
              </p:cNvSpPr>
              <p:nvPr/>
            </p:nvSpPr>
            <p:spPr bwMode="auto">
              <a:xfrm>
                <a:off x="1827" y="1897"/>
                <a:ext cx="17" cy="1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22"/>
                  </a:cxn>
                  <a:cxn ang="0">
                    <a:pos x="16" y="30"/>
                  </a:cxn>
                  <a:cxn ang="0">
                    <a:pos x="16" y="68"/>
                  </a:cxn>
                  <a:cxn ang="0">
                    <a:pos x="16" y="90"/>
                  </a:cxn>
                  <a:cxn ang="0">
                    <a:pos x="16" y="113"/>
                  </a:cxn>
                </a:cxnLst>
                <a:rect l="0" t="0" r="r" b="b"/>
                <a:pathLst>
                  <a:path w="17" h="114">
                    <a:moveTo>
                      <a:pt x="0" y="0"/>
                    </a:moveTo>
                    <a:lnTo>
                      <a:pt x="8" y="22"/>
                    </a:lnTo>
                    <a:lnTo>
                      <a:pt x="16" y="30"/>
                    </a:lnTo>
                    <a:lnTo>
                      <a:pt x="16" y="68"/>
                    </a:lnTo>
                    <a:lnTo>
                      <a:pt x="16" y="90"/>
                    </a:lnTo>
                    <a:lnTo>
                      <a:pt x="16" y="113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546872" name="Freeform 56"/>
              <p:cNvSpPr>
                <a:spLocks/>
              </p:cNvSpPr>
              <p:nvPr/>
            </p:nvSpPr>
            <p:spPr bwMode="auto">
              <a:xfrm>
                <a:off x="1979" y="1897"/>
                <a:ext cx="40" cy="1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0"/>
                  </a:cxn>
                  <a:cxn ang="0">
                    <a:pos x="24" y="7"/>
                  </a:cxn>
                  <a:cxn ang="0">
                    <a:pos x="31" y="30"/>
                  </a:cxn>
                  <a:cxn ang="0">
                    <a:pos x="39" y="59"/>
                  </a:cxn>
                  <a:cxn ang="0">
                    <a:pos x="39" y="75"/>
                  </a:cxn>
                  <a:cxn ang="0">
                    <a:pos x="31" y="120"/>
                  </a:cxn>
                </a:cxnLst>
                <a:rect l="0" t="0" r="r" b="b"/>
                <a:pathLst>
                  <a:path w="40" h="121">
                    <a:moveTo>
                      <a:pt x="0" y="0"/>
                    </a:moveTo>
                    <a:lnTo>
                      <a:pt x="8" y="0"/>
                    </a:lnTo>
                    <a:lnTo>
                      <a:pt x="24" y="7"/>
                    </a:lnTo>
                    <a:lnTo>
                      <a:pt x="31" y="30"/>
                    </a:lnTo>
                    <a:lnTo>
                      <a:pt x="39" y="59"/>
                    </a:lnTo>
                    <a:lnTo>
                      <a:pt x="39" y="75"/>
                    </a:lnTo>
                    <a:lnTo>
                      <a:pt x="31" y="120"/>
                    </a:lnTo>
                  </a:path>
                </a:pathLst>
              </a:custGeom>
              <a:solidFill>
                <a:srgbClr val="CF0E3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546873" name="Line 57"/>
            <p:cNvSpPr>
              <a:spLocks noChangeShapeType="1"/>
            </p:cNvSpPr>
            <p:nvPr/>
          </p:nvSpPr>
          <p:spPr bwMode="auto">
            <a:xfrm flipH="1" flipV="1">
              <a:off x="912" y="1152"/>
              <a:ext cx="480" cy="62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6874" name="Line 58"/>
            <p:cNvSpPr>
              <a:spLocks noChangeShapeType="1"/>
            </p:cNvSpPr>
            <p:nvPr/>
          </p:nvSpPr>
          <p:spPr bwMode="auto">
            <a:xfrm flipH="1" flipV="1">
              <a:off x="576" y="1152"/>
              <a:ext cx="816" cy="624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6875" name="Rectangle 59"/>
            <p:cNvSpPr>
              <a:spLocks noChangeArrowheads="1"/>
            </p:cNvSpPr>
            <p:nvPr/>
          </p:nvSpPr>
          <p:spPr bwMode="auto">
            <a:xfrm>
              <a:off x="647" y="850"/>
              <a:ext cx="123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60325" tIns="30162" rIns="60325" bIns="30162">
              <a:spAutoFit/>
            </a:bodyPr>
            <a:lstStyle/>
            <a:p>
              <a:pPr defTabSz="385763"/>
              <a:r>
                <a:rPr lang="en-US" sz="1600" b="1"/>
                <a:t>D</a:t>
              </a:r>
            </a:p>
          </p:txBody>
        </p:sp>
        <p:sp>
          <p:nvSpPr>
            <p:cNvPr id="546876" name="Line 60"/>
            <p:cNvSpPr>
              <a:spLocks noChangeShapeType="1"/>
            </p:cNvSpPr>
            <p:nvPr/>
          </p:nvSpPr>
          <p:spPr bwMode="auto">
            <a:xfrm>
              <a:off x="288" y="96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6877" name="Line 61"/>
            <p:cNvSpPr>
              <a:spLocks noChangeShapeType="1"/>
            </p:cNvSpPr>
            <p:nvPr/>
          </p:nvSpPr>
          <p:spPr bwMode="auto">
            <a:xfrm flipH="1">
              <a:off x="864" y="960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MIMO systems</a:t>
            </a:r>
            <a:endParaRPr lang="en-CA" dirty="0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185862" y="1682750"/>
            <a:ext cx="677227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MIMO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28596" y="2071678"/>
            <a:ext cx="8229600" cy="2209800"/>
          </a:xfrm>
        </p:spPr>
        <p:txBody>
          <a:bodyPr/>
          <a:lstStyle/>
          <a:p>
            <a:r>
              <a:rPr lang="en-CA" dirty="0" smtClean="0"/>
              <a:t>Basic idea of MIMO: Improve quality (BER) and/or data</a:t>
            </a:r>
          </a:p>
          <a:p>
            <a:pPr>
              <a:buNone/>
            </a:pPr>
            <a:r>
              <a:rPr lang="en-CA" dirty="0" smtClean="0"/>
              <a:t>rate (bits/sec) by using multiple TX/RX antennas</a:t>
            </a:r>
          </a:p>
          <a:p>
            <a:r>
              <a:rPr lang="en-CA" dirty="0" smtClean="0"/>
              <a:t>Core scheme of MIMO: space-time coding (STC)</a:t>
            </a:r>
          </a:p>
          <a:p>
            <a:r>
              <a:rPr lang="en-CA" dirty="0" smtClean="0"/>
              <a:t>Two main functions of STC: diversity &amp; multiplexing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MIMO - OFDMA</a:t>
            </a:r>
            <a:endParaRPr lang="en-CA" dirty="0"/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95325" y="2135187"/>
            <a:ext cx="775335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Wireless channel suffers from large scale fading and small scale fading</a:t>
            </a:r>
          </a:p>
          <a:p>
            <a:r>
              <a:rPr lang="en-US" dirty="0" smtClean="0"/>
              <a:t>After modeling the channel, communication systems are matched to the channel.</a:t>
            </a:r>
          </a:p>
          <a:p>
            <a:r>
              <a:rPr lang="en-US" dirty="0" smtClean="0"/>
              <a:t>OFDMA is one of advanced technologies to overcome the wireless channel impairments.</a:t>
            </a:r>
          </a:p>
          <a:p>
            <a:r>
              <a:rPr lang="en-US" dirty="0" smtClean="0"/>
              <a:t>OFDMA can be combined with MIMO to improve performance 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????????????????????????????????????????????????????????????????????????????????????????????????????????????????????????????????????????????????????????????????????????????????????????????????????????????????????????????????????</a:t>
            </a:r>
          </a:p>
          <a:p>
            <a:r>
              <a:rPr lang="en-US" dirty="0" smtClean="0"/>
              <a:t>????????????????????????????????????????????????????????????????????????????????????????????????????????????????????????????????????????????????????????????????????????????????????????Questions???????????????????????????????</a:t>
            </a:r>
            <a:endParaRPr lang="en-CA" dirty="0" smtClean="0"/>
          </a:p>
          <a:p>
            <a:r>
              <a:rPr lang="en-US" dirty="0" smtClean="0"/>
              <a:t>????????????????????????????????????????????????????????????????????????????????????????????????????????????????????????????????????????????????????????????????????????????????????????????????????????????????????????????????????</a:t>
            </a:r>
            <a:endParaRPr lang="en-CA" dirty="0" smtClean="0"/>
          </a:p>
          <a:p>
            <a:r>
              <a:rPr lang="en-US" dirty="0" smtClean="0"/>
              <a:t>????????????????????????????????????????????????????????????????????????????????????????????????????????????????????????????????????????????????????????????????????????????????????????????????????????????????????????????????????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 fontAlgn="base">
          <a:spcBef>
            <a:spcPct val="20000"/>
          </a:spcBef>
          <a:spcAft>
            <a:spcPct val="0"/>
          </a:spcAft>
          <a:buClr>
            <a:schemeClr val="bg2"/>
          </a:buClr>
          <a:buSzPct val="75000"/>
          <a:buFont typeface="Arial" pitchFamily="34" charset="0"/>
          <a:buChar char="•"/>
          <a:defRPr dirty="0" smtClean="0">
            <a:latin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1713</TotalTime>
  <Words>1829</Words>
  <Application>Microsoft Macintosh PowerPoint</Application>
  <PresentationFormat>On-screen Show (4:3)</PresentationFormat>
  <Paragraphs>286</Paragraphs>
  <Slides>28</Slides>
  <Notes>26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Origin</vt:lpstr>
      <vt:lpstr>Equation</vt:lpstr>
      <vt:lpstr>OFDMA Networks (Physical and MAC)  </vt:lpstr>
      <vt:lpstr>Outline</vt:lpstr>
      <vt:lpstr>Propagation Mechanisms in wireless channels</vt:lpstr>
      <vt:lpstr>Large Scale Fading</vt:lpstr>
      <vt:lpstr>Large-Scale Fading Vs. Small-Scale Fading</vt:lpstr>
      <vt:lpstr>Channel-Sounding</vt:lpstr>
      <vt:lpstr>Channel Impulse-Response</vt:lpstr>
      <vt:lpstr>Review: Convolution </vt:lpstr>
      <vt:lpstr>Frequency-Flat Vs. Frequency-Selective Fading</vt:lpstr>
      <vt:lpstr>Multicarrier Transmission</vt:lpstr>
      <vt:lpstr>History of Multicarrier transmission </vt:lpstr>
      <vt:lpstr>What is OFDM?</vt:lpstr>
      <vt:lpstr>Orthogonality</vt:lpstr>
      <vt:lpstr>Orthogonal Carrier Spacing</vt:lpstr>
      <vt:lpstr>OFDM System Model</vt:lpstr>
      <vt:lpstr>OFDM-TDMA MAC</vt:lpstr>
      <vt:lpstr>Applications</vt:lpstr>
      <vt:lpstr>Multi-user diversity</vt:lpstr>
      <vt:lpstr>Time Varying Channel</vt:lpstr>
      <vt:lpstr>OFDMA</vt:lpstr>
      <vt:lpstr>OFDMA Resource Allocation </vt:lpstr>
      <vt:lpstr>OFDMA MAC</vt:lpstr>
      <vt:lpstr>Space Diversity</vt:lpstr>
      <vt:lpstr>MIMO systems</vt:lpstr>
      <vt:lpstr>MIMO</vt:lpstr>
      <vt:lpstr>MIMO - OFDMA</vt:lpstr>
      <vt:lpstr>Conclusion</vt:lpstr>
      <vt:lpstr>Questions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OFDMA Networks  </dc:title>
  <dc:creator>M Awad</dc:creator>
  <cp:lastModifiedBy>Dr. Mohamad  Awad</cp:lastModifiedBy>
  <cp:revision>98</cp:revision>
  <dcterms:created xsi:type="dcterms:W3CDTF">2008-07-23T02:40:03Z</dcterms:created>
  <dcterms:modified xsi:type="dcterms:W3CDTF">2012-10-18T06:37:39Z</dcterms:modified>
</cp:coreProperties>
</file>