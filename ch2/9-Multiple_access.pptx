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86" r:id="rId2"/>
    <p:sldId id="343" r:id="rId3"/>
    <p:sldId id="354" r:id="rId4"/>
    <p:sldId id="359" r:id="rId5"/>
    <p:sldId id="347" r:id="rId6"/>
    <p:sldId id="399" r:id="rId7"/>
    <p:sldId id="355" r:id="rId8"/>
    <p:sldId id="266" r:id="rId9"/>
    <p:sldId id="304" r:id="rId10"/>
    <p:sldId id="339" r:id="rId11"/>
    <p:sldId id="267" r:id="rId12"/>
    <p:sldId id="449" r:id="rId13"/>
    <p:sldId id="450" r:id="rId14"/>
    <p:sldId id="270" r:id="rId15"/>
    <p:sldId id="271" r:id="rId16"/>
    <p:sldId id="272" r:id="rId17"/>
    <p:sldId id="273" r:id="rId18"/>
    <p:sldId id="340" r:id="rId19"/>
    <p:sldId id="341" r:id="rId20"/>
    <p:sldId id="275" r:id="rId21"/>
    <p:sldId id="447" r:id="rId22"/>
    <p:sldId id="448" r:id="rId23"/>
    <p:sldId id="277" r:id="rId24"/>
    <p:sldId id="278" r:id="rId25"/>
    <p:sldId id="279" r:id="rId26"/>
    <p:sldId id="280" r:id="rId27"/>
    <p:sldId id="281" r:id="rId28"/>
    <p:sldId id="282" r:id="rId29"/>
    <p:sldId id="469" r:id="rId30"/>
    <p:sldId id="30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54"/>
    <p:restoredTop sz="96327"/>
  </p:normalViewPr>
  <p:slideViewPr>
    <p:cSldViewPr snapToGrid="0" snapToObjects="1">
      <p:cViewPr varScale="1">
        <p:scale>
          <a:sx n="84" d="100"/>
          <a:sy n="84" d="100"/>
        </p:scale>
        <p:origin x="39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27T12:51:06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20 11520 0 0,'-4'-8'1024'0'0,"-1"4"-824"0"0,0-4 952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1:51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14768 0 0,'13'-14'1019'0'0,"6"-4"-441"0"0,7-14-534 0 0,-17 18 36 0 0,-1 1 23 0 0,14-17-1 0 0,-8 19-468 0 0,-12 10 164 0 0,1 40-820 0 0,-10 205 2768 0 0,7-162-1294 0 0,1-58-183 0 0,-4 50-1 0 0,-2-46-150 0 0,1-18 372 0 0,4-10-460 0 0,0 0-1 0 0,0 0 1 0 0,0 0 0 0 0,0 0 0 0 0,0 0 0 0 0,0 0 0 0 0,-1 0 0 0 0,1 0-1 0 0,0 0 1 0 0,0 0 0 0 0,0 0 0 0 0,0 0 0 0 0,0 0 0 0 0,0 0 0 0 0,0 1 0 0 0,0-1-1 0 0,0 0 1 0 0,0 0 0 0 0,0 0 0 0 0,-1 0 0 0 0,1 0 0 0 0,0 0 0 0 0,0 0-1 0 0,0 0 1 0 0,0 0 0 0 0,0 0 0 0 0,0 0 0 0 0,0 0 0 0 0,0 0 0 0 0,0 0 0 0 0,-1 0-1 0 0,1 0 1 0 0,0 0 0 0 0,0-1 0 0 0,0 1 0 0 0,0 0 0 0 0,0 0 0 0 0,0 0-1 0 0,0 0 1 0 0,0 0 0 0 0,0 0 0 0 0,0 0 0 0 0,0 0 0 0 0,0 0 0 0 0,-1 0 0 0 0,1 0-1 0 0,0 0 1 0 0,0 0 0 0 0,0 0 0 0 0,0-1 0 0 0,0 1 0 0 0,0 0 0 0 0,0 0-1 0 0,0 0 1 0 0,0 0 0 0 0,0 0 0 0 0,0 0 0 0 0,0 0 0 0 0,0 0 0 0 0,0 0 0 0 0,0 0-1 0 0,0-1 1 0 0,0 1 0 0 0,-5-17 165 0 0,0 0 0 0 0,1 0 0 0 0,1 0 0 0 0,-1-23 0 0 0,3 32-169 0 0,-18-267 909 0 0,19 276-928 0 0,1 0 0 0 0,-1 0 0 0 0,1 0 0 0 0,-1 0 0 0 0,1 0 0 0 0,-1 0 0 0 0,1 0 0 0 0,0 0 0 0 0,-1 0 0 0 0,1 0 0 0 0,1 1 0 0 0,4 5 1 0 0,-2 6-10 0 0,0 0-1 0 0,-1 0 1 0 0,0-1-1 0 0,-1 2 1 0 0,-1-1 0 0 0,1 21-1 0 0,1 6-1131 0 0,-2-17-4024 0 0,3-2-1751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1:5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29 14856 0 0,'-5'0'259'0'0,"-1"-1"0"0"0,1 0 0 0 0,0 1 0 0 0,0-2 1 0 0,-6-1-1 0 0,8 2-244 0 0,1 1 0 0 0,0-1 1 0 0,0 0-1 0 0,-1 0 0 0 0,1-1 0 0 0,0 1 0 0 0,0 0 1 0 0,0-1-1 0 0,0 1 0 0 0,0-1 0 0 0,0 0 1 0 0,-2-3-1 0 0,3 4 239 0 0,0 2-251 0 0,-1-1-1 0 0,1 1 0 0 0,0 0 1 0 0,0 0-1 0 0,-1 0 0 0 0,1 0 1 0 0,0 1-1 0 0,0-1 0 0 0,0 0 0 0 0,0 0 1 0 0,1 1-1 0 0,-1-1 0 0 0,0 0 1 0 0,1 1-1 0 0,-1-1 0 0 0,0 1 1 0 0,1-1-1 0 0,0 0 0 0 0,-1 1 0 0 0,1 0 1 0 0,0 1-1 0 0,-4 8 3 0 0,3-7 7 0 0,0-1-1 0 0,0 1 1 0 0,0 0-1 0 0,1 1 0 0 0,0-1 1 0 0,-1 0-1 0 0,1 0 1 0 0,1 0-1 0 0,-1 0 1 0 0,0 0-1 0 0,1 0 0 0 0,0 0 1 0 0,2 6-1 0 0,-1-4 53 0 0,1 1 1 0 0,-1-1-1 0 0,1 0 1 0 0,1 0-1 0 0,-1 0 0 0 0,1 0 1 0 0,7 9-1 0 0,-4-8-6 0 0,0 1 1 0 0,1-1-1 0 0,0 0 0 0 0,10 6 1 0 0,-15-11-34 0 0,0 0 0 0 0,0 0 0 0 0,1-1 0 0 0,-1 1 0 0 0,0-1 0 0 0,1 0 1 0 0,-1 0-1 0 0,1 0 0 0 0,-1-1 0 0 0,1 1 0 0 0,0-1 0 0 0,-1 0 0 0 0,1 0 0 0 0,0 0 1 0 0,-1 0-1 0 0,5-1 0 0 0,8-3 264 0 0,1-1 1 0 0,19-9-1 0 0,-7 2-1 0 0,-24 10-247 0 0,-1 0 1 0 0,1-1-1 0 0,-1 0 0 0 0,0 1 1 0 0,0-1-1 0 0,4-4 1 0 0,16-11 80 0 0,-17 14-103 0 0,-6 3-13 0 0,0 0 0 0 0,1 0-1 0 0,-1 0 1 0 0,0 0 0 0 0,1 1 0 0 0,-1-1 0 0 0,1 0-1 0 0,-1 1 1 0 0,0-1 0 0 0,1 1 0 0 0,-1 0 0 0 0,4-1-1 0 0,-4 1-2 0 0,-1 0-1 0 0,1 0 1 0 0,0-1-1 0 0,0 1 0 0 0,-1 0 1 0 0,1 0-1 0 0,0 0 0 0 0,0 0 1 0 0,-1 1-1 0 0,1-1 0 0 0,0 0 1 0 0,0 0-1 0 0,-1 0 1 0 0,1 0-1 0 0,0 1 0 0 0,0-1 1 0 0,-1 0-1 0 0,1 1 0 0 0,0-1 1 0 0,-1 1-1 0 0,1-1 1 0 0,0 1-1 0 0,-1-1 0 0 0,1 1 1 0 0,-1-1-1 0 0,1 1 0 0 0,-1-1 1 0 0,1 1-1 0 0,-1 0 1 0 0,0-1-1 0 0,1 1 0 0 0,-1 0 1 0 0,0-1-1 0 0,1 1 0 0 0,-1 0 1 0 0,0 0-1 0 0,0-1 1 0 0,1 2-1 0 0,-1 4 5 0 0,1-1 1 0 0,-1 0-1 0 0,0 1 0 0 0,-1 8 1 0 0,1 0-10 0 0,-1-2 3 0 0,0 0 0 0 0,-1 0 0 0 0,0 0 0 0 0,-7 21-1 0 0,-21 45-77 0 0,10-33 39 0 0,-2-1 1 0 0,-2-1-1 0 0,-54 74 0 0 0,72-109 11 0 0,-1-1 0 0 0,0 1 1 0 0,0-1-1 0 0,-11 8 0 0 0,16-13-66 0 0,0-1 0 0 0,-1 1 1 0 0,1 0-1 0 0,-1-1 1 0 0,1 0-1 0 0,-1 0 0 0 0,1 0 1 0 0,-1 0-1 0 0,0 0 1 0 0,0 0-1 0 0,0-1 1 0 0,1 1-1 0 0,-1-1 0 0 0,0 0 1 0 0,0 1-1 0 0,0-2 1 0 0,0 1-1 0 0,0 0 0 0 0,-5-2 1 0 0,-10-6-4311 0 0,0-3-1407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1:54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1 304 8752 0 0,'0'0'673'0'0,"2"-1"-125"0"0,6-2 998 0 0,-5 2-977 0 0,-1 0-1 0 0,1 0 0 0 0,-1-1 1 0 0,1 1-1 0 0,-1 0 0 0 0,0-1 1 0 0,3-2-1 0 0,34-36 3251 0 0,-22 19-3375 0 0,16-26 0 0 0,-5 4-465 0 0,50-72-2288 0 0,-61 94 345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1:54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13824 0 0,'-1'3'1061'0'0,"1"-1"-1006"0"0,-1 0 0 0 0,0 0 0 0 0,0 1 0 0 0,0-1-1 0 0,-1 0 1 0 0,1 0 0 0 0,0 0 0 0 0,-1 0 0 0 0,0-1 0 0 0,-2 3 0 0 0,3-2 942 0 0,-2 8 3542 0 0,-8 1-3235 0 0,10-10-1322 0 0,0 0-1 0 0,0 1 1 0 0,-1-1 0 0 0,1 0-1 0 0,0 0 1 0 0,0 1 0 0 0,0-1-1 0 0,0 0 1 0 0,1 1 0 0 0,-2 1-1 0 0,-36 179 19 0 0,23-93 0 0 0,-2 64 116 0 0,16-131-65 0 0,0 4 50 0 0,3 30 1 0 0,1 2 90 0 0,-3-44-101 0 0,1 1 0 0 0,1-1 0 0 0,1 1 1 0 0,0-1-1 0 0,0 0 0 0 0,11 24 0 0 0,-12-33-52 0 0,1 0-1 0 0,-1-1 1 0 0,1 0-1 0 0,0 1 0 0 0,6 6 1 0 0,-8-10-33 0 0,1 0 0 0 0,-1 1 0 0 0,0-1 0 0 0,1 0 0 0 0,-1 0 0 0 0,1 0 0 0 0,-1 0 0 0 0,1 0 0 0 0,-1-1 0 0 0,1 1 0 0 0,-1 0 0 0 0,1-1 0 0 0,0 1 0 0 0,-1-1 0 0 0,1 0 0 0 0,0 1 0 0 0,0-1 1 0 0,-1 0-1 0 0,1 0 0 0 0,3 0 0 0 0,0-1 1 0 0,-1-1 1 0 0,1 1-1 0 0,-1-1 1 0 0,0 0 0 0 0,0 1-1 0 0,0-2 1 0 0,0 1-1 0 0,0 0 1 0 0,0-1-1 0 0,5-5 1 0 0,-1 0 7 0 0,0 0-1 0 0,-1-1 0 0 0,8-11 1 0 0,1-6 25 0 0,-1 0 0 0 0,16-40 0 0 0,-24 48-43 0 0,3-7 36 0 0,11-46-1 0 0,-8 21-33 0 0,-10 41 7 0 0,-1 0-1 0 0,0 0 0 0 0,0-13 0 0 0,-1 19 7 0 0,-1-1 1 0 0,0 1-1 0 0,0-1 0 0 0,-1 1 0 0 0,1-1 0 0 0,-1 1 0 0 0,1-1 1 0 0,-1 1-1 0 0,0 0 0 0 0,-3-7 0 0 0,3 9 57 0 0,-17-2 75 0 0,15 4-130 0 0,0 0-1 0 0,0 0 1 0 0,0 0-1 0 0,0 1 1 0 0,0-1-1 0 0,0 1 1 0 0,1 0-1 0 0,-1-1 1 0 0,0 1-1 0 0,1 1 1 0 0,0-1-1 0 0,-1 0 1 0 0,1 0-1 0 0,0 1 1 0 0,-2 3-1 0 0,-4 5 55 0 0,1 1 0 0 0,-7 17 0 0 0,2-5 16 0 0,0 0 79 0 0,1 1 0 0 0,-14 43-1 0 0,-6 55 131 0 0,25-96-260 0 0,-3 34 173 0 0,4-26-7619 0 0,4-18-529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1:57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37 5984 0 0,'0'0'1345'0'0,"-6"-13"-68"0"0,3 7-1004 0 0,3 5-203 0 0,0 0 0 0 0,0 0 1 0 0,0 0-1 0 0,0 1 0 0 0,0-1 1 0 0,-1 0-1 0 0,1 0 0 0 0,0 1 1 0 0,-1-1-1 0 0,1 0 1 0 0,-1 1-1 0 0,1-1 0 0 0,0 0 1 0 0,-1 1-1 0 0,1-1 0 0 0,-1 1 1 0 0,0-2-1 0 0,-6-1 58 0 0,5 2 620 0 0,2 3-663 0 0,-1 13 58 0 0,0-12-103 0 0,1-1 1 0 0,-1 1-1 0 0,1 0 1 0 0,0-1-1 0 0,0 1 1 0 0,0 0-1 0 0,0-1 0 0 0,1 1 1 0 0,-1 0-1 0 0,1-1 1 0 0,0 4-1 0 0,11 24 178 0 0,0 0 0 0 0,2 0 0 0 0,2-2 0 0 0,26 39 0 0 0,-30-51-177 0 0,39 52 62 0 0,-36-48-92 0 0,2 0 1 0 0,0-1-1 0 0,1-2 1 0 0,21 17-1 0 0,-11-9-4 0 0,18 16-7 0 0,-7-3 0 0 0,2-3 0 0 0,2-1 0 0 0,49 29 0 0 0,-53-41 18 0 0,1-2 1 0 0,1-1 0 0 0,1-3-1 0 0,1-1 1 0 0,84 17 0 0 0,-67-21 21 0 0,78 4 0 0 0,-54-12-40 0 0,151 5 0 0 0,-206-8-6 0 0,129-5 18 0 0,-132 3-33 0 0,0-1 1 0 0,0-2 0 0 0,-1-1-1 0 0,28-10 1 0 0,-28 7 4 0 0,-10 5 41 0 0,0-1 0 0 0,-1-1 1 0 0,0 0-1 0 0,-1-1 0 0 0,23-15 1 0 0,-13 7-58 0 0,-20 13 30 0 0,1 0 0 0 0,-1-1-1 0 0,1 1 1 0 0,-1 0 0 0 0,0-1-1 0 0,0 0 1 0 0,0 0 0 0 0,3-5 0 0 0,-6 8 30 0 0,1 0 0 0 0,-1-1 0 0 0,0 1 1 0 0,0 0-1 0 0,0-1 0 0 0,0 1 0 0 0,1 0 1 0 0,-1-1-1 0 0,0 1 0 0 0,0 0 1 0 0,0 0-1 0 0,1-1 0 0 0,-1 1 0 0 0,0 0 1 0 0,1 0-1 0 0,-1 0 0 0 0,0-1 0 0 0,0 1 1 0 0,1 0-1 0 0,-1 0 0 0 0,0 0 1 0 0,1 0-1 0 0,-1-1 0 0 0,0 1 0 0 0,1 0 1 0 0,-1 0-1 0 0,1 0 0 0 0,-1 0 0 0 0,0 0 1 0 0,1 0-1 0 0,-1 0 0 0 0,8 8 1029 0 0,-3-2-1965 0 0,1 2-5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1:5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23 150 8088 0 0,'-4'-8'733'0'0,"3"4"-693"0"0,-1 0 0 0 0,0 0 0 0 0,0 1 0 0 0,-4-8 0 0 0,4 2 766 0 0,2 4-585 0 0,-4-18 563 0 0,15 31-726 0 0,-3-2 42 0 0,-1 1-1 0 0,0 1 1 0 0,0-1-1 0 0,0 1 1 0 0,-1 0-1 0 0,0 1 0 0 0,8 15 1 0 0,2 3 84 0 0,-3-4-45 0 0,-10-17-121 0 0,0 0 0 0 0,0 0 1 0 0,8 9-1 0 0,1-1-70 0 0,-8-7 29 0 0,2-1-1 0 0,-1 0 0 0 0,1 0 0 0 0,0 0 0 0 0,8 6 1 0 0,1-1 23 0 0,-14-9 0 0 0,1-1 1 0 0,-1 0 0 0 0,0 0-1 0 0,1 0 1 0 0,-1 0 0 0 0,0 0-1 0 0,1 0 1 0 0,0 0 0 0 0,-1 0-1 0 0,1 0 1 0 0,-1-1 0 0 0,1 1-1 0 0,0-1 1 0 0,0 1 0 0 0,-1-1-1 0 0,1 0 1 0 0,3 1 0 0 0,8-3 60 0 0,-9 0-26 0 0,-1 0 0 0 0,1 0 0 0 0,-1 0 0 0 0,0-1 0 0 0,0 1 0 0 0,0-1 0 0 0,-1 0 0 0 0,1 1 0 0 0,0-1 0 0 0,1-4 0 0 0,22-35 443 0 0,-16 22-346 0 0,-5 10-86 0 0,-1 1 0 0 0,0-1 0 0 0,-1 0 0 0 0,0-1 0 0 0,2-12 1 0 0,-2 11-9 0 0,0-1 1 0 0,9-22 0 0 0,-8 24-23 0 0,0 0 1 0 0,-1-1-1 0 0,3-15 0 0 0,0 1 52 0 0,-6 25-55 0 0,0 1 1 0 0,0-1-1 0 0,1 0 0 0 0,-1 0 0 0 0,0 1 1 0 0,1-1-1 0 0,-1 0 0 0 0,0 1 0 0 0,1-1 0 0 0,-1 1 1 0 0,1-1-1 0 0,-1 0 0 0 0,1 1 0 0 0,-1-1 1 0 0,1 1-1 0 0,-1-1 0 0 0,1 1 0 0 0,0-1 0 0 0,-1 1 1 0 0,1 0-1 0 0,0-1 0 0 0,0 1 0 0 0,1-1-7 0 0,-1 1 0 0 0,0 0 0 0 0,1-1 0 0 0,-1 1 0 0 0,1 0 0 0 0,-1 0 0 0 0,1 0 0 0 0,-1 0 0 0 0,0 0 0 0 0,1 0 0 0 0,1 1 0 0 0,5 5 4 0 0,-5-2-17 0 0,6 4-97 0 0,1 0 0 0 0,-2 1 0 0 0,0 1 0 0 0,0 0 0 0 0,0 0 0 0 0,5 11-1 0 0,-10-17 69 0 0,3 5-72 0 0,-5-6 11 0 0,1 0 0 0 0,-1 0 0 0 0,1-1 0 0 0,0 1 0 0 0,0-1 0 0 0,4 4 0 0 0,1 3-269 0 0,-6-7 56 0 0,1 0 0 0 0,-1-1 0 0 0,0 1 0 0 0,0 0-1 0 0,1-1 1 0 0,-1 1 0 0 0,1-1 0 0 0,2 2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1:5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5528 0 0,'0'0'497'0'0,"0"2"-405"0"0,8 44 4248 0 0,24 54-261 0 0,-24-77-3859 0 0,-3-10-106 0 0,0 0 0 0 0,8 13 0 0 0,-9-17-74 0 0,1 0 0 0 0,-2 1 1 0 0,6 17-1 0 0,-6-16-438 0 0,1 0 0 0 0,5 11 0 0 0,-1-5-4651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1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5064 0 0,'0'0'389'0'0,"4"-14"-110"0"0,-3 11 61 0 0,0 0 0 0 0,0 0 1 0 0,0-1-1 0 0,0 1 0 0 0,-1 0 1 0 0,1-1-1 0 0,-1 1 0 0 0,0 0 1 0 0,0-1-1 0 0,-1-3 0 0 0,1-3 550 0 0,0 9-263 0 0,1 3-433 0 0,1 0 0 0 0,-1 0 0 0 0,0 1 0 0 0,0-1 0 0 0,0 0 0 0 0,0 1 0 0 0,0-1 0 0 0,0 1 0 0 0,-1-1 0 0 0,1 4 0 0 0,2 6-54 0 0,73 261 102 0 0,-44-185 27 0 0,-19-56-334 0 0,-10-24-49 0 0,1 1 0 0 0,7 10 0 0 0,2 3-184 0 0,0-32 307 0 0,-12 7 43 0 0,1 0 1 0 0,-1 0-1 0 0,1 0 1 0 0,-1 0-1 0 0,0 0 1 0 0,0 0-1 0 0,0 0 1 0 0,-1 0-1 0 0,1-1 1 0 0,-1 1-1 0 0,1-6 1 0 0,1-11 65 0 0,8-48 97 0 0,-4 42-256 0 0,-1-1 0 0 0,-2 1 1 0 0,1-41-1 0 0,-4 65 38 0 0,0 1 0 0 0,0 0 0 0 0,0 0 0 0 0,0 0 1 0 0,1-1-1 0 0,-1 1 0 0 0,0 0 0 0 0,1 0 0 0 0,-1 0 0 0 0,1 0 0 0 0,-1 0 1 0 0,1-1-1 0 0,0 1 0 0 0,-1 0 0 0 0,1 0 0 0 0,0 1 0 0 0,0-1 0 0 0,0 0 1 0 0,0 0-1 0 0,0 0 0 0 0,1-1 0 0 0,-1 2 3 0 0,7-3 43 0 0,-6 3-45 0 0,0 1 1 0 0,0-1-1 0 0,0 1 1 0 0,0-1-1 0 0,0 1 1 0 0,-1-1-1 0 0,1 1 1 0 0,0 0-1 0 0,0 0 1 0 0,0 0-1 0 0,-1 0 1 0 0,4 3-1 0 0,19 19-50 0 0,-12-11 39 0 0,-8-10 19 0 0,-1 1 0 0 0,1-1 0 0 0,0 1 0 0 0,-1-1 0 0 0,8 2 1 0 0,-7-2 0 0 0,1 0 0 0 0,-1 0 0 0 0,0 1 0 0 0,7 4 0 0 0,-6-3-29 0 0,0 0 1 0 0,0-1-1 0 0,0 0 1 0 0,1 0-1 0 0,0 0 1 0 0,-1-1-1 0 0,1 0 1 0 0,0 0-1 0 0,0-1 1 0 0,0 1-1 0 0,7 0 1 0 0,-7-2-937 0 0,0 1 0 0 0,1-1 0 0 0,9-1 0 0 0,-3-2-3240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1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72 6448 0 0,'-31'16'1170'0'0,"12"-4"4834"0"0,20-14-5896 0 0,4-5-190 0 0,0-1 0 0 0,10-11 0 0 0,-5 7-16 0 0,-3 4 93 0 0,1 0-1 0 0,0 1 1 0 0,11-8-1 0 0,-8 5-50 0 0,-5 7 44 0 0,2 2 12 0 0,-7 1 0 0 0,0 0 0 0 0,0 0 0 0 0,0 0 0 0 0,0 0 0 0 0,-1 0 0 0 0,1 0 0 0 0,0 1 0 0 0,0-1 0 0 0,0 0 0 0 0,-1 0 0 0 0,1 1 0 0 0,0-1 0 0 0,1 1 0 0 0,0 4 0 0 0,-2-5 0 0 0,2 7 9 0 0,1-1 1 0 0,-1 0-1 0 0,0 0 1 0 0,-1 1 0 0 0,1-1-1 0 0,-1 1 1 0 0,-1-1-1 0 0,1 1 1 0 0,-2 13 0 0 0,1-18-4 0 0,-10 141 165 0 0,10-129-226 0 0,2 51 21 0 0,-1-57 71 0 0,0-1-1 0 0,1 1 1 0 0,0-1-1 0 0,0 1 1 0 0,0-1-1 0 0,5 9 1 0 0,-7-15-33 0 0,1 0 1 0 0,-1 0-1 0 0,1 0 1 0 0,0 0-1 0 0,-1 0 1 0 0,1 0-1 0 0,0 0 1 0 0,0-1-1 0 0,-1 1 1 0 0,1 0-1 0 0,0 0 1 0 0,0-1-1 0 0,0 1 1 0 0,0-1-1 0 0,0 1 1 0 0,0-1-1 0 0,0 1 1 0 0,1 0-1 0 0,21 0-2266 0 0,-16-1 225 0 0,10 0-2061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2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1840 0 0,'0'0'83'0'0,"0"-1"-6"0"0,9-13 86 0 0,0-4 9587 0 0,8 19-9089 0 0,-13 2-652 0 0,0-1 0 0 0,0 1 0 0 0,-1-1 0 0 0,1 1 1 0 0,0 0-1 0 0,-1 0 0 0 0,0 1 0 0 0,0-1 0 0 0,0 1 0 0 0,0 0 0 0 0,0 0 0 0 0,3 7 0 0 0,2 6 34 0 0,12 35 0 0 0,-14-34-37 0 0,12 48 94 0 0,-15-50-54 0 0,1-1 0 0 0,1 1 1 0 0,0-1-1 0 0,14 29 1 0 0,-1-13-35 0 0,-8-21-12 0 0,-9-9 5 0 0,1-1 1 0 0,0 0-1 0 0,0 0 1 0 0,-1 1-1 0 0,1-1 1 0 0,0 0-1 0 0,-1-1 1 0 0,1 1-1 0 0,0 0 1 0 0,-1 0-1 0 0,1-1 1 0 0,0 1 0 0 0,-1-1-1 0 0,1 1 1 0 0,0-1-1 0 0,-1 0 1 0 0,1 0-1 0 0,-1 0 1 0 0,1 0-1 0 0,-1 0 1 0 0,0 0-1 0 0,1 0 1 0 0,1-2-1 0 0,2-2 27 0 0,0 0-1 0 0,0 0 0 0 0,0 0 1 0 0,5-10-1 0 0,-1 0 26 0 0,-2-2 0 0 0,0 1 0 0 0,0-1 0 0 0,7-32 0 0 0,6-19-2 0 0,-13 47-50 0 0,5-30 0 0 0,-4 16-4 0 0,-4 27 25 0 0,-4 7 105 0 0,3 2-88 0 0,-1 0 0 0 0,0 0 0 0 0,1 0 0 0 0,-1 1 0 0 0,0-1 0 0 0,0 1-1 0 0,0-1 1 0 0,0 1 0 0 0,1 2 0 0 0,1 0 12 0 0,-1 0-1 0 0,0 1 0 0 0,4 8 0 0 0,-4-8-15 0 0,0 0 0 0 0,0 0 0 0 0,0 0 0 0 0,4 4 0 0 0,2 2 4 0 0,-2-1-1 0 0,0 1 0 0 0,8 16 0 0 0,-5-9-25 0 0,-6-11-19 0 0,-1-2-3 0 0,0 0 1 0 0,0 0-1 0 0,0-1 1 0 0,5 6 0 0 0,1 1-231 0 0,6 5-159 0 0,-3-7-3476 0 0,-2-1-615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5 120 9216 0 0,'0'0'706'0'0,"-5"-2"2581"0"0,6-1-3194 0 0,-1 0 0 0 0,1 0-1 0 0,0 0 1 0 0,0 0 0 0 0,0 0 0 0 0,0 0 0 0 0,0 0 0 0 0,1 1-1 0 0,-1-1 1 0 0,1 0 0 0 0,0 1 0 0 0,-1-1 0 0 0,1 1 0 0 0,0 0 0 0 0,1 0-1 0 0,-1 0 1 0 0,3-3 0 0 0,8-5-205 0 0,29-17 1 0 0,-31 20 152 0 0,-6 4-94 0 0,0 0-1 0 0,0 0 1 0 0,0 0-1 0 0,0 1 0 0 0,1 0 1 0 0,-1 0-1 0 0,1 1 1 0 0,0-1-1 0 0,-1 1 1 0 0,1 0-1 0 0,6 0 1 0 0,17 4 29 0 0,-21-2 38 0 0,5 3 33 0 0,0 3-98 0 0,-11-5 14 0 0,-1-1 0 0 0,1 1 0 0 0,0-1 1 0 0,-1 1-1 0 0,1 0 0 0 0,-1 0 0 0 0,0-1 0 0 0,0 1 0 0 0,0 0 0 0 0,1 0 0 0 0,-2 0 0 0 0,1 0 0 0 0,0 0 0 0 0,0 1 0 0 0,-1-1 1 0 0,1 0-1 0 0,-1 0 0 0 0,0 0 0 0 0,1 1 0 0 0,-1-1 0 0 0,0 0 0 0 0,-1 4 0 0 0,0 4-68 0 0,-1 0 0 0 0,-1 0 0 0 0,-5 17 1 0 0,2-9 162 0 0,1-5-22 0 0,0-1 0 0 0,-1 0 1 0 0,-15 22-1 0 0,14-22 25 0 0,-32 42 330 0 0,28-41-174 0 0,0 1 0 0 0,-13 26 0 0 0,24-40-214 0 0,2-5 68 0 0,0 1 0 0 0,1-1-1 0 0,0 1 1 0 0,0 0 0 0 0,0 0 0 0 0,1 0 0 0 0,-1 1 0 0 0,1-1 0 0 0,4-3 0 0 0,1 2-71 0 0,-7 3 0 0 0,1 1 0 0 0,-1-1 0 0 0,1 1 0 0 0,0-1 0 0 0,0 1 0 0 0,0 0 0 0 0,0 0 0 0 0,0 0 0 0 0,0 0 0 0 0,0 1 0 0 0,6-1 0 0 0,10-2 0 0 0,-10 3 0 0 0,-8 1 4 0 0,0-1 0 0 0,0 1 1 0 0,0-1-1 0 0,0 1 0 0 0,0 0 1 0 0,0-1-1 0 0,0 1 0 0 0,0 0 1 0 0,-1 0-1 0 0,1 0 1 0 0,0 0-1 0 0,0-1 0 0 0,-1 1 1 0 0,1 0-1 0 0,0 0 0 0 0,-1 0 1 0 0,1 1-1 0 0,-1-1 0 0 0,1 0 1 0 0,-1 0-1 0 0,0 0 1 0 0,1 0-1 0 0,-1 0 0 0 0,0 0 1 0 0,0 1-1 0 0,0-1 0 0 0,0 0 1 0 0,0 0-1 0 0,0 0 0 0 0,0 1 1 0 0,0-1-1 0 0,-1 0 1 0 0,1 0-1 0 0,0 0 0 0 0,-1 1 1 0 0,-2 7 60 0 0,1-1 0 0 0,-2-1 0 0 0,-7 15 0 0 0,7-13-18 0 0,-3 5 87 0 0,2-4-36 0 0,1 0 0 0 0,-2-1 0 0 0,1 0 0 0 0,-13 15 0 0 0,6-10 17 0 0,1 1 0 0 0,-14 24 1 0 0,-11 16-217 0 0,21-35-547 0 0,1 0-261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3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44 153 5064 0 0,'-3'-1'150'0'0,"0"-1"0"0"0,1 0 0 0 0,-1 1 0 0 0,0-1 0 0 0,1 0 0 0 0,0-1 0 0 0,-1 1 0 0 0,1 0-1 0 0,0-1 1 0 0,0 1 0 0 0,-2-4 0 0 0,3 4 594 0 0,0 0 0 0 0,0 0 0 0 0,0 0 0 0 0,0 0 0 0 0,0 0 0 0 0,0-1 0 0 0,1 1 0 0 0,-1 0 1 0 0,1 0-1 0 0,-1-4 0 0 0,-2 0 1999 0 0,8 17-2752 0 0,0-1 1 0 0,-1 2-1 0 0,0-1 0 0 0,0 1 0 0 0,3 18 0 0 0,-2-10 293 0 0,17 100 705 0 0,-8-25-2693 0 0,-14-87 1687 0 0,2-1 13 0 0,-1 0 1 0 0,1 0-1 0 0,0 0 0 0 0,4 9 0 0 0,0-9 4 0 0,-6-6 0 0 0,1-1 0 0 0,0 0 0 0 0,0 0 0 0 0,-1 0 0 0 0,1 0 0 0 0,0 1 0 0 0,0-1 0 0 0,-1 0 0 0 0,1 0 0 0 0,0 0 0 0 0,0-1 0 0 0,-1 1 0 0 0,1 0 0 0 0,0 0 0 0 0,-1 0 0 0 0,1 0 0 0 0,0-1 0 0 0,0 1 0 0 0,-1 0 0 0 0,1-1 0 0 0,0 1 0 0 0,-1-1 0 0 0,1 1 0 0 0,-1 0 0 0 0,1-1 0 0 0,-1 1 0 0 0,1-1 0 0 0,0-1 0 0 0,15-19 0 0 0,-15 21 0 0 0,41-79 1570 0 0,-1 2-2341 0 0,-23 41 175 0 0,-16 30 574 0 0,1 0 0 0 0,0-1 0 0 0,0 2 0 0 0,0-1 0 0 0,1 0 0 0 0,0 1 0 0 0,0-1 0 0 0,0 1 0 0 0,1 0 0 0 0,6-5-1 0 0,-9 9 5 0 0,0-1-1 0 0,0 1 0 0 0,0-1 1 0 0,0 0-1 0 0,0 0 0 0 0,3-3 1 0 0,-5 5 10 0 0,1-1 1 0 0,-1 1 0 0 0,1-1-1 0 0,-1 1 1 0 0,1 0-1 0 0,-1-1 1 0 0,1 1 0 0 0,-1 0-1 0 0,1-1 1 0 0,-1 1-1 0 0,1 0 1 0 0,0 0-1 0 0,-1 0 1 0 0,1 0 0 0 0,0-1-1 0 0,-1 1 1 0 0,2 0-1 0 0,0 0-16 0 0,1-1 0 0 0,1-1 0 0 0,0 1-1 0 0,-1 0 1 0 0,1 0-1 0 0,0 0 1 0 0,-1 1-1 0 0,1-1 1 0 0,6 1-1 0 0,-1-1 16 0 0,-8 0 5 0 0,2-1 6 0 0,16 1 8 0 0,-18 0 8 0 0,0 1 1 0 0,0-1-1 0 0,-1 0 0 0 0,1 0 0 0 0,0 1 0 0 0,0-1 1 0 0,-1 0-1 0 0,1 0 0 0 0,0 0 0 0 0,-1 0 0 0 0,1 0 1 0 0,-1 0-1 0 0,1 0 0 0 0,0-1 0 0 0,-1 1-19 0 0,2-2 20 0 0,-1 0-1 0 0,0 0 1 0 0,0 0-1 0 0,0 0 1 0 0,0 0 0 0 0,1-5-1 0 0,3-6-7 0 0,-3 2-11 0 0,0 3 0 0 0,1-38 118 0 0,-3 41-96 0 0,0 5-21 0 0,0 0-1 0 0,0 0 1 0 0,0 1-1 0 0,0-1 1 0 0,0 0-1 0 0,0 0 0 0 0,0 0 1 0 0,0 0-1 0 0,0 0 1 0 0,1 0-1 0 0,-1 0 1 0 0,0 1-1 0 0,0-1 1 0 0,1 0-1 0 0,-1 0 1 0 0,1 0-1 0 0,-1 0 1 0 0,1 1-1 0 0,0-2 1 0 0,0 1-147 0 0,0 1 0 0 0,0-1 0 0 0,0 1 1 0 0,0-1-1 0 0,1 1 0 0 0,-1-1 0 0 0,0 1 0 0 0,0 0 1 0 0,0-1-1 0 0,1 1 0 0 0,-1 0 0 0 0,0 0 0 0 0,0 0 1 0 0,1 0-1 0 0,-1 0 0 0 0,2 1 0 0 0,3-1-2850 0 0,3 0-2086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113 238 10680 0 0,'35'0'3490'0'0,"-35"0"-3476"0"0,0 0 1 0 0,0 0-1 0 0,1-1 0 0 0,-1 1 0 0 0,0 0 0 0 0,0-1 1 0 0,0 1-1 0 0,0 0 0 0 0,0 0 0 0 0,0-1 1 0 0,0 1-1 0 0,0 0 0 0 0,0-1 0 0 0,0 1 0 0 0,0 0 1 0 0,0-1-1 0 0,0 1 0 0 0,-1 0 0 0 0,1 0 0 0 0,0-1 1 0 0,0 1-1 0 0,0 0 0 0 0,0 0 0 0 0,0-1 0 0 0,-1 1 1 0 0,1 0-1 0 0,0 0 0 0 0,0-1 0 0 0,0 1 0 0 0,-1 0 1 0 0,1 0-1 0 0,0 0 0 0 0,0-1 0 0 0,-1 1 1 0 0,-5-3-10 0 0,1-1 0 0 0,-1 0 0 0 0,1 0 0 0 0,0 0 1 0 0,0 0-1 0 0,0-1 0 0 0,1 0 0 0 0,-1 0 0 0 0,-4-7 1 0 0,7 9-1 0 0,0 0 0 0 0,1 0 1 0 0,-1-1-1 0 0,1 1 0 0 0,0 0 1 0 0,-2-6-1 0 0,-2-7 46 0 0,2 9-11 0 0,1-1 0 0 0,0 1 0 0 0,-1-10 1 0 0,2 10-38 0 0,-1 0 1 0 0,0-1 0 0 0,-2-6 0 0 0,3 10 13 0 0,0 0 0 0 0,0 1 0 0 0,0-1 1 0 0,1 1-1 0 0,-1-1 0 0 0,1-6 1 0 0,0 7 31 0 0,0 0 0 0 0,0-1 0 0 0,0 1 0 0 0,0 0 1 0 0,-1 0-1 0 0,-1-5 0 0 0,2 8-14 0 0,0 0 0 0 0,0 0-1 0 0,0 0 1 0 0,0 0 0 0 0,0 0 0 0 0,-1 0 0 0 0,1 0 0 0 0,0 0 0 0 0,0 0-1 0 0,0-1 1 0 0,0 1 0 0 0,0 0 0 0 0,0 0 0 0 0,0 0 0 0 0,0 0 0 0 0,0 0 0 0 0,-1 0-1 0 0,1 0 1 0 0,0 0 0 0 0,0 0 0 0 0,0 0 0 0 0,0 0 0 0 0,0 0 0 0 0,0 0-1 0 0,0 0 1 0 0,0 0 0 0 0,0 0 0 0 0,-1 0 0 0 0,1 0 0 0 0,0 0 0 0 0,0 1-1 0 0,0-1 1 0 0,0 0 0 0 0,0 0 0 0 0,0 0 0 0 0,0 0 0 0 0,0 0 0 0 0,0 0 0 0 0,0 0-1 0 0,0 0 1 0 0,-1 0 0 0 0,1 0 0 0 0,0 0 0 0 0,0 0 0 0 0,0 0 0 0 0,0 1-1 0 0,0-1 1 0 0,0 0 0 0 0,0 0 0 0 0,0 0 0 0 0,0 0 0 0 0,0 0 0 0 0,0 0-1 0 0,0 0 1 0 0,0 1 0 0 0,-6 9 409 0 0,-2 16-367 0 0,1 20 125 0 0,0 1 480 0 0,-2 68-1 0 0,4-11-169 0 0,5-74-610 0 0,0-28-45 0 0,2-1-300 0 0,1-1 239 0 0,-1 0 0 0 0,0 0 0 0 0,0 0-1 0 0,1 0 1 0 0,-1 0 0 0 0,0 0 0 0 0,0 0-1 0 0,1-1 1 0 0,3-1 0 0 0,14-4-4427 0 0,-18 5 3871 0 0,15-7-4378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4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8752 0 0,'-24'20'527'0'0,"-12"12"2682"0"0,15-4 3406 0 0,11-13-7031 0 0,7-11 384 0 0,0 0 0 0 0,1 0 0 0 0,-1 1 0 0 0,1-1 0 0 0,-3 8 0 0 0,-1 1 32 0 0,-1 6 0 0 0,-3 25 0 0 0,3 15 0 0 0,2-30 0 0 0,6-15 0 0 0,7-5 0 0 0,-6-8 0 0 0,1 2 0 0 0,14-4 0 0 0,-13 1 1 0 0,-1-1-1 0 0,0 0 0 0 0,0 0 1 0 0,0-1-1 0 0,1 1 0 0 0,-1-1 1 0 0,0 1-1 0 0,-1-1 0 0 0,1 0 1 0 0,0 0-1 0 0,0 0 0 0 0,-1-1 1 0 0,3-2-1 0 0,5-6-80 0 0,15-21 0 0 0,-14 17-99 0 0,0-1-705 0 0,0 0 1 0 0,-1 0-1 0 0,-1-1 1 0 0,8-22 0 0 0,-7 16-589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4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5984 0 0,'0'2'464'0'0,"-14"23"1922"0"0,13-24-1817 0 0,0 0 0 0 0,1 0-1 0 0,-1-1 1 0 0,0 1 0 0 0,1 0-1 0 0,0 0 1 0 0,-1 0 0 0 0,1 0-1 0 0,-1 0 1 0 0,1 0 0 0 0,0 0-1 0 0,0 0 1 0 0,0 0 0 0 0,-1 2-1 0 0,-2 7 1130 0 0,-8 21 86 0 0,9-23-1642 0 0,0-1 1 0 0,0 1-1 0 0,0 0 1 0 0,0 15-1 0 0,-3 13-69 0 0,2-15-176 0 0,1-1-1 0 0,0 0 0 0 0,3 41 0 0 0,1-13-1422 0 0,-2-21 29 0 0,0 1-65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45 148 12528 0 0,'-10'0'261'0'0,"7"0"-130"0"0,1 0 0 0 0,-1-1 0 0 0,0 1 0 0 0,0 0 0 0 0,1-1 0 0 0,-1 0 0 0 0,0 1 0 0 0,-9-2 4863 0 0,25 39-6056 0 0,-9-25 1274 0 0,0 0 0 0 0,1 0 0 0 0,12 21 0 0 0,39 54-1327 0 0,-35-66 1554 0 0,-9-10 229 0 0,-11-11-685 0 0,1 1 1 0 0,-1-1 0 0 0,0 0-1 0 0,1 0 1 0 0,-1 1-1 0 0,1-1 1 0 0,-1 0-1 0 0,0 0 1 0 0,1 0 0 0 0,-1 0-1 0 0,1 0 1 0 0,-1-1-1 0 0,0 1 1 0 0,1 0 0 0 0,1-1-1 0 0,-1-1 17 0 0,1 1 0 0 0,0 0 0 0 0,-1-1 0 0 0,1 0 0 0 0,-1 0 0 0 0,0 1 0 0 0,1-1-1 0 0,-1-1 1 0 0,0 1 0 0 0,0 0 0 0 0,-1 0 0 0 0,1-1 0 0 0,0 1 0 0 0,-1-1 0 0 0,1 1 0 0 0,-1-1 0 0 0,0 0 0 0 0,2-4 0 0 0,0-6 160 0 0,0 0 1 0 0,-1 0 0 0 0,1-13 0 0 0,1-3-1110 0 0,1-11 1203 0 0,0-76-1 0 0,-5 108-223 0 0,0 0 0 0 0,1 0 0 0 0,0 0-1 0 0,0 0 1 0 0,1 0 0 0 0,0 1 0 0 0,3-9 0 0 0,-4 14 342 0 0,1 3-1564 0 0,-1-1 1173 0 0,1 1 0 0 0,-1 0 0 0 0,1 0 0 0 0,-1 0 1 0 0,1 0-1 0 0,-1 0 0 0 0,1 0 0 0 0,-1 0 0 0 0,0 1 1 0 0,0-1-1 0 0,1 0 0 0 0,-1 1 0 0 0,1 2 0 0 0,3 2 77 0 0,6 6 42 0 0,-1 1 0 0 0,-1 0 0 0 0,12 22 0 0 0,18 46 384 0 0,-36-75-429 0 0,8 18 24 0 0,0-1 1 0 0,2 1-1 0 0,24 33 0 0 0,-26-41-2323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11144 0 0,'0'0'2852'0'0,"-1"2"-2598"0"0,-25 26 410 0 0,21-23-533 0 0,0 0 1 0 0,0 0 0 0 0,1 0-1 0 0,0 0 1 0 0,0 1 0 0 0,0 0-1 0 0,0-1 1 0 0,1 1 0 0 0,-3 8-1 0 0,-2 12 130 0 0,-2-1 0 0 0,-21 43 0 0 0,28-65-255 0 0,1 8-2 0 0,1 0-4 0 0,0-8-4 0 0,1 0 0 0 0,0 0-1 0 0,0 0 1 0 0,0 1-1 0 0,0-1 1 0 0,1 0-1 0 0,0 0 1 0 0,-1 0-1 0 0,1 0 1 0 0,0 0 0 0 0,2 3-1 0 0,-3-3-1 0 0,1-3 5 0 0,-1 1 1 0 0,0 0-1 0 0,1-1 1 0 0,-1 1-1 0 0,0 0 0 0 0,1-1 1 0 0,-1 1-1 0 0,1-1 1 0 0,-1 1-1 0 0,1-1 0 0 0,-1 1 1 0 0,1-1-1 0 0,-1 1 1 0 0,1-1-1 0 0,0 1 1 0 0,-1-1-1 0 0,1 0 0 0 0,0 1 1 0 0,-1-1-1 0 0,1 0 1 0 0,0 1-1 0 0,-1-1 1 0 0,1 0-1 0 0,0 0 0 0 0,1 0 1 0 0,13 9-54 0 0,24 0 54 0 0,-30-7 0 0 0,1 1 0 0 0,0-1 0 0 0,-1 2 0 0 0,0 0 0 0 0,0 0 0 0 0,13 8 0 0 0,-14-8 0 0 0,20 13 0 0 0,-26-16 0 0 0,1 1 0 0 0,5 11 0 0 0,-4-4-10 0 0,5 1-2218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6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11056 0 0,'0'0'1001'0'0,"1"-1"-577"0"0,43-66 7168 0 0,32-33-8998 0 0,-53 77-1815 0 0,-14 12-2529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6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13472 0 0,'0'0'1224'0'0,"3"-2"-1133"0"0,0 2 1859 0 0,-1 2-1933 0 0,0 0 1 0 0,0 0-1 0 0,0 0 1 0 0,0 0-1 0 0,-1 0 1 0 0,1 1 0 0 0,-1-1-1 0 0,1 1 1 0 0,-1-1-1 0 0,1 4 1 0 0,11 32-222 0 0,-9-25 109 0 0,32 111-470 0 0,3 10 371 0 0,-33-115 145 0 0,-4-12 31 0 0,0 0 0 0 0,1 0-1 0 0,0-1 1 0 0,0 1 0 0 0,0-1 0 0 0,8 12 0 0 0,-3-11 34 0 0,-7-6-7 0 0,0-1 0 0 0,0 0 0 0 0,0 0 0 0 0,0 0 1 0 0,0 0-1 0 0,0 0 0 0 0,0 0 0 0 0,0 0 1 0 0,0-1-1 0 0,0 1 0 0 0,0 0 0 0 0,0 0 1 0 0,0-1-1 0 0,0 1 0 0 0,0 0 0 0 0,0-1 0 0 0,-1 1 1 0 0,1-1-1 0 0,0 0 0 0 0,0 1 0 0 0,0-1 1 0 0,-1 1-1 0 0,1-1 0 0 0,0 0 0 0 0,-1 0 1 0 0,2-1-1 0 0,14-22 118 0 0,-10 10-46 0 0,-1 0 1 0 0,0-1-1 0 0,0 0 1 0 0,3-24-1 0 0,6-15 36 0 0,0 1-52 0 0,6-75 55 0 0,-18 116-111 0 0,-1 5-9 0 0,0 0 0 0 0,0 0 1 0 0,1 1-1 0 0,3-10 0 0 0,-3 11 0 0 0,5-9 12 0 0,-7 13-2 0 0,0 1 0 0 0,0 0-1 0 0,1 0 1 0 0,-1 0 0 0 0,0-1-1 0 0,0 1 1 0 0,0 0-1 0 0,1 0 1 0 0,-1 0 0 0 0,0 0-1 0 0,0-1 1 0 0,1 1 0 0 0,-1 0-1 0 0,0 0 1 0 0,0 0-1 0 0,1 0 1 0 0,-1 0 0 0 0,0 0-1 0 0,0 0 1 0 0,1 0 0 0 0,-1 0-1 0 0,0 0 1 0 0,0 0-1 0 0,1 0 1 0 0,-1 0 0 0 0,0 0-1 0 0,1 0 1 0 0,-1 0 0 0 0,0 0-1 0 0,0 0 1 0 0,1 0-1 0 0,-1 0 1 0 0,0 1 0 0 0,0-1-1 0 0,1 0 1 0 0,-1 0 0 0 0,0 0-1 0 0,0 0 1 0 0,0 1-1 0 0,1-1 1 0 0,-1 0 0 0 0,0 1-1 0 0,9 8 325 0 0,-8-8-294 0 0,2 5 54 0 0,1-1 0 0 0,-1 2-1 0 0,1-1 1 0 0,-2 0-1 0 0,1 0 1 0 0,2 12-1 0 0,6 13 127 0 0,6 10 3 0 0,-5-10-62 0 0,27 48-1 0 0,-32-67-140 0 0,0 0 0 0 0,15 17 0 0 0,-17-25-82 0 0,-1 0 0 0 0,0 0 0 0 0,1 0 0 0 0,0 0 0 0 0,0-1 0 0 0,0 0 0 0 0,0 0-1 0 0,8 4 1 0 0,-3-1-292 0 0,-8-5-618 0 0,7 0-2355 0 0,3 1-1883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07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4144 0 0,'0'0'6117'0'0,"-1"1"-5261"0"0,-3 6-434 0 0,1-1-1 0 0,1 1 1 0 0,-1 0-1 0 0,1 0 1 0 0,-2 13-1 0 0,-8 5 309 0 0,2 9-186 0 0,3-15-334 0 0,2 0 1 0 0,-6 32 0 0 0,9-39-148 0 0,0-1 1 0 0,-5 14-1 0 0,4-14-12 0 0,0 0 0 0 0,-2 15 1 0 0,2 3 45 0 0,1-1 1 0 0,3 40 0 0 0,1-39-86 0 0,5 40 40 0 0,-6-66-50 0 0,0 0 0 0 0,0 0 1 0 0,0-1-1 0 0,0 1 0 0 0,0-1 0 0 0,1 1 1 0 0,1 2-1 0 0,-2-4 1 0 0,5 6 40 0 0,-5-6-43 0 0,0 0 1 0 0,-1 0-1 0 0,1 0 0 0 0,0-1 1 0 0,0 1-1 0 0,0 0 1 0 0,0-1-1 0 0,0 1 0 0 0,0-1 1 0 0,0 1-1 0 0,0-1 1 0 0,0 1-1 0 0,0-1 0 0 0,1 0 1 0 0,-1 1-1 0 0,0-1 0 0 0,0 0 1 0 0,0 0-1 0 0,0 0 1 0 0,0 0-1 0 0,1 0 0 0 0,-1 0 1 0 0,0 0-1 0 0,2-1 1 0 0,0 0 0 0 0,0 1 1 0 0,-1-1 0 0 0,1 0 0 0 0,0 0 1 0 0,-1 0-1 0 0,1 0 0 0 0,-1 0 1 0 0,1 0-1 0 0,-1-1 0 0 0,0 1 0 0 0,0-1 1 0 0,1 0-1 0 0,-1 0 0 0 0,0 0 1 0 0,0 0-1 0 0,-1 0 0 0 0,1 0 0 0 0,0 0 1 0 0,1-4-1 0 0,4-6 61 0 0,-1 0-1 0 0,7-21 1 0 0,-5 12 27 0 0,5-15 35 0 0,-1-1 0 0 0,-1 0 0 0 0,9-65 0 0 0,-19 97-89 0 0,-1-1 1 0 0,0 1 0 0 0,0 0-1 0 0,0 0 1 0 0,0 0-1 0 0,-1-1 1 0 0,0 1 0 0 0,0 0-1 0 0,0 0 1 0 0,-3-6-1 0 0,2 11 8 0 0,1-1-1 0 0,-1 1 0 0 0,0 0 0 0 0,1-1 0 0 0,-1 1 1 0 0,0 0-1 0 0,1 0 0 0 0,-1 0 0 0 0,0 1 0 0 0,1-1 0 0 0,-1 0 1 0 0,-2 1-1 0 0,0 1-3 0 0,0-1 1 0 0,1 1-1 0 0,-1 0 1 0 0,0 0-1 0 0,1 0 0 0 0,0 0 1 0 0,-1 1-1 0 0,1-1 1 0 0,0 1-1 0 0,0 0 1 0 0,-3 4-1 0 0,-2 4-154 0 0,-15 24 0 0 0,8-9-94 0 0,-8 9-857 0 0,1 2-344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18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157 168 5064 0 0,'-2'1'389'0'0,"-22"16"-473"0"0,20-14 735 0 0,0 0 0 0 0,0 0 0 0 0,0 0 0 0 0,0 0 0 0 0,-1-1 0 0 0,1 0 0 0 0,-1 0 0 0 0,0 0-1 0 0,1 0 1 0 0,-1-1 0 0 0,0 1 0 0 0,0-1 0 0 0,-6 0 0 0 0,-42-4 1360 0 0,52 3-1849 0 0,1-1-122 0 0,0 0-1 0 0,-1-1 0 0 0,1 1 0 0 0,0 0 0 0 0,0 0 0 0 0,-1 0 0 0 0,1 0 0 0 0,0 0 1 0 0,-1 0-1 0 0,1 0 0 0 0,-2-1 0 0 0,2 1-33 0 0,0 1 1 0 0,0-1-1 0 0,-1 1 0 0 0,1 0 1 0 0,0-1-1 0 0,0 1 0 0 0,0-1 1 0 0,-1 1-1 0 0,1-1 0 0 0,0 1 1 0 0,0-1-1 0 0,0 1 0 0 0,0-1 1 0 0,0 1-1 0 0,0-1 0 0 0,0 1 1 0 0,0-1-1 0 0,0 1 0 0 0,0-1 1 0 0,0 1-1 0 0,0 0 0 0 0,0-1 1 0 0,1 1-1 0 0,-1-1 0 0 0,0 1 1 0 0,0-1-1 0 0,1 1 0 0 0,-1-1 1 0 0,0 1-1 0 0,0 0 0 0 0,1-1 1 0 0,-1 1-1 0 0,0 0 0 0 0,1-1 1 0 0,-1 1-1 0 0,0 0 0 0 0,1-1 1 0 0,-1 1-1 0 0,1 0 0 0 0,0-1 1 0 0,23-32 427 0 0,25-6 82 0 0,-25 19-255 0 0,31-18 0 0 0,-36 25-161 0 0,-12 8-154 0 0,0 0 0 0 0,0 1 1 0 0,1 0-1 0 0,0 1 0 0 0,-1-1 1 0 0,1 1-1 0 0,0 1 0 0 0,1-1 1 0 0,-1 1-1 0 0,15-1 0 0 0,-21 3 36 0 0,-1 0 0 0 0,1 0 0 0 0,0 0-1 0 0,0 1 1 0 0,-1-1 0 0 0,1 0 0 0 0,0 1 0 0 0,-1-1 0 0 0,1 1 0 0 0,-1 0-1 0 0,1-1 1 0 0,-1 1 0 0 0,1 0 0 0 0,-1 0 0 0 0,1 0 0 0 0,-1 0-1 0 0,0 0 1 0 0,0 1 0 0 0,1-1 0 0 0,-1 0 0 0 0,0 0 0 0 0,0 1-1 0 0,0-1 1 0 0,0 1 0 0 0,-1-1 0 0 0,1 1 0 0 0,0-1 0 0 0,0 1 0 0 0,-1-1-1 0 0,1 3 1 0 0,0 1 9 0 0,0 0 0 0 0,0 0 0 0 0,-1 0 0 0 0,0 0-1 0 0,0 0 1 0 0,0 0 0 0 0,0 0 0 0 0,-1 0 0 0 0,-2 7-1 0 0,-8 28-20 0 0,-20 43 0 0 0,17-45 48 0 0,5-12 251 0 0,2 0 0 0 0,-7 51 0 0 0,12-58-46 0 0,1-17-203 0 0,1 1-1 0 0,1-1 1 0 0,-1 1-1 0 0,0-1 1 0 0,1 1-1 0 0,-1-1 1 0 0,1 0-1 0 0,0 1 1 0 0,0-1-1 0 0,0 0 1 0 0,0 1-1 0 0,0-1 1 0 0,0 0-1 0 0,1 0 1 0 0,-1 0-1 0 0,1 0 0 0 0,-1 0 1 0 0,1 0-1 0 0,0-1 1 0 0,0 1-1 0 0,-1 0 1 0 0,1-1-1 0 0,1 0 1 0 0,-1 1-1 0 0,0-1 1 0 0,0 0-1 0 0,0 0 1 0 0,1 0-1 0 0,-1 0 1 0 0,0-1-1 0 0,1 1 1 0 0,-1 0-1 0 0,1-1 0 0 0,-1 0 1 0 0,1 0-1 0 0,-1 0 1 0 0,4 0-1 0 0,6-2-43 0 0,0-1 0 0 0,1-1 0 0 0,17-7-1 0 0,1-1-132 0 0,-20 8-347 0 0,0-1 1 0 0,0 0-1 0 0,-1-1 1 0 0,14-9-1 0 0,-5-2-5555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1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1 516 11520 0 0,'0'0'1040'0'0,"1"-2"-854"0"0,5-5 470 0 0,0-1 0 0 0,0 1 0 0 0,8-17-1 0 0,12-18 1254 0 0,73-73-802 0 0,-32 40-1021 0 0,-36 42-278 0 0,52-43 0 0 0,-8 9-592 0 0,-67 59 558 0 0,0 1 0 0 0,0 0-1 0 0,0 1 1 0 0,1 0 0 0 0,0 0 0 0 0,0 0-1 0 0,20-7 1 0 0,-28 13 29 0 0,1 1 6 0 0,-1 3 197 0 0,1-1 0 0 0,0 0-1 0 0,-1 0 1 0 0,0 1 0 0 0,1-1 0 0 0,-2 1 0 0 0,1-1 0 0 0,0 1 0 0 0,-1 0-1 0 0,1-1 1 0 0,-1 1 0 0 0,0-1 0 0 0,0 1 0 0 0,0 0 0 0 0,-1-1 0 0 0,1 1-1 0 0,-1-1 1 0 0,-2 6 0 0 0,-2 8 225 0 0,-1-1 1 0 0,-14 26-1 0 0,11-23-13 0 0,-54 101 1109 0 0,10-9-439 0 0,50-106-868 0 0,0 1 0 0 0,1 0 0 0 0,-1 0 0 0 0,1 1 0 0 0,1-1 0 0 0,-1 0 0 0 0,1 1 0 0 0,0-1 0 0 0,1 0 0 0 0,-1 1 0 0 0,2 9 0 0 0,-1-14-25 0 0,1 0 0 0 0,0 0-1 0 0,0 0 1 0 0,1 0-1 0 0,-1 0 1 0 0,0 0 0 0 0,0-1-1 0 0,1 1 1 0 0,-1-1-1 0 0,1 1 1 0 0,0-1-1 0 0,-1 1 1 0 0,1-1 0 0 0,0 0-1 0 0,0 0 1 0 0,3 2-1 0 0,13 1-49 0 0,-1 0 0 0 0,1-1-1 0 0,0-1 1 0 0,0 0 0 0 0,22-2-1 0 0,-35 0 48 0 0,0 1-1 0 0,-1 0 0 0 0,1 0 0 0 0,0 0 0 0 0,0 0 0 0 0,0 1 0 0 0,-1 0 0 0 0,1 0 0 0 0,0 0 1 0 0,-1 0-1 0 0,0 1 0 0 0,0 0 0 0 0,0 0 0 0 0,0 0 0 0 0,0 0 0 0 0,0 1 0 0 0,5 7 0 0 0,-6-7 8 0 0,0 1-1 0 0,-1-1 0 0 0,1 1 0 0 0,-1 0 0 0 0,-1 0 1 0 0,1 0-1 0 0,-1 0 0 0 0,1 1 0 0 0,-1-1 0 0 0,0 8 0 0 0,-1 21-989 0 0,-3-2-3648 0 0,-1-12-678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12T19:32:19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451 336 6912 0 0,'-7'13'299'0'0,"4"-7"-212"0"0,-1 0 1 0 0,0 0-1 0 0,1-1 0 0 0,-7 8 1 0 0,-4 1 1276 0 0,-12 12 5335 0 0,24-25-6358 0 0,0 0 0 0 0,0 1-1 0 0,0-1 1 0 0,0 0-1 0 0,0 0 1 0 0,-1 0 0 0 0,1-1-1 0 0,0 1 1 0 0,0 0 0 0 0,-1-1-1 0 0,1 1 1 0 0,-5-1-1 0 0,2-12-2 0 0,0-7-393 0 0,0 0 1 0 0,0 0 0 0 0,2-1 0 0 0,1 0 0 0 0,-1-38-1 0 0,-5-34-137 0 0,7 59 158 0 0,-7-35 0 0 0,7 57 22 0 0,-1 3 144 0 0,-1 0-1 0 0,1-1 0 0 0,-1 1 1 0 0,-1 0-1 0 0,-8-14 0 0 0,12 21 51 0 0,-11 0 445 0 0,8 1-551 0 0,0 0 0 0 0,-1 0 0 0 0,1 0 0 0 0,0 1 0 0 0,0-1-1 0 0,-1 1 1 0 0,1 0 0 0 0,0 0 0 0 0,0 0 0 0 0,-5 2 0 0 0,5-2-9 0 0,2 1 10 0 0,-5 1-26 0 0,4-1-37 0 0,0-1-1 0 0,0 1 1 0 0,0 0 0 0 0,0-1-1 0 0,0 1 1 0 0,-2 4 0 0 0,-16 18 98 0 0,-5 8 85 0 0,-8 16-118 0 0,23-36-81 0 0,1 0 1 0 0,1 1-1 0 0,-14 26 0 0 0,0 0 0 0 0,-1 1 27 0 0,-2 14 795 0 0,24-52-287 0 0,14 5-37 0 0,-10-6-444 0 0,0 0-1 0 0,-1 0 0 0 0,1 0 1 0 0,0-1-1 0 0,0 1 0 0 0,0-1 1 0 0,0 1-1 0 0,0-1 0 0 0,0 0 1 0 0,0-1-1 0 0,4 0 0 0 0,34-9 142 0 0,-31 7-155 0 0,12-4-50 0 0,-2 0 0 0 0,1-2 0 0 0,-1-1 0 0 0,-1 0 0 0 0,20-15 0 0 0,86-70-1496 0 0,-75 51 283 0 0,-2-3-57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0CCBF-8F4B-3A47-A36F-28CA9DBCBCB6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9140B-00E1-7743-A38C-3D602D56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86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>
            <a:extLst>
              <a:ext uri="{FF2B5EF4-FFF2-40B4-BE49-F238E27FC236}">
                <a16:creationId xmlns:a16="http://schemas.microsoft.com/office/drawing/2014/main" id="{18705A1E-429E-BF4C-91C8-5EDA8708B1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06984D-D0AE-7048-A091-0AD0B3EB89B0}" type="slidenum">
              <a:rPr lang="en-US" altLang="en-US" sz="1300">
                <a:latin typeface="Times New Roman" panose="02020603050405020304" pitchFamily="18" charset="0"/>
              </a:rPr>
              <a:pPr/>
              <a:t>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E12A5D41-6275-B149-A42E-3FB9662A2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238195D6-CEB5-E34F-856E-C5ACEE9E6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>
            <a:extLst>
              <a:ext uri="{FF2B5EF4-FFF2-40B4-BE49-F238E27FC236}">
                <a16:creationId xmlns:a16="http://schemas.microsoft.com/office/drawing/2014/main" id="{69549C45-FA9C-274E-8F76-CE37439E75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AFE6E3E-5ED0-614E-92A8-8E125176C3F7}" type="slidenum">
              <a:rPr lang="en-US" altLang="en-US" sz="1300">
                <a:latin typeface="Times New Roman" panose="02020603050405020304" pitchFamily="18" charset="0"/>
              </a:rPr>
              <a:pPr/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942F26CF-B4FC-3746-8639-5DE70256F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8E5ACF45-9ACD-1246-ABBB-FA55767E1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>
            <a:extLst>
              <a:ext uri="{FF2B5EF4-FFF2-40B4-BE49-F238E27FC236}">
                <a16:creationId xmlns:a16="http://schemas.microsoft.com/office/drawing/2014/main" id="{A551F21E-7AA8-104E-9E6B-45AA6D126E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2E217C3-7C00-8145-A56C-F3DFDA266E6D}" type="slidenum">
              <a:rPr lang="en-US" altLang="en-US" sz="1300">
                <a:latin typeface="Times New Roman" panose="02020603050405020304" pitchFamily="18" charset="0"/>
              </a:rPr>
              <a:pPr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A445C359-BDBC-2449-AAC8-3258DD70A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B5BB59FF-AB66-CD4B-B01F-F05BD83451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7">
            <a:extLst>
              <a:ext uri="{FF2B5EF4-FFF2-40B4-BE49-F238E27FC236}">
                <a16:creationId xmlns:a16="http://schemas.microsoft.com/office/drawing/2014/main" id="{25E03432-084B-994E-951F-E9DC6D71D9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7FB22D4-EC7C-6B49-8268-A22C3CF41F00}" type="slidenum">
              <a:rPr lang="en-US" altLang="en-US" sz="130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C9C3FC9D-6A2B-5347-A3E5-DD346F32BA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9D934DD4-04FF-7242-A5D2-D9811D097A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>
            <a:extLst>
              <a:ext uri="{FF2B5EF4-FFF2-40B4-BE49-F238E27FC236}">
                <a16:creationId xmlns:a16="http://schemas.microsoft.com/office/drawing/2014/main" id="{F01099C2-2168-5F4B-9E5D-6F5ACEF038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DBE5B9D-8866-A741-BD73-674D41A589A3}" type="slidenum">
              <a:rPr lang="en-US" altLang="en-US" sz="1300">
                <a:latin typeface="Times New Roman" panose="02020603050405020304" pitchFamily="18" charset="0"/>
              </a:rPr>
              <a:pPr/>
              <a:t>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D9E96A78-686B-7143-B28F-579F1AF12B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613659E0-9B3F-1D40-B257-0426FFC9EC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>
            <a:extLst>
              <a:ext uri="{FF2B5EF4-FFF2-40B4-BE49-F238E27FC236}">
                <a16:creationId xmlns:a16="http://schemas.microsoft.com/office/drawing/2014/main" id="{573A092C-C193-B543-8556-6D384FEED5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1A00D67-2D3F-7145-8F93-EFFC79CDFEF0}" type="slidenum">
              <a:rPr lang="en-US" altLang="en-US" sz="1300">
                <a:latin typeface="Times New Roman" panose="02020603050405020304" pitchFamily="18" charset="0"/>
              </a:rPr>
              <a:pPr/>
              <a:t>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0050" name="Rectangle 2">
            <a:extLst>
              <a:ext uri="{FF2B5EF4-FFF2-40B4-BE49-F238E27FC236}">
                <a16:creationId xmlns:a16="http://schemas.microsoft.com/office/drawing/2014/main" id="{A1D5B71B-4000-5F4A-8962-25D6721EF0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477467E-EE72-934C-9CDB-8C17EC508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>
            <a:extLst>
              <a:ext uri="{FF2B5EF4-FFF2-40B4-BE49-F238E27FC236}">
                <a16:creationId xmlns:a16="http://schemas.microsoft.com/office/drawing/2014/main" id="{3BB3F7EA-CCC1-BB48-B69B-DCE566A546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0ABB47-63C6-F340-8DE4-087605593BFF}" type="slidenum">
              <a:rPr lang="en-US" altLang="en-US" sz="1300">
                <a:latin typeface="Times New Roman" panose="02020603050405020304" pitchFamily="18" charset="0"/>
              </a:rPr>
              <a:pPr/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2098" name="Rectangle 2">
            <a:extLst>
              <a:ext uri="{FF2B5EF4-FFF2-40B4-BE49-F238E27FC236}">
                <a16:creationId xmlns:a16="http://schemas.microsoft.com/office/drawing/2014/main" id="{FB31D67F-B840-3148-9733-93F2C733F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D841B5BB-0214-0B4B-B78F-7D84E9A7AB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30879890-8904-8F46-8513-C91EBDF2E0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B30EC0E6-5F3D-7244-B41C-937281E8ADFB}" type="slidenum">
              <a:rPr lang="en-US" altLang="en-US" i="0" smtClean="0">
                <a:latin typeface="Times New Roman" panose="02020603050405020304" pitchFamily="18" charset="0"/>
              </a:rPr>
              <a:pPr/>
              <a:t>8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F40CD744-0F9A-E24D-8CE6-C0E06F57A9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1395" name="Rectangle 3">
            <a:extLst>
              <a:ext uri="{FF2B5EF4-FFF2-40B4-BE49-F238E27FC236}">
                <a16:creationId xmlns:a16="http://schemas.microsoft.com/office/drawing/2014/main" id="{5762CB96-2C24-A94B-B0B0-D09CA349F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392F3B9D-96B7-CB46-8EA8-E38D2E0ADB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27AFCA34-5024-6343-95D8-6D1172ED7F8B}" type="slidenum">
              <a:rPr lang="en-US" altLang="en-US" i="0" smtClean="0">
                <a:latin typeface="Times New Roman" panose="02020603050405020304" pitchFamily="18" charset="0"/>
              </a:rPr>
              <a:pPr/>
              <a:t>9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390F2D94-A4E7-1F4D-B759-78F7F4D32D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>
            <a:extLst>
              <a:ext uri="{FF2B5EF4-FFF2-40B4-BE49-F238E27FC236}">
                <a16:creationId xmlns:a16="http://schemas.microsoft.com/office/drawing/2014/main" id="{2DBFA2BE-B062-274D-BFA8-129909BDE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02FBB5AE-04A0-9745-911D-D1CE801449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856BE687-FCAB-0E4E-AD40-5E7B40178F84}" type="slidenum">
              <a:rPr lang="en-US" altLang="en-US" i="0" smtClean="0">
                <a:latin typeface="Times New Roman" panose="02020603050405020304" pitchFamily="18" charset="0"/>
              </a:rPr>
              <a:pPr/>
              <a:t>10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B8516A53-CBBA-BD4B-9359-BDBE5858DF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43" name="Rectangle 3">
            <a:extLst>
              <a:ext uri="{FF2B5EF4-FFF2-40B4-BE49-F238E27FC236}">
                <a16:creationId xmlns:a16="http://schemas.microsoft.com/office/drawing/2014/main" id="{26AE9F77-4AAD-D84C-A19E-A6015A7BE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F77B5305-69D9-8C4C-830F-81DFFACC0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D3335C4-FD89-8E41-919C-47DA233DC4D9}" type="slidenum">
              <a:rPr lang="en-US" altLang="en-US" i="0" smtClean="0">
                <a:latin typeface="Times New Roman" panose="02020603050405020304" pitchFamily="18" charset="0"/>
              </a:rPr>
              <a:pPr/>
              <a:t>11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CF7E4221-EC6E-914B-B917-9BB36822A7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>
            <a:extLst>
              <a:ext uri="{FF2B5EF4-FFF2-40B4-BE49-F238E27FC236}">
                <a16:creationId xmlns:a16="http://schemas.microsoft.com/office/drawing/2014/main" id="{44744327-04EF-FD48-B221-30EF9C788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FCA31106-5CAB-9E41-AB32-FD91D27B17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55C1787F-1A97-7A4A-A393-EB014B6DA0CB}" type="slidenum">
              <a:rPr lang="en-US" altLang="en-US" i="0" smtClean="0">
                <a:latin typeface="Times New Roman" panose="02020603050405020304" pitchFamily="18" charset="0"/>
              </a:rPr>
              <a:pPr/>
              <a:t>12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AAD5C3D5-BE74-604F-B18F-68E729930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5491" name="Rectangle 3">
            <a:extLst>
              <a:ext uri="{FF2B5EF4-FFF2-40B4-BE49-F238E27FC236}">
                <a16:creationId xmlns:a16="http://schemas.microsoft.com/office/drawing/2014/main" id="{C0294BFA-32A3-E04C-8314-3BCA8DC5A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7D5DF9A1-36B0-DE40-87F6-19CA514007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A96982A5-1E18-C844-BA49-E26961EC6214}" type="slidenum">
              <a:rPr lang="en-US" altLang="en-US" i="0" smtClean="0">
                <a:latin typeface="Times New Roman" panose="02020603050405020304" pitchFamily="18" charset="0"/>
              </a:rPr>
              <a:pPr/>
              <a:t>13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577162F1-33E8-CD4E-9AFB-5A519D4F6C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>
            <a:extLst>
              <a:ext uri="{FF2B5EF4-FFF2-40B4-BE49-F238E27FC236}">
                <a16:creationId xmlns:a16="http://schemas.microsoft.com/office/drawing/2014/main" id="{3F682302-A61D-E643-9A8D-E152A5038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6C9758-CAE3-C345-AEF0-5B2F9C9BA9F6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78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B9C4C2-076B-354C-8F10-9522B6E55866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79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645798-0C92-AE46-A5B5-C3E12365D005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8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92A1C4EA-FACC-CD4E-864A-332E498F71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D307740C-A79B-184D-8A1C-6E8EABC0E379}" type="slidenum">
              <a:rPr lang="en-US" altLang="en-US" i="0" smtClean="0">
                <a:latin typeface="Times New Roman" panose="02020603050405020304" pitchFamily="18" charset="0"/>
              </a:rPr>
              <a:pPr/>
              <a:t>17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BB3CF3FB-B021-B548-A977-9A850B539A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7539" name="Rectangle 3">
            <a:extLst>
              <a:ext uri="{FF2B5EF4-FFF2-40B4-BE49-F238E27FC236}">
                <a16:creationId xmlns:a16="http://schemas.microsoft.com/office/drawing/2014/main" id="{9D7F63BD-CC0F-4742-930A-938610BDC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B2102B9B-A045-0544-8E0A-21DC84C8B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E236FE0-B08C-7F4F-9257-F3F10C358866}" type="slidenum">
              <a:rPr lang="en-US" altLang="en-US" i="0" smtClean="0">
                <a:latin typeface="Times New Roman" panose="02020603050405020304" pitchFamily="18" charset="0"/>
              </a:rPr>
              <a:pPr/>
              <a:t>18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FE6A0565-E3DC-BD48-A61B-7ECCEB116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8563" name="Rectangle 3">
            <a:extLst>
              <a:ext uri="{FF2B5EF4-FFF2-40B4-BE49-F238E27FC236}">
                <a16:creationId xmlns:a16="http://schemas.microsoft.com/office/drawing/2014/main" id="{A15F3A58-D325-A54B-A792-BEB2DCAB1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623DF362-4E47-F749-9896-B74EE36D65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D70C2269-0F39-434A-A719-FE95325C277B}" type="slidenum">
              <a:rPr lang="en-US" altLang="en-US" i="0" smtClean="0">
                <a:latin typeface="Times New Roman" panose="02020603050405020304" pitchFamily="18" charset="0"/>
              </a:rPr>
              <a:pPr/>
              <a:t>19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AE6DCA5A-86AF-4140-BDB4-F0B05403A6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9587" name="Rectangle 3">
            <a:extLst>
              <a:ext uri="{FF2B5EF4-FFF2-40B4-BE49-F238E27FC236}">
                <a16:creationId xmlns:a16="http://schemas.microsoft.com/office/drawing/2014/main" id="{B966EEF7-AE6E-9F4F-8EFB-58A3C53B2D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BBB316EC-90E7-E34E-9DD3-23B14F4EB4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34CE8239-F20E-DE49-89E2-3988FC73F33A}" type="slidenum">
              <a:rPr lang="en-US" altLang="en-US" i="0" smtClean="0">
                <a:latin typeface="Times New Roman" panose="02020603050405020304" pitchFamily="18" charset="0"/>
              </a:rPr>
              <a:pPr/>
              <a:t>20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71219C5D-F32D-A24E-84E6-49BA42CCA3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0611" name="Rectangle 3">
            <a:extLst>
              <a:ext uri="{FF2B5EF4-FFF2-40B4-BE49-F238E27FC236}">
                <a16:creationId xmlns:a16="http://schemas.microsoft.com/office/drawing/2014/main" id="{12876D51-0D0D-D043-9A6C-727485D753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7F9C48F0-E257-6A44-9458-6F0EB4F3CE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5EB7E3C-1E3A-1348-A055-22C60C6A3D24}" type="slidenum">
              <a:rPr lang="en-US" altLang="en-US" i="0" smtClean="0">
                <a:latin typeface="Times New Roman" panose="02020603050405020304" pitchFamily="18" charset="0"/>
              </a:rPr>
              <a:pPr/>
              <a:t>21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D8D75C8C-7DC0-9547-B7F9-6CCEA75B73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1635" name="Rectangle 3">
            <a:extLst>
              <a:ext uri="{FF2B5EF4-FFF2-40B4-BE49-F238E27FC236}">
                <a16:creationId xmlns:a16="http://schemas.microsoft.com/office/drawing/2014/main" id="{532B8DC6-7377-CD4F-8DCB-1BE2B658E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F662CF36-B3C9-8B46-AF7A-9CC4A75D1B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0B4594FB-F7E8-374F-8CCD-13C08BB7581F}" type="slidenum">
              <a:rPr lang="en-US" altLang="en-US" i="0" smtClean="0">
                <a:latin typeface="Times New Roman" panose="02020603050405020304" pitchFamily="18" charset="0"/>
              </a:rPr>
              <a:pPr/>
              <a:t>22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239A1569-D39A-B843-AC4E-CF8A1FA12B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2659" name="Rectangle 3">
            <a:extLst>
              <a:ext uri="{FF2B5EF4-FFF2-40B4-BE49-F238E27FC236}">
                <a16:creationId xmlns:a16="http://schemas.microsoft.com/office/drawing/2014/main" id="{EF8C3DBB-8CF7-D249-B089-B6FCAD45C0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6EEBA493-456C-D943-B3AE-DDB1DD067E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F814358-9F92-BC49-A906-805089822E69}" type="slidenum">
              <a:rPr lang="en-US" altLang="en-US" i="0" smtClean="0">
                <a:latin typeface="Times New Roman" panose="02020603050405020304" pitchFamily="18" charset="0"/>
              </a:rPr>
              <a:pPr/>
              <a:t>23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4B2AC44C-4035-C945-972B-B56D3338A3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683" name="Rectangle 3">
            <a:extLst>
              <a:ext uri="{FF2B5EF4-FFF2-40B4-BE49-F238E27FC236}">
                <a16:creationId xmlns:a16="http://schemas.microsoft.com/office/drawing/2014/main" id="{86BD9B5F-7952-E84F-9C26-6180A29F8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F80B6EC9-5BCE-DE44-A975-42D0D1B535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E9AAAC6D-1F4E-FB4E-A252-0D0342CE6547}" type="slidenum">
              <a:rPr lang="en-US" altLang="en-US" i="0" smtClean="0">
                <a:latin typeface="Times New Roman" panose="02020603050405020304" pitchFamily="18" charset="0"/>
              </a:rPr>
              <a:pPr/>
              <a:t>24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87F72E5B-6F07-FF41-A423-D8E429A34F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>
            <a:extLst>
              <a:ext uri="{FF2B5EF4-FFF2-40B4-BE49-F238E27FC236}">
                <a16:creationId xmlns:a16="http://schemas.microsoft.com/office/drawing/2014/main" id="{17E490BF-1BC7-594C-A1D4-5D67DDFAA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7E4FF75C-7894-4F40-9F52-C54DD45AB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E86E31C-D014-AF4E-851B-B93D3BA89A16}" type="slidenum">
              <a:rPr lang="en-US" altLang="en-US" i="0" smtClean="0">
                <a:latin typeface="Times New Roman" panose="02020603050405020304" pitchFamily="18" charset="0"/>
              </a:rPr>
              <a:pPr/>
              <a:t>25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67D3539E-B8B1-BE4A-AD7B-0835D8683D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5731" name="Rectangle 3">
            <a:extLst>
              <a:ext uri="{FF2B5EF4-FFF2-40B4-BE49-F238E27FC236}">
                <a16:creationId xmlns:a16="http://schemas.microsoft.com/office/drawing/2014/main" id="{7D5C2F98-6ED2-6E40-A388-6EB66C5ECC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>
            <a:extLst>
              <a:ext uri="{FF2B5EF4-FFF2-40B4-BE49-F238E27FC236}">
                <a16:creationId xmlns:a16="http://schemas.microsoft.com/office/drawing/2014/main" id="{DA7A4C15-25BB-3D44-940B-826C3D5A22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721A83D-C1FB-9D44-A1A8-3F4A12A39D0E}" type="slidenum">
              <a:rPr lang="en-US" altLang="en-US" i="0" smtClean="0">
                <a:latin typeface="Times New Roman" panose="02020603050405020304" pitchFamily="18" charset="0"/>
              </a:rPr>
              <a:pPr/>
              <a:t>26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AF71EE46-4028-2C40-9DA4-556CCC53EF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>
            <a:extLst>
              <a:ext uri="{FF2B5EF4-FFF2-40B4-BE49-F238E27FC236}">
                <a16:creationId xmlns:a16="http://schemas.microsoft.com/office/drawing/2014/main" id="{D51E8EBE-1E48-AD44-B175-2BA55C3C7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>
            <a:extLst>
              <a:ext uri="{FF2B5EF4-FFF2-40B4-BE49-F238E27FC236}">
                <a16:creationId xmlns:a16="http://schemas.microsoft.com/office/drawing/2014/main" id="{C3F8B30B-C010-7748-97E7-DDDA09969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407B9CAA-B1DE-8843-8431-C15CEC72EF38}" type="slidenum">
              <a:rPr lang="en-US" altLang="en-US" i="0" smtClean="0">
                <a:latin typeface="Times New Roman" panose="02020603050405020304" pitchFamily="18" charset="0"/>
              </a:rPr>
              <a:pPr/>
              <a:t>27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8854BF16-753E-C444-B6B2-14DD0C69A5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7779" name="Rectangle 3">
            <a:extLst>
              <a:ext uri="{FF2B5EF4-FFF2-40B4-BE49-F238E27FC236}">
                <a16:creationId xmlns:a16="http://schemas.microsoft.com/office/drawing/2014/main" id="{85F00470-FE0C-7D45-ABDD-E5442DE92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FF999B99-2B00-C142-BEF2-ED1B5E04B0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D0941C3-D3CB-3646-8F5C-2189C6EA5BE7}" type="slidenum">
              <a:rPr lang="en-US" altLang="en-US" i="0" smtClean="0">
                <a:latin typeface="Times New Roman" panose="02020603050405020304" pitchFamily="18" charset="0"/>
              </a:rPr>
              <a:pPr/>
              <a:t>28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CE25A69C-7615-9B47-B532-179034A3A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>
            <a:extLst>
              <a:ext uri="{FF2B5EF4-FFF2-40B4-BE49-F238E27FC236}">
                <a16:creationId xmlns:a16="http://schemas.microsoft.com/office/drawing/2014/main" id="{F7E187F7-7704-204F-8BD8-F0C662F300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>
            <a:extLst>
              <a:ext uri="{FF2B5EF4-FFF2-40B4-BE49-F238E27FC236}">
                <a16:creationId xmlns:a16="http://schemas.microsoft.com/office/drawing/2014/main" id="{F81E6B8D-143F-1944-B0F3-394370A077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540E959F-445D-F144-94D7-4D93210CCD1E}" type="slidenum">
              <a:rPr lang="en-US" altLang="en-US" i="0" smtClean="0">
                <a:latin typeface="Times New Roman" panose="02020603050405020304" pitchFamily="18" charset="0"/>
              </a:rPr>
              <a:pPr/>
              <a:t>29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799A2B5D-E565-714A-A8B9-A4D5F28069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3795" name="Rectangle 3">
            <a:extLst>
              <a:ext uri="{FF2B5EF4-FFF2-40B4-BE49-F238E27FC236}">
                <a16:creationId xmlns:a16="http://schemas.microsoft.com/office/drawing/2014/main" id="{DEB0D2C8-E4A1-F74C-B7C8-8B0E98CEB2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61414F97-8633-FF44-8C14-5883304FA0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5A5CCB6F-1637-6D44-B87F-2F2C152B498C}" type="slidenum">
              <a:rPr lang="en-US" altLang="en-US" i="0" smtClean="0">
                <a:latin typeface="Times New Roman" panose="02020603050405020304" pitchFamily="18" charset="0"/>
              </a:rPr>
              <a:pPr/>
              <a:t>30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855CEDEF-E0A0-7B4D-BA2C-079E883160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>
            <a:extLst>
              <a:ext uri="{FF2B5EF4-FFF2-40B4-BE49-F238E27FC236}">
                <a16:creationId xmlns:a16="http://schemas.microsoft.com/office/drawing/2014/main" id="{727F54EB-7F85-684F-A234-EA42DF52F3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748C-0003-6147-A06C-55EA50B34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D992F-C63F-5940-ABDC-2560B9483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C44C2-CE3C-5247-B52B-4E17ECF4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2058D-2DFA-7642-AC20-55ED51F5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AFDC2-2DD5-3A44-9AF9-D408FDC18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5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0C05-5B29-4A4A-8D05-0090B4BA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9CB8B-CC8C-8B48-AF42-F81CD707D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1EB6-21E7-6341-8891-AFBD31FC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6E6A9-48E2-2947-9DB0-FDB3B4BE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7CF64-8659-A546-BC65-495DE190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10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61B7-105E-DB47-92FD-F11080D15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562F9-C7A8-DF4E-A86C-E3F708D55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B4E36-B598-814B-BCE4-D14F378A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67698-0AE9-434A-9628-08E69C3DA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1481-35F9-884E-8FE6-948A2B39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1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1C18-1E85-CD45-824A-79C7BFCC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F0AEF-FD22-BA41-8E06-4D346F203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07471-A568-A74A-8832-3379229D6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E08CF-D5C7-2743-B199-4C3948DB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7F1DF-F9EC-C247-8A80-D0303D4F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E4F4F-249F-E545-B624-9C2B91AD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35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6761-209D-114E-89B4-B2C78107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8E7CD-8AB1-154E-8E15-F35397D3D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CEE71-3961-704E-94DA-6D652EA6A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496CFD-3265-2C4F-BC6F-4BDE8B60A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DBF6F-79D2-794E-9F7C-5AEB43182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BD860-4C24-5240-9E2F-45516CB6C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9D937-97DF-384E-9AED-ED611D89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1E29B0-815B-004E-BB71-1212B229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5D178-3DBD-3C4F-8D4A-7660BC098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1E60E-E4E2-6F47-B04E-CD3006292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B97AE-6B2C-774B-A90E-364BF3C83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D578F-64CB-2A40-922D-25F9189A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2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BBE320-C1CF-DD49-862C-0EA687C5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951263-0F0C-924F-8269-A552D3AC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E4853-0D7B-B144-B6BE-48D8A6E76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6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F3FDB-32BF-8A47-94CF-D9857C92E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1AF06-0C18-5A45-A180-4195ADB4B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29025-BBE0-664E-9B15-D224B2B9A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6C582-354D-FD41-84E4-0A7E99F4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B9296-9338-2F41-973B-5C5A7C6B6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A4EE4-8D91-D84C-95FE-A1B65576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162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781E-7D3C-F946-89A2-DE0BF2805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DC50E2-FA99-E940-9B79-E809CCA22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C0279-B524-C643-BD02-1D9F731BF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E8280-5D57-564F-AB6A-74DA13B7A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797B4-5C2E-0244-A369-334033E5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2BD89-A8C8-2340-A6A1-509DD875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4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78E6-A208-C048-9F93-AFA4FB96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2B1C3-E026-6B45-A825-8EA188616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392FD-C377-8B4A-AF84-2AD958721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6FDEF-4DB7-4B4A-AC2E-3B67C8CF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C0FD-1C28-764E-8098-1AD570CB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58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22523-D258-8644-B066-2575FB520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08056-3026-7048-A6AD-BEA99AC68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F64AA-E487-CD4B-8FB4-BAD3CA8A1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D941-A4C7-2347-85F0-9575892F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59CBA-E832-3941-9138-B5B05E783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88089-676A-3A4C-AA7A-2A619C21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2905A-3014-824C-B6EA-872271D57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EBB61-67ED-2648-8E72-5A96903A6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4E9A9-1301-7A4C-8036-A9686825E1A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D7CC8-1F34-7648-87AE-7C6AF17FF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DCE3A-BD34-634E-AC62-6F074A081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F7273-1167-2841-AF7F-F42C6955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3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8.bin"/><Relationship Id="rId18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9.gif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7.bin"/><Relationship Id="rId17" Type="http://schemas.openxmlformats.org/officeDocument/2006/relationships/oleObject" Target="../embeddings/oleObject11.bin"/><Relationship Id="rId2" Type="http://schemas.openxmlformats.org/officeDocument/2006/relationships/notesSlide" Target="../notesSlides/notesSlide8.xml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5.bin"/><Relationship Id="rId10" Type="http://schemas.openxmlformats.org/officeDocument/2006/relationships/oleObject" Target="../embeddings/oleObject6.bin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5.emf"/><Relationship Id="rId9" Type="http://schemas.openxmlformats.org/officeDocument/2006/relationships/image" Target="../media/image6.emf"/><Relationship Id="rId14" Type="http://schemas.openxmlformats.org/officeDocument/2006/relationships/image" Target="../media/image8.png"/><Relationship Id="rId22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9" Type="http://schemas.openxmlformats.org/officeDocument/2006/relationships/customXml" Target="../ink/ink20.xml"/><Relationship Id="rId21" Type="http://schemas.openxmlformats.org/officeDocument/2006/relationships/customXml" Target="../ink/ink11.xml"/><Relationship Id="rId34" Type="http://schemas.openxmlformats.org/officeDocument/2006/relationships/image" Target="../media/image26.png"/><Relationship Id="rId42" Type="http://schemas.openxmlformats.org/officeDocument/2006/relationships/image" Target="../media/image30.png"/><Relationship Id="rId47" Type="http://schemas.openxmlformats.org/officeDocument/2006/relationships/customXml" Target="../ink/ink24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7.pn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6.xml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customXml" Target="../ink/ink19.xml"/><Relationship Id="rId40" Type="http://schemas.openxmlformats.org/officeDocument/2006/relationships/image" Target="../media/image29.png"/><Relationship Id="rId45" Type="http://schemas.openxmlformats.org/officeDocument/2006/relationships/customXml" Target="../ink/ink23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customXml" Target="../ink/ink10.xml"/><Relationship Id="rId31" Type="http://schemas.openxmlformats.org/officeDocument/2006/relationships/customXml" Target="../ink/ink16.xml"/><Relationship Id="rId44" Type="http://schemas.openxmlformats.org/officeDocument/2006/relationships/image" Target="../media/image31.png"/><Relationship Id="rId4" Type="http://schemas.openxmlformats.org/officeDocument/2006/relationships/image" Target="../media/image11.png"/><Relationship Id="rId9" Type="http://schemas.openxmlformats.org/officeDocument/2006/relationships/customXml" Target="../ink/ink5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14.xml"/><Relationship Id="rId30" Type="http://schemas.openxmlformats.org/officeDocument/2006/relationships/image" Target="../media/image24.png"/><Relationship Id="rId35" Type="http://schemas.openxmlformats.org/officeDocument/2006/relationships/customXml" Target="../ink/ink18.xml"/><Relationship Id="rId43" Type="http://schemas.openxmlformats.org/officeDocument/2006/relationships/customXml" Target="../ink/ink22.xml"/><Relationship Id="rId48" Type="http://schemas.openxmlformats.org/officeDocument/2006/relationships/image" Target="../media/image33.png"/><Relationship Id="rId8" Type="http://schemas.openxmlformats.org/officeDocument/2006/relationships/image" Target="../media/image13.png"/><Relationship Id="rId3" Type="http://schemas.openxmlformats.org/officeDocument/2006/relationships/customXml" Target="../ink/ink2.xml"/><Relationship Id="rId12" Type="http://schemas.openxmlformats.org/officeDocument/2006/relationships/image" Target="../media/image15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33" Type="http://schemas.openxmlformats.org/officeDocument/2006/relationships/customXml" Target="../ink/ink17.xml"/><Relationship Id="rId38" Type="http://schemas.openxmlformats.org/officeDocument/2006/relationships/image" Target="../media/image28.png"/><Relationship Id="rId46" Type="http://schemas.openxmlformats.org/officeDocument/2006/relationships/image" Target="../media/image32.png"/><Relationship Id="rId20" Type="http://schemas.openxmlformats.org/officeDocument/2006/relationships/image" Target="../media/image19.png"/><Relationship Id="rId41" Type="http://schemas.openxmlformats.org/officeDocument/2006/relationships/customXml" Target="../ink/ink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image" Target="../media/image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Footer Placeholder 2">
            <a:extLst>
              <a:ext uri="{FF2B5EF4-FFF2-40B4-BE49-F238E27FC236}">
                <a16:creationId xmlns:a16="http://schemas.microsoft.com/office/drawing/2014/main" id="{BCD25C23-1B9A-5044-A163-5C27E526C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18786" name="Picture 9" descr="underline_base">
            <a:extLst>
              <a:ext uri="{FF2B5EF4-FFF2-40B4-BE49-F238E27FC236}">
                <a16:creationId xmlns:a16="http://schemas.microsoft.com/office/drawing/2014/main" id="{5A61AFFF-D493-294F-A198-52BE96A4BC7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9366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7" name="Rectangle 2">
            <a:extLst>
              <a:ext uri="{FF2B5EF4-FFF2-40B4-BE49-F238E27FC236}">
                <a16:creationId xmlns:a16="http://schemas.microsoft.com/office/drawing/2014/main" id="{D18A153B-E478-1841-96CC-5E9D33C2B4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57375" y="1285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Protocol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layers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5B6C2BC2-DA84-E947-B4EF-F70D9317721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57400" y="1371600"/>
            <a:ext cx="3581400" cy="4648200"/>
          </a:xfrm>
        </p:spPr>
        <p:txBody>
          <a:bodyPr/>
          <a:lstStyle/>
          <a:p>
            <a:pPr eaLnBrk="1" hangingPunct="1">
              <a:lnSpc>
                <a:spcPct val="75000"/>
              </a:lnSpc>
              <a:buFont typeface="Wingdings" pitchFamily="2" charset="2"/>
              <a:buNone/>
            </a:pPr>
            <a:r>
              <a:rPr lang="en-US" altLang="en-US" i="1">
                <a:solidFill>
                  <a:srgbClr val="CC0000"/>
                </a:solidFill>
                <a:ea typeface="ＭＳ Ｐゴシック" panose="020B0600070205080204" pitchFamily="34" charset="-128"/>
              </a:rPr>
              <a:t>Networks are complex,</a:t>
            </a:r>
          </a:p>
          <a:p>
            <a:pPr eaLnBrk="1" hangingPunct="1">
              <a:lnSpc>
                <a:spcPct val="75000"/>
              </a:lnSpc>
              <a:buFont typeface="Wingdings" pitchFamily="2" charset="2"/>
              <a:buNone/>
            </a:pPr>
            <a:r>
              <a:rPr lang="en-US" altLang="en-US" i="1">
                <a:solidFill>
                  <a:srgbClr val="CC0000"/>
                </a:solidFill>
                <a:ea typeface="ＭＳ Ｐゴシック" panose="020B0600070205080204" pitchFamily="34" charset="-128"/>
              </a:rPr>
              <a:t>with many </a:t>
            </a:r>
            <a:r>
              <a:rPr lang="ja-JP" altLang="en-US" i="1">
                <a:solidFill>
                  <a:srgbClr val="CC000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i="1">
                <a:solidFill>
                  <a:srgbClr val="CC0000"/>
                </a:solidFill>
                <a:ea typeface="ＭＳ Ｐゴシック" panose="020B0600070205080204" pitchFamily="34" charset="-128"/>
              </a:rPr>
              <a:t>pieces</a:t>
            </a:r>
            <a:r>
              <a:rPr lang="ja-JP" altLang="en-US" i="1">
                <a:solidFill>
                  <a:srgbClr val="CC0000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ja-JP" i="1">
                <a:solidFill>
                  <a:srgbClr val="CC0000"/>
                </a:solidFill>
                <a:ea typeface="ＭＳ Ｐゴシック" panose="020B0600070205080204" pitchFamily="34" charset="-128"/>
              </a:rPr>
              <a:t>: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hosts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routers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links of various media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applications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protocols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hardware, software</a:t>
            </a:r>
          </a:p>
        </p:txBody>
      </p:sp>
      <p:sp>
        <p:nvSpPr>
          <p:cNvPr id="118789" name="Rectangle 4">
            <a:extLst>
              <a:ext uri="{FF2B5EF4-FFF2-40B4-BE49-F238E27FC236}">
                <a16:creationId xmlns:a16="http://schemas.microsoft.com/office/drawing/2014/main" id="{602622D3-5967-D74A-9B7A-7DF9F96E1EA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76950" y="2266951"/>
            <a:ext cx="4057650" cy="2619375"/>
          </a:xfrm>
        </p:spPr>
        <p:txBody>
          <a:bodyPr>
            <a:normAutofit fontScale="92500" lnSpcReduction="20000"/>
          </a:bodyPr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en-US" sz="3200" i="1">
                <a:solidFill>
                  <a:srgbClr val="CC0000"/>
                </a:solidFill>
                <a:ea typeface="ＭＳ Ｐゴシック" panose="020B0600070205080204" pitchFamily="34" charset="-128"/>
              </a:rPr>
              <a:t>Question:</a:t>
            </a:r>
            <a:r>
              <a:rPr lang="en-US" altLang="en-US" sz="2400" u="sng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is there any hope of </a:t>
            </a:r>
            <a:r>
              <a:rPr lang="en-US" altLang="en-US" i="1">
                <a:ea typeface="ＭＳ Ｐゴシック" panose="020B0600070205080204" pitchFamily="34" charset="-128"/>
              </a:rPr>
              <a:t>organizing</a:t>
            </a:r>
            <a:r>
              <a:rPr lang="en-US" altLang="en-US">
                <a:ea typeface="ＭＳ Ｐゴシック" panose="020B0600070205080204" pitchFamily="34" charset="-128"/>
              </a:rPr>
              <a:t> structure of network?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…. or at least our discussion of networks?</a:t>
            </a:r>
          </a:p>
        </p:txBody>
      </p:sp>
      <p:sp>
        <p:nvSpPr>
          <p:cNvPr id="118790" name="Slide Number Placeholder 3">
            <a:extLst>
              <a:ext uri="{FF2B5EF4-FFF2-40B4-BE49-F238E27FC236}">
                <a16:creationId xmlns:a16="http://schemas.microsoft.com/office/drawing/2014/main" id="{D022D500-DCA9-0445-9CAC-F8454AFF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2802DD19-26F5-CD46-B4AA-83DA705F34A1}" type="slidenum">
              <a:rPr lang="en-US" altLang="en-US" sz="1200">
                <a:latin typeface="Tahoma" panose="020B0604030504040204" pitchFamily="34" charset="0"/>
              </a:rPr>
              <a:pPr/>
              <a:t>1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Footer Placeholder 2">
            <a:extLst>
              <a:ext uri="{FF2B5EF4-FFF2-40B4-BE49-F238E27FC236}">
                <a16:creationId xmlns:a16="http://schemas.microsoft.com/office/drawing/2014/main" id="{8EF792EE-A993-8F4B-AF22-AF7089D1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20834" name="Picture 14" descr="underline_base">
            <a:extLst>
              <a:ext uri="{FF2B5EF4-FFF2-40B4-BE49-F238E27FC236}">
                <a16:creationId xmlns:a16="http://schemas.microsoft.com/office/drawing/2014/main" id="{FCEC6E29-BCFC-7B4B-ABEB-08B311E024D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738" y="928689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5" name="Rectangle 2">
            <a:extLst>
              <a:ext uri="{FF2B5EF4-FFF2-40B4-BE49-F238E27FC236}">
                <a16:creationId xmlns:a16="http://schemas.microsoft.com/office/drawing/2014/main" id="{B1DBCC33-B908-FA49-9BCC-C45A6A1993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00225" y="1428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Organization of air travel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7C4E5204-E3FF-A841-B0CA-FEA646AE7C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62200" y="5489576"/>
            <a:ext cx="7772400" cy="542925"/>
          </a:xfrm>
        </p:spPr>
        <p:txBody>
          <a:bodyPr/>
          <a:lstStyle/>
          <a:p>
            <a:pPr marL="287338" indent="-287338"/>
            <a:r>
              <a:rPr lang="en-US" altLang="en-US">
                <a:ea typeface="ＭＳ Ｐゴシック" panose="020B0600070205080204" pitchFamily="34" charset="-128"/>
              </a:rPr>
              <a:t>a series of steps</a:t>
            </a:r>
          </a:p>
        </p:txBody>
      </p:sp>
      <p:grpSp>
        <p:nvGrpSpPr>
          <p:cNvPr id="120837" name="Group 4">
            <a:extLst>
              <a:ext uri="{FF2B5EF4-FFF2-40B4-BE49-F238E27FC236}">
                <a16:creationId xmlns:a16="http://schemas.microsoft.com/office/drawing/2014/main" id="{1D1C5C88-70E8-A54E-AE41-6F80B0C4ACC4}"/>
              </a:ext>
            </a:extLst>
          </p:cNvPr>
          <p:cNvGrpSpPr>
            <a:grpSpLocks/>
          </p:cNvGrpSpPr>
          <p:nvPr/>
        </p:nvGrpSpPr>
        <p:grpSpPr bwMode="auto">
          <a:xfrm>
            <a:off x="2635250" y="1587501"/>
            <a:ext cx="6508750" cy="3294063"/>
            <a:chOff x="700" y="1000"/>
            <a:chExt cx="4100" cy="2075"/>
          </a:xfrm>
        </p:grpSpPr>
        <p:sp>
          <p:nvSpPr>
            <p:cNvPr id="120839" name="Text Box 5">
              <a:extLst>
                <a:ext uri="{FF2B5EF4-FFF2-40B4-BE49-F238E27FC236}">
                  <a16:creationId xmlns:a16="http://schemas.microsoft.com/office/drawing/2014/main" id="{D926FEF4-3FEC-5A4D-96F7-F592E8B70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" y="1007"/>
              <a:ext cx="1307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99"/>
                  </a:solidFill>
                </a:rPr>
                <a:t>ticket (purchase)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baggage (check)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gates (load)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runway takeoff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120840" name="Text Box 6">
              <a:extLst>
                <a:ext uri="{FF2B5EF4-FFF2-40B4-BE49-F238E27FC236}">
                  <a16:creationId xmlns:a16="http://schemas.microsoft.com/office/drawing/2014/main" id="{E938A6AC-3CDB-1E41-B541-1E8C5DED2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2" y="1001"/>
              <a:ext cx="1280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99"/>
                  </a:solidFill>
                </a:rPr>
                <a:t>ticket (complain)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baggage (claim)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gates (unload)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runway landing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120841" name="Text Box 7">
              <a:extLst>
                <a:ext uri="{FF2B5EF4-FFF2-40B4-BE49-F238E27FC236}">
                  <a16:creationId xmlns:a16="http://schemas.microsoft.com/office/drawing/2014/main" id="{85F3EC94-B47F-3D47-9479-4E2DAED79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2825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120842" name="Freeform 8">
              <a:extLst>
                <a:ext uri="{FF2B5EF4-FFF2-40B4-BE49-F238E27FC236}">
                  <a16:creationId xmlns:a16="http://schemas.microsoft.com/office/drawing/2014/main" id="{724A202A-CC3C-AE49-8419-4E090B648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" y="1000"/>
              <a:ext cx="4100" cy="2072"/>
            </a:xfrm>
            <a:custGeom>
              <a:avLst/>
              <a:gdLst>
                <a:gd name="T0" fmla="*/ 0 w 4100"/>
                <a:gd name="T1" fmla="*/ 0 h 2072"/>
                <a:gd name="T2" fmla="*/ 4 w 4100"/>
                <a:gd name="T3" fmla="*/ 1736 h 2072"/>
                <a:gd name="T4" fmla="*/ 804 w 4100"/>
                <a:gd name="T5" fmla="*/ 2064 h 2072"/>
                <a:gd name="T6" fmla="*/ 3468 w 4100"/>
                <a:gd name="T7" fmla="*/ 2072 h 2072"/>
                <a:gd name="T8" fmla="*/ 4100 w 4100"/>
                <a:gd name="T9" fmla="*/ 1736 h 2072"/>
                <a:gd name="T10" fmla="*/ 4100 w 4100"/>
                <a:gd name="T11" fmla="*/ 96 h 20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100"/>
                <a:gd name="T19" fmla="*/ 0 h 2072"/>
                <a:gd name="T20" fmla="*/ 4100 w 4100"/>
                <a:gd name="T21" fmla="*/ 2072 h 207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100" h="2072">
                  <a:moveTo>
                    <a:pt x="0" y="0"/>
                  </a:moveTo>
                  <a:lnTo>
                    <a:pt x="4" y="1736"/>
                  </a:lnTo>
                  <a:lnTo>
                    <a:pt x="804" y="2064"/>
                  </a:lnTo>
                  <a:lnTo>
                    <a:pt x="3468" y="2072"/>
                  </a:lnTo>
                  <a:lnTo>
                    <a:pt x="4100" y="1736"/>
                  </a:lnTo>
                  <a:lnTo>
                    <a:pt x="4100" y="96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0838" name="Slide Number Placeholder 3">
            <a:extLst>
              <a:ext uri="{FF2B5EF4-FFF2-40B4-BE49-F238E27FC236}">
                <a16:creationId xmlns:a16="http://schemas.microsoft.com/office/drawing/2014/main" id="{D56F1A1D-D2E3-2849-AFED-C6946E78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C7A57CFF-6C56-7D43-8E8A-32F5369403E0}" type="slidenum">
              <a:rPr lang="en-US" altLang="en-US" sz="1200">
                <a:latin typeface="Tahoma" panose="020B0604030504040204" pitchFamily="34" charset="0"/>
              </a:rPr>
              <a:pPr/>
              <a:t>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Footer Placeholder 2">
            <a:extLst>
              <a:ext uri="{FF2B5EF4-FFF2-40B4-BE49-F238E27FC236}">
                <a16:creationId xmlns:a16="http://schemas.microsoft.com/office/drawing/2014/main" id="{21AD434A-E7D7-2E4E-85D5-DF30CA620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22882" name="Picture 45" descr="underline_base">
            <a:extLst>
              <a:ext uri="{FF2B5EF4-FFF2-40B4-BE49-F238E27FC236}">
                <a16:creationId xmlns:a16="http://schemas.microsoft.com/office/drawing/2014/main" id="{2237B89B-40C2-A540-B237-11079E4E773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8" y="819150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883" name="Group 38">
            <a:extLst>
              <a:ext uri="{FF2B5EF4-FFF2-40B4-BE49-F238E27FC236}">
                <a16:creationId xmlns:a16="http://schemas.microsoft.com/office/drawing/2014/main" id="{A81E807E-D3DA-5246-B6FA-CFC4CDB47150}"/>
              </a:ext>
            </a:extLst>
          </p:cNvPr>
          <p:cNvGrpSpPr>
            <a:grpSpLocks/>
          </p:cNvGrpSpPr>
          <p:nvPr/>
        </p:nvGrpSpPr>
        <p:grpSpPr bwMode="auto">
          <a:xfrm>
            <a:off x="1958976" y="1314451"/>
            <a:ext cx="8418513" cy="2835275"/>
            <a:chOff x="258" y="1214"/>
            <a:chExt cx="5303" cy="1786"/>
          </a:xfrm>
        </p:grpSpPr>
        <p:sp>
          <p:nvSpPr>
            <p:cNvPr id="122887" name="Rectangle 2">
              <a:extLst>
                <a:ext uri="{FF2B5EF4-FFF2-40B4-BE49-F238E27FC236}">
                  <a16:creationId xmlns:a16="http://schemas.microsoft.com/office/drawing/2014/main" id="{EAA4A1ED-0139-6445-A220-862DC6AF6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1544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888" name="Text Box 3">
              <a:extLst>
                <a:ext uri="{FF2B5EF4-FFF2-40B4-BE49-F238E27FC236}">
                  <a16:creationId xmlns:a16="http://schemas.microsoft.com/office/drawing/2014/main" id="{42805721-5636-1044-B7DE-04F457AC1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" y="1597"/>
              <a:ext cx="1071" cy="1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1400"/>
                <a:t>ticket (purchase)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baggage (check)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gates (load)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runway (takeoff)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airplane routing</a:t>
              </a:r>
            </a:p>
          </p:txBody>
        </p:sp>
        <p:sp>
          <p:nvSpPr>
            <p:cNvPr id="122889" name="Line 4">
              <a:extLst>
                <a:ext uri="{FF2B5EF4-FFF2-40B4-BE49-F238E27FC236}">
                  <a16:creationId xmlns:a16="http://schemas.microsoft.com/office/drawing/2014/main" id="{234F9814-485E-044E-809B-6106C361E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" y="1770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0" name="Line 5">
              <a:extLst>
                <a:ext uri="{FF2B5EF4-FFF2-40B4-BE49-F238E27FC236}">
                  <a16:creationId xmlns:a16="http://schemas.microsoft.com/office/drawing/2014/main" id="{D75571E0-79A5-5B49-A1CB-8CB1AE9C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" y="1989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1" name="Line 6">
              <a:extLst>
                <a:ext uri="{FF2B5EF4-FFF2-40B4-BE49-F238E27FC236}">
                  <a16:creationId xmlns:a16="http://schemas.microsoft.com/office/drawing/2014/main" id="{FFD43B10-C830-A34C-875F-E04F9B84B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" y="220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2" name="Line 7">
              <a:extLst>
                <a:ext uri="{FF2B5EF4-FFF2-40B4-BE49-F238E27FC236}">
                  <a16:creationId xmlns:a16="http://schemas.microsoft.com/office/drawing/2014/main" id="{A3792A3B-C793-3F44-88F7-699B0E8C9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" y="242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3" name="Text Box 8">
              <a:extLst>
                <a:ext uri="{FF2B5EF4-FFF2-40B4-BE49-F238E27FC236}">
                  <a16:creationId xmlns:a16="http://schemas.microsoft.com/office/drawing/2014/main" id="{52564715-3EAE-744E-B2B1-FDE840022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" y="2706"/>
              <a:ext cx="5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departure</a:t>
              </a:r>
            </a:p>
            <a:p>
              <a:pPr algn="ctr" eaLnBrk="1" hangingPunct="1"/>
              <a:r>
                <a:rPr lang="en-US" altLang="en-US" sz="1200"/>
                <a:t>airport</a:t>
              </a:r>
            </a:p>
          </p:txBody>
        </p:sp>
        <p:sp>
          <p:nvSpPr>
            <p:cNvPr id="122894" name="Text Box 9">
              <a:extLst>
                <a:ext uri="{FF2B5EF4-FFF2-40B4-BE49-F238E27FC236}">
                  <a16:creationId xmlns:a16="http://schemas.microsoft.com/office/drawing/2014/main" id="{02CBAA87-2E27-EF40-81DF-9A35B90E2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6" y="2712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arrival</a:t>
              </a:r>
            </a:p>
            <a:p>
              <a:pPr algn="ctr" eaLnBrk="1" hangingPunct="1"/>
              <a:r>
                <a:rPr lang="en-US" altLang="en-US" sz="1200"/>
                <a:t>airport</a:t>
              </a:r>
            </a:p>
          </p:txBody>
        </p:sp>
        <p:sp>
          <p:nvSpPr>
            <p:cNvPr id="122895" name="Text Box 10">
              <a:extLst>
                <a:ext uri="{FF2B5EF4-FFF2-40B4-BE49-F238E27FC236}">
                  <a16:creationId xmlns:a16="http://schemas.microsoft.com/office/drawing/2014/main" id="{6D4D079A-3D44-664A-9E7C-1E90D370CE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" y="2709"/>
              <a:ext cx="10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intermediate air-traffic</a:t>
              </a:r>
            </a:p>
            <a:p>
              <a:pPr algn="ctr" eaLnBrk="1" hangingPunct="1"/>
              <a:r>
                <a:rPr lang="en-US" altLang="en-US" sz="1200"/>
                <a:t>control centers</a:t>
              </a:r>
            </a:p>
          </p:txBody>
        </p:sp>
        <p:pic>
          <p:nvPicPr>
            <p:cNvPr id="122896" name="Picture 11" descr="yylgaifm[1]">
              <a:extLst>
                <a:ext uri="{FF2B5EF4-FFF2-40B4-BE49-F238E27FC236}">
                  <a16:creationId xmlns:a16="http://schemas.microsoft.com/office/drawing/2014/main" id="{A6E8C91E-07D3-7E48-9E65-37B6926DF4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30" y="1315"/>
              <a:ext cx="96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897" name="Line 12">
              <a:extLst>
                <a:ext uri="{FF2B5EF4-FFF2-40B4-BE49-F238E27FC236}">
                  <a16:creationId xmlns:a16="http://schemas.microsoft.com/office/drawing/2014/main" id="{08F532C6-9BA7-EB46-8538-AD733D468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" y="1214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8" name="Line 13">
              <a:extLst>
                <a:ext uri="{FF2B5EF4-FFF2-40B4-BE49-F238E27FC236}">
                  <a16:creationId xmlns:a16="http://schemas.microsoft.com/office/drawing/2014/main" id="{10B6D83F-02C1-DB4B-8336-123211E54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9" y="1310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9" name="Line 14">
              <a:extLst>
                <a:ext uri="{FF2B5EF4-FFF2-40B4-BE49-F238E27FC236}">
                  <a16:creationId xmlns:a16="http://schemas.microsoft.com/office/drawing/2014/main" id="{3B7DA0A9-70B2-1B4A-9CAA-A7E0D7AD1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5" y="1406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2900" name="Group 15">
              <a:extLst>
                <a:ext uri="{FF2B5EF4-FFF2-40B4-BE49-F238E27FC236}">
                  <a16:creationId xmlns:a16="http://schemas.microsoft.com/office/drawing/2014/main" id="{98FAA4AC-637D-A642-A428-3EC0730868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6" y="2441"/>
              <a:ext cx="1071" cy="186"/>
              <a:chOff x="1813" y="2187"/>
              <a:chExt cx="1071" cy="186"/>
            </a:xfrm>
          </p:grpSpPr>
          <p:sp>
            <p:nvSpPr>
              <p:cNvPr id="122920" name="Rectangle 16">
                <a:extLst>
                  <a:ext uri="{FF2B5EF4-FFF2-40B4-BE49-F238E27FC236}">
                    <a16:creationId xmlns:a16="http://schemas.microsoft.com/office/drawing/2014/main" id="{6FDC86C6-BC90-E446-AEE8-F6A2D7457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21" name="Text Box 17">
                <a:extLst>
                  <a:ext uri="{FF2B5EF4-FFF2-40B4-BE49-F238E27FC236}">
                    <a16:creationId xmlns:a16="http://schemas.microsoft.com/office/drawing/2014/main" id="{285B6E3F-A0A8-0641-802F-73B6FC5276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altLang="en-US" sz="1400"/>
                  <a:t>airplane routing</a:t>
                </a:r>
              </a:p>
            </p:txBody>
          </p:sp>
        </p:grpSp>
        <p:grpSp>
          <p:nvGrpSpPr>
            <p:cNvPr id="122901" name="Group 18">
              <a:extLst>
                <a:ext uri="{FF2B5EF4-FFF2-40B4-BE49-F238E27FC236}">
                  <a16:creationId xmlns:a16="http://schemas.microsoft.com/office/drawing/2014/main" id="{253F442E-DDEC-8B41-B995-34190DE336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7" y="2441"/>
              <a:ext cx="1071" cy="186"/>
              <a:chOff x="1813" y="2187"/>
              <a:chExt cx="1071" cy="186"/>
            </a:xfrm>
          </p:grpSpPr>
          <p:sp>
            <p:nvSpPr>
              <p:cNvPr id="122918" name="Rectangle 19">
                <a:extLst>
                  <a:ext uri="{FF2B5EF4-FFF2-40B4-BE49-F238E27FC236}">
                    <a16:creationId xmlns:a16="http://schemas.microsoft.com/office/drawing/2014/main" id="{ED0DEB5B-0FEE-594C-AAB7-E82A1F8A4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19" name="Text Box 20">
                <a:extLst>
                  <a:ext uri="{FF2B5EF4-FFF2-40B4-BE49-F238E27FC236}">
                    <a16:creationId xmlns:a16="http://schemas.microsoft.com/office/drawing/2014/main" id="{40D50BF7-9C21-1D42-9F8B-7A2368EA07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altLang="en-US" sz="1400"/>
                  <a:t>airplane routing</a:t>
                </a:r>
              </a:p>
            </p:txBody>
          </p:sp>
        </p:grpSp>
        <p:sp>
          <p:nvSpPr>
            <p:cNvPr id="122902" name="Rectangle 21">
              <a:extLst>
                <a:ext uri="{FF2B5EF4-FFF2-40B4-BE49-F238E27FC236}">
                  <a16:creationId xmlns:a16="http://schemas.microsoft.com/office/drawing/2014/main" id="{AFE67757-D69E-A945-939B-64FC2B574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6" y="1551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03" name="Text Box 22">
              <a:extLst>
                <a:ext uri="{FF2B5EF4-FFF2-40B4-BE49-F238E27FC236}">
                  <a16:creationId xmlns:a16="http://schemas.microsoft.com/office/drawing/2014/main" id="{7A020DB2-5E41-2A45-919C-27173DF56E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2" y="1598"/>
              <a:ext cx="1071" cy="1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1400"/>
                <a:t>ticket (complain)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baggage (claim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gates (unload)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runway (land)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airplane routing</a:t>
              </a:r>
            </a:p>
          </p:txBody>
        </p:sp>
        <p:sp>
          <p:nvSpPr>
            <p:cNvPr id="122904" name="Line 23">
              <a:extLst>
                <a:ext uri="{FF2B5EF4-FFF2-40B4-BE49-F238E27FC236}">
                  <a16:creationId xmlns:a16="http://schemas.microsoft.com/office/drawing/2014/main" id="{AD16DFB7-150D-4045-BBF8-9F9380B73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3" y="177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5" name="Line 24">
              <a:extLst>
                <a:ext uri="{FF2B5EF4-FFF2-40B4-BE49-F238E27FC236}">
                  <a16:creationId xmlns:a16="http://schemas.microsoft.com/office/drawing/2014/main" id="{3E7509BF-1794-2646-BC50-585F12EB8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7" y="199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6" name="Line 25">
              <a:extLst>
                <a:ext uri="{FF2B5EF4-FFF2-40B4-BE49-F238E27FC236}">
                  <a16:creationId xmlns:a16="http://schemas.microsoft.com/office/drawing/2014/main" id="{1336B077-A3BF-8145-8BD8-2E17C646F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3" y="2214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7" name="Line 26">
              <a:extLst>
                <a:ext uri="{FF2B5EF4-FFF2-40B4-BE49-F238E27FC236}">
                  <a16:creationId xmlns:a16="http://schemas.microsoft.com/office/drawing/2014/main" id="{DFC1C669-2733-064E-A047-4C46D8E90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2433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8" name="Rectangle 27">
              <a:extLst>
                <a:ext uri="{FF2B5EF4-FFF2-40B4-BE49-F238E27FC236}">
                  <a16:creationId xmlns:a16="http://schemas.microsoft.com/office/drawing/2014/main" id="{E71E8D0F-F947-CB4A-B194-8CB7EB2D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2476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09" name="Rectangle 28">
              <a:extLst>
                <a:ext uri="{FF2B5EF4-FFF2-40B4-BE49-F238E27FC236}">
                  <a16:creationId xmlns:a16="http://schemas.microsoft.com/office/drawing/2014/main" id="{2B777E55-451D-254E-B6D9-C16F8FBB7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2256"/>
              <a:ext cx="5293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10" name="Rectangle 29">
              <a:extLst>
                <a:ext uri="{FF2B5EF4-FFF2-40B4-BE49-F238E27FC236}">
                  <a16:creationId xmlns:a16="http://schemas.microsoft.com/office/drawing/2014/main" id="{36C4FEAA-771D-A047-BC38-75259E7D4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2050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11" name="Rectangle 30">
              <a:extLst>
                <a:ext uri="{FF2B5EF4-FFF2-40B4-BE49-F238E27FC236}">
                  <a16:creationId xmlns:a16="http://schemas.microsoft.com/office/drawing/2014/main" id="{D509367A-7A70-0A4E-B00A-46C3CA21C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1830"/>
              <a:ext cx="5286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12" name="Rectangle 31">
              <a:extLst>
                <a:ext uri="{FF2B5EF4-FFF2-40B4-BE49-F238E27FC236}">
                  <a16:creationId xmlns:a16="http://schemas.microsoft.com/office/drawing/2014/main" id="{801E35FB-3E26-0F47-88D2-EFEF43BC6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1617"/>
              <a:ext cx="5287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2913" name="Text Box 32">
              <a:extLst>
                <a:ext uri="{FF2B5EF4-FFF2-40B4-BE49-F238E27FC236}">
                  <a16:creationId xmlns:a16="http://schemas.microsoft.com/office/drawing/2014/main" id="{B32DF1CC-4668-FF40-81B2-7D238DCC2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6" y="1588"/>
              <a:ext cx="3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ticket</a:t>
              </a:r>
            </a:p>
          </p:txBody>
        </p:sp>
        <p:sp>
          <p:nvSpPr>
            <p:cNvPr id="122914" name="Text Box 33">
              <a:extLst>
                <a:ext uri="{FF2B5EF4-FFF2-40B4-BE49-F238E27FC236}">
                  <a16:creationId xmlns:a16="http://schemas.microsoft.com/office/drawing/2014/main" id="{7A59DE69-D946-254F-A045-1B5531CF4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4" y="1801"/>
              <a:ext cx="4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baggage</a:t>
              </a:r>
            </a:p>
          </p:txBody>
        </p:sp>
        <p:sp>
          <p:nvSpPr>
            <p:cNvPr id="122915" name="Text Box 34">
              <a:extLst>
                <a:ext uri="{FF2B5EF4-FFF2-40B4-BE49-F238E27FC236}">
                  <a16:creationId xmlns:a16="http://schemas.microsoft.com/office/drawing/2014/main" id="{1F166035-05B2-474A-A2D9-C8E18CD59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2" y="2013"/>
              <a:ext cx="30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gate</a:t>
              </a:r>
            </a:p>
          </p:txBody>
        </p:sp>
        <p:sp>
          <p:nvSpPr>
            <p:cNvPr id="122916" name="Text Box 35">
              <a:extLst>
                <a:ext uri="{FF2B5EF4-FFF2-40B4-BE49-F238E27FC236}">
                  <a16:creationId xmlns:a16="http://schemas.microsoft.com/office/drawing/2014/main" id="{287EBE1B-2D41-2341-8EA4-761E0A0EC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7" y="2225"/>
              <a:ext cx="7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takeoff/landing</a:t>
              </a:r>
            </a:p>
          </p:txBody>
        </p:sp>
        <p:sp>
          <p:nvSpPr>
            <p:cNvPr id="122917" name="Text Box 36">
              <a:extLst>
                <a:ext uri="{FF2B5EF4-FFF2-40B4-BE49-F238E27FC236}">
                  <a16:creationId xmlns:a16="http://schemas.microsoft.com/office/drawing/2014/main" id="{175BDD72-7D28-774F-8A44-2EF7B699D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2444"/>
              <a:ext cx="7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airplane routing</a:t>
              </a:r>
            </a:p>
          </p:txBody>
        </p:sp>
      </p:grpSp>
      <p:sp>
        <p:nvSpPr>
          <p:cNvPr id="122884" name="Rectangle 39">
            <a:extLst>
              <a:ext uri="{FF2B5EF4-FFF2-40B4-BE49-F238E27FC236}">
                <a16:creationId xmlns:a16="http://schemas.microsoft.com/office/drawing/2014/main" id="{7A342164-9F03-464E-8E18-615377349E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43088" y="31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Layering of airline functionality</a:t>
            </a:r>
          </a:p>
        </p:txBody>
      </p:sp>
      <p:sp>
        <p:nvSpPr>
          <p:cNvPr id="122885" name="Rectangle 40">
            <a:extLst>
              <a:ext uri="{FF2B5EF4-FFF2-40B4-BE49-F238E27FC236}">
                <a16:creationId xmlns:a16="http://schemas.microsoft.com/office/drawing/2014/main" id="{03295DEC-8291-9346-A82C-C26F1D0A91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57400" y="4441826"/>
            <a:ext cx="7613650" cy="1763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i="1">
                <a:solidFill>
                  <a:srgbClr val="CC0000"/>
                </a:solidFill>
                <a:ea typeface="ＭＳ Ｐゴシック" panose="020B0600070205080204" pitchFamily="34" charset="-128"/>
              </a:rPr>
              <a:t>layers: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each layer implements a service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via its own internal-layer actions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800">
                <a:ea typeface="Arial" panose="020B0604020202020204" pitchFamily="34" charset="0"/>
              </a:rPr>
              <a:t>relying on services provided by layer below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2886" name="Slide Number Placeholder 3">
            <a:extLst>
              <a:ext uri="{FF2B5EF4-FFF2-40B4-BE49-F238E27FC236}">
                <a16:creationId xmlns:a16="http://schemas.microsoft.com/office/drawing/2014/main" id="{FA51A491-4DE3-924B-99AE-36456923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2F1B2C30-58EA-BB4D-BE4B-DA6B2E013E34}" type="slidenum">
              <a:rPr lang="en-US" altLang="en-US" sz="1200">
                <a:latin typeface="Tahoma" panose="020B0604030504040204" pitchFamily="34" charset="0"/>
              </a:rPr>
              <a:pPr/>
              <a:t>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Footer Placeholder 2">
            <a:extLst>
              <a:ext uri="{FF2B5EF4-FFF2-40B4-BE49-F238E27FC236}">
                <a16:creationId xmlns:a16="http://schemas.microsoft.com/office/drawing/2014/main" id="{DFA19FF5-D424-494E-8CB3-DBA9B30E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26978" name="Picture 16" descr="underline_base">
            <a:extLst>
              <a:ext uri="{FF2B5EF4-FFF2-40B4-BE49-F238E27FC236}">
                <a16:creationId xmlns:a16="http://schemas.microsoft.com/office/drawing/2014/main" id="{9C5A583E-C381-5849-9D72-95A583384F5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87312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79" name="Rectangle 2">
            <a:extLst>
              <a:ext uri="{FF2B5EF4-FFF2-40B4-BE49-F238E27FC236}">
                <a16:creationId xmlns:a16="http://schemas.microsoft.com/office/drawing/2014/main" id="{11CB8FD1-573A-9941-889D-D103723B0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9425" y="17272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C7E77621-F6D7-3B4D-B96B-D11852C8FA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57388" y="114300"/>
            <a:ext cx="7772400" cy="10287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Internet protocol stack</a:t>
            </a:r>
          </a:p>
        </p:txBody>
      </p:sp>
      <p:sp>
        <p:nvSpPr>
          <p:cNvPr id="140293" name="Rectangle 4">
            <a:extLst>
              <a:ext uri="{FF2B5EF4-FFF2-40B4-BE49-F238E27FC236}">
                <a16:creationId xmlns:a16="http://schemas.microsoft.com/office/drawing/2014/main" id="{0F0DBEDC-E101-8D4A-8928-8A346C94F11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51051" y="1333500"/>
            <a:ext cx="5554663" cy="4648200"/>
          </a:xfrm>
        </p:spPr>
        <p:txBody>
          <a:bodyPr>
            <a:normAutofit lnSpcReduction="10000"/>
          </a:bodyPr>
          <a:lstStyle/>
          <a:p>
            <a:pPr marL="287338" indent="-287338">
              <a:lnSpc>
                <a:spcPct val="80000"/>
              </a:lnSpc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application:</a:t>
            </a:r>
            <a:r>
              <a:rPr lang="en-US" altLang="en-US" dirty="0">
                <a:ea typeface="ＭＳ Ｐゴシック" panose="020B0600070205080204" pitchFamily="34" charset="-128"/>
              </a:rPr>
              <a:t> supporting network applications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altLang="en-US" dirty="0">
                <a:ea typeface="Arial" panose="020B0604020202020204" pitchFamily="34" charset="0"/>
              </a:rPr>
              <a:t>FTP, SMTP, HTTP</a:t>
            </a:r>
          </a:p>
          <a:p>
            <a:pPr marL="287338" indent="-287338">
              <a:lnSpc>
                <a:spcPct val="80000"/>
              </a:lnSpc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transport:</a:t>
            </a:r>
            <a:r>
              <a:rPr lang="en-US" altLang="en-US" dirty="0">
                <a:ea typeface="ＭＳ Ｐゴシック" panose="020B0600070205080204" pitchFamily="34" charset="-128"/>
              </a:rPr>
              <a:t> process-process data transfer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altLang="en-US" dirty="0">
                <a:ea typeface="Arial" panose="020B0604020202020204" pitchFamily="34" charset="0"/>
              </a:rPr>
              <a:t>TCP, UDP</a:t>
            </a:r>
          </a:p>
          <a:p>
            <a:pPr marL="287338" indent="-287338">
              <a:lnSpc>
                <a:spcPct val="80000"/>
              </a:lnSpc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network:</a:t>
            </a:r>
            <a:r>
              <a:rPr lang="en-US" altLang="en-US" dirty="0">
                <a:ea typeface="ＭＳ Ｐゴシック" panose="020B0600070205080204" pitchFamily="34" charset="-128"/>
              </a:rPr>
              <a:t> routing of datagrams from source to destination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altLang="en-US" dirty="0">
                <a:ea typeface="Arial" panose="020B0604020202020204" pitchFamily="34" charset="0"/>
              </a:rPr>
              <a:t>IP, routing protocols</a:t>
            </a:r>
          </a:p>
          <a:p>
            <a:pPr marL="287338" indent="-287338">
              <a:lnSpc>
                <a:spcPct val="80000"/>
              </a:lnSpc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link:</a:t>
            </a:r>
            <a:r>
              <a:rPr lang="en-US" altLang="en-US" dirty="0">
                <a:ea typeface="ＭＳ Ｐゴシック" panose="020B0600070205080204" pitchFamily="34" charset="-128"/>
              </a:rPr>
              <a:t> data transfer between neighboring  network elements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altLang="en-US" dirty="0">
                <a:ea typeface="Arial" panose="020B0604020202020204" pitchFamily="34" charset="0"/>
              </a:rPr>
              <a:t>Ethernet, 802.111 (</a:t>
            </a:r>
            <a:r>
              <a:rPr lang="en-US" altLang="en-US" dirty="0" err="1">
                <a:ea typeface="Arial" panose="020B0604020202020204" pitchFamily="34" charset="0"/>
              </a:rPr>
              <a:t>WiFi</a:t>
            </a:r>
            <a:r>
              <a:rPr lang="en-US" altLang="en-US" dirty="0">
                <a:ea typeface="Arial" panose="020B0604020202020204" pitchFamily="34" charset="0"/>
              </a:rPr>
              <a:t>)</a:t>
            </a:r>
          </a:p>
          <a:p>
            <a:pPr marL="287338" indent="-287338">
              <a:lnSpc>
                <a:spcPct val="80000"/>
              </a:lnSpc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physical:</a:t>
            </a:r>
            <a:r>
              <a:rPr lang="en-US" altLang="en-US" dirty="0">
                <a:ea typeface="ＭＳ Ｐゴシック" panose="020B0600070205080204" pitchFamily="34" charset="-128"/>
              </a:rPr>
              <a:t> bits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on the wire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pPr marL="287338" indent="-287338">
              <a:lnSpc>
                <a:spcPct val="80000"/>
              </a:lnSpc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EF18AC2B-CDE2-2A4D-B515-051765468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950" y="1824038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26983" name="Text Box 7">
            <a:extLst>
              <a:ext uri="{FF2B5EF4-FFF2-40B4-BE49-F238E27FC236}">
                <a16:creationId xmlns:a16="http://schemas.microsoft.com/office/drawing/2014/main" id="{F6E2F13A-A65D-9C49-9498-6F8F34887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337" y="1920875"/>
            <a:ext cx="1659429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/>
              <a:t>application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transport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network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link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physical</a:t>
            </a:r>
          </a:p>
        </p:txBody>
      </p:sp>
      <p:sp>
        <p:nvSpPr>
          <p:cNvPr id="126984" name="Line 8">
            <a:extLst>
              <a:ext uri="{FF2B5EF4-FFF2-40B4-BE49-F238E27FC236}">
                <a16:creationId xmlns:a16="http://schemas.microsoft.com/office/drawing/2014/main" id="{B4B2AD6E-83FF-6D43-8AA8-89CCD2C0E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5600" y="251618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5" name="Line 9">
            <a:extLst>
              <a:ext uri="{FF2B5EF4-FFF2-40B4-BE49-F238E27FC236}">
                <a16:creationId xmlns:a16="http://schemas.microsoft.com/office/drawing/2014/main" id="{4FEA27DB-81C1-744E-9DE2-D839F5AA1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5600" y="32210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6" name="Line 10">
            <a:extLst>
              <a:ext uri="{FF2B5EF4-FFF2-40B4-BE49-F238E27FC236}">
                <a16:creationId xmlns:a16="http://schemas.microsoft.com/office/drawing/2014/main" id="{34530933-C6AA-9E4B-8CFB-C98F473F2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5600" y="39322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7" name="Line 11">
            <a:extLst>
              <a:ext uri="{FF2B5EF4-FFF2-40B4-BE49-F238E27FC236}">
                <a16:creationId xmlns:a16="http://schemas.microsoft.com/office/drawing/2014/main" id="{4D9EC925-7991-584E-BB80-1A883D0A8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5600" y="46434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8" name="Slide Number Placeholder 3">
            <a:extLst>
              <a:ext uri="{FF2B5EF4-FFF2-40B4-BE49-F238E27FC236}">
                <a16:creationId xmlns:a16="http://schemas.microsoft.com/office/drawing/2014/main" id="{23E03DC1-07E3-C849-A81B-6C42F857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992E2209-DB66-9A49-A3D7-59A553D9B7D8}" type="slidenum">
              <a:rPr lang="en-US" altLang="en-US" sz="1200">
                <a:latin typeface="Tahoma" panose="020B0604030504040204" pitchFamily="34" charset="0"/>
              </a:rPr>
              <a:pPr/>
              <a:t>4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2FCFA8-D07F-4752-AE44-B0AE30EBD0D7}"/>
                  </a:ext>
                </a:extLst>
              </p14:cNvPr>
              <p14:cNvContentPartPr/>
              <p14:nvPr/>
            </p14:nvContentPartPr>
            <p14:xfrm>
              <a:off x="5318246" y="5281128"/>
              <a:ext cx="5040" cy="7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2FCFA8-D07F-4752-AE44-B0AE30EBD0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9246" y="5272128"/>
                <a:ext cx="22680" cy="2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Footer Placeholder 2">
            <a:extLst>
              <a:ext uri="{FF2B5EF4-FFF2-40B4-BE49-F238E27FC236}">
                <a16:creationId xmlns:a16="http://schemas.microsoft.com/office/drawing/2014/main" id="{891B9B76-513D-4F4B-8D9E-4F8DE31A8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1C5CD3B4-2C24-AA45-9F97-A2A29A5E91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Why layering?</a:t>
            </a:r>
          </a:p>
        </p:txBody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FCC2E532-B157-EB43-BFE9-11F368D1AD4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70100" y="1435100"/>
            <a:ext cx="7772400" cy="46482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3200" dirty="0">
                <a:ea typeface="ＭＳ Ｐゴシック" panose="020B0600070205080204" pitchFamily="34" charset="-128"/>
              </a:rPr>
              <a:t>dealing with complex systems: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explicit structure allows identification, relationship of complex system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pieces</a:t>
            </a:r>
          </a:p>
          <a:p>
            <a:pPr marL="682625" lvl="1" indent="-225425"/>
            <a:r>
              <a:rPr lang="en-US" altLang="en-US" dirty="0">
                <a:ea typeface="Arial" panose="020B0604020202020204" pitchFamily="34" charset="0"/>
              </a:rPr>
              <a:t>layered </a:t>
            </a:r>
            <a:r>
              <a:rPr lang="en-US" altLang="en-US" i="1" dirty="0">
                <a:solidFill>
                  <a:srgbClr val="CC0000"/>
                </a:solidFill>
                <a:ea typeface="Arial" panose="020B0604020202020204" pitchFamily="34" charset="0"/>
              </a:rPr>
              <a:t>reference model</a:t>
            </a:r>
            <a:r>
              <a:rPr lang="en-US" altLang="en-US" dirty="0">
                <a:ea typeface="Arial" panose="020B0604020202020204" pitchFamily="34" charset="0"/>
              </a:rPr>
              <a:t> for discussion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modularization eases maintenance, updating of system</a:t>
            </a:r>
          </a:p>
          <a:p>
            <a:pPr marL="682625" lvl="1" indent="-225425"/>
            <a:r>
              <a:rPr lang="en-US" altLang="en-US" dirty="0">
                <a:ea typeface="Arial" panose="020B0604020202020204" pitchFamily="34" charset="0"/>
              </a:rPr>
              <a:t>change of implementation of layer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service transparent to rest of system</a:t>
            </a:r>
          </a:p>
          <a:p>
            <a:pPr marL="682625" lvl="1" indent="-225425"/>
            <a:r>
              <a:rPr lang="en-US" altLang="en-US" dirty="0">
                <a:ea typeface="Arial" panose="020B0604020202020204" pitchFamily="34" charset="0"/>
              </a:rPr>
              <a:t>e.g., change in gate procedure doesn</a:t>
            </a:r>
            <a:r>
              <a:rPr lang="en-US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t affect rest of system</a:t>
            </a:r>
          </a:p>
        </p:txBody>
      </p:sp>
      <p:sp>
        <p:nvSpPr>
          <p:cNvPr id="124933" name="Slide Number Placeholder 3">
            <a:extLst>
              <a:ext uri="{FF2B5EF4-FFF2-40B4-BE49-F238E27FC236}">
                <a16:creationId xmlns:a16="http://schemas.microsoft.com/office/drawing/2014/main" id="{A28E5EA0-5D15-1C41-BFEE-EE81A871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3B40661A-F6F7-D143-BE36-71124BD4A9C2}" type="slidenum">
              <a:rPr lang="en-US" altLang="en-US" sz="1200">
                <a:latin typeface="Tahoma" panose="020B0604030504040204" pitchFamily="34" charset="0"/>
              </a:rPr>
              <a:pPr/>
              <a:t>5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Footer Placeholder 2">
            <a:extLst>
              <a:ext uri="{FF2B5EF4-FFF2-40B4-BE49-F238E27FC236}">
                <a16:creationId xmlns:a16="http://schemas.microsoft.com/office/drawing/2014/main" id="{188C2B53-CE60-A249-A24D-9557E7E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C5154E8D-7341-524C-B1C8-A475202F4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9575" y="16383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38B1153E-CC0C-E04D-8645-34C8748328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24050" y="85725"/>
            <a:ext cx="6503988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ISO/OSI reference model</a:t>
            </a:r>
          </a:p>
        </p:txBody>
      </p:sp>
      <p:sp>
        <p:nvSpPr>
          <p:cNvPr id="129028" name="Rectangle 4">
            <a:extLst>
              <a:ext uri="{FF2B5EF4-FFF2-40B4-BE49-F238E27FC236}">
                <a16:creationId xmlns:a16="http://schemas.microsoft.com/office/drawing/2014/main" id="{2EC8297B-7B93-334B-8ADD-B82BE808B92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108201" y="1422400"/>
            <a:ext cx="5154613" cy="4648200"/>
          </a:xfrm>
        </p:spPr>
        <p:txBody>
          <a:bodyPr>
            <a:normAutofit/>
          </a:bodyPr>
          <a:lstStyle/>
          <a:p>
            <a:pPr marL="287338" indent="-287338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presentation:</a:t>
            </a:r>
            <a:r>
              <a:rPr lang="en-US" altLang="en-US" dirty="0">
                <a:ea typeface="ＭＳ Ｐゴシック" panose="020B0600070205080204" pitchFamily="34" charset="-128"/>
              </a:rPr>
              <a:t> allow applications to interpret meaning of data, e.g., encryption, compression, machine-specific conventions</a:t>
            </a:r>
          </a:p>
          <a:p>
            <a:pPr marL="287338" indent="-287338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session:</a:t>
            </a:r>
            <a:r>
              <a:rPr lang="en-US" altLang="en-US" dirty="0">
                <a:ea typeface="ＭＳ Ｐゴシック" panose="020B0600070205080204" pitchFamily="34" charset="-128"/>
              </a:rPr>
              <a:t> synchronization, checkpointing, recovery of data exchange</a:t>
            </a:r>
          </a:p>
          <a:p>
            <a:pPr marL="287338" indent="-287338"/>
            <a:r>
              <a:rPr lang="en-US" altLang="en-US" dirty="0">
                <a:ea typeface="ＭＳ Ｐゴシック" panose="020B0600070205080204" pitchFamily="34" charset="-128"/>
              </a:rPr>
              <a:t>Internet stack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missing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these layers!</a:t>
            </a:r>
          </a:p>
          <a:p>
            <a:pPr marL="682625" lvl="1" indent="-225425"/>
            <a:r>
              <a:rPr lang="en-US" altLang="en-US" dirty="0">
                <a:ea typeface="Arial" panose="020B0604020202020204" pitchFamily="34" charset="0"/>
              </a:rPr>
              <a:t>these services, </a:t>
            </a:r>
            <a:r>
              <a:rPr lang="en-US" altLang="en-US" i="1" dirty="0">
                <a:ea typeface="Arial" panose="020B0604020202020204" pitchFamily="34" charset="0"/>
              </a:rPr>
              <a:t>if needed,</a:t>
            </a:r>
            <a:r>
              <a:rPr lang="en-US" altLang="en-US" dirty="0">
                <a:ea typeface="Arial" panose="020B0604020202020204" pitchFamily="34" charset="0"/>
              </a:rPr>
              <a:t> must be implemented in application</a:t>
            </a:r>
          </a:p>
        </p:txBody>
      </p:sp>
      <p:sp>
        <p:nvSpPr>
          <p:cNvPr id="129029" name="Rectangle 6">
            <a:extLst>
              <a:ext uri="{FF2B5EF4-FFF2-40B4-BE49-F238E27FC236}">
                <a16:creationId xmlns:a16="http://schemas.microsoft.com/office/drawing/2014/main" id="{687E63D0-318A-D945-9C92-C00C30954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275" y="1774826"/>
            <a:ext cx="1892300" cy="35861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30" name="Text Box 7">
            <a:extLst>
              <a:ext uri="{FF2B5EF4-FFF2-40B4-BE49-F238E27FC236}">
                <a16:creationId xmlns:a16="http://schemas.microsoft.com/office/drawing/2014/main" id="{58E1EB42-89B1-444F-A965-0FA2CF5BB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2414" y="1946276"/>
            <a:ext cx="1982787" cy="3458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/>
              <a:t>application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presentation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session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transport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network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link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physical</a:t>
            </a:r>
          </a:p>
        </p:txBody>
      </p:sp>
      <p:sp>
        <p:nvSpPr>
          <p:cNvPr id="129031" name="Line 8">
            <a:extLst>
              <a:ext uri="{FF2B5EF4-FFF2-40B4-BE49-F238E27FC236}">
                <a16:creationId xmlns:a16="http://schemas.microsoft.com/office/drawing/2014/main" id="{76D4FD7D-16F8-3443-AD28-3357E25460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4638" y="2366963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32" name="Line 9">
            <a:extLst>
              <a:ext uri="{FF2B5EF4-FFF2-40B4-BE49-F238E27FC236}">
                <a16:creationId xmlns:a16="http://schemas.microsoft.com/office/drawing/2014/main" id="{1FA2C447-6302-5140-95B0-F51DA8995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8925" y="33432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33" name="Line 10">
            <a:extLst>
              <a:ext uri="{FF2B5EF4-FFF2-40B4-BE49-F238E27FC236}">
                <a16:creationId xmlns:a16="http://schemas.microsoft.com/office/drawing/2014/main" id="{E45A0B64-3701-F549-AE31-BF52486FD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8925" y="38830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34" name="Line 11">
            <a:extLst>
              <a:ext uri="{FF2B5EF4-FFF2-40B4-BE49-F238E27FC236}">
                <a16:creationId xmlns:a16="http://schemas.microsoft.com/office/drawing/2014/main" id="{F85F09BA-D72A-E844-BE77-2E487EEA6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0513" y="48990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35" name="Line 12">
            <a:extLst>
              <a:ext uri="{FF2B5EF4-FFF2-40B4-BE49-F238E27FC236}">
                <a16:creationId xmlns:a16="http://schemas.microsoft.com/office/drawing/2014/main" id="{EBAC4067-20C4-F347-9000-4903012DB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4638" y="44164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36" name="Line 13">
            <a:extLst>
              <a:ext uri="{FF2B5EF4-FFF2-40B4-BE49-F238E27FC236}">
                <a16:creationId xmlns:a16="http://schemas.microsoft.com/office/drawing/2014/main" id="{39592D47-6126-A54C-8C31-4B9E4F3CA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3050" y="28860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29037" name="Picture 18" descr="underline_base">
            <a:extLst>
              <a:ext uri="{FF2B5EF4-FFF2-40B4-BE49-F238E27FC236}">
                <a16:creationId xmlns:a16="http://schemas.microsoft.com/office/drawing/2014/main" id="{680034C3-99DF-1E48-94B5-8D97A6102D6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895350"/>
            <a:ext cx="59880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8" name="Slide Number Placeholder 3">
            <a:extLst>
              <a:ext uri="{FF2B5EF4-FFF2-40B4-BE49-F238E27FC236}">
                <a16:creationId xmlns:a16="http://schemas.microsoft.com/office/drawing/2014/main" id="{957CA5E6-D06F-7240-AAD7-6AC62A2E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3637B6EF-CFA2-664B-BFA8-AC6B563DD1BE}" type="slidenum">
              <a:rPr lang="en-US" altLang="en-US" sz="1200">
                <a:latin typeface="Tahoma" panose="020B0604030504040204" pitchFamily="34" charset="0"/>
              </a:rPr>
              <a:pPr/>
              <a:t>6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Freeform 99">
            <a:extLst>
              <a:ext uri="{FF2B5EF4-FFF2-40B4-BE49-F238E27FC236}">
                <a16:creationId xmlns:a16="http://schemas.microsoft.com/office/drawing/2014/main" id="{84F30A8A-3BD5-2445-B6AB-D2AD7CAE9B92}"/>
              </a:ext>
            </a:extLst>
          </p:cNvPr>
          <p:cNvSpPr>
            <a:spLocks/>
          </p:cNvSpPr>
          <p:nvPr/>
        </p:nvSpPr>
        <p:spPr bwMode="auto">
          <a:xfrm>
            <a:off x="8502650" y="4156076"/>
            <a:ext cx="655638" cy="1135063"/>
          </a:xfrm>
          <a:custGeom>
            <a:avLst/>
            <a:gdLst>
              <a:gd name="T0" fmla="*/ 2147483647 w 413"/>
              <a:gd name="T1" fmla="*/ 2147483647 h 715"/>
              <a:gd name="T2" fmla="*/ 2147483647 w 413"/>
              <a:gd name="T3" fmla="*/ 0 h 715"/>
              <a:gd name="T4" fmla="*/ 0 w 413"/>
              <a:gd name="T5" fmla="*/ 2147483647 h 715"/>
              <a:gd name="T6" fmla="*/ 2147483647 w 413"/>
              <a:gd name="T7" fmla="*/ 2147483647 h 715"/>
              <a:gd name="T8" fmla="*/ 2147483647 w 413"/>
              <a:gd name="T9" fmla="*/ 2147483647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3" h="715">
                <a:moveTo>
                  <a:pt x="413" y="570"/>
                </a:moveTo>
                <a:lnTo>
                  <a:pt x="9" y="0"/>
                </a:lnTo>
                <a:lnTo>
                  <a:pt x="0" y="604"/>
                </a:lnTo>
                <a:lnTo>
                  <a:pt x="397" y="715"/>
                </a:lnTo>
                <a:lnTo>
                  <a:pt x="413" y="57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1074" name="Group 347">
            <a:extLst>
              <a:ext uri="{FF2B5EF4-FFF2-40B4-BE49-F238E27FC236}">
                <a16:creationId xmlns:a16="http://schemas.microsoft.com/office/drawing/2014/main" id="{A41F7A83-C988-1D48-836B-C8A37A3B34A4}"/>
              </a:ext>
            </a:extLst>
          </p:cNvPr>
          <p:cNvGrpSpPr>
            <a:grpSpLocks/>
          </p:cNvGrpSpPr>
          <p:nvPr/>
        </p:nvGrpSpPr>
        <p:grpSpPr bwMode="auto">
          <a:xfrm>
            <a:off x="9104313" y="4918076"/>
            <a:ext cx="984250" cy="600075"/>
            <a:chOff x="1871277" y="1576300"/>
            <a:chExt cx="1128371" cy="437861"/>
          </a:xfrm>
        </p:grpSpPr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EB87D6D1-E378-F145-BB6A-8858035D50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2E6BEFF-3E14-BA47-8189-0281732A5763}"/>
                </a:ext>
              </a:extLst>
            </p:cNvPr>
            <p:cNvSpPr/>
            <p:nvPr/>
          </p:nvSpPr>
          <p:spPr bwMode="auto">
            <a:xfrm>
              <a:off x="1871277" y="1739629"/>
              <a:ext cx="1128371" cy="115836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995F2C7-D861-4847-AE37-9C86C2DC05C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</a:endParaRPr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33C38EC0-25F2-8248-B997-E6C481ED87E4}"/>
                </a:ext>
              </a:extLst>
            </p:cNvPr>
            <p:cNvSpPr/>
            <p:nvPr/>
          </p:nvSpPr>
          <p:spPr bwMode="auto">
            <a:xfrm>
              <a:off x="2158830" y="1673602"/>
              <a:ext cx="549626" cy="16101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587B9CF7-CF90-D242-AF00-BD8FE328D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2C68DF1D-0BAB-D848-924B-BC5B07A2E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D9433B4B-CB95-1C4B-913B-61D14561F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60331A34-318F-0744-B4F7-62548E40ADBB}"/>
                </a:ext>
              </a:extLst>
            </p:cNvPr>
            <p:cNvCxnSpPr>
              <a:cxnSpLocks noChangeShapeType="1"/>
              <a:endCxn id="148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15A6A19-FB63-0342-B4EC-EBC37C429A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1075" name="Footer Placeholder 2">
            <a:extLst>
              <a:ext uri="{FF2B5EF4-FFF2-40B4-BE49-F238E27FC236}">
                <a16:creationId xmlns:a16="http://schemas.microsoft.com/office/drawing/2014/main" id="{BC5E1A9C-569A-3F4C-82B2-CA5A7AC1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31076" name="Picture 193" descr="underline_base">
            <a:extLst>
              <a:ext uri="{FF2B5EF4-FFF2-40B4-BE49-F238E27FC236}">
                <a16:creationId xmlns:a16="http://schemas.microsoft.com/office/drawing/2014/main" id="{2AAED624-1A77-3347-B3F0-CFC76F832DA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76" y="795338"/>
            <a:ext cx="33702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7" name="Freeform 3">
            <a:extLst>
              <a:ext uri="{FF2B5EF4-FFF2-40B4-BE49-F238E27FC236}">
                <a16:creationId xmlns:a16="http://schemas.microsoft.com/office/drawing/2014/main" id="{C9855539-F144-6349-A2E3-060FDFF2BD90}"/>
              </a:ext>
            </a:extLst>
          </p:cNvPr>
          <p:cNvSpPr>
            <a:spLocks/>
          </p:cNvSpPr>
          <p:nvPr/>
        </p:nvSpPr>
        <p:spPr bwMode="auto">
          <a:xfrm>
            <a:off x="8653464" y="2246314"/>
            <a:ext cx="638175" cy="852487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1078" name="Group 180">
            <a:extLst>
              <a:ext uri="{FF2B5EF4-FFF2-40B4-BE49-F238E27FC236}">
                <a16:creationId xmlns:a16="http://schemas.microsoft.com/office/drawing/2014/main" id="{3EFD82EA-C058-EC4F-A325-AD0A2E21B8EB}"/>
              </a:ext>
            </a:extLst>
          </p:cNvPr>
          <p:cNvGrpSpPr>
            <a:grpSpLocks/>
          </p:cNvGrpSpPr>
          <p:nvPr/>
        </p:nvGrpSpPr>
        <p:grpSpPr bwMode="auto">
          <a:xfrm>
            <a:off x="8853488" y="2754313"/>
            <a:ext cx="1052512" cy="355600"/>
            <a:chOff x="4410" y="1365"/>
            <a:chExt cx="663" cy="224"/>
          </a:xfrm>
        </p:grpSpPr>
        <p:sp>
          <p:nvSpPr>
            <p:cNvPr id="131205" name="Rectangle 181">
              <a:extLst>
                <a:ext uri="{FF2B5EF4-FFF2-40B4-BE49-F238E27FC236}">
                  <a16:creationId xmlns:a16="http://schemas.microsoft.com/office/drawing/2014/main" id="{9B844936-C675-5F45-BE1D-4F8CB9A11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206" name="AutoShape 182">
              <a:extLst>
                <a:ext uri="{FF2B5EF4-FFF2-40B4-BE49-F238E27FC236}">
                  <a16:creationId xmlns:a16="http://schemas.microsoft.com/office/drawing/2014/main" id="{CB969EF3-E249-3A40-B3EC-5D2ACEC3E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207" name="Freeform 183">
              <a:extLst>
                <a:ext uri="{FF2B5EF4-FFF2-40B4-BE49-F238E27FC236}">
                  <a16:creationId xmlns:a16="http://schemas.microsoft.com/office/drawing/2014/main" id="{AA92F64A-42C6-3442-9BE0-42A2600F9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208" name="Freeform 184">
              <a:extLst>
                <a:ext uri="{FF2B5EF4-FFF2-40B4-BE49-F238E27FC236}">
                  <a16:creationId xmlns:a16="http://schemas.microsoft.com/office/drawing/2014/main" id="{EF5CC901-AD09-A54B-877E-D81DAE1A2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1801 h 63"/>
                <a:gd name="T2" fmla="*/ 147159 w 280"/>
                <a:gd name="T3" fmla="*/ 1752 h 63"/>
                <a:gd name="T4" fmla="*/ 868488 w 280"/>
                <a:gd name="T5" fmla="*/ 0 h 63"/>
                <a:gd name="T6" fmla="*/ 1108812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1209" name="Freeform 185">
              <a:extLst>
                <a:ext uri="{FF2B5EF4-FFF2-40B4-BE49-F238E27FC236}">
                  <a16:creationId xmlns:a16="http://schemas.microsoft.com/office/drawing/2014/main" id="{D88F6058-861A-6C47-9596-C18F897B8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31079" name="Freeform 2">
            <a:extLst>
              <a:ext uri="{FF2B5EF4-FFF2-40B4-BE49-F238E27FC236}">
                <a16:creationId xmlns:a16="http://schemas.microsoft.com/office/drawing/2014/main" id="{C834EAED-14E5-6144-BB64-C1AA431D79BE}"/>
              </a:ext>
            </a:extLst>
          </p:cNvPr>
          <p:cNvSpPr>
            <a:spLocks/>
          </p:cNvSpPr>
          <p:nvPr/>
        </p:nvSpPr>
        <p:spPr bwMode="auto">
          <a:xfrm>
            <a:off x="5341939" y="1447801"/>
            <a:ext cx="4048125" cy="3833813"/>
          </a:xfrm>
          <a:custGeom>
            <a:avLst/>
            <a:gdLst>
              <a:gd name="T0" fmla="*/ 2147483647 w 2550"/>
              <a:gd name="T1" fmla="*/ 0 h 2415"/>
              <a:gd name="T2" fmla="*/ 2147483647 w 2550"/>
              <a:gd name="T3" fmla="*/ 0 h 2415"/>
              <a:gd name="T4" fmla="*/ 2147483647 w 2550"/>
              <a:gd name="T5" fmla="*/ 2147483647 h 2415"/>
              <a:gd name="T6" fmla="*/ 0 w 2550"/>
              <a:gd name="T7" fmla="*/ 2147483647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0" name="Text Box 8">
            <a:extLst>
              <a:ext uri="{FF2B5EF4-FFF2-40B4-BE49-F238E27FC236}">
                <a16:creationId xmlns:a16="http://schemas.microsoft.com/office/drawing/2014/main" id="{88932BF1-1D0B-AA42-BF2D-FD91DD9E4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0214" y="22383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i="1">
                <a:solidFill>
                  <a:srgbClr val="000099"/>
                </a:solidFill>
              </a:rPr>
              <a:t>source</a:t>
            </a:r>
          </a:p>
        </p:txBody>
      </p:sp>
      <p:sp>
        <p:nvSpPr>
          <p:cNvPr id="131081" name="Freeform 10">
            <a:extLst>
              <a:ext uri="{FF2B5EF4-FFF2-40B4-BE49-F238E27FC236}">
                <a16:creationId xmlns:a16="http://schemas.microsoft.com/office/drawing/2014/main" id="{D8244E12-41FC-5049-865C-83EAB15406D8}"/>
              </a:ext>
            </a:extLst>
          </p:cNvPr>
          <p:cNvSpPr>
            <a:spLocks/>
          </p:cNvSpPr>
          <p:nvPr/>
        </p:nvSpPr>
        <p:spPr bwMode="auto">
          <a:xfrm>
            <a:off x="5392738" y="650876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2" name="Rectangle 23">
            <a:extLst>
              <a:ext uri="{FF2B5EF4-FFF2-40B4-BE49-F238E27FC236}">
                <a16:creationId xmlns:a16="http://schemas.microsoft.com/office/drawing/2014/main" id="{5AA92273-605D-3149-AA8E-DA64A6181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775" y="660401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31083" name="Rectangle 24">
            <a:extLst>
              <a:ext uri="{FF2B5EF4-FFF2-40B4-BE49-F238E27FC236}">
                <a16:creationId xmlns:a16="http://schemas.microsoft.com/office/drawing/2014/main" id="{01167B8C-8DAF-2E43-AD8D-40AFA0165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151" y="7318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31084" name="Line 25">
            <a:extLst>
              <a:ext uri="{FF2B5EF4-FFF2-40B4-BE49-F238E27FC236}">
                <a16:creationId xmlns:a16="http://schemas.microsoft.com/office/drawing/2014/main" id="{EBED44A6-C307-004D-8D82-3808383E5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1150" y="104933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085" name="Text Box 26">
            <a:extLst>
              <a:ext uri="{FF2B5EF4-FFF2-40B4-BE49-F238E27FC236}">
                <a16:creationId xmlns:a16="http://schemas.microsoft.com/office/drawing/2014/main" id="{FB6177F7-DDA5-BD40-ADB7-021920ECF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89" y="6985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800"/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link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physical</a:t>
            </a:r>
          </a:p>
        </p:txBody>
      </p:sp>
      <p:sp>
        <p:nvSpPr>
          <p:cNvPr id="131086" name="Line 27">
            <a:extLst>
              <a:ext uri="{FF2B5EF4-FFF2-40B4-BE49-F238E27FC236}">
                <a16:creationId xmlns:a16="http://schemas.microsoft.com/office/drawing/2014/main" id="{4079BF38-2713-C641-B054-3A248FCD25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088" y="137001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087" name="Line 28">
            <a:extLst>
              <a:ext uri="{FF2B5EF4-FFF2-40B4-BE49-F238E27FC236}">
                <a16:creationId xmlns:a16="http://schemas.microsoft.com/office/drawing/2014/main" id="{613AF77A-0E85-5E4A-9D6C-84E30D6ED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850" y="165100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088" name="Line 29">
            <a:extLst>
              <a:ext uri="{FF2B5EF4-FFF2-40B4-BE49-F238E27FC236}">
                <a16:creationId xmlns:a16="http://schemas.microsoft.com/office/drawing/2014/main" id="{622F26AE-F7A5-FE43-8A02-3BA1FCAE0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850" y="192722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9">
            <a:extLst>
              <a:ext uri="{FF2B5EF4-FFF2-40B4-BE49-F238E27FC236}">
                <a16:creationId xmlns:a16="http://schemas.microsoft.com/office/drawing/2014/main" id="{89380D76-1E1B-334F-99B5-A55783AC5C18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1368426"/>
            <a:ext cx="1208088" cy="303213"/>
            <a:chOff x="501" y="1990"/>
            <a:chExt cx="761" cy="191"/>
          </a:xfrm>
        </p:grpSpPr>
        <p:sp>
          <p:nvSpPr>
            <p:cNvPr id="131199" name="Rectangle 40">
              <a:extLst>
                <a:ext uri="{FF2B5EF4-FFF2-40B4-BE49-F238E27FC236}">
                  <a16:creationId xmlns:a16="http://schemas.microsoft.com/office/drawing/2014/main" id="{06DE55F5-68E9-E644-8D02-7AE107BFA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200" name="Rectangle 41">
              <a:extLst>
                <a:ext uri="{FF2B5EF4-FFF2-40B4-BE49-F238E27FC236}">
                  <a16:creationId xmlns:a16="http://schemas.microsoft.com/office/drawing/2014/main" id="{E86EB67D-3B37-A44E-9E8D-5F3C50D66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31201" name="Rectangle 42">
              <a:extLst>
                <a:ext uri="{FF2B5EF4-FFF2-40B4-BE49-F238E27FC236}">
                  <a16:creationId xmlns:a16="http://schemas.microsoft.com/office/drawing/2014/main" id="{545E4921-44A4-AB42-B657-04DF52193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31202" name="Rectangle 43">
              <a:extLst>
                <a:ext uri="{FF2B5EF4-FFF2-40B4-BE49-F238E27FC236}">
                  <a16:creationId xmlns:a16="http://schemas.microsoft.com/office/drawing/2014/main" id="{ADAA2A07-BFB2-9048-9629-47CC19F8F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31203" name="Line 44">
              <a:extLst>
                <a:ext uri="{FF2B5EF4-FFF2-40B4-BE49-F238E27FC236}">
                  <a16:creationId xmlns:a16="http://schemas.microsoft.com/office/drawing/2014/main" id="{106D536A-A40F-A04B-8B82-CC413F86A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204" name="Line 45">
              <a:extLst>
                <a:ext uri="{FF2B5EF4-FFF2-40B4-BE49-F238E27FC236}">
                  <a16:creationId xmlns:a16="http://schemas.microsoft.com/office/drawing/2014/main" id="{7C9F9098-4E16-974A-9ACC-46ECA4956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645" name="Text Box 5">
            <a:extLst>
              <a:ext uri="{FF2B5EF4-FFF2-40B4-BE49-F238E27FC236}">
                <a16:creationId xmlns:a16="http://schemas.microsoft.com/office/drawing/2014/main" id="{1ADE4C5A-B49B-3D45-BE0F-7B82BD367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996950"/>
            <a:ext cx="963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segment</a:t>
            </a:r>
          </a:p>
        </p:txBody>
      </p:sp>
      <p:grpSp>
        <p:nvGrpSpPr>
          <p:cNvPr id="6" name="Group 178">
            <a:extLst>
              <a:ext uri="{FF2B5EF4-FFF2-40B4-BE49-F238E27FC236}">
                <a16:creationId xmlns:a16="http://schemas.microsoft.com/office/drawing/2014/main" id="{964A3EB4-4FA0-6548-9455-BB95CE682981}"/>
              </a:ext>
            </a:extLst>
          </p:cNvPr>
          <p:cNvGrpSpPr>
            <a:grpSpLocks/>
          </p:cNvGrpSpPr>
          <p:nvPr/>
        </p:nvGrpSpPr>
        <p:grpSpPr bwMode="auto">
          <a:xfrm>
            <a:off x="3057526" y="1033463"/>
            <a:ext cx="301625" cy="292100"/>
            <a:chOff x="1962" y="2058"/>
            <a:chExt cx="190" cy="184"/>
          </a:xfrm>
        </p:grpSpPr>
        <p:sp>
          <p:nvSpPr>
            <p:cNvPr id="131197" name="Rectangle 47">
              <a:extLst>
                <a:ext uri="{FF2B5EF4-FFF2-40B4-BE49-F238E27FC236}">
                  <a16:creationId xmlns:a16="http://schemas.microsoft.com/office/drawing/2014/main" id="{A7649133-F286-FC4E-9FB6-FB05D57D5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98" name="Rectangle 48">
              <a:extLst>
                <a:ext uri="{FF2B5EF4-FFF2-40B4-BE49-F238E27FC236}">
                  <a16:creationId xmlns:a16="http://schemas.microsoft.com/office/drawing/2014/main" id="{2398D716-3573-5B47-AFE9-D3F93FA10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</p:grpSp>
      <p:sp>
        <p:nvSpPr>
          <p:cNvPr id="112644" name="Text Box 4">
            <a:extLst>
              <a:ext uri="{FF2B5EF4-FFF2-40B4-BE49-F238E27FC236}">
                <a16:creationId xmlns:a16="http://schemas.microsoft.com/office/drawing/2014/main" id="{A3F0110E-D269-484B-A441-A70C5CF9D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264" y="1336675"/>
            <a:ext cx="1042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datagram</a:t>
            </a:r>
          </a:p>
        </p:txBody>
      </p:sp>
      <p:sp>
        <p:nvSpPr>
          <p:cNvPr id="131093" name="Text Box 54">
            <a:extLst>
              <a:ext uri="{FF2B5EF4-FFF2-40B4-BE49-F238E27FC236}">
                <a16:creationId xmlns:a16="http://schemas.microsoft.com/office/drawing/2014/main" id="{A1E1513F-F301-0246-958E-FE2F6D133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4" y="4157664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i="1">
                <a:solidFill>
                  <a:srgbClr val="000099"/>
                </a:solidFill>
              </a:rPr>
              <a:t>destination</a:t>
            </a:r>
          </a:p>
        </p:txBody>
      </p:sp>
      <p:sp>
        <p:nvSpPr>
          <p:cNvPr id="131094" name="Freeform 56">
            <a:extLst>
              <a:ext uri="{FF2B5EF4-FFF2-40B4-BE49-F238E27FC236}">
                <a16:creationId xmlns:a16="http://schemas.microsoft.com/office/drawing/2014/main" id="{6F530F35-8634-C448-B35E-62EB2FDBCC97}"/>
              </a:ext>
            </a:extLst>
          </p:cNvPr>
          <p:cNvSpPr>
            <a:spLocks/>
          </p:cNvSpPr>
          <p:nvPr/>
        </p:nvSpPr>
        <p:spPr bwMode="auto">
          <a:xfrm>
            <a:off x="4503738" y="4540251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5" name="Rectangle 57">
            <a:extLst>
              <a:ext uri="{FF2B5EF4-FFF2-40B4-BE49-F238E27FC236}">
                <a16:creationId xmlns:a16="http://schemas.microsoft.com/office/drawing/2014/main" id="{93AD4E29-7DC0-104A-B89D-2F317087C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4546601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31096" name="Rectangle 58">
            <a:extLst>
              <a:ext uri="{FF2B5EF4-FFF2-40B4-BE49-F238E27FC236}">
                <a16:creationId xmlns:a16="http://schemas.microsoft.com/office/drawing/2014/main" id="{363E9D68-FEEE-2741-BCB9-C17568EC8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51" y="46180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31097" name="Line 59">
            <a:extLst>
              <a:ext uri="{FF2B5EF4-FFF2-40B4-BE49-F238E27FC236}">
                <a16:creationId xmlns:a16="http://schemas.microsoft.com/office/drawing/2014/main" id="{119E114C-78BC-1746-B729-3A11D4894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2150" y="493553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098" name="Text Box 60">
            <a:extLst>
              <a:ext uri="{FF2B5EF4-FFF2-40B4-BE49-F238E27FC236}">
                <a16:creationId xmlns:a16="http://schemas.microsoft.com/office/drawing/2014/main" id="{6CC01609-8A61-5443-B583-51935BE8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289" y="45847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800"/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link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physical</a:t>
            </a:r>
          </a:p>
        </p:txBody>
      </p:sp>
      <p:sp>
        <p:nvSpPr>
          <p:cNvPr id="131099" name="Line 61">
            <a:extLst>
              <a:ext uri="{FF2B5EF4-FFF2-40B4-BE49-F238E27FC236}">
                <a16:creationId xmlns:a16="http://schemas.microsoft.com/office/drawing/2014/main" id="{6A460977-F603-164D-B766-9EFAA957C9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0088" y="525621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0" name="Line 62">
            <a:extLst>
              <a:ext uri="{FF2B5EF4-FFF2-40B4-BE49-F238E27FC236}">
                <a16:creationId xmlns:a16="http://schemas.microsoft.com/office/drawing/2014/main" id="{37B94C47-47A2-E748-BBBF-AA991ABFB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4850" y="553720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1" name="Line 63">
            <a:extLst>
              <a:ext uri="{FF2B5EF4-FFF2-40B4-BE49-F238E27FC236}">
                <a16:creationId xmlns:a16="http://schemas.microsoft.com/office/drawing/2014/main" id="{9C332A8D-23BF-6443-8E0E-674AAF00A4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4850" y="581342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8AE968-8D57-AA4A-9F4E-2FF14257A3F1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610100"/>
            <a:ext cx="1479550" cy="1220788"/>
            <a:chOff x="152400" y="4610100"/>
            <a:chExt cx="1479550" cy="1220788"/>
          </a:xfrm>
        </p:grpSpPr>
        <p:grpSp>
          <p:nvGrpSpPr>
            <p:cNvPr id="131173" name="Group 64">
              <a:extLst>
                <a:ext uri="{FF2B5EF4-FFF2-40B4-BE49-F238E27FC236}">
                  <a16:creationId xmlns:a16="http://schemas.microsoft.com/office/drawing/2014/main" id="{2D7A6626-784B-D948-A058-3EB947560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00" y="5527675"/>
              <a:ext cx="1479550" cy="303213"/>
              <a:chOff x="332" y="2224"/>
              <a:chExt cx="932" cy="191"/>
            </a:xfrm>
          </p:grpSpPr>
          <p:sp>
            <p:nvSpPr>
              <p:cNvPr id="131189" name="Rectangle 65">
                <a:extLst>
                  <a:ext uri="{FF2B5EF4-FFF2-40B4-BE49-F238E27FC236}">
                    <a16:creationId xmlns:a16="http://schemas.microsoft.com/office/drawing/2014/main" id="{D88EF75F-460A-3840-BD92-767981530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" y="2241"/>
                <a:ext cx="840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90" name="Rectangle 66">
                <a:extLst>
                  <a:ext uri="{FF2B5EF4-FFF2-40B4-BE49-F238E27FC236}">
                    <a16:creationId xmlns:a16="http://schemas.microsoft.com/office/drawing/2014/main" id="{9372513A-591A-294A-9B04-EC183C2A9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6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  <p:sp>
            <p:nvSpPr>
              <p:cNvPr id="131191" name="Rectangle 67">
                <a:extLst>
                  <a:ext uri="{FF2B5EF4-FFF2-40B4-BE49-F238E27FC236}">
                    <a16:creationId xmlns:a16="http://schemas.microsoft.com/office/drawing/2014/main" id="{C83A5A77-5BFF-1548-8948-DA1DE9F31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n</a:t>
                </a:r>
              </a:p>
            </p:txBody>
          </p:sp>
          <p:sp>
            <p:nvSpPr>
              <p:cNvPr id="131192" name="Rectangle 68">
                <a:extLst>
                  <a:ext uri="{FF2B5EF4-FFF2-40B4-BE49-F238E27FC236}">
                    <a16:creationId xmlns:a16="http://schemas.microsoft.com/office/drawing/2014/main" id="{5E2764EC-11D9-004A-A074-56A8151A4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l</a:t>
                </a:r>
              </a:p>
            </p:txBody>
          </p:sp>
          <p:sp>
            <p:nvSpPr>
              <p:cNvPr id="131193" name="Rectangle 69">
                <a:extLst>
                  <a:ext uri="{FF2B5EF4-FFF2-40B4-BE49-F238E27FC236}">
                    <a16:creationId xmlns:a16="http://schemas.microsoft.com/office/drawing/2014/main" id="{69166848-898A-7047-AE53-92DD86893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" y="222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  <p:sp>
            <p:nvSpPr>
              <p:cNvPr id="131194" name="Line 70">
                <a:extLst>
                  <a:ext uri="{FF2B5EF4-FFF2-40B4-BE49-F238E27FC236}">
                    <a16:creationId xmlns:a16="http://schemas.microsoft.com/office/drawing/2014/main" id="{BFDA48A1-8955-3146-ABFB-AE350ED516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" y="2241"/>
                <a:ext cx="0" cy="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95" name="Line 71">
                <a:extLst>
                  <a:ext uri="{FF2B5EF4-FFF2-40B4-BE49-F238E27FC236}">
                    <a16:creationId xmlns:a16="http://schemas.microsoft.com/office/drawing/2014/main" id="{BA695CB1-084D-1444-9079-F35A0C24CB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" y="2247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96" name="Line 72">
                <a:extLst>
                  <a:ext uri="{FF2B5EF4-FFF2-40B4-BE49-F238E27FC236}">
                    <a16:creationId xmlns:a16="http://schemas.microsoft.com/office/drawing/2014/main" id="{2813C6C6-4A57-DD49-9B17-1E0B5EE1E4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" y="224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1174" name="Group 73">
              <a:extLst>
                <a:ext uri="{FF2B5EF4-FFF2-40B4-BE49-F238E27FC236}">
                  <a16:creationId xmlns:a16="http://schemas.microsoft.com/office/drawing/2014/main" id="{21071774-45B1-AE49-8C44-637537C26A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688" y="5229225"/>
              <a:ext cx="1208087" cy="303213"/>
              <a:chOff x="501" y="1990"/>
              <a:chExt cx="761" cy="191"/>
            </a:xfrm>
          </p:grpSpPr>
          <p:sp>
            <p:nvSpPr>
              <p:cNvPr id="131183" name="Rectangle 74">
                <a:extLst>
                  <a:ext uri="{FF2B5EF4-FFF2-40B4-BE49-F238E27FC236}">
                    <a16:creationId xmlns:a16="http://schemas.microsoft.com/office/drawing/2014/main" id="{234814DE-E36C-EE49-947A-8415124C8C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" y="2007"/>
                <a:ext cx="6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84" name="Rectangle 75">
                <a:extLst>
                  <a:ext uri="{FF2B5EF4-FFF2-40B4-BE49-F238E27FC236}">
                    <a16:creationId xmlns:a16="http://schemas.microsoft.com/office/drawing/2014/main" id="{4A1F30A4-F46B-F54B-8883-5AFAB6602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  <p:sp>
            <p:nvSpPr>
              <p:cNvPr id="131185" name="Rectangle 76">
                <a:extLst>
                  <a:ext uri="{FF2B5EF4-FFF2-40B4-BE49-F238E27FC236}">
                    <a16:creationId xmlns:a16="http://schemas.microsoft.com/office/drawing/2014/main" id="{4F5B2A13-5BD0-3648-8B47-BACEA0150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n</a:t>
                </a:r>
              </a:p>
            </p:txBody>
          </p:sp>
          <p:sp>
            <p:nvSpPr>
              <p:cNvPr id="131186" name="Rectangle 77">
                <a:extLst>
                  <a:ext uri="{FF2B5EF4-FFF2-40B4-BE49-F238E27FC236}">
                    <a16:creationId xmlns:a16="http://schemas.microsoft.com/office/drawing/2014/main" id="{0AFEB1CA-DFA0-5F40-A5EC-1F74B3219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1991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  <p:sp>
            <p:nvSpPr>
              <p:cNvPr id="131187" name="Line 78">
                <a:extLst>
                  <a:ext uri="{FF2B5EF4-FFF2-40B4-BE49-F238E27FC236}">
                    <a16:creationId xmlns:a16="http://schemas.microsoft.com/office/drawing/2014/main" id="{2095241B-2080-DC42-BC61-5901C138D4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8" y="2013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88" name="Line 79">
                <a:extLst>
                  <a:ext uri="{FF2B5EF4-FFF2-40B4-BE49-F238E27FC236}">
                    <a16:creationId xmlns:a16="http://schemas.microsoft.com/office/drawing/2014/main" id="{2648ACDC-49E6-0848-9352-6036F3AFC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0" y="2010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1175" name="Group 80">
              <a:extLst>
                <a:ext uri="{FF2B5EF4-FFF2-40B4-BE49-F238E27FC236}">
                  <a16:creationId xmlns:a16="http://schemas.microsoft.com/office/drawing/2014/main" id="{658516AD-9FC6-9545-B3B1-424BE088F5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900" y="4921250"/>
              <a:ext cx="890588" cy="303213"/>
              <a:chOff x="645" y="1734"/>
              <a:chExt cx="561" cy="191"/>
            </a:xfrm>
          </p:grpSpPr>
          <p:sp>
            <p:nvSpPr>
              <p:cNvPr id="131179" name="Rectangle 81">
                <a:extLst>
                  <a:ext uri="{FF2B5EF4-FFF2-40B4-BE49-F238E27FC236}">
                    <a16:creationId xmlns:a16="http://schemas.microsoft.com/office/drawing/2014/main" id="{8A752959-3502-314B-9734-6D0EF34F1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" y="1751"/>
                <a:ext cx="4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80" name="Rectangle 82">
                <a:extLst>
                  <a:ext uri="{FF2B5EF4-FFF2-40B4-BE49-F238E27FC236}">
                    <a16:creationId xmlns:a16="http://schemas.microsoft.com/office/drawing/2014/main" id="{5D3DD3F1-47C2-B042-9301-C836BCB15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" y="173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  <p:sp>
            <p:nvSpPr>
              <p:cNvPr id="131181" name="Rectangle 83">
                <a:extLst>
                  <a:ext uri="{FF2B5EF4-FFF2-40B4-BE49-F238E27FC236}">
                    <a16:creationId xmlns:a16="http://schemas.microsoft.com/office/drawing/2014/main" id="{F356DE10-9913-CD40-819B-DCB137531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8" y="173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  <p:sp>
            <p:nvSpPr>
              <p:cNvPr id="131182" name="Line 84">
                <a:extLst>
                  <a:ext uri="{FF2B5EF4-FFF2-40B4-BE49-F238E27FC236}">
                    <a16:creationId xmlns:a16="http://schemas.microsoft.com/office/drawing/2014/main" id="{F695CC2A-A99E-3442-AA0B-1A0FBDF30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4" y="175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1176" name="Group 85">
              <a:extLst>
                <a:ext uri="{FF2B5EF4-FFF2-40B4-BE49-F238E27FC236}">
                  <a16:creationId xmlns:a16="http://schemas.microsoft.com/office/drawing/2014/main" id="{AD94E596-BB62-DF4A-8425-1C4305C08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0275" y="4610100"/>
              <a:ext cx="679450" cy="301625"/>
              <a:chOff x="780" y="1553"/>
              <a:chExt cx="428" cy="190"/>
            </a:xfrm>
          </p:grpSpPr>
          <p:sp>
            <p:nvSpPr>
              <p:cNvPr id="131177" name="Rectangle 86">
                <a:extLst>
                  <a:ext uri="{FF2B5EF4-FFF2-40B4-BE49-F238E27FC236}">
                    <a16:creationId xmlns:a16="http://schemas.microsoft.com/office/drawing/2014/main" id="{978DA5D6-1631-D341-9ACA-1AAEFEAFE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78" name="Rectangle 87">
                <a:extLst>
                  <a:ext uri="{FF2B5EF4-FFF2-40B4-BE49-F238E27FC236}">
                    <a16:creationId xmlns:a16="http://schemas.microsoft.com/office/drawing/2014/main" id="{4C97A579-95C3-0940-8D57-619D15803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</p:grpSp>
      </p:grpSp>
      <p:grpSp>
        <p:nvGrpSpPr>
          <p:cNvPr id="131103" name="Group 88">
            <a:extLst>
              <a:ext uri="{FF2B5EF4-FFF2-40B4-BE49-F238E27FC236}">
                <a16:creationId xmlns:a16="http://schemas.microsoft.com/office/drawing/2014/main" id="{44CB3533-5606-3E4B-8989-1A209B150B0C}"/>
              </a:ext>
            </a:extLst>
          </p:cNvPr>
          <p:cNvGrpSpPr>
            <a:grpSpLocks/>
          </p:cNvGrpSpPr>
          <p:nvPr/>
        </p:nvGrpSpPr>
        <p:grpSpPr bwMode="auto">
          <a:xfrm>
            <a:off x="7178676" y="4164013"/>
            <a:ext cx="1387475" cy="1035050"/>
            <a:chOff x="3601" y="168"/>
            <a:chExt cx="874" cy="652"/>
          </a:xfrm>
        </p:grpSpPr>
        <p:sp>
          <p:nvSpPr>
            <p:cNvPr id="131168" name="Rectangle 89">
              <a:extLst>
                <a:ext uri="{FF2B5EF4-FFF2-40B4-BE49-F238E27FC236}">
                  <a16:creationId xmlns:a16="http://schemas.microsoft.com/office/drawing/2014/main" id="{DB505340-4077-0849-9F2D-4C249511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69" name="Rectangle 90">
              <a:extLst>
                <a:ext uri="{FF2B5EF4-FFF2-40B4-BE49-F238E27FC236}">
                  <a16:creationId xmlns:a16="http://schemas.microsoft.com/office/drawing/2014/main" id="{272540ED-B879-C247-9EB5-EBB233D50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70" name="Line 91">
              <a:extLst>
                <a:ext uri="{FF2B5EF4-FFF2-40B4-BE49-F238E27FC236}">
                  <a16:creationId xmlns:a16="http://schemas.microsoft.com/office/drawing/2014/main" id="{B5447167-4B61-0745-A83C-113BDED3A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71" name="Text Box 92">
              <a:extLst>
                <a:ext uri="{FF2B5EF4-FFF2-40B4-BE49-F238E27FC236}">
                  <a16:creationId xmlns:a16="http://schemas.microsoft.com/office/drawing/2014/main" id="{41D7C864-4D65-9F44-AEA5-B99C85FE5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800"/>
                <a:t>network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en-US" sz="1800"/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en-US" sz="1800"/>
                <a:t>physical</a:t>
              </a:r>
            </a:p>
          </p:txBody>
        </p:sp>
        <p:sp>
          <p:nvSpPr>
            <p:cNvPr id="131172" name="Line 93">
              <a:extLst>
                <a:ext uri="{FF2B5EF4-FFF2-40B4-BE49-F238E27FC236}">
                  <a16:creationId xmlns:a16="http://schemas.microsoft.com/office/drawing/2014/main" id="{CC09D42F-3D69-7241-B477-303417ADA1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1104" name="Group 94">
            <a:extLst>
              <a:ext uri="{FF2B5EF4-FFF2-40B4-BE49-F238E27FC236}">
                <a16:creationId xmlns:a16="http://schemas.microsoft.com/office/drawing/2014/main" id="{4D859783-81FB-3041-8415-4CB12DC2B745}"/>
              </a:ext>
            </a:extLst>
          </p:cNvPr>
          <p:cNvGrpSpPr>
            <a:grpSpLocks/>
          </p:cNvGrpSpPr>
          <p:nvPr/>
        </p:nvGrpSpPr>
        <p:grpSpPr bwMode="auto">
          <a:xfrm>
            <a:off x="7345364" y="2271714"/>
            <a:ext cx="1387475" cy="733425"/>
            <a:chOff x="4696" y="597"/>
            <a:chExt cx="874" cy="462"/>
          </a:xfrm>
        </p:grpSpPr>
        <p:sp>
          <p:nvSpPr>
            <p:cNvPr id="131164" name="Rectangle 95">
              <a:extLst>
                <a:ext uri="{FF2B5EF4-FFF2-40B4-BE49-F238E27FC236}">
                  <a16:creationId xmlns:a16="http://schemas.microsoft.com/office/drawing/2014/main" id="{8467872C-13AE-0A4D-ACE5-836192E33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65" name="Rectangle 96">
              <a:extLst>
                <a:ext uri="{FF2B5EF4-FFF2-40B4-BE49-F238E27FC236}">
                  <a16:creationId xmlns:a16="http://schemas.microsoft.com/office/drawing/2014/main" id="{109A4451-5799-9E4C-A4A6-140740B17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66" name="Line 97">
              <a:extLst>
                <a:ext uri="{FF2B5EF4-FFF2-40B4-BE49-F238E27FC236}">
                  <a16:creationId xmlns:a16="http://schemas.microsoft.com/office/drawing/2014/main" id="{3E4CAACD-75C7-634F-BD8C-0B0974E7F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67" name="Text Box 98">
              <a:extLst>
                <a:ext uri="{FF2B5EF4-FFF2-40B4-BE49-F238E27FC236}">
                  <a16:creationId xmlns:a16="http://schemas.microsoft.com/office/drawing/2014/main" id="{F41CE043-145C-984E-837F-891C8CC66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800"/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en-US" sz="1800"/>
                <a:t>physical</a:t>
              </a:r>
            </a:p>
          </p:txBody>
        </p:sp>
      </p:grpSp>
      <p:sp>
        <p:nvSpPr>
          <p:cNvPr id="131105" name="Freeform 114">
            <a:extLst>
              <a:ext uri="{FF2B5EF4-FFF2-40B4-BE49-F238E27FC236}">
                <a16:creationId xmlns:a16="http://schemas.microsoft.com/office/drawing/2014/main" id="{235C757C-1F2B-B54D-8768-0EAFC39790D2}"/>
              </a:ext>
            </a:extLst>
          </p:cNvPr>
          <p:cNvSpPr>
            <a:spLocks/>
          </p:cNvSpPr>
          <p:nvPr/>
        </p:nvSpPr>
        <p:spPr bwMode="auto">
          <a:xfrm>
            <a:off x="3352800" y="533400"/>
            <a:ext cx="5264150" cy="5494338"/>
          </a:xfrm>
          <a:custGeom>
            <a:avLst/>
            <a:gdLst>
              <a:gd name="T0" fmla="*/ 2147483647 w 3316"/>
              <a:gd name="T1" fmla="*/ 0 h 3461"/>
              <a:gd name="T2" fmla="*/ 2147483647 w 3316"/>
              <a:gd name="T3" fmla="*/ 2147483647 h 3461"/>
              <a:gd name="T4" fmla="*/ 2147483647 w 3316"/>
              <a:gd name="T5" fmla="*/ 2147483647 h 3461"/>
              <a:gd name="T6" fmla="*/ 2147483647 w 3316"/>
              <a:gd name="T7" fmla="*/ 2147483647 h 3461"/>
              <a:gd name="T8" fmla="*/ 2147483647 w 3316"/>
              <a:gd name="T9" fmla="*/ 2147483647 h 3461"/>
              <a:gd name="T10" fmla="*/ 2147483647 w 3316"/>
              <a:gd name="T11" fmla="*/ 2147483647 h 3461"/>
              <a:gd name="T12" fmla="*/ 2147483647 w 3316"/>
              <a:gd name="T13" fmla="*/ 2147483647 h 3461"/>
              <a:gd name="T14" fmla="*/ 2147483647 w 3316"/>
              <a:gd name="T15" fmla="*/ 2147483647 h 3461"/>
              <a:gd name="T16" fmla="*/ 2147483647 w 3316"/>
              <a:gd name="T17" fmla="*/ 2147483647 h 3461"/>
              <a:gd name="T18" fmla="*/ 2147483647 w 3316"/>
              <a:gd name="T19" fmla="*/ 2147483647 h 3461"/>
              <a:gd name="T20" fmla="*/ 2147483647 w 3316"/>
              <a:gd name="T21" fmla="*/ 2147483647 h 3461"/>
              <a:gd name="T22" fmla="*/ 0 w 3316"/>
              <a:gd name="T23" fmla="*/ 2147483647 h 3461"/>
              <a:gd name="T24" fmla="*/ 0 w 3316"/>
              <a:gd name="T25" fmla="*/ 2147483647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0B9CEB-76FF-CD48-ADAF-B4C2F58E5B94}"/>
              </a:ext>
            </a:extLst>
          </p:cNvPr>
          <p:cNvGrpSpPr>
            <a:grpSpLocks/>
          </p:cNvGrpSpPr>
          <p:nvPr/>
        </p:nvGrpSpPr>
        <p:grpSpPr bwMode="auto">
          <a:xfrm>
            <a:off x="5762625" y="4240213"/>
            <a:ext cx="1479550" cy="609600"/>
            <a:chOff x="4238625" y="4240213"/>
            <a:chExt cx="1479550" cy="609600"/>
          </a:xfrm>
        </p:grpSpPr>
        <p:grpSp>
          <p:nvGrpSpPr>
            <p:cNvPr id="131148" name="Group 115">
              <a:extLst>
                <a:ext uri="{FF2B5EF4-FFF2-40B4-BE49-F238E27FC236}">
                  <a16:creationId xmlns:a16="http://schemas.microsoft.com/office/drawing/2014/main" id="{C42515D4-C592-6547-9554-819E80EA3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8625" y="4546600"/>
              <a:ext cx="1479550" cy="303213"/>
              <a:chOff x="332" y="2224"/>
              <a:chExt cx="932" cy="191"/>
            </a:xfrm>
          </p:grpSpPr>
          <p:sp>
            <p:nvSpPr>
              <p:cNvPr id="131156" name="Rectangle 116">
                <a:extLst>
                  <a:ext uri="{FF2B5EF4-FFF2-40B4-BE49-F238E27FC236}">
                    <a16:creationId xmlns:a16="http://schemas.microsoft.com/office/drawing/2014/main" id="{395C10C7-6206-D645-BCF1-E5E67FFA6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" y="2241"/>
                <a:ext cx="840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57" name="Rectangle 117">
                <a:extLst>
                  <a:ext uri="{FF2B5EF4-FFF2-40B4-BE49-F238E27FC236}">
                    <a16:creationId xmlns:a16="http://schemas.microsoft.com/office/drawing/2014/main" id="{217A4B08-803C-764B-BBC5-8456421A9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6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  <p:sp>
            <p:nvSpPr>
              <p:cNvPr id="131158" name="Rectangle 118">
                <a:extLst>
                  <a:ext uri="{FF2B5EF4-FFF2-40B4-BE49-F238E27FC236}">
                    <a16:creationId xmlns:a16="http://schemas.microsoft.com/office/drawing/2014/main" id="{40345477-DBB6-964E-A123-E0B6BC291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n</a:t>
                </a:r>
              </a:p>
            </p:txBody>
          </p:sp>
          <p:sp>
            <p:nvSpPr>
              <p:cNvPr id="131159" name="Rectangle 119">
                <a:extLst>
                  <a:ext uri="{FF2B5EF4-FFF2-40B4-BE49-F238E27FC236}">
                    <a16:creationId xmlns:a16="http://schemas.microsoft.com/office/drawing/2014/main" id="{2FF05434-0AC3-7A44-A7CD-87C6D7332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l</a:t>
                </a:r>
              </a:p>
            </p:txBody>
          </p:sp>
          <p:sp>
            <p:nvSpPr>
              <p:cNvPr id="131160" name="Rectangle 120">
                <a:extLst>
                  <a:ext uri="{FF2B5EF4-FFF2-40B4-BE49-F238E27FC236}">
                    <a16:creationId xmlns:a16="http://schemas.microsoft.com/office/drawing/2014/main" id="{72FF4BA1-33DF-F044-A82B-0EEE83F8D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" y="222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  <p:sp>
            <p:nvSpPr>
              <p:cNvPr id="131161" name="Line 121">
                <a:extLst>
                  <a:ext uri="{FF2B5EF4-FFF2-40B4-BE49-F238E27FC236}">
                    <a16:creationId xmlns:a16="http://schemas.microsoft.com/office/drawing/2014/main" id="{0B5B5836-2B7B-3B41-A8E6-D1C625DB2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" y="2241"/>
                <a:ext cx="0" cy="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62" name="Line 122">
                <a:extLst>
                  <a:ext uri="{FF2B5EF4-FFF2-40B4-BE49-F238E27FC236}">
                    <a16:creationId xmlns:a16="http://schemas.microsoft.com/office/drawing/2014/main" id="{4558EF38-5F28-594D-85F4-4E7B66B92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" y="2247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63" name="Line 123">
                <a:extLst>
                  <a:ext uri="{FF2B5EF4-FFF2-40B4-BE49-F238E27FC236}">
                    <a16:creationId xmlns:a16="http://schemas.microsoft.com/office/drawing/2014/main" id="{BD558D67-7991-DE4D-9566-0C23C37196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" y="224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1149" name="Group 124">
              <a:extLst>
                <a:ext uri="{FF2B5EF4-FFF2-40B4-BE49-F238E27FC236}">
                  <a16:creationId xmlns:a16="http://schemas.microsoft.com/office/drawing/2014/main" id="{4A94F000-4875-5641-8164-180AA8065D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7388" y="4240213"/>
              <a:ext cx="1208087" cy="303212"/>
              <a:chOff x="501" y="1990"/>
              <a:chExt cx="761" cy="191"/>
            </a:xfrm>
          </p:grpSpPr>
          <p:sp>
            <p:nvSpPr>
              <p:cNvPr id="131150" name="Rectangle 125">
                <a:extLst>
                  <a:ext uri="{FF2B5EF4-FFF2-40B4-BE49-F238E27FC236}">
                    <a16:creationId xmlns:a16="http://schemas.microsoft.com/office/drawing/2014/main" id="{89C6556B-BBC0-9540-85E6-D73D3E35B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" y="2007"/>
                <a:ext cx="6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51" name="Rectangle 126">
                <a:extLst>
                  <a:ext uri="{FF2B5EF4-FFF2-40B4-BE49-F238E27FC236}">
                    <a16:creationId xmlns:a16="http://schemas.microsoft.com/office/drawing/2014/main" id="{57762EE2-07B5-0742-B154-1695458DE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  <p:sp>
            <p:nvSpPr>
              <p:cNvPr id="131152" name="Rectangle 127">
                <a:extLst>
                  <a:ext uri="{FF2B5EF4-FFF2-40B4-BE49-F238E27FC236}">
                    <a16:creationId xmlns:a16="http://schemas.microsoft.com/office/drawing/2014/main" id="{662743E1-47B4-904B-8AD2-0EA1BF4BB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n</a:t>
                </a:r>
              </a:p>
            </p:txBody>
          </p:sp>
          <p:sp>
            <p:nvSpPr>
              <p:cNvPr id="131153" name="Rectangle 128">
                <a:extLst>
                  <a:ext uri="{FF2B5EF4-FFF2-40B4-BE49-F238E27FC236}">
                    <a16:creationId xmlns:a16="http://schemas.microsoft.com/office/drawing/2014/main" id="{83C08083-77BA-D44D-9700-BE15CF4B0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1991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  <p:sp>
            <p:nvSpPr>
              <p:cNvPr id="131154" name="Line 129">
                <a:extLst>
                  <a:ext uri="{FF2B5EF4-FFF2-40B4-BE49-F238E27FC236}">
                    <a16:creationId xmlns:a16="http://schemas.microsoft.com/office/drawing/2014/main" id="{3F5756A0-02C0-714A-A29F-CC485DEF8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8" y="2013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55" name="Line 130">
                <a:extLst>
                  <a:ext uri="{FF2B5EF4-FFF2-40B4-BE49-F238E27FC236}">
                    <a16:creationId xmlns:a16="http://schemas.microsoft.com/office/drawing/2014/main" id="{FE2D51E2-8FCE-524E-91BC-066A483796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0" y="2010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5" name="Group 140">
            <a:extLst>
              <a:ext uri="{FF2B5EF4-FFF2-40B4-BE49-F238E27FC236}">
                <a16:creationId xmlns:a16="http://schemas.microsoft.com/office/drawing/2014/main" id="{48F6204B-566B-6747-B87A-D722BBD0BFFD}"/>
              </a:ext>
            </a:extLst>
          </p:cNvPr>
          <p:cNvGrpSpPr>
            <a:grpSpLocks/>
          </p:cNvGrpSpPr>
          <p:nvPr/>
        </p:nvGrpSpPr>
        <p:grpSpPr bwMode="auto">
          <a:xfrm>
            <a:off x="8793164" y="4606926"/>
            <a:ext cx="1208087" cy="303213"/>
            <a:chOff x="501" y="1990"/>
            <a:chExt cx="761" cy="191"/>
          </a:xfrm>
        </p:grpSpPr>
        <p:sp>
          <p:nvSpPr>
            <p:cNvPr id="131142" name="Rectangle 141">
              <a:extLst>
                <a:ext uri="{FF2B5EF4-FFF2-40B4-BE49-F238E27FC236}">
                  <a16:creationId xmlns:a16="http://schemas.microsoft.com/office/drawing/2014/main" id="{3E403671-37EC-A546-A02F-9269B2B52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43" name="Rectangle 142">
              <a:extLst>
                <a:ext uri="{FF2B5EF4-FFF2-40B4-BE49-F238E27FC236}">
                  <a16:creationId xmlns:a16="http://schemas.microsoft.com/office/drawing/2014/main" id="{34572036-8088-9E44-836E-FD24605F1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31144" name="Rectangle 143">
              <a:extLst>
                <a:ext uri="{FF2B5EF4-FFF2-40B4-BE49-F238E27FC236}">
                  <a16:creationId xmlns:a16="http://schemas.microsoft.com/office/drawing/2014/main" id="{1F247DAE-D5E8-8F4A-A585-2D57512E3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31145" name="Rectangle 144">
              <a:extLst>
                <a:ext uri="{FF2B5EF4-FFF2-40B4-BE49-F238E27FC236}">
                  <a16:creationId xmlns:a16="http://schemas.microsoft.com/office/drawing/2014/main" id="{85E48B8B-59B7-C647-BC2B-33A3E36F9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31146" name="Line 145">
              <a:extLst>
                <a:ext uri="{FF2B5EF4-FFF2-40B4-BE49-F238E27FC236}">
                  <a16:creationId xmlns:a16="http://schemas.microsoft.com/office/drawing/2014/main" id="{17D2BCCA-B923-8A40-A2BF-CCB23FF0F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47" name="Line 146">
              <a:extLst>
                <a:ext uri="{FF2B5EF4-FFF2-40B4-BE49-F238E27FC236}">
                  <a16:creationId xmlns:a16="http://schemas.microsoft.com/office/drawing/2014/main" id="{3C7DF486-2D61-E741-873D-65C5B2738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56">
            <a:extLst>
              <a:ext uri="{FF2B5EF4-FFF2-40B4-BE49-F238E27FC236}">
                <a16:creationId xmlns:a16="http://schemas.microsoft.com/office/drawing/2014/main" id="{05D8EC27-E2E4-0141-913C-52C04560B3E5}"/>
              </a:ext>
            </a:extLst>
          </p:cNvPr>
          <p:cNvGrpSpPr>
            <a:grpSpLocks/>
          </p:cNvGrpSpPr>
          <p:nvPr/>
        </p:nvGrpSpPr>
        <p:grpSpPr bwMode="auto">
          <a:xfrm>
            <a:off x="2462213" y="1665288"/>
            <a:ext cx="1479550" cy="303212"/>
            <a:chOff x="332" y="2224"/>
            <a:chExt cx="932" cy="191"/>
          </a:xfrm>
        </p:grpSpPr>
        <p:sp>
          <p:nvSpPr>
            <p:cNvPr id="131134" name="Rectangle 157">
              <a:extLst>
                <a:ext uri="{FF2B5EF4-FFF2-40B4-BE49-F238E27FC236}">
                  <a16:creationId xmlns:a16="http://schemas.microsoft.com/office/drawing/2014/main" id="{4E1C4F99-7558-0E4D-BA21-D3F78A472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35" name="Rectangle 158">
              <a:extLst>
                <a:ext uri="{FF2B5EF4-FFF2-40B4-BE49-F238E27FC236}">
                  <a16:creationId xmlns:a16="http://schemas.microsoft.com/office/drawing/2014/main" id="{5B077CA6-EAB0-4A49-9646-B83747A31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31136" name="Rectangle 159">
              <a:extLst>
                <a:ext uri="{FF2B5EF4-FFF2-40B4-BE49-F238E27FC236}">
                  <a16:creationId xmlns:a16="http://schemas.microsoft.com/office/drawing/2014/main" id="{355CD78B-BA3F-2443-8BFD-CA9FAF19F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31137" name="Rectangle 160">
              <a:extLst>
                <a:ext uri="{FF2B5EF4-FFF2-40B4-BE49-F238E27FC236}">
                  <a16:creationId xmlns:a16="http://schemas.microsoft.com/office/drawing/2014/main" id="{3BAADA41-9013-E84A-9169-776E66667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l</a:t>
              </a:r>
            </a:p>
          </p:txBody>
        </p:sp>
        <p:sp>
          <p:nvSpPr>
            <p:cNvPr id="131138" name="Rectangle 161">
              <a:extLst>
                <a:ext uri="{FF2B5EF4-FFF2-40B4-BE49-F238E27FC236}">
                  <a16:creationId xmlns:a16="http://schemas.microsoft.com/office/drawing/2014/main" id="{51DB970F-8FA2-8747-A879-CC630AFA9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31139" name="Line 162">
              <a:extLst>
                <a:ext uri="{FF2B5EF4-FFF2-40B4-BE49-F238E27FC236}">
                  <a16:creationId xmlns:a16="http://schemas.microsoft.com/office/drawing/2014/main" id="{351C4699-2416-EF46-B0A4-6A8B0D1FF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40" name="Line 163">
              <a:extLst>
                <a:ext uri="{FF2B5EF4-FFF2-40B4-BE49-F238E27FC236}">
                  <a16:creationId xmlns:a16="http://schemas.microsoft.com/office/drawing/2014/main" id="{49C2125F-5D45-BE4F-BC7F-379139775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41" name="Line 164">
              <a:extLst>
                <a:ext uri="{FF2B5EF4-FFF2-40B4-BE49-F238E27FC236}">
                  <a16:creationId xmlns:a16="http://schemas.microsoft.com/office/drawing/2014/main" id="{7248F6CF-B938-164B-9A9E-0DB1986FC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1109" name="Text Box 166">
            <a:extLst>
              <a:ext uri="{FF2B5EF4-FFF2-40B4-BE49-F238E27FC236}">
                <a16:creationId xmlns:a16="http://schemas.microsoft.com/office/drawing/2014/main" id="{5C799874-D77E-A84E-8338-2C8E841D6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5625" y="541178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router</a:t>
            </a:r>
          </a:p>
        </p:txBody>
      </p:sp>
      <p:sp>
        <p:nvSpPr>
          <p:cNvPr id="131110" name="Text Box 167">
            <a:extLst>
              <a:ext uri="{FF2B5EF4-FFF2-40B4-BE49-F238E27FC236}">
                <a16:creationId xmlns:a16="http://schemas.microsoft.com/office/drawing/2014/main" id="{771D16D2-47FF-2144-82D4-0F51DCBAA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9913" y="3098801"/>
            <a:ext cx="89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switch</a:t>
            </a:r>
          </a:p>
        </p:txBody>
      </p:sp>
      <p:sp>
        <p:nvSpPr>
          <p:cNvPr id="131111" name="Rectangle 168">
            <a:extLst>
              <a:ext uri="{FF2B5EF4-FFF2-40B4-BE49-F238E27FC236}">
                <a16:creationId xmlns:a16="http://schemas.microsoft.com/office/drawing/2014/main" id="{30283D0A-2ECC-D844-B611-A8B369DEB46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519864" y="0"/>
            <a:ext cx="3805237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Encapsulation</a:t>
            </a:r>
          </a:p>
        </p:txBody>
      </p:sp>
      <p:sp>
        <p:nvSpPr>
          <p:cNvPr id="112814" name="Text Box 174">
            <a:extLst>
              <a:ext uri="{FF2B5EF4-FFF2-40B4-BE49-F238E27FC236}">
                <a16:creationId xmlns:a16="http://schemas.microsoft.com/office/drawing/2014/main" id="{E49635D7-10A3-AF4A-AA88-1DE97DBDC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692150"/>
            <a:ext cx="1008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message</a:t>
            </a:r>
          </a:p>
        </p:txBody>
      </p:sp>
      <p:grpSp>
        <p:nvGrpSpPr>
          <p:cNvPr id="17" name="Group 175">
            <a:extLst>
              <a:ext uri="{FF2B5EF4-FFF2-40B4-BE49-F238E27FC236}">
                <a16:creationId xmlns:a16="http://schemas.microsoft.com/office/drawing/2014/main" id="{DDB111B9-312D-274B-848E-2657317A7455}"/>
              </a:ext>
            </a:extLst>
          </p:cNvPr>
          <p:cNvGrpSpPr>
            <a:grpSpLocks/>
          </p:cNvGrpSpPr>
          <p:nvPr/>
        </p:nvGrpSpPr>
        <p:grpSpPr bwMode="auto">
          <a:xfrm>
            <a:off x="3287713" y="719139"/>
            <a:ext cx="679450" cy="301625"/>
            <a:chOff x="780" y="1553"/>
            <a:chExt cx="428" cy="190"/>
          </a:xfrm>
        </p:grpSpPr>
        <p:sp>
          <p:nvSpPr>
            <p:cNvPr id="131132" name="Rectangle 176">
              <a:extLst>
                <a:ext uri="{FF2B5EF4-FFF2-40B4-BE49-F238E27FC236}">
                  <a16:creationId xmlns:a16="http://schemas.microsoft.com/office/drawing/2014/main" id="{2CD709DB-49AF-8548-982D-E0E33CDCD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33" name="Rectangle 177">
              <a:extLst>
                <a:ext uri="{FF2B5EF4-FFF2-40B4-BE49-F238E27FC236}">
                  <a16:creationId xmlns:a16="http://schemas.microsoft.com/office/drawing/2014/main" id="{CDEBCD86-7B63-BE4F-924E-F73D4AD00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</p:grpSp>
      <p:grpSp>
        <p:nvGrpSpPr>
          <p:cNvPr id="18" name="Group 185">
            <a:extLst>
              <a:ext uri="{FF2B5EF4-FFF2-40B4-BE49-F238E27FC236}">
                <a16:creationId xmlns:a16="http://schemas.microsoft.com/office/drawing/2014/main" id="{85FD5B86-DF2E-4D4A-ADDF-8078BAF5FA71}"/>
              </a:ext>
            </a:extLst>
          </p:cNvPr>
          <p:cNvGrpSpPr>
            <a:grpSpLocks/>
          </p:cNvGrpSpPr>
          <p:nvPr/>
        </p:nvGrpSpPr>
        <p:grpSpPr bwMode="auto">
          <a:xfrm>
            <a:off x="3052764" y="1039814"/>
            <a:ext cx="903287" cy="301625"/>
            <a:chOff x="1851" y="2046"/>
            <a:chExt cx="569" cy="190"/>
          </a:xfrm>
        </p:grpSpPr>
        <p:grpSp>
          <p:nvGrpSpPr>
            <p:cNvPr id="131126" name="Group 179">
              <a:extLst>
                <a:ext uri="{FF2B5EF4-FFF2-40B4-BE49-F238E27FC236}">
                  <a16:creationId xmlns:a16="http://schemas.microsoft.com/office/drawing/2014/main" id="{695ACBCF-8EAD-9840-BFEA-E280015864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131130" name="Rectangle 180">
                <a:extLst>
                  <a:ext uri="{FF2B5EF4-FFF2-40B4-BE49-F238E27FC236}">
                    <a16:creationId xmlns:a16="http://schemas.microsoft.com/office/drawing/2014/main" id="{428C7020-9B53-304D-9A19-B159FC8BF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31" name="Rectangle 181">
                <a:extLst>
                  <a:ext uri="{FF2B5EF4-FFF2-40B4-BE49-F238E27FC236}">
                    <a16:creationId xmlns:a16="http://schemas.microsoft.com/office/drawing/2014/main" id="{D523FE8E-C2AA-FD43-A7EB-6270ED3C8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</p:grpSp>
        <p:grpSp>
          <p:nvGrpSpPr>
            <p:cNvPr id="131127" name="Group 182">
              <a:extLst>
                <a:ext uri="{FF2B5EF4-FFF2-40B4-BE49-F238E27FC236}">
                  <a16:creationId xmlns:a16="http://schemas.microsoft.com/office/drawing/2014/main" id="{6276B018-679B-1248-A67F-87AF7435EB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31128" name="Rectangle 183">
                <a:extLst>
                  <a:ext uri="{FF2B5EF4-FFF2-40B4-BE49-F238E27FC236}">
                    <a16:creationId xmlns:a16="http://schemas.microsoft.com/office/drawing/2014/main" id="{6ACF4D09-EA41-9942-A5BE-5AC8BFFC7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1129" name="Rectangle 184">
                <a:extLst>
                  <a:ext uri="{FF2B5EF4-FFF2-40B4-BE49-F238E27FC236}">
                    <a16:creationId xmlns:a16="http://schemas.microsoft.com/office/drawing/2014/main" id="{6B5987C1-8995-7743-A8C0-D55AD579D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</p:grpSp>
      </p:grpSp>
      <p:grpSp>
        <p:nvGrpSpPr>
          <p:cNvPr id="21" name="Group 187">
            <a:extLst>
              <a:ext uri="{FF2B5EF4-FFF2-40B4-BE49-F238E27FC236}">
                <a16:creationId xmlns:a16="http://schemas.microsoft.com/office/drawing/2014/main" id="{32A68FDE-B643-AB4A-9ED0-D8687EFAA998}"/>
              </a:ext>
            </a:extLst>
          </p:cNvPr>
          <p:cNvGrpSpPr>
            <a:grpSpLocks/>
          </p:cNvGrpSpPr>
          <p:nvPr/>
        </p:nvGrpSpPr>
        <p:grpSpPr bwMode="auto">
          <a:xfrm>
            <a:off x="2759076" y="1363663"/>
            <a:ext cx="301625" cy="292100"/>
            <a:chOff x="1962" y="2058"/>
            <a:chExt cx="190" cy="184"/>
          </a:xfrm>
        </p:grpSpPr>
        <p:sp>
          <p:nvSpPr>
            <p:cNvPr id="131124" name="Rectangle 188">
              <a:extLst>
                <a:ext uri="{FF2B5EF4-FFF2-40B4-BE49-F238E27FC236}">
                  <a16:creationId xmlns:a16="http://schemas.microsoft.com/office/drawing/2014/main" id="{691E3894-7B7F-D745-BD37-AE72D176B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1125" name="Rectangle 189">
              <a:extLst>
                <a:ext uri="{FF2B5EF4-FFF2-40B4-BE49-F238E27FC236}">
                  <a16:creationId xmlns:a16="http://schemas.microsoft.com/office/drawing/2014/main" id="{BBB7CA7A-F8F9-D54C-A29C-D2D0ADD82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</p:grpSp>
      <p:sp>
        <p:nvSpPr>
          <p:cNvPr id="112647" name="Text Box 7">
            <a:extLst>
              <a:ext uri="{FF2B5EF4-FFF2-40B4-BE49-F238E27FC236}">
                <a16:creationId xmlns:a16="http://schemas.microsoft.com/office/drawing/2014/main" id="{2C2A5868-0E4E-B04C-87D5-CC5DE44CF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1163" y="1643063"/>
            <a:ext cx="704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frame</a:t>
            </a:r>
          </a:p>
        </p:txBody>
      </p:sp>
      <p:grpSp>
        <p:nvGrpSpPr>
          <p:cNvPr id="131117" name="Group 187">
            <a:extLst>
              <a:ext uri="{FF2B5EF4-FFF2-40B4-BE49-F238E27FC236}">
                <a16:creationId xmlns:a16="http://schemas.microsoft.com/office/drawing/2014/main" id="{EC9AB709-CA72-DB40-9535-6AE27EB2E23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02176" y="4970464"/>
            <a:ext cx="803275" cy="771525"/>
            <a:chOff x="-44" y="1473"/>
            <a:chExt cx="981" cy="1105"/>
          </a:xfrm>
        </p:grpSpPr>
        <p:pic>
          <p:nvPicPr>
            <p:cNvPr id="131122" name="Picture 188" descr="desktop_computer_stylized_medium">
              <a:extLst>
                <a:ext uri="{FF2B5EF4-FFF2-40B4-BE49-F238E27FC236}">
                  <a16:creationId xmlns:a16="http://schemas.microsoft.com/office/drawing/2014/main" id="{2BBDF13D-40A6-F643-8E3A-B923E78548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123" name="Freeform 189">
              <a:extLst>
                <a:ext uri="{FF2B5EF4-FFF2-40B4-BE49-F238E27FC236}">
                  <a16:creationId xmlns:a16="http://schemas.microsoft.com/office/drawing/2014/main" id="{60B121A5-D3FA-E446-AB42-BDC7B59BB6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31118" name="Group 190">
            <a:extLst>
              <a:ext uri="{FF2B5EF4-FFF2-40B4-BE49-F238E27FC236}">
                <a16:creationId xmlns:a16="http://schemas.microsoft.com/office/drawing/2014/main" id="{AD899AAE-A086-5745-81C4-A28103CF75F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64201" y="1087439"/>
            <a:ext cx="803275" cy="771525"/>
            <a:chOff x="-44" y="1473"/>
            <a:chExt cx="981" cy="1105"/>
          </a:xfrm>
        </p:grpSpPr>
        <p:pic>
          <p:nvPicPr>
            <p:cNvPr id="131120" name="Picture 191" descr="desktop_computer_stylized_medium">
              <a:extLst>
                <a:ext uri="{FF2B5EF4-FFF2-40B4-BE49-F238E27FC236}">
                  <a16:creationId xmlns:a16="http://schemas.microsoft.com/office/drawing/2014/main" id="{3F2A1B63-A0D9-294D-9146-25CDB6A31B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121" name="Freeform 192">
              <a:extLst>
                <a:ext uri="{FF2B5EF4-FFF2-40B4-BE49-F238E27FC236}">
                  <a16:creationId xmlns:a16="http://schemas.microsoft.com/office/drawing/2014/main" id="{8EB462CD-5FBB-2442-83B1-45E6165DBAD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31119" name="Slide Number Placeholder 3">
            <a:extLst>
              <a:ext uri="{FF2B5EF4-FFF2-40B4-BE49-F238E27FC236}">
                <a16:creationId xmlns:a16="http://schemas.microsoft.com/office/drawing/2014/main" id="{6D06A0DF-01DE-4B41-B560-C13BF5F5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842FD8F8-C9D4-594A-8AED-1C4BE74EC617}" type="slidenum">
              <a:rPr lang="en-US" altLang="en-US" sz="1200">
                <a:latin typeface="Tahoma" panose="020B0604030504040204" pitchFamily="34" charset="0"/>
              </a:rPr>
              <a:pPr/>
              <a:t>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0.0037 L -4.72222E-6 0.045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7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112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0.00926 L -3.05556E-6 0.0479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3.05556E-6 0.0421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3.05556E-6 0.13889 L 0.40295 0.13889 L 0.40295 0.09885 L 0.57152 0.10093 L 0.57152 0.57709 L 0.66371 0.50857 L 0.66371 0.42848 " pathEditMode="relative" rAng="0" ptsTypes="AAAAAAAA">
                                      <p:cBhvr>
                                        <p:cTn id="61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77" y="2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046 L 0.00156 -0.0481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45" grpId="1"/>
      <p:bldP spid="112644" grpId="0"/>
      <p:bldP spid="112644" grpId="1"/>
      <p:bldP spid="112814" grpId="0"/>
      <p:bldP spid="112647" grpId="0"/>
      <p:bldP spid="11264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41CE7E5A-81C6-844C-8B49-EA4F22E8D6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571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200"/>
              <a:t>Multiple Access Links and Protocols</a:t>
            </a:r>
            <a:endParaRPr lang="en-US">
              <a:cs typeface="+mj-cs"/>
            </a:endParaRP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C3886F9D-92D4-5140-B136-01EE5A5BC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054101"/>
            <a:ext cx="7772400" cy="32924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/>
              <a:t>Two types of </a:t>
            </a:r>
            <a:r>
              <a:rPr lang="ja-JP" altLang="en-US">
                <a:latin typeface="Arial" panose="020B0604020202020204" pitchFamily="34" charset="0"/>
              </a:rPr>
              <a:t>“</a:t>
            </a:r>
            <a:r>
              <a:rPr lang="en-US" altLang="ja-JP"/>
              <a:t>links</a:t>
            </a:r>
            <a:r>
              <a:rPr lang="ja-JP" altLang="en-US">
                <a:latin typeface="Arial" panose="020B0604020202020204" pitchFamily="34" charset="0"/>
              </a:rPr>
              <a:t>”</a:t>
            </a:r>
            <a:r>
              <a:rPr lang="en-US" altLang="ja-JP"/>
              <a:t>:</a:t>
            </a:r>
          </a:p>
          <a:p>
            <a:r>
              <a:rPr lang="en-US" altLang="en-US" sz="2400"/>
              <a:t>point-to-point</a:t>
            </a:r>
          </a:p>
          <a:p>
            <a:pPr lvl="1"/>
            <a:r>
              <a:rPr lang="en-US" altLang="en-US" sz="2000"/>
              <a:t>PPP for dial-up access</a:t>
            </a:r>
          </a:p>
          <a:p>
            <a:pPr lvl="1"/>
            <a:r>
              <a:rPr lang="en-US" altLang="en-US" sz="2000"/>
              <a:t>point-to-point link between Ethernet switch and host</a:t>
            </a:r>
          </a:p>
          <a:p>
            <a:r>
              <a:rPr lang="en-US" altLang="en-US" sz="2400">
                <a:solidFill>
                  <a:srgbClr val="FF0000"/>
                </a:solidFill>
              </a:rPr>
              <a:t>broadcast</a:t>
            </a:r>
            <a:r>
              <a:rPr lang="en-US" altLang="en-US" sz="2400"/>
              <a:t> (shared wire or medium)</a:t>
            </a:r>
          </a:p>
          <a:p>
            <a:pPr lvl="1"/>
            <a:r>
              <a:rPr lang="en-US" altLang="en-US" sz="2000"/>
              <a:t>old-fashioned Ethernet</a:t>
            </a:r>
          </a:p>
          <a:p>
            <a:pPr lvl="1"/>
            <a:r>
              <a:rPr lang="en-US" altLang="en-US" sz="2000"/>
              <a:t>upstream HFC</a:t>
            </a:r>
          </a:p>
          <a:p>
            <a:pPr lvl="1"/>
            <a:r>
              <a:rPr lang="en-US" altLang="en-US" sz="2000"/>
              <a:t>802.11 wireless LAN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</p:txBody>
      </p:sp>
      <p:sp>
        <p:nvSpPr>
          <p:cNvPr id="60419" name="Text Box 5">
            <a:extLst>
              <a:ext uri="{FF2B5EF4-FFF2-40B4-BE49-F238E27FC236}">
                <a16:creationId xmlns:a16="http://schemas.microsoft.com/office/drawing/2014/main" id="{B3C3ABF1-460C-D64C-96CE-8211DB327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3013" y="5883275"/>
            <a:ext cx="16722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shared wire (e.g.,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cabled Ethernet)</a:t>
            </a:r>
          </a:p>
        </p:txBody>
      </p:sp>
      <p:sp>
        <p:nvSpPr>
          <p:cNvPr id="60420" name="Text Box 6">
            <a:extLst>
              <a:ext uri="{FF2B5EF4-FFF2-40B4-BE49-F238E27FC236}">
                <a16:creationId xmlns:a16="http://schemas.microsoft.com/office/drawing/2014/main" id="{D6C021A2-CFBE-4241-9330-BD44AF485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0105" y="5897563"/>
            <a:ext cx="17331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shared RF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 (e.g., 802.11 WiFi)</a:t>
            </a:r>
          </a:p>
        </p:txBody>
      </p:sp>
      <p:sp>
        <p:nvSpPr>
          <p:cNvPr id="60421" name="Text Box 7">
            <a:extLst>
              <a:ext uri="{FF2B5EF4-FFF2-40B4-BE49-F238E27FC236}">
                <a16:creationId xmlns:a16="http://schemas.microsoft.com/office/drawing/2014/main" id="{38C6A2CC-8AB2-4245-8D23-EDE89411E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332" y="5957888"/>
            <a:ext cx="10631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shared RF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(satellite) </a:t>
            </a:r>
          </a:p>
        </p:txBody>
      </p:sp>
      <p:sp>
        <p:nvSpPr>
          <p:cNvPr id="60422" name="Text Box 8">
            <a:extLst>
              <a:ext uri="{FF2B5EF4-FFF2-40B4-BE49-F238E27FC236}">
                <a16:creationId xmlns:a16="http://schemas.microsoft.com/office/drawing/2014/main" id="{30D9BF4D-F143-354A-BF1E-150669D1B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5286" y="5667375"/>
            <a:ext cx="210185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humans at 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cocktail party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(shared air, acoustical)</a:t>
            </a:r>
          </a:p>
        </p:txBody>
      </p:sp>
      <p:graphicFrame>
        <p:nvGraphicFramePr>
          <p:cNvPr id="60423" name="Object 44">
            <a:extLst>
              <a:ext uri="{FF2B5EF4-FFF2-40B4-BE49-F238E27FC236}">
                <a16:creationId xmlns:a16="http://schemas.microsoft.com/office/drawing/2014/main" id="{EDA2C9AB-8132-7E43-87D9-6DBC95CE56E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506664" y="5314951"/>
          <a:ext cx="4397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462500" imgH="14478000" progId="MS_ClipArt_Gallery.2">
                  <p:embed/>
                </p:oleObj>
              </mc:Choice>
              <mc:Fallback>
                <p:oleObj name="Clip" r:id="rId3" imgW="17462500" imgH="14478000" progId="MS_ClipArt_Gallery.2">
                  <p:embed/>
                  <p:pic>
                    <p:nvPicPr>
                      <p:cNvPr id="60423" name="Object 44">
                        <a:extLst>
                          <a:ext uri="{FF2B5EF4-FFF2-40B4-BE49-F238E27FC236}">
                            <a16:creationId xmlns:a16="http://schemas.microsoft.com/office/drawing/2014/main" id="{EDA2C9AB-8132-7E43-87D9-6DBC95CE5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4" y="5314951"/>
                        <a:ext cx="4397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45">
            <a:extLst>
              <a:ext uri="{FF2B5EF4-FFF2-40B4-BE49-F238E27FC236}">
                <a16:creationId xmlns:a16="http://schemas.microsoft.com/office/drawing/2014/main" id="{66AC037F-D003-C647-B4C3-6CC033A636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2239" y="4930776"/>
          <a:ext cx="4397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7462500" imgH="14478000" progId="MS_ClipArt_Gallery.2">
                  <p:embed/>
                </p:oleObj>
              </mc:Choice>
              <mc:Fallback>
                <p:oleObj name="Clip" r:id="rId5" imgW="17462500" imgH="14478000" progId="MS_ClipArt_Gallery.2">
                  <p:embed/>
                  <p:pic>
                    <p:nvPicPr>
                      <p:cNvPr id="60424" name="Object 45">
                        <a:extLst>
                          <a:ext uri="{FF2B5EF4-FFF2-40B4-BE49-F238E27FC236}">
                            <a16:creationId xmlns:a16="http://schemas.microsoft.com/office/drawing/2014/main" id="{66AC037F-D003-C647-B4C3-6CC033A636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9" y="4930776"/>
                        <a:ext cx="4397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5" name="Object 46">
            <a:extLst>
              <a:ext uri="{FF2B5EF4-FFF2-40B4-BE49-F238E27FC236}">
                <a16:creationId xmlns:a16="http://schemas.microsoft.com/office/drawing/2014/main" id="{00C2BD76-B905-2A40-9978-31FA66C8DE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5675" y="4826001"/>
          <a:ext cx="43973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17462500" imgH="14478000" progId="MS_ClipArt_Gallery.2">
                  <p:embed/>
                </p:oleObj>
              </mc:Choice>
              <mc:Fallback>
                <p:oleObj name="Clip" r:id="rId6" imgW="17462500" imgH="14478000" progId="MS_ClipArt_Gallery.2">
                  <p:embed/>
                  <p:pic>
                    <p:nvPicPr>
                      <p:cNvPr id="60425" name="Object 46">
                        <a:extLst>
                          <a:ext uri="{FF2B5EF4-FFF2-40B4-BE49-F238E27FC236}">
                            <a16:creationId xmlns:a16="http://schemas.microsoft.com/office/drawing/2014/main" id="{00C2BD76-B905-2A40-9978-31FA66C8D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4826001"/>
                        <a:ext cx="43973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47">
            <a:extLst>
              <a:ext uri="{FF2B5EF4-FFF2-40B4-BE49-F238E27FC236}">
                <a16:creationId xmlns:a16="http://schemas.microsoft.com/office/drawing/2014/main" id="{60E791E2-D245-B14B-A514-8B11D2A01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6289" y="5295901"/>
          <a:ext cx="4397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17462500" imgH="14478000" progId="MS_ClipArt_Gallery.2">
                  <p:embed/>
                </p:oleObj>
              </mc:Choice>
              <mc:Fallback>
                <p:oleObj name="Clip" r:id="rId7" imgW="17462500" imgH="14478000" progId="MS_ClipArt_Gallery.2">
                  <p:embed/>
                  <p:pic>
                    <p:nvPicPr>
                      <p:cNvPr id="60426" name="Object 47">
                        <a:extLst>
                          <a:ext uri="{FF2B5EF4-FFF2-40B4-BE49-F238E27FC236}">
                            <a16:creationId xmlns:a16="http://schemas.microsoft.com/office/drawing/2014/main" id="{60E791E2-D245-B14B-A514-8B11D2A01D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9" y="5295901"/>
                        <a:ext cx="4397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27" name="Group 48">
            <a:extLst>
              <a:ext uri="{FF2B5EF4-FFF2-40B4-BE49-F238E27FC236}">
                <a16:creationId xmlns:a16="http://schemas.microsoft.com/office/drawing/2014/main" id="{21EBDFDC-63D4-004E-977E-4261C009CD91}"/>
              </a:ext>
            </a:extLst>
          </p:cNvPr>
          <p:cNvGrpSpPr>
            <a:grpSpLocks/>
          </p:cNvGrpSpPr>
          <p:nvPr/>
        </p:nvGrpSpPr>
        <p:grpSpPr bwMode="auto">
          <a:xfrm>
            <a:off x="5500688" y="5238751"/>
            <a:ext cx="273050" cy="341313"/>
            <a:chOff x="2870" y="1518"/>
            <a:chExt cx="292" cy="320"/>
          </a:xfrm>
        </p:grpSpPr>
        <p:graphicFrame>
          <p:nvGraphicFramePr>
            <p:cNvPr id="60514" name="Object 49">
              <a:extLst>
                <a:ext uri="{FF2B5EF4-FFF2-40B4-BE49-F238E27FC236}">
                  <a16:creationId xmlns:a16="http://schemas.microsoft.com/office/drawing/2014/main" id="{201A645B-D7DD-724F-AD0A-E42DE0C433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8" imgW="11137900" imgH="11315700" progId="MS_ClipArt_Gallery.2">
                    <p:embed/>
                  </p:oleObj>
                </mc:Choice>
                <mc:Fallback>
                  <p:oleObj name="Clip" r:id="rId8" imgW="11137900" imgH="11315700" progId="MS_ClipArt_Gallery.2">
                    <p:embed/>
                    <p:pic>
                      <p:nvPicPr>
                        <p:cNvPr id="60514" name="Object 49">
                          <a:extLst>
                            <a:ext uri="{FF2B5EF4-FFF2-40B4-BE49-F238E27FC236}">
                              <a16:creationId xmlns:a16="http://schemas.microsoft.com/office/drawing/2014/main" id="{201A645B-D7DD-724F-AD0A-E42DE0C433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515" name="Object 50">
              <a:extLst>
                <a:ext uri="{FF2B5EF4-FFF2-40B4-BE49-F238E27FC236}">
                  <a16:creationId xmlns:a16="http://schemas.microsoft.com/office/drawing/2014/main" id="{AB10E118-1429-BE46-B964-B0992BB3A8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0" imgW="17005300" imgH="16078200" progId="MS_ClipArt_Gallery.2">
                    <p:embed/>
                  </p:oleObj>
                </mc:Choice>
                <mc:Fallback>
                  <p:oleObj name="Clip" r:id="rId10" imgW="17005300" imgH="16078200" progId="MS_ClipArt_Gallery.2">
                    <p:embed/>
                    <p:pic>
                      <p:nvPicPr>
                        <p:cNvPr id="60515" name="Object 50">
                          <a:extLst>
                            <a:ext uri="{FF2B5EF4-FFF2-40B4-BE49-F238E27FC236}">
                              <a16:creationId xmlns:a16="http://schemas.microsoft.com/office/drawing/2014/main" id="{AB10E118-1429-BE46-B964-B0992BB3A8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28" name="Group 51">
            <a:extLst>
              <a:ext uri="{FF2B5EF4-FFF2-40B4-BE49-F238E27FC236}">
                <a16:creationId xmlns:a16="http://schemas.microsoft.com/office/drawing/2014/main" id="{412A86F9-743C-5A48-8388-BFD8215CB8F9}"/>
              </a:ext>
            </a:extLst>
          </p:cNvPr>
          <p:cNvGrpSpPr>
            <a:grpSpLocks/>
          </p:cNvGrpSpPr>
          <p:nvPr/>
        </p:nvGrpSpPr>
        <p:grpSpPr bwMode="auto">
          <a:xfrm>
            <a:off x="5243513" y="5575301"/>
            <a:ext cx="349250" cy="322263"/>
            <a:chOff x="2870" y="1518"/>
            <a:chExt cx="292" cy="320"/>
          </a:xfrm>
        </p:grpSpPr>
        <p:graphicFrame>
          <p:nvGraphicFramePr>
            <p:cNvPr id="60512" name="Object 52">
              <a:extLst>
                <a:ext uri="{FF2B5EF4-FFF2-40B4-BE49-F238E27FC236}">
                  <a16:creationId xmlns:a16="http://schemas.microsoft.com/office/drawing/2014/main" id="{11A601D5-9C7B-E14D-AF42-7888EAE3AA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2" imgW="11137900" imgH="11315700" progId="MS_ClipArt_Gallery.2">
                    <p:embed/>
                  </p:oleObj>
                </mc:Choice>
                <mc:Fallback>
                  <p:oleObj name="Clip" r:id="rId12" imgW="11137900" imgH="11315700" progId="MS_ClipArt_Gallery.2">
                    <p:embed/>
                    <p:pic>
                      <p:nvPicPr>
                        <p:cNvPr id="60512" name="Object 52">
                          <a:extLst>
                            <a:ext uri="{FF2B5EF4-FFF2-40B4-BE49-F238E27FC236}">
                              <a16:creationId xmlns:a16="http://schemas.microsoft.com/office/drawing/2014/main" id="{11A601D5-9C7B-E14D-AF42-7888EAE3AA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513" name="Object 53">
              <a:extLst>
                <a:ext uri="{FF2B5EF4-FFF2-40B4-BE49-F238E27FC236}">
                  <a16:creationId xmlns:a16="http://schemas.microsoft.com/office/drawing/2014/main" id="{6C6FD6E6-42B9-704D-B426-81C5725064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3" imgW="17005300" imgH="16078200" progId="MS_ClipArt_Gallery.2">
                    <p:embed/>
                  </p:oleObj>
                </mc:Choice>
                <mc:Fallback>
                  <p:oleObj name="Clip" r:id="rId13" imgW="17005300" imgH="16078200" progId="MS_ClipArt_Gallery.2">
                    <p:embed/>
                    <p:pic>
                      <p:nvPicPr>
                        <p:cNvPr id="60513" name="Object 53">
                          <a:extLst>
                            <a:ext uri="{FF2B5EF4-FFF2-40B4-BE49-F238E27FC236}">
                              <a16:creationId xmlns:a16="http://schemas.microsoft.com/office/drawing/2014/main" id="{6C6FD6E6-42B9-704D-B426-81C5725064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429" name="Line 173">
            <a:extLst>
              <a:ext uri="{FF2B5EF4-FFF2-40B4-BE49-F238E27FC236}">
                <a16:creationId xmlns:a16="http://schemas.microsoft.com/office/drawing/2014/main" id="{E8AE725A-239C-4E4B-9C81-D88C472522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68639" y="4667250"/>
            <a:ext cx="466725" cy="890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0" name="Line 174">
            <a:extLst>
              <a:ext uri="{FF2B5EF4-FFF2-40B4-BE49-F238E27FC236}">
                <a16:creationId xmlns:a16="http://schemas.microsoft.com/office/drawing/2014/main" id="{D92B6D2F-1B8E-5141-AC3B-C0567FCD6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1175" y="5138739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1" name="Line 175">
            <a:extLst>
              <a:ext uri="{FF2B5EF4-FFF2-40B4-BE49-F238E27FC236}">
                <a16:creationId xmlns:a16="http://schemas.microsoft.com/office/drawing/2014/main" id="{BF6CA9F9-E78E-6045-B2C8-7DAAACFF4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5475289"/>
            <a:ext cx="1905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2" name="Line 176">
            <a:extLst>
              <a:ext uri="{FF2B5EF4-FFF2-40B4-BE49-F238E27FC236}">
                <a16:creationId xmlns:a16="http://schemas.microsoft.com/office/drawing/2014/main" id="{D99426D4-4B2A-854E-A1BD-7DF52A1596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0738" y="4999039"/>
            <a:ext cx="177800" cy="7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3" name="Group 180">
            <a:extLst>
              <a:ext uri="{FF2B5EF4-FFF2-40B4-BE49-F238E27FC236}">
                <a16:creationId xmlns:a16="http://schemas.microsoft.com/office/drawing/2014/main" id="{2706B848-8E6E-DE44-B5D2-7C0941052270}"/>
              </a:ext>
            </a:extLst>
          </p:cNvPr>
          <p:cNvGrpSpPr>
            <a:grpSpLocks/>
          </p:cNvGrpSpPr>
          <p:nvPr/>
        </p:nvGrpSpPr>
        <p:grpSpPr bwMode="auto">
          <a:xfrm>
            <a:off x="5122863" y="5027613"/>
            <a:ext cx="290512" cy="404812"/>
            <a:chOff x="2556" y="2689"/>
            <a:chExt cx="183" cy="255"/>
          </a:xfrm>
        </p:grpSpPr>
        <p:pic>
          <p:nvPicPr>
            <p:cNvPr id="60495" name="Picture 181" descr="31u_bnrz[1]">
              <a:extLst>
                <a:ext uri="{FF2B5EF4-FFF2-40B4-BE49-F238E27FC236}">
                  <a16:creationId xmlns:a16="http://schemas.microsoft.com/office/drawing/2014/main" id="{096370AC-3937-4F43-A945-F8BFF132E4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9" y="2770"/>
              <a:ext cx="1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96" name="Freeform 182">
              <a:extLst>
                <a:ext uri="{FF2B5EF4-FFF2-40B4-BE49-F238E27FC236}">
                  <a16:creationId xmlns:a16="http://schemas.microsoft.com/office/drawing/2014/main" id="{A3B17595-2797-7249-ADED-1EFC65193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2702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97" name="Freeform 183">
              <a:extLst>
                <a:ext uri="{FF2B5EF4-FFF2-40B4-BE49-F238E27FC236}">
                  <a16:creationId xmlns:a16="http://schemas.microsoft.com/office/drawing/2014/main" id="{7C314D16-08ED-0443-806E-0EC0291C2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2701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98" name="Freeform 184">
              <a:extLst>
                <a:ext uri="{FF2B5EF4-FFF2-40B4-BE49-F238E27FC236}">
                  <a16:creationId xmlns:a16="http://schemas.microsoft.com/office/drawing/2014/main" id="{860B9BC1-4277-1F41-98C8-C3E9EEEBC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2694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99" name="Freeform 185">
              <a:extLst>
                <a:ext uri="{FF2B5EF4-FFF2-40B4-BE49-F238E27FC236}">
                  <a16:creationId xmlns:a16="http://schemas.microsoft.com/office/drawing/2014/main" id="{1A762C7F-8FCC-1647-B74B-ABF981E39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2692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00" name="Freeform 186">
              <a:extLst>
                <a:ext uri="{FF2B5EF4-FFF2-40B4-BE49-F238E27FC236}">
                  <a16:creationId xmlns:a16="http://schemas.microsoft.com/office/drawing/2014/main" id="{B3B81B72-F78A-B541-BFA4-2CCEEBD78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4" y="2712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01" name="Freeform 187">
              <a:extLst>
                <a:ext uri="{FF2B5EF4-FFF2-40B4-BE49-F238E27FC236}">
                  <a16:creationId xmlns:a16="http://schemas.microsoft.com/office/drawing/2014/main" id="{7257AC81-FFCC-074C-92BC-2972658A5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2689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02" name="Freeform 188">
              <a:extLst>
                <a:ext uri="{FF2B5EF4-FFF2-40B4-BE49-F238E27FC236}">
                  <a16:creationId xmlns:a16="http://schemas.microsoft.com/office/drawing/2014/main" id="{D1601A7D-8D6D-D24F-A3D7-6E2E9FEAF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3" y="2750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03" name="Freeform 189">
              <a:extLst>
                <a:ext uri="{FF2B5EF4-FFF2-40B4-BE49-F238E27FC236}">
                  <a16:creationId xmlns:a16="http://schemas.microsoft.com/office/drawing/2014/main" id="{E89C48DF-8BD2-304B-A516-AC9419286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733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04" name="Freeform 190">
              <a:extLst>
                <a:ext uri="{FF2B5EF4-FFF2-40B4-BE49-F238E27FC236}">
                  <a16:creationId xmlns:a16="http://schemas.microsoft.com/office/drawing/2014/main" id="{46BFF3A6-D1B7-A346-85D4-C02E11C78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2722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05" name="Freeform 191">
              <a:extLst>
                <a:ext uri="{FF2B5EF4-FFF2-40B4-BE49-F238E27FC236}">
                  <a16:creationId xmlns:a16="http://schemas.microsoft.com/office/drawing/2014/main" id="{5D2993DE-2125-4F40-BDAA-63ADDAF3B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714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06" name="Freeform 192">
              <a:extLst>
                <a:ext uri="{FF2B5EF4-FFF2-40B4-BE49-F238E27FC236}">
                  <a16:creationId xmlns:a16="http://schemas.microsoft.com/office/drawing/2014/main" id="{C9A8BBF5-8A69-7641-A543-75EAAF39B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2704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07" name="Freeform 193">
              <a:extLst>
                <a:ext uri="{FF2B5EF4-FFF2-40B4-BE49-F238E27FC236}">
                  <a16:creationId xmlns:a16="http://schemas.microsoft.com/office/drawing/2014/main" id="{8A8553FC-D318-8E46-8995-43998FE9F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704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08" name="Freeform 194">
              <a:extLst>
                <a:ext uri="{FF2B5EF4-FFF2-40B4-BE49-F238E27FC236}">
                  <a16:creationId xmlns:a16="http://schemas.microsoft.com/office/drawing/2014/main" id="{B90D35EF-0197-B54D-BE22-FBE7F5954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697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09" name="Freeform 195">
              <a:extLst>
                <a:ext uri="{FF2B5EF4-FFF2-40B4-BE49-F238E27FC236}">
                  <a16:creationId xmlns:a16="http://schemas.microsoft.com/office/drawing/2014/main" id="{DF355CC0-EECA-6A4E-B30E-8410C8B48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2695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10" name="Freeform 196">
              <a:extLst>
                <a:ext uri="{FF2B5EF4-FFF2-40B4-BE49-F238E27FC236}">
                  <a16:creationId xmlns:a16="http://schemas.microsoft.com/office/drawing/2014/main" id="{8379241B-5977-A448-BAB2-C57FA8E42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2718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11" name="Freeform 197">
              <a:extLst>
                <a:ext uri="{FF2B5EF4-FFF2-40B4-BE49-F238E27FC236}">
                  <a16:creationId xmlns:a16="http://schemas.microsoft.com/office/drawing/2014/main" id="{F48521D5-4858-2F47-8D5A-1CA4E2C07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2692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434" name="Group 327">
            <a:extLst>
              <a:ext uri="{FF2B5EF4-FFF2-40B4-BE49-F238E27FC236}">
                <a16:creationId xmlns:a16="http://schemas.microsoft.com/office/drawing/2014/main" id="{FEC8933C-09DB-364B-AB10-BF8E7461BACC}"/>
              </a:ext>
            </a:extLst>
          </p:cNvPr>
          <p:cNvGrpSpPr>
            <a:grpSpLocks/>
          </p:cNvGrpSpPr>
          <p:nvPr/>
        </p:nvGrpSpPr>
        <p:grpSpPr bwMode="auto">
          <a:xfrm>
            <a:off x="4673600" y="4864101"/>
            <a:ext cx="273050" cy="341313"/>
            <a:chOff x="2870" y="1518"/>
            <a:chExt cx="292" cy="320"/>
          </a:xfrm>
        </p:grpSpPr>
        <p:graphicFrame>
          <p:nvGraphicFramePr>
            <p:cNvPr id="60493" name="Object 328">
              <a:extLst>
                <a:ext uri="{FF2B5EF4-FFF2-40B4-BE49-F238E27FC236}">
                  <a16:creationId xmlns:a16="http://schemas.microsoft.com/office/drawing/2014/main" id="{020752B3-3E18-9045-8B46-0B2309D013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5" imgW="11137900" imgH="11315700" progId="MS_ClipArt_Gallery.2">
                    <p:embed/>
                  </p:oleObj>
                </mc:Choice>
                <mc:Fallback>
                  <p:oleObj name="Clip" r:id="rId15" imgW="11137900" imgH="11315700" progId="MS_ClipArt_Gallery.2">
                    <p:embed/>
                    <p:pic>
                      <p:nvPicPr>
                        <p:cNvPr id="60493" name="Object 328">
                          <a:extLst>
                            <a:ext uri="{FF2B5EF4-FFF2-40B4-BE49-F238E27FC236}">
                              <a16:creationId xmlns:a16="http://schemas.microsoft.com/office/drawing/2014/main" id="{020752B3-3E18-9045-8B46-0B2309D013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94" name="Object 329">
              <a:extLst>
                <a:ext uri="{FF2B5EF4-FFF2-40B4-BE49-F238E27FC236}">
                  <a16:creationId xmlns:a16="http://schemas.microsoft.com/office/drawing/2014/main" id="{F5540527-BF9D-DE46-BA76-087AAE8B5E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6" imgW="17005300" imgH="16078200" progId="MS_ClipArt_Gallery.2">
                    <p:embed/>
                  </p:oleObj>
                </mc:Choice>
                <mc:Fallback>
                  <p:oleObj name="Clip" r:id="rId16" imgW="17005300" imgH="16078200" progId="MS_ClipArt_Gallery.2">
                    <p:embed/>
                    <p:pic>
                      <p:nvPicPr>
                        <p:cNvPr id="60494" name="Object 329">
                          <a:extLst>
                            <a:ext uri="{FF2B5EF4-FFF2-40B4-BE49-F238E27FC236}">
                              <a16:creationId xmlns:a16="http://schemas.microsoft.com/office/drawing/2014/main" id="{F5540527-BF9D-DE46-BA76-087AAE8B5E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35" name="Group 330">
            <a:extLst>
              <a:ext uri="{FF2B5EF4-FFF2-40B4-BE49-F238E27FC236}">
                <a16:creationId xmlns:a16="http://schemas.microsoft.com/office/drawing/2014/main" id="{97E96404-CCF9-6042-B12A-616DEE3239F3}"/>
              </a:ext>
            </a:extLst>
          </p:cNvPr>
          <p:cNvGrpSpPr>
            <a:grpSpLocks/>
          </p:cNvGrpSpPr>
          <p:nvPr/>
        </p:nvGrpSpPr>
        <p:grpSpPr bwMode="auto">
          <a:xfrm>
            <a:off x="4789488" y="5414963"/>
            <a:ext cx="273050" cy="341312"/>
            <a:chOff x="2870" y="1518"/>
            <a:chExt cx="292" cy="320"/>
          </a:xfrm>
        </p:grpSpPr>
        <p:graphicFrame>
          <p:nvGraphicFramePr>
            <p:cNvPr id="60491" name="Object 331">
              <a:extLst>
                <a:ext uri="{FF2B5EF4-FFF2-40B4-BE49-F238E27FC236}">
                  <a16:creationId xmlns:a16="http://schemas.microsoft.com/office/drawing/2014/main" id="{DF9686C8-BE9B-6944-AD03-41D4F1FD34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7" imgW="11137900" imgH="11315700" progId="MS_ClipArt_Gallery.2">
                    <p:embed/>
                  </p:oleObj>
                </mc:Choice>
                <mc:Fallback>
                  <p:oleObj name="Clip" r:id="rId17" imgW="11137900" imgH="11315700" progId="MS_ClipArt_Gallery.2">
                    <p:embed/>
                    <p:pic>
                      <p:nvPicPr>
                        <p:cNvPr id="60491" name="Object 331">
                          <a:extLst>
                            <a:ext uri="{FF2B5EF4-FFF2-40B4-BE49-F238E27FC236}">
                              <a16:creationId xmlns:a16="http://schemas.microsoft.com/office/drawing/2014/main" id="{DF9686C8-BE9B-6944-AD03-41D4F1FD34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92" name="Object 332">
              <a:extLst>
                <a:ext uri="{FF2B5EF4-FFF2-40B4-BE49-F238E27FC236}">
                  <a16:creationId xmlns:a16="http://schemas.microsoft.com/office/drawing/2014/main" id="{6109A877-ED04-9F4F-A95D-032B1FFD07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8" imgW="17005300" imgH="16078200" progId="MS_ClipArt_Gallery.2">
                    <p:embed/>
                  </p:oleObj>
                </mc:Choice>
                <mc:Fallback>
                  <p:oleObj name="Clip" r:id="rId18" imgW="17005300" imgH="16078200" progId="MS_ClipArt_Gallery.2">
                    <p:embed/>
                    <p:pic>
                      <p:nvPicPr>
                        <p:cNvPr id="60492" name="Object 332">
                          <a:extLst>
                            <a:ext uri="{FF2B5EF4-FFF2-40B4-BE49-F238E27FC236}">
                              <a16:creationId xmlns:a16="http://schemas.microsoft.com/office/drawing/2014/main" id="{6109A877-ED04-9F4F-A95D-032B1FFD07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36" name="Group 333">
            <a:extLst>
              <a:ext uri="{FF2B5EF4-FFF2-40B4-BE49-F238E27FC236}">
                <a16:creationId xmlns:a16="http://schemas.microsoft.com/office/drawing/2014/main" id="{0D7F22C9-F1E2-5741-A87C-C55A5CBF0727}"/>
              </a:ext>
            </a:extLst>
          </p:cNvPr>
          <p:cNvGrpSpPr>
            <a:grpSpLocks/>
          </p:cNvGrpSpPr>
          <p:nvPr/>
        </p:nvGrpSpPr>
        <p:grpSpPr bwMode="auto">
          <a:xfrm>
            <a:off x="5565775" y="4887913"/>
            <a:ext cx="273050" cy="341312"/>
            <a:chOff x="2870" y="1518"/>
            <a:chExt cx="292" cy="320"/>
          </a:xfrm>
        </p:grpSpPr>
        <p:graphicFrame>
          <p:nvGraphicFramePr>
            <p:cNvPr id="60489" name="Object 334">
              <a:extLst>
                <a:ext uri="{FF2B5EF4-FFF2-40B4-BE49-F238E27FC236}">
                  <a16:creationId xmlns:a16="http://schemas.microsoft.com/office/drawing/2014/main" id="{636EFB83-951A-264F-AD43-66D0644B93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9" imgW="11137900" imgH="11315700" progId="MS_ClipArt_Gallery.2">
                    <p:embed/>
                  </p:oleObj>
                </mc:Choice>
                <mc:Fallback>
                  <p:oleObj name="Clip" r:id="rId19" imgW="11137900" imgH="11315700" progId="MS_ClipArt_Gallery.2">
                    <p:embed/>
                    <p:pic>
                      <p:nvPicPr>
                        <p:cNvPr id="60489" name="Object 334">
                          <a:extLst>
                            <a:ext uri="{FF2B5EF4-FFF2-40B4-BE49-F238E27FC236}">
                              <a16:creationId xmlns:a16="http://schemas.microsoft.com/office/drawing/2014/main" id="{636EFB83-951A-264F-AD43-66D0644B93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90" name="Object 335">
              <a:extLst>
                <a:ext uri="{FF2B5EF4-FFF2-40B4-BE49-F238E27FC236}">
                  <a16:creationId xmlns:a16="http://schemas.microsoft.com/office/drawing/2014/main" id="{568410B9-6E68-4243-A9CC-4CD1F978F1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0" imgW="17005300" imgH="16078200" progId="MS_ClipArt_Gallery.2">
                    <p:embed/>
                  </p:oleObj>
                </mc:Choice>
                <mc:Fallback>
                  <p:oleObj name="Clip" r:id="rId20" imgW="17005300" imgH="16078200" progId="MS_ClipArt_Gallery.2">
                    <p:embed/>
                    <p:pic>
                      <p:nvPicPr>
                        <p:cNvPr id="60490" name="Object 335">
                          <a:extLst>
                            <a:ext uri="{FF2B5EF4-FFF2-40B4-BE49-F238E27FC236}">
                              <a16:creationId xmlns:a16="http://schemas.microsoft.com/office/drawing/2014/main" id="{568410B9-6E68-4243-A9CC-4CD1F978F1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37" name="Group 382">
            <a:extLst>
              <a:ext uri="{FF2B5EF4-FFF2-40B4-BE49-F238E27FC236}">
                <a16:creationId xmlns:a16="http://schemas.microsoft.com/office/drawing/2014/main" id="{BFD9BE9E-02AD-F347-B517-07B21FF9C532}"/>
              </a:ext>
            </a:extLst>
          </p:cNvPr>
          <p:cNvGrpSpPr>
            <a:grpSpLocks/>
          </p:cNvGrpSpPr>
          <p:nvPr/>
        </p:nvGrpSpPr>
        <p:grpSpPr bwMode="auto">
          <a:xfrm>
            <a:off x="6418263" y="5780088"/>
            <a:ext cx="203200" cy="157162"/>
            <a:chOff x="2274" y="2821"/>
            <a:chExt cx="215" cy="238"/>
          </a:xfrm>
        </p:grpSpPr>
        <p:sp>
          <p:nvSpPr>
            <p:cNvPr id="60475" name="Freeform 383">
              <a:extLst>
                <a:ext uri="{FF2B5EF4-FFF2-40B4-BE49-F238E27FC236}">
                  <a16:creationId xmlns:a16="http://schemas.microsoft.com/office/drawing/2014/main" id="{488B020E-87FD-0F41-BD4D-E6876A779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1 w 430"/>
                <a:gd name="T7" fmla="*/ 1 h 50"/>
                <a:gd name="T8" fmla="*/ 1 w 430"/>
                <a:gd name="T9" fmla="*/ 1 h 50"/>
                <a:gd name="T10" fmla="*/ 1 w 430"/>
                <a:gd name="T11" fmla="*/ 1 h 50"/>
                <a:gd name="T12" fmla="*/ 1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1 w 430"/>
                <a:gd name="T19" fmla="*/ 1 h 50"/>
                <a:gd name="T20" fmla="*/ 1 w 430"/>
                <a:gd name="T21" fmla="*/ 1 h 50"/>
                <a:gd name="T22" fmla="*/ 1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76" name="Line 384">
              <a:extLst>
                <a:ext uri="{FF2B5EF4-FFF2-40B4-BE49-F238E27FC236}">
                  <a16:creationId xmlns:a16="http://schemas.microsoft.com/office/drawing/2014/main" id="{F2B00A67-867C-9541-8480-353461F3E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77" name="Freeform 385">
              <a:extLst>
                <a:ext uri="{FF2B5EF4-FFF2-40B4-BE49-F238E27FC236}">
                  <a16:creationId xmlns:a16="http://schemas.microsoft.com/office/drawing/2014/main" id="{BC758EF9-6029-5748-B4B0-6E802A057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1 w 87"/>
                <a:gd name="T1" fmla="*/ 0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78" name="Line 386">
              <a:extLst>
                <a:ext uri="{FF2B5EF4-FFF2-40B4-BE49-F238E27FC236}">
                  <a16:creationId xmlns:a16="http://schemas.microsoft.com/office/drawing/2014/main" id="{011EE5F5-71B2-9F46-88C3-7264B0DD73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79" name="Freeform 387">
              <a:extLst>
                <a:ext uri="{FF2B5EF4-FFF2-40B4-BE49-F238E27FC236}">
                  <a16:creationId xmlns:a16="http://schemas.microsoft.com/office/drawing/2014/main" id="{5255172D-A75E-0C4B-9F07-2A789B293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1 w 172"/>
                <a:gd name="T5" fmla="*/ 0 h 55"/>
                <a:gd name="T6" fmla="*/ 1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0" name="Line 388">
              <a:extLst>
                <a:ext uri="{FF2B5EF4-FFF2-40B4-BE49-F238E27FC236}">
                  <a16:creationId xmlns:a16="http://schemas.microsoft.com/office/drawing/2014/main" id="{0380D719-D7EB-3049-9081-53E2C375DD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81" name="Freeform 389">
              <a:extLst>
                <a:ext uri="{FF2B5EF4-FFF2-40B4-BE49-F238E27FC236}">
                  <a16:creationId xmlns:a16="http://schemas.microsoft.com/office/drawing/2014/main" id="{011F3828-F9B1-764A-A8A5-4DD227682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1 w 430"/>
                <a:gd name="T7" fmla="*/ 1 h 50"/>
                <a:gd name="T8" fmla="*/ 1 w 430"/>
                <a:gd name="T9" fmla="*/ 1 h 50"/>
                <a:gd name="T10" fmla="*/ 1 w 430"/>
                <a:gd name="T11" fmla="*/ 1 h 50"/>
                <a:gd name="T12" fmla="*/ 1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2" name="Freeform 390">
              <a:extLst>
                <a:ext uri="{FF2B5EF4-FFF2-40B4-BE49-F238E27FC236}">
                  <a16:creationId xmlns:a16="http://schemas.microsoft.com/office/drawing/2014/main" id="{8B692101-9F19-7743-88D2-F478FEA98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0 w 343"/>
                <a:gd name="T1" fmla="*/ 0 h 1"/>
                <a:gd name="T2" fmla="*/ 0 w 343"/>
                <a:gd name="T3" fmla="*/ 0 h 1"/>
                <a:gd name="T4" fmla="*/ 0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3" name="Rectangle 391">
              <a:extLst>
                <a:ext uri="{FF2B5EF4-FFF2-40B4-BE49-F238E27FC236}">
                  <a16:creationId xmlns:a16="http://schemas.microsoft.com/office/drawing/2014/main" id="{A85972C2-69E7-6B46-9629-C0F226823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60484" name="Freeform 392">
              <a:extLst>
                <a:ext uri="{FF2B5EF4-FFF2-40B4-BE49-F238E27FC236}">
                  <a16:creationId xmlns:a16="http://schemas.microsoft.com/office/drawing/2014/main" id="{2F95A332-E84B-6B4A-B251-A3EC7A4424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1 h 350"/>
                <a:gd name="T4" fmla="*/ 1 w 415"/>
                <a:gd name="T5" fmla="*/ 1 h 350"/>
                <a:gd name="T6" fmla="*/ 1 w 415"/>
                <a:gd name="T7" fmla="*/ 1 h 350"/>
                <a:gd name="T8" fmla="*/ 1 w 415"/>
                <a:gd name="T9" fmla="*/ 1 h 350"/>
                <a:gd name="T10" fmla="*/ 1 w 415"/>
                <a:gd name="T11" fmla="*/ 1 h 350"/>
                <a:gd name="T12" fmla="*/ 1 w 415"/>
                <a:gd name="T13" fmla="*/ 1 h 350"/>
                <a:gd name="T14" fmla="*/ 1 w 415"/>
                <a:gd name="T15" fmla="*/ 1 h 350"/>
                <a:gd name="T16" fmla="*/ 1 w 415"/>
                <a:gd name="T17" fmla="*/ 1 h 350"/>
                <a:gd name="T18" fmla="*/ 1 w 415"/>
                <a:gd name="T19" fmla="*/ 1 h 350"/>
                <a:gd name="T20" fmla="*/ 1 w 415"/>
                <a:gd name="T21" fmla="*/ 1 h 350"/>
                <a:gd name="T22" fmla="*/ 1 w 415"/>
                <a:gd name="T23" fmla="*/ 1 h 350"/>
                <a:gd name="T24" fmla="*/ 1 w 415"/>
                <a:gd name="T25" fmla="*/ 1 h 350"/>
                <a:gd name="T26" fmla="*/ 1 w 415"/>
                <a:gd name="T27" fmla="*/ 1 h 350"/>
                <a:gd name="T28" fmla="*/ 1 w 415"/>
                <a:gd name="T29" fmla="*/ 1 h 350"/>
                <a:gd name="T30" fmla="*/ 1 w 415"/>
                <a:gd name="T31" fmla="*/ 1 h 350"/>
                <a:gd name="T32" fmla="*/ 1 w 415"/>
                <a:gd name="T33" fmla="*/ 1 h 350"/>
                <a:gd name="T34" fmla="*/ 1 w 415"/>
                <a:gd name="T35" fmla="*/ 1 h 350"/>
                <a:gd name="T36" fmla="*/ 1 w 415"/>
                <a:gd name="T37" fmla="*/ 1 h 350"/>
                <a:gd name="T38" fmla="*/ 1 w 415"/>
                <a:gd name="T39" fmla="*/ 1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1 w 415"/>
                <a:gd name="T51" fmla="*/ 1 h 350"/>
                <a:gd name="T52" fmla="*/ 1 w 415"/>
                <a:gd name="T53" fmla="*/ 1 h 350"/>
                <a:gd name="T54" fmla="*/ 1 w 415"/>
                <a:gd name="T55" fmla="*/ 1 h 350"/>
                <a:gd name="T56" fmla="*/ 1 w 415"/>
                <a:gd name="T57" fmla="*/ 1 h 350"/>
                <a:gd name="T58" fmla="*/ 1 w 415"/>
                <a:gd name="T59" fmla="*/ 1 h 350"/>
                <a:gd name="T60" fmla="*/ 1 w 415"/>
                <a:gd name="T61" fmla="*/ 1 h 350"/>
                <a:gd name="T62" fmla="*/ 1 w 415"/>
                <a:gd name="T63" fmla="*/ 1 h 350"/>
                <a:gd name="T64" fmla="*/ 1 w 415"/>
                <a:gd name="T65" fmla="*/ 1 h 350"/>
                <a:gd name="T66" fmla="*/ 1 w 415"/>
                <a:gd name="T67" fmla="*/ 1 h 350"/>
                <a:gd name="T68" fmla="*/ 1 w 415"/>
                <a:gd name="T69" fmla="*/ 1 h 350"/>
                <a:gd name="T70" fmla="*/ 1 w 415"/>
                <a:gd name="T71" fmla="*/ 1 h 350"/>
                <a:gd name="T72" fmla="*/ 1 w 415"/>
                <a:gd name="T73" fmla="*/ 1 h 350"/>
                <a:gd name="T74" fmla="*/ 1 w 415"/>
                <a:gd name="T75" fmla="*/ 1 h 350"/>
                <a:gd name="T76" fmla="*/ 1 w 415"/>
                <a:gd name="T77" fmla="*/ 1 h 350"/>
                <a:gd name="T78" fmla="*/ 1 w 415"/>
                <a:gd name="T79" fmla="*/ 1 h 350"/>
                <a:gd name="T80" fmla="*/ 1 w 415"/>
                <a:gd name="T81" fmla="*/ 1 h 350"/>
                <a:gd name="T82" fmla="*/ 1 w 415"/>
                <a:gd name="T83" fmla="*/ 1 h 350"/>
                <a:gd name="T84" fmla="*/ 1 w 415"/>
                <a:gd name="T85" fmla="*/ 1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5" name="Line 393">
              <a:extLst>
                <a:ext uri="{FF2B5EF4-FFF2-40B4-BE49-F238E27FC236}">
                  <a16:creationId xmlns:a16="http://schemas.microsoft.com/office/drawing/2014/main" id="{801DB039-FB4E-214A-8F3E-2B43D2ED2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86" name="Line 394">
              <a:extLst>
                <a:ext uri="{FF2B5EF4-FFF2-40B4-BE49-F238E27FC236}">
                  <a16:creationId xmlns:a16="http://schemas.microsoft.com/office/drawing/2014/main" id="{D4A9928C-98A2-6642-99C1-4474F12A22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87" name="Line 395">
              <a:extLst>
                <a:ext uri="{FF2B5EF4-FFF2-40B4-BE49-F238E27FC236}">
                  <a16:creationId xmlns:a16="http://schemas.microsoft.com/office/drawing/2014/main" id="{102A119F-857D-3B45-B58D-C6CDDABE4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88" name="Freeform 396">
              <a:extLst>
                <a:ext uri="{FF2B5EF4-FFF2-40B4-BE49-F238E27FC236}">
                  <a16:creationId xmlns:a16="http://schemas.microsoft.com/office/drawing/2014/main" id="{C26F10CE-5DC6-BB47-85B9-18CA43A5A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1 w 101"/>
                <a:gd name="T13" fmla="*/ 1 h 80"/>
                <a:gd name="T14" fmla="*/ 1 w 101"/>
                <a:gd name="T15" fmla="*/ 1 h 80"/>
                <a:gd name="T16" fmla="*/ 1 w 101"/>
                <a:gd name="T17" fmla="*/ 1 h 80"/>
                <a:gd name="T18" fmla="*/ 1 w 101"/>
                <a:gd name="T19" fmla="*/ 1 h 80"/>
                <a:gd name="T20" fmla="*/ 1 w 101"/>
                <a:gd name="T21" fmla="*/ 1 h 80"/>
                <a:gd name="T22" fmla="*/ 1 w 101"/>
                <a:gd name="T23" fmla="*/ 1 h 80"/>
                <a:gd name="T24" fmla="*/ 1 w 101"/>
                <a:gd name="T25" fmla="*/ 1 h 80"/>
                <a:gd name="T26" fmla="*/ 1 w 101"/>
                <a:gd name="T27" fmla="*/ 1 h 80"/>
                <a:gd name="T28" fmla="*/ 1 w 101"/>
                <a:gd name="T29" fmla="*/ 1 h 80"/>
                <a:gd name="T30" fmla="*/ 1 w 101"/>
                <a:gd name="T31" fmla="*/ 1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438" name="Group 398">
            <a:extLst>
              <a:ext uri="{FF2B5EF4-FFF2-40B4-BE49-F238E27FC236}">
                <a16:creationId xmlns:a16="http://schemas.microsoft.com/office/drawing/2014/main" id="{745D1243-124B-EC45-96E3-C4F5E0699396}"/>
              </a:ext>
            </a:extLst>
          </p:cNvPr>
          <p:cNvGrpSpPr>
            <a:grpSpLocks/>
          </p:cNvGrpSpPr>
          <p:nvPr/>
        </p:nvGrpSpPr>
        <p:grpSpPr bwMode="auto">
          <a:xfrm>
            <a:off x="6838950" y="5784851"/>
            <a:ext cx="203200" cy="157163"/>
            <a:chOff x="2274" y="2821"/>
            <a:chExt cx="215" cy="238"/>
          </a:xfrm>
        </p:grpSpPr>
        <p:sp>
          <p:nvSpPr>
            <p:cNvPr id="60461" name="Freeform 399">
              <a:extLst>
                <a:ext uri="{FF2B5EF4-FFF2-40B4-BE49-F238E27FC236}">
                  <a16:creationId xmlns:a16="http://schemas.microsoft.com/office/drawing/2014/main" id="{26089B49-7703-5E44-B72B-3C939DFE20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1 w 430"/>
                <a:gd name="T7" fmla="*/ 1 h 50"/>
                <a:gd name="T8" fmla="*/ 1 w 430"/>
                <a:gd name="T9" fmla="*/ 1 h 50"/>
                <a:gd name="T10" fmla="*/ 1 w 430"/>
                <a:gd name="T11" fmla="*/ 1 h 50"/>
                <a:gd name="T12" fmla="*/ 1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1 w 430"/>
                <a:gd name="T19" fmla="*/ 1 h 50"/>
                <a:gd name="T20" fmla="*/ 1 w 430"/>
                <a:gd name="T21" fmla="*/ 1 h 50"/>
                <a:gd name="T22" fmla="*/ 1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62" name="Line 400">
              <a:extLst>
                <a:ext uri="{FF2B5EF4-FFF2-40B4-BE49-F238E27FC236}">
                  <a16:creationId xmlns:a16="http://schemas.microsoft.com/office/drawing/2014/main" id="{7D9627CC-7750-B542-8CF1-4294A70BE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63" name="Freeform 401">
              <a:extLst>
                <a:ext uri="{FF2B5EF4-FFF2-40B4-BE49-F238E27FC236}">
                  <a16:creationId xmlns:a16="http://schemas.microsoft.com/office/drawing/2014/main" id="{DF5F9E3D-3B36-D847-A82B-59F4C92AD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1 w 87"/>
                <a:gd name="T1" fmla="*/ 0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64" name="Line 402">
              <a:extLst>
                <a:ext uri="{FF2B5EF4-FFF2-40B4-BE49-F238E27FC236}">
                  <a16:creationId xmlns:a16="http://schemas.microsoft.com/office/drawing/2014/main" id="{5304C626-A90E-6841-89BF-6E19CF7B0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65" name="Freeform 403">
              <a:extLst>
                <a:ext uri="{FF2B5EF4-FFF2-40B4-BE49-F238E27FC236}">
                  <a16:creationId xmlns:a16="http://schemas.microsoft.com/office/drawing/2014/main" id="{63991382-1830-6540-8C99-45B8FAC88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1 w 172"/>
                <a:gd name="T5" fmla="*/ 0 h 55"/>
                <a:gd name="T6" fmla="*/ 1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66" name="Line 404">
              <a:extLst>
                <a:ext uri="{FF2B5EF4-FFF2-40B4-BE49-F238E27FC236}">
                  <a16:creationId xmlns:a16="http://schemas.microsoft.com/office/drawing/2014/main" id="{0470EBCC-DB41-A141-B6D6-F7C08EB43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67" name="Freeform 405">
              <a:extLst>
                <a:ext uri="{FF2B5EF4-FFF2-40B4-BE49-F238E27FC236}">
                  <a16:creationId xmlns:a16="http://schemas.microsoft.com/office/drawing/2014/main" id="{19B635D6-36C3-484D-9215-0A372AC16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1 w 430"/>
                <a:gd name="T7" fmla="*/ 1 h 50"/>
                <a:gd name="T8" fmla="*/ 1 w 430"/>
                <a:gd name="T9" fmla="*/ 1 h 50"/>
                <a:gd name="T10" fmla="*/ 1 w 430"/>
                <a:gd name="T11" fmla="*/ 1 h 50"/>
                <a:gd name="T12" fmla="*/ 1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68" name="Freeform 406">
              <a:extLst>
                <a:ext uri="{FF2B5EF4-FFF2-40B4-BE49-F238E27FC236}">
                  <a16:creationId xmlns:a16="http://schemas.microsoft.com/office/drawing/2014/main" id="{AD757D8B-63CB-A748-8032-8716FE23E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0 w 343"/>
                <a:gd name="T1" fmla="*/ 0 h 1"/>
                <a:gd name="T2" fmla="*/ 0 w 343"/>
                <a:gd name="T3" fmla="*/ 0 h 1"/>
                <a:gd name="T4" fmla="*/ 0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69" name="Rectangle 407">
              <a:extLst>
                <a:ext uri="{FF2B5EF4-FFF2-40B4-BE49-F238E27FC236}">
                  <a16:creationId xmlns:a16="http://schemas.microsoft.com/office/drawing/2014/main" id="{170614B5-9CF9-2546-9819-1FC111886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60470" name="Freeform 408">
              <a:extLst>
                <a:ext uri="{FF2B5EF4-FFF2-40B4-BE49-F238E27FC236}">
                  <a16:creationId xmlns:a16="http://schemas.microsoft.com/office/drawing/2014/main" id="{529F4E0C-2927-B146-AFC6-415FC8FDE8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1 h 350"/>
                <a:gd name="T4" fmla="*/ 1 w 415"/>
                <a:gd name="T5" fmla="*/ 1 h 350"/>
                <a:gd name="T6" fmla="*/ 1 w 415"/>
                <a:gd name="T7" fmla="*/ 1 h 350"/>
                <a:gd name="T8" fmla="*/ 1 w 415"/>
                <a:gd name="T9" fmla="*/ 1 h 350"/>
                <a:gd name="T10" fmla="*/ 1 w 415"/>
                <a:gd name="T11" fmla="*/ 1 h 350"/>
                <a:gd name="T12" fmla="*/ 1 w 415"/>
                <a:gd name="T13" fmla="*/ 1 h 350"/>
                <a:gd name="T14" fmla="*/ 1 w 415"/>
                <a:gd name="T15" fmla="*/ 1 h 350"/>
                <a:gd name="T16" fmla="*/ 1 w 415"/>
                <a:gd name="T17" fmla="*/ 1 h 350"/>
                <a:gd name="T18" fmla="*/ 1 w 415"/>
                <a:gd name="T19" fmla="*/ 1 h 350"/>
                <a:gd name="T20" fmla="*/ 1 w 415"/>
                <a:gd name="T21" fmla="*/ 1 h 350"/>
                <a:gd name="T22" fmla="*/ 1 w 415"/>
                <a:gd name="T23" fmla="*/ 1 h 350"/>
                <a:gd name="T24" fmla="*/ 1 w 415"/>
                <a:gd name="T25" fmla="*/ 1 h 350"/>
                <a:gd name="T26" fmla="*/ 1 w 415"/>
                <a:gd name="T27" fmla="*/ 1 h 350"/>
                <a:gd name="T28" fmla="*/ 1 w 415"/>
                <a:gd name="T29" fmla="*/ 1 h 350"/>
                <a:gd name="T30" fmla="*/ 1 w 415"/>
                <a:gd name="T31" fmla="*/ 1 h 350"/>
                <a:gd name="T32" fmla="*/ 1 w 415"/>
                <a:gd name="T33" fmla="*/ 1 h 350"/>
                <a:gd name="T34" fmla="*/ 1 w 415"/>
                <a:gd name="T35" fmla="*/ 1 h 350"/>
                <a:gd name="T36" fmla="*/ 1 w 415"/>
                <a:gd name="T37" fmla="*/ 1 h 350"/>
                <a:gd name="T38" fmla="*/ 1 w 415"/>
                <a:gd name="T39" fmla="*/ 1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1 w 415"/>
                <a:gd name="T51" fmla="*/ 1 h 350"/>
                <a:gd name="T52" fmla="*/ 1 w 415"/>
                <a:gd name="T53" fmla="*/ 1 h 350"/>
                <a:gd name="T54" fmla="*/ 1 w 415"/>
                <a:gd name="T55" fmla="*/ 1 h 350"/>
                <a:gd name="T56" fmla="*/ 1 w 415"/>
                <a:gd name="T57" fmla="*/ 1 h 350"/>
                <a:gd name="T58" fmla="*/ 1 w 415"/>
                <a:gd name="T59" fmla="*/ 1 h 350"/>
                <a:gd name="T60" fmla="*/ 1 w 415"/>
                <a:gd name="T61" fmla="*/ 1 h 350"/>
                <a:gd name="T62" fmla="*/ 1 w 415"/>
                <a:gd name="T63" fmla="*/ 1 h 350"/>
                <a:gd name="T64" fmla="*/ 1 w 415"/>
                <a:gd name="T65" fmla="*/ 1 h 350"/>
                <a:gd name="T66" fmla="*/ 1 w 415"/>
                <a:gd name="T67" fmla="*/ 1 h 350"/>
                <a:gd name="T68" fmla="*/ 1 w 415"/>
                <a:gd name="T69" fmla="*/ 1 h 350"/>
                <a:gd name="T70" fmla="*/ 1 w 415"/>
                <a:gd name="T71" fmla="*/ 1 h 350"/>
                <a:gd name="T72" fmla="*/ 1 w 415"/>
                <a:gd name="T73" fmla="*/ 1 h 350"/>
                <a:gd name="T74" fmla="*/ 1 w 415"/>
                <a:gd name="T75" fmla="*/ 1 h 350"/>
                <a:gd name="T76" fmla="*/ 1 w 415"/>
                <a:gd name="T77" fmla="*/ 1 h 350"/>
                <a:gd name="T78" fmla="*/ 1 w 415"/>
                <a:gd name="T79" fmla="*/ 1 h 350"/>
                <a:gd name="T80" fmla="*/ 1 w 415"/>
                <a:gd name="T81" fmla="*/ 1 h 350"/>
                <a:gd name="T82" fmla="*/ 1 w 415"/>
                <a:gd name="T83" fmla="*/ 1 h 350"/>
                <a:gd name="T84" fmla="*/ 1 w 415"/>
                <a:gd name="T85" fmla="*/ 1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71" name="Line 409">
              <a:extLst>
                <a:ext uri="{FF2B5EF4-FFF2-40B4-BE49-F238E27FC236}">
                  <a16:creationId xmlns:a16="http://schemas.microsoft.com/office/drawing/2014/main" id="{9175C394-86F6-0841-9751-7380DE1FA4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72" name="Line 410">
              <a:extLst>
                <a:ext uri="{FF2B5EF4-FFF2-40B4-BE49-F238E27FC236}">
                  <a16:creationId xmlns:a16="http://schemas.microsoft.com/office/drawing/2014/main" id="{7772A460-038E-954D-A1AD-B9FBDDD12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73" name="Line 411">
              <a:extLst>
                <a:ext uri="{FF2B5EF4-FFF2-40B4-BE49-F238E27FC236}">
                  <a16:creationId xmlns:a16="http://schemas.microsoft.com/office/drawing/2014/main" id="{731C9169-EAED-1D41-83E7-D42753AF1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74" name="Freeform 412">
              <a:extLst>
                <a:ext uri="{FF2B5EF4-FFF2-40B4-BE49-F238E27FC236}">
                  <a16:creationId xmlns:a16="http://schemas.microsoft.com/office/drawing/2014/main" id="{27A0199D-5118-1A4E-87E1-75083FE8C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1 w 101"/>
                <a:gd name="T13" fmla="*/ 1 h 80"/>
                <a:gd name="T14" fmla="*/ 1 w 101"/>
                <a:gd name="T15" fmla="*/ 1 h 80"/>
                <a:gd name="T16" fmla="*/ 1 w 101"/>
                <a:gd name="T17" fmla="*/ 1 h 80"/>
                <a:gd name="T18" fmla="*/ 1 w 101"/>
                <a:gd name="T19" fmla="*/ 1 h 80"/>
                <a:gd name="T20" fmla="*/ 1 w 101"/>
                <a:gd name="T21" fmla="*/ 1 h 80"/>
                <a:gd name="T22" fmla="*/ 1 w 101"/>
                <a:gd name="T23" fmla="*/ 1 h 80"/>
                <a:gd name="T24" fmla="*/ 1 w 101"/>
                <a:gd name="T25" fmla="*/ 1 h 80"/>
                <a:gd name="T26" fmla="*/ 1 w 101"/>
                <a:gd name="T27" fmla="*/ 1 h 80"/>
                <a:gd name="T28" fmla="*/ 1 w 101"/>
                <a:gd name="T29" fmla="*/ 1 h 80"/>
                <a:gd name="T30" fmla="*/ 1 w 101"/>
                <a:gd name="T31" fmla="*/ 1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439" name="Group 413">
            <a:extLst>
              <a:ext uri="{FF2B5EF4-FFF2-40B4-BE49-F238E27FC236}">
                <a16:creationId xmlns:a16="http://schemas.microsoft.com/office/drawing/2014/main" id="{ADA51374-2B53-614B-AA33-AC9BBFF2AE9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13613" y="5770563"/>
            <a:ext cx="203200" cy="157162"/>
            <a:chOff x="2274" y="2821"/>
            <a:chExt cx="215" cy="238"/>
          </a:xfrm>
        </p:grpSpPr>
        <p:sp>
          <p:nvSpPr>
            <p:cNvPr id="60447" name="Freeform 414">
              <a:extLst>
                <a:ext uri="{FF2B5EF4-FFF2-40B4-BE49-F238E27FC236}">
                  <a16:creationId xmlns:a16="http://schemas.microsoft.com/office/drawing/2014/main" id="{6E399E58-631F-4A49-B65A-9603ACEC8C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1 w 430"/>
                <a:gd name="T7" fmla="*/ 1 h 50"/>
                <a:gd name="T8" fmla="*/ 1 w 430"/>
                <a:gd name="T9" fmla="*/ 1 h 50"/>
                <a:gd name="T10" fmla="*/ 1 w 430"/>
                <a:gd name="T11" fmla="*/ 1 h 50"/>
                <a:gd name="T12" fmla="*/ 1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1 w 430"/>
                <a:gd name="T19" fmla="*/ 1 h 50"/>
                <a:gd name="T20" fmla="*/ 1 w 430"/>
                <a:gd name="T21" fmla="*/ 1 h 50"/>
                <a:gd name="T22" fmla="*/ 1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8" name="Line 415">
              <a:extLst>
                <a:ext uri="{FF2B5EF4-FFF2-40B4-BE49-F238E27FC236}">
                  <a16:creationId xmlns:a16="http://schemas.microsoft.com/office/drawing/2014/main" id="{8B02229F-7DFB-D743-9D42-BF4C57216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9" name="Freeform 416">
              <a:extLst>
                <a:ext uri="{FF2B5EF4-FFF2-40B4-BE49-F238E27FC236}">
                  <a16:creationId xmlns:a16="http://schemas.microsoft.com/office/drawing/2014/main" id="{BF0C415D-59D2-7143-A954-C2A60D6AE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1 w 87"/>
                <a:gd name="T1" fmla="*/ 0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50" name="Line 417">
              <a:extLst>
                <a:ext uri="{FF2B5EF4-FFF2-40B4-BE49-F238E27FC236}">
                  <a16:creationId xmlns:a16="http://schemas.microsoft.com/office/drawing/2014/main" id="{2CE7496E-3E74-594E-97E5-9F5A86B1B0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1" name="Freeform 418">
              <a:extLst>
                <a:ext uri="{FF2B5EF4-FFF2-40B4-BE49-F238E27FC236}">
                  <a16:creationId xmlns:a16="http://schemas.microsoft.com/office/drawing/2014/main" id="{853BA6EA-3E6B-F947-9568-1C3AC7665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1 w 172"/>
                <a:gd name="T5" fmla="*/ 0 h 55"/>
                <a:gd name="T6" fmla="*/ 1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52" name="Line 419">
              <a:extLst>
                <a:ext uri="{FF2B5EF4-FFF2-40B4-BE49-F238E27FC236}">
                  <a16:creationId xmlns:a16="http://schemas.microsoft.com/office/drawing/2014/main" id="{CA50CBE6-4EAC-4E49-93E3-D2C3F676CA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3" name="Freeform 420">
              <a:extLst>
                <a:ext uri="{FF2B5EF4-FFF2-40B4-BE49-F238E27FC236}">
                  <a16:creationId xmlns:a16="http://schemas.microsoft.com/office/drawing/2014/main" id="{6CE683C0-45CD-AB4A-9643-1BD79A965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1 w 430"/>
                <a:gd name="T7" fmla="*/ 1 h 50"/>
                <a:gd name="T8" fmla="*/ 1 w 430"/>
                <a:gd name="T9" fmla="*/ 1 h 50"/>
                <a:gd name="T10" fmla="*/ 1 w 430"/>
                <a:gd name="T11" fmla="*/ 1 h 50"/>
                <a:gd name="T12" fmla="*/ 1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54" name="Freeform 421">
              <a:extLst>
                <a:ext uri="{FF2B5EF4-FFF2-40B4-BE49-F238E27FC236}">
                  <a16:creationId xmlns:a16="http://schemas.microsoft.com/office/drawing/2014/main" id="{0C423C58-85D4-8344-AFF8-5A7F7360C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0 w 343"/>
                <a:gd name="T1" fmla="*/ 0 h 1"/>
                <a:gd name="T2" fmla="*/ 0 w 343"/>
                <a:gd name="T3" fmla="*/ 0 h 1"/>
                <a:gd name="T4" fmla="*/ 0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55" name="Rectangle 422">
              <a:extLst>
                <a:ext uri="{FF2B5EF4-FFF2-40B4-BE49-F238E27FC236}">
                  <a16:creationId xmlns:a16="http://schemas.microsoft.com/office/drawing/2014/main" id="{CD70494B-DC9D-E542-9145-6390385EE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60456" name="Freeform 423">
              <a:extLst>
                <a:ext uri="{FF2B5EF4-FFF2-40B4-BE49-F238E27FC236}">
                  <a16:creationId xmlns:a16="http://schemas.microsoft.com/office/drawing/2014/main" id="{5B2B4518-727C-D64C-B8BC-AA18699A1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1 h 350"/>
                <a:gd name="T4" fmla="*/ 1 w 415"/>
                <a:gd name="T5" fmla="*/ 1 h 350"/>
                <a:gd name="T6" fmla="*/ 1 w 415"/>
                <a:gd name="T7" fmla="*/ 1 h 350"/>
                <a:gd name="T8" fmla="*/ 1 w 415"/>
                <a:gd name="T9" fmla="*/ 1 h 350"/>
                <a:gd name="T10" fmla="*/ 1 w 415"/>
                <a:gd name="T11" fmla="*/ 1 h 350"/>
                <a:gd name="T12" fmla="*/ 1 w 415"/>
                <a:gd name="T13" fmla="*/ 1 h 350"/>
                <a:gd name="T14" fmla="*/ 1 w 415"/>
                <a:gd name="T15" fmla="*/ 1 h 350"/>
                <a:gd name="T16" fmla="*/ 1 w 415"/>
                <a:gd name="T17" fmla="*/ 1 h 350"/>
                <a:gd name="T18" fmla="*/ 1 w 415"/>
                <a:gd name="T19" fmla="*/ 1 h 350"/>
                <a:gd name="T20" fmla="*/ 1 w 415"/>
                <a:gd name="T21" fmla="*/ 1 h 350"/>
                <a:gd name="T22" fmla="*/ 1 w 415"/>
                <a:gd name="T23" fmla="*/ 1 h 350"/>
                <a:gd name="T24" fmla="*/ 1 w 415"/>
                <a:gd name="T25" fmla="*/ 1 h 350"/>
                <a:gd name="T26" fmla="*/ 1 w 415"/>
                <a:gd name="T27" fmla="*/ 1 h 350"/>
                <a:gd name="T28" fmla="*/ 1 w 415"/>
                <a:gd name="T29" fmla="*/ 1 h 350"/>
                <a:gd name="T30" fmla="*/ 1 w 415"/>
                <a:gd name="T31" fmla="*/ 1 h 350"/>
                <a:gd name="T32" fmla="*/ 1 w 415"/>
                <a:gd name="T33" fmla="*/ 1 h 350"/>
                <a:gd name="T34" fmla="*/ 1 w 415"/>
                <a:gd name="T35" fmla="*/ 1 h 350"/>
                <a:gd name="T36" fmla="*/ 1 w 415"/>
                <a:gd name="T37" fmla="*/ 1 h 350"/>
                <a:gd name="T38" fmla="*/ 1 w 415"/>
                <a:gd name="T39" fmla="*/ 1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1 w 415"/>
                <a:gd name="T51" fmla="*/ 1 h 350"/>
                <a:gd name="T52" fmla="*/ 1 w 415"/>
                <a:gd name="T53" fmla="*/ 1 h 350"/>
                <a:gd name="T54" fmla="*/ 1 w 415"/>
                <a:gd name="T55" fmla="*/ 1 h 350"/>
                <a:gd name="T56" fmla="*/ 1 w 415"/>
                <a:gd name="T57" fmla="*/ 1 h 350"/>
                <a:gd name="T58" fmla="*/ 1 w 415"/>
                <a:gd name="T59" fmla="*/ 1 h 350"/>
                <a:gd name="T60" fmla="*/ 1 w 415"/>
                <a:gd name="T61" fmla="*/ 1 h 350"/>
                <a:gd name="T62" fmla="*/ 1 w 415"/>
                <a:gd name="T63" fmla="*/ 1 h 350"/>
                <a:gd name="T64" fmla="*/ 1 w 415"/>
                <a:gd name="T65" fmla="*/ 1 h 350"/>
                <a:gd name="T66" fmla="*/ 1 w 415"/>
                <a:gd name="T67" fmla="*/ 1 h 350"/>
                <a:gd name="T68" fmla="*/ 1 w 415"/>
                <a:gd name="T69" fmla="*/ 1 h 350"/>
                <a:gd name="T70" fmla="*/ 1 w 415"/>
                <a:gd name="T71" fmla="*/ 1 h 350"/>
                <a:gd name="T72" fmla="*/ 1 w 415"/>
                <a:gd name="T73" fmla="*/ 1 h 350"/>
                <a:gd name="T74" fmla="*/ 1 w 415"/>
                <a:gd name="T75" fmla="*/ 1 h 350"/>
                <a:gd name="T76" fmla="*/ 1 w 415"/>
                <a:gd name="T77" fmla="*/ 1 h 350"/>
                <a:gd name="T78" fmla="*/ 1 w 415"/>
                <a:gd name="T79" fmla="*/ 1 h 350"/>
                <a:gd name="T80" fmla="*/ 1 w 415"/>
                <a:gd name="T81" fmla="*/ 1 h 350"/>
                <a:gd name="T82" fmla="*/ 1 w 415"/>
                <a:gd name="T83" fmla="*/ 1 h 350"/>
                <a:gd name="T84" fmla="*/ 1 w 415"/>
                <a:gd name="T85" fmla="*/ 1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57" name="Line 424">
              <a:extLst>
                <a:ext uri="{FF2B5EF4-FFF2-40B4-BE49-F238E27FC236}">
                  <a16:creationId xmlns:a16="http://schemas.microsoft.com/office/drawing/2014/main" id="{7DF881BF-AF1E-2B46-942B-1ED6F987FC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8" name="Line 425">
              <a:extLst>
                <a:ext uri="{FF2B5EF4-FFF2-40B4-BE49-F238E27FC236}">
                  <a16:creationId xmlns:a16="http://schemas.microsoft.com/office/drawing/2014/main" id="{88B75ED4-6F07-AC49-8D3F-5B58C7641D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9" name="Line 426">
              <a:extLst>
                <a:ext uri="{FF2B5EF4-FFF2-40B4-BE49-F238E27FC236}">
                  <a16:creationId xmlns:a16="http://schemas.microsoft.com/office/drawing/2014/main" id="{1C88CCCE-1032-F545-A0F8-CB74233D1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60" name="Freeform 427">
              <a:extLst>
                <a:ext uri="{FF2B5EF4-FFF2-40B4-BE49-F238E27FC236}">
                  <a16:creationId xmlns:a16="http://schemas.microsoft.com/office/drawing/2014/main" id="{4ED1CB91-DE99-6D4E-A226-F41AC71A0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1 w 101"/>
                <a:gd name="T13" fmla="*/ 1 h 80"/>
                <a:gd name="T14" fmla="*/ 1 w 101"/>
                <a:gd name="T15" fmla="*/ 1 h 80"/>
                <a:gd name="T16" fmla="*/ 1 w 101"/>
                <a:gd name="T17" fmla="*/ 1 h 80"/>
                <a:gd name="T18" fmla="*/ 1 w 101"/>
                <a:gd name="T19" fmla="*/ 1 h 80"/>
                <a:gd name="T20" fmla="*/ 1 w 101"/>
                <a:gd name="T21" fmla="*/ 1 h 80"/>
                <a:gd name="T22" fmla="*/ 1 w 101"/>
                <a:gd name="T23" fmla="*/ 1 h 80"/>
                <a:gd name="T24" fmla="*/ 1 w 101"/>
                <a:gd name="T25" fmla="*/ 1 h 80"/>
                <a:gd name="T26" fmla="*/ 1 w 101"/>
                <a:gd name="T27" fmla="*/ 1 h 80"/>
                <a:gd name="T28" fmla="*/ 1 w 101"/>
                <a:gd name="T29" fmla="*/ 1 h 80"/>
                <a:gd name="T30" fmla="*/ 1 w 101"/>
                <a:gd name="T31" fmla="*/ 1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0440" name="Picture 429" descr="MMj03957750000[1]">
            <a:extLst>
              <a:ext uri="{FF2B5EF4-FFF2-40B4-BE49-F238E27FC236}">
                <a16:creationId xmlns:a16="http://schemas.microsoft.com/office/drawing/2014/main" id="{66237265-E568-0845-85FC-B40BD286099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338" y="4905375"/>
            <a:ext cx="3873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41" name="Picture 432" descr="cocktail">
            <a:extLst>
              <a:ext uri="{FF2B5EF4-FFF2-40B4-BE49-F238E27FC236}">
                <a16:creationId xmlns:a16="http://schemas.microsoft.com/office/drawing/2014/main" id="{2C613C7D-F37F-FB44-AF26-20080A7CD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4668838"/>
            <a:ext cx="20304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0442" name="Object 433">
            <a:extLst>
              <a:ext uri="{FF2B5EF4-FFF2-40B4-BE49-F238E27FC236}">
                <a16:creationId xmlns:a16="http://schemas.microsoft.com/office/drawing/2014/main" id="{F08FE513-A261-2A46-97E5-1110EAB105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3689" y="4502151"/>
          <a:ext cx="4397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3" imgW="17462500" imgH="14478000" progId="MS_ClipArt_Gallery.2">
                  <p:embed/>
                </p:oleObj>
              </mc:Choice>
              <mc:Fallback>
                <p:oleObj name="Clip" r:id="rId23" imgW="17462500" imgH="14478000" progId="MS_ClipArt_Gallery.2">
                  <p:embed/>
                  <p:pic>
                    <p:nvPicPr>
                      <p:cNvPr id="60442" name="Object 433">
                        <a:extLst>
                          <a:ext uri="{FF2B5EF4-FFF2-40B4-BE49-F238E27FC236}">
                            <a16:creationId xmlns:a16="http://schemas.microsoft.com/office/drawing/2014/main" id="{F08FE513-A261-2A46-97E5-1110EAB105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9" y="4502151"/>
                        <a:ext cx="4397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3" name="Line 434">
            <a:extLst>
              <a:ext uri="{FF2B5EF4-FFF2-40B4-BE49-F238E27FC236}">
                <a16:creationId xmlns:a16="http://schemas.microsoft.com/office/drawing/2014/main" id="{B39DAC7D-A93E-3547-8975-055DAD8C6B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2150" y="4772025"/>
            <a:ext cx="2428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44" name="Line 435">
            <a:extLst>
              <a:ext uri="{FF2B5EF4-FFF2-40B4-BE49-F238E27FC236}">
                <a16:creationId xmlns:a16="http://schemas.microsoft.com/office/drawing/2014/main" id="{AD170A90-5220-C34E-A897-2458A0662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2150" y="4772025"/>
            <a:ext cx="2428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45" name="Line 436">
            <a:extLst>
              <a:ext uri="{FF2B5EF4-FFF2-40B4-BE49-F238E27FC236}">
                <a16:creationId xmlns:a16="http://schemas.microsoft.com/office/drawing/2014/main" id="{D6B0F4DD-87C2-324A-A4FA-0026D98174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3888" y="5408614"/>
            <a:ext cx="1905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46" name="Slide Number Placeholder 1">
            <a:extLst>
              <a:ext uri="{FF2B5EF4-FFF2-40B4-BE49-F238E27FC236}">
                <a16:creationId xmlns:a16="http://schemas.microsoft.com/office/drawing/2014/main" id="{048C44BF-0EE4-5D44-AE57-983059D7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5C37F776-4C60-3142-8492-AAD1E444239C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B0FF6475-05EF-9849-9A9E-DA6B682E2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Multiple Access protocols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A6095E71-1039-2249-96AE-5F3D3EDDD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24064" y="1395413"/>
            <a:ext cx="8396287" cy="4648200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400"/>
              <a:t>single shared broadcast channel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two or more simultaneous transmissions by nodes: interference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>
                <a:solidFill>
                  <a:srgbClr val="FF0000"/>
                </a:solidFill>
              </a:rPr>
              <a:t>collision</a:t>
            </a:r>
            <a:r>
              <a:rPr lang="en-US" sz="2000"/>
              <a:t> if node receives two or more signals at the same time</a:t>
            </a:r>
          </a:p>
          <a:p>
            <a:pPr>
              <a:buFont typeface="Wingdings" charset="0"/>
              <a:buNone/>
              <a:defRPr/>
            </a:pPr>
            <a:r>
              <a:rPr lang="en-US" sz="2400" i="1" u="sng">
                <a:solidFill>
                  <a:srgbClr val="FF0000"/>
                </a:solidFill>
              </a:rPr>
              <a:t>multiple access protocol</a:t>
            </a:r>
            <a:endParaRPr lang="en-US" sz="2400"/>
          </a:p>
          <a:p>
            <a:pPr>
              <a:buFont typeface="Wingdings" charset="0"/>
              <a:buChar char="v"/>
              <a:defRPr/>
            </a:pPr>
            <a:r>
              <a:rPr lang="en-US" sz="2400"/>
              <a:t>distributed algorithm that determines how nodes share channel, i.e., determine when node can transmit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communication about channel sharing must use channel itself!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/>
              <a:t>no out-of-band channel for coordination</a:t>
            </a:r>
          </a:p>
          <a:p>
            <a:pPr>
              <a:buFont typeface="Wingdings" charset="0"/>
              <a:buChar char="v"/>
              <a:defRPr/>
            </a:pPr>
            <a:endParaRPr lang="en-US">
              <a:cs typeface="+mn-cs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cs typeface="+mn-cs"/>
            </a:endParaRPr>
          </a:p>
        </p:txBody>
      </p:sp>
      <p:sp>
        <p:nvSpPr>
          <p:cNvPr id="62467" name="Slide Number Placeholder 1">
            <a:extLst>
              <a:ext uri="{FF2B5EF4-FFF2-40B4-BE49-F238E27FC236}">
                <a16:creationId xmlns:a16="http://schemas.microsoft.com/office/drawing/2014/main" id="{31D4448C-13F4-0D43-BFE3-C7664BE1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BFA4FBCB-FB32-7545-A014-F99E0AF6B006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FC0D5E3A-5EE7-3C49-8CF6-74CD8340E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Ideal Multiple Access Protocol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90B3A15B-2927-734A-939F-CC0D146774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u="sng">
                <a:solidFill>
                  <a:srgbClr val="FF0000"/>
                </a:solidFill>
              </a:rPr>
              <a:t>Broadcast channel of rate R bps</a:t>
            </a:r>
            <a:endParaRPr lang="en-US" sz="2400"/>
          </a:p>
          <a:p>
            <a:pPr>
              <a:buFont typeface="Wingdings" charset="0"/>
              <a:buNone/>
              <a:defRPr/>
            </a:pPr>
            <a:r>
              <a:rPr lang="en-US" sz="2400"/>
              <a:t>1. when one node wants to transmit, it can send at rate R.</a:t>
            </a:r>
          </a:p>
          <a:p>
            <a:pPr>
              <a:buFont typeface="Wingdings" charset="0"/>
              <a:buNone/>
              <a:defRPr/>
            </a:pPr>
            <a:r>
              <a:rPr lang="en-US" sz="2400"/>
              <a:t>2. when M nodes want to transmit, each can send at average rate R/M</a:t>
            </a:r>
          </a:p>
          <a:p>
            <a:pPr>
              <a:buFont typeface="Wingdings" charset="0"/>
              <a:buNone/>
              <a:defRPr/>
            </a:pPr>
            <a:r>
              <a:rPr lang="en-US" sz="2400"/>
              <a:t>3. fully decentralized: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/>
              <a:t>no special node to coordinate transmissions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/>
              <a:t>no synchronization of clocks, slots</a:t>
            </a:r>
            <a:endParaRPr lang="en-US"/>
          </a:p>
          <a:p>
            <a:pPr>
              <a:buFont typeface="Wingdings" charset="0"/>
              <a:buNone/>
              <a:defRPr/>
            </a:pPr>
            <a:r>
              <a:rPr lang="en-US" sz="2400"/>
              <a:t>4. simple</a:t>
            </a:r>
            <a:endParaRPr lang="en-US">
              <a:cs typeface="+mn-cs"/>
            </a:endParaRPr>
          </a:p>
        </p:txBody>
      </p:sp>
      <p:sp>
        <p:nvSpPr>
          <p:cNvPr id="64515" name="Slide Number Placeholder 1">
            <a:extLst>
              <a:ext uri="{FF2B5EF4-FFF2-40B4-BE49-F238E27FC236}">
                <a16:creationId xmlns:a16="http://schemas.microsoft.com/office/drawing/2014/main" id="{3C09E16C-5913-9E43-B078-F674F1B6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B9AD3B68-F9C5-1948-B08D-13D9AB6A3195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029A9341-A365-0F46-9519-4A062C37B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1" y="228600"/>
            <a:ext cx="8101013" cy="1143000"/>
          </a:xfrm>
        </p:spPr>
        <p:txBody>
          <a:bodyPr/>
          <a:lstStyle/>
          <a:p>
            <a:pPr>
              <a:defRPr/>
            </a:pPr>
            <a:r>
              <a:rPr lang="en-US" sz="3200"/>
              <a:t>MAC Protocols: a taxonomy</a:t>
            </a:r>
            <a:endParaRPr lang="en-US">
              <a:cs typeface="+mj-cs"/>
            </a:endParaRPr>
          </a:p>
        </p:txBody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5CFE8299-C53F-5E4F-95B2-93D86B07D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271588"/>
            <a:ext cx="7772400" cy="4648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/>
              <a:t>Three broad classes:</a:t>
            </a:r>
          </a:p>
          <a:p>
            <a:r>
              <a:rPr lang="en-US" altLang="en-US" sz="2400">
                <a:solidFill>
                  <a:srgbClr val="FF0000"/>
                </a:solidFill>
              </a:rPr>
              <a:t>Channel Partitioning</a:t>
            </a:r>
            <a:endParaRPr lang="en-US" altLang="en-US"/>
          </a:p>
          <a:p>
            <a:pPr lvl="1"/>
            <a:r>
              <a:rPr lang="en-US" altLang="en-US" sz="2000"/>
              <a:t>divide channel into smaller </a:t>
            </a:r>
            <a:r>
              <a:rPr lang="ja-JP" altLang="en-US" sz="2000">
                <a:latin typeface="Arial" panose="020B0604020202020204" pitchFamily="34" charset="0"/>
              </a:rPr>
              <a:t>“</a:t>
            </a:r>
            <a:r>
              <a:rPr lang="en-US" altLang="ja-JP" sz="2000"/>
              <a:t>pieces</a:t>
            </a:r>
            <a:r>
              <a:rPr lang="ja-JP" altLang="en-US" sz="2000">
                <a:latin typeface="Arial" panose="020B0604020202020204" pitchFamily="34" charset="0"/>
              </a:rPr>
              <a:t>”</a:t>
            </a:r>
            <a:r>
              <a:rPr lang="en-US" altLang="ja-JP" sz="2000"/>
              <a:t> (time slots, frequency, code)</a:t>
            </a:r>
          </a:p>
          <a:p>
            <a:pPr lvl="1"/>
            <a:r>
              <a:rPr lang="en-US" altLang="en-US" sz="2000"/>
              <a:t>allocate piece to node for exclusive use</a:t>
            </a:r>
            <a:endParaRPr lang="en-US" altLang="en-US"/>
          </a:p>
          <a:p>
            <a:r>
              <a:rPr lang="en-US" altLang="en-US" sz="2400">
                <a:solidFill>
                  <a:srgbClr val="FF0000"/>
                </a:solidFill>
              </a:rPr>
              <a:t>Random Access</a:t>
            </a:r>
            <a:endParaRPr lang="en-US" altLang="en-US"/>
          </a:p>
          <a:p>
            <a:pPr lvl="1"/>
            <a:r>
              <a:rPr lang="en-US" altLang="en-US" sz="2000"/>
              <a:t>channel not divided, allow collisions</a:t>
            </a:r>
          </a:p>
          <a:p>
            <a:pPr lvl="1"/>
            <a:r>
              <a:rPr lang="ja-JP" altLang="en-US" sz="2000">
                <a:latin typeface="Arial" panose="020B0604020202020204" pitchFamily="34" charset="0"/>
              </a:rPr>
              <a:t>“</a:t>
            </a:r>
            <a:r>
              <a:rPr lang="en-US" altLang="ja-JP" sz="2000"/>
              <a:t>recover</a:t>
            </a:r>
            <a:r>
              <a:rPr lang="ja-JP" altLang="en-US" sz="2000">
                <a:latin typeface="Arial" panose="020B0604020202020204" pitchFamily="34" charset="0"/>
              </a:rPr>
              <a:t>”</a:t>
            </a:r>
            <a:r>
              <a:rPr lang="en-US" altLang="ja-JP" sz="2000"/>
              <a:t> from collisions</a:t>
            </a:r>
            <a:endParaRPr lang="en-US" altLang="ja-JP"/>
          </a:p>
          <a:p>
            <a:r>
              <a:rPr lang="ja-JP" altLang="en-US" sz="240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en-US" altLang="ja-JP" sz="2400">
                <a:solidFill>
                  <a:srgbClr val="FF0000"/>
                </a:solidFill>
              </a:rPr>
              <a:t>Taking turns</a:t>
            </a:r>
            <a:r>
              <a:rPr lang="ja-JP" altLang="en-US" sz="2400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endParaRPr lang="en-US" altLang="ja-JP"/>
          </a:p>
          <a:p>
            <a:pPr lvl="1"/>
            <a:r>
              <a:rPr lang="en-US" altLang="en-US" sz="2000"/>
              <a:t>nodes take turns, but nodes with more to send can take longer turns</a:t>
            </a:r>
            <a:endParaRPr lang="en-US" altLang="en-US"/>
          </a:p>
        </p:txBody>
      </p:sp>
      <p:sp>
        <p:nvSpPr>
          <p:cNvPr id="66563" name="Slide Number Placeholder 1">
            <a:extLst>
              <a:ext uri="{FF2B5EF4-FFF2-40B4-BE49-F238E27FC236}">
                <a16:creationId xmlns:a16="http://schemas.microsoft.com/office/drawing/2014/main" id="{402FF8A6-9B44-404E-9F48-D73B9F252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0AEF59AB-B6AC-E744-9D8F-0DE5EA7ED227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>
            <a:extLst>
              <a:ext uri="{FF2B5EF4-FFF2-40B4-BE49-F238E27FC236}">
                <a16:creationId xmlns:a16="http://schemas.microsoft.com/office/drawing/2014/main" id="{3422B749-915F-8E4B-A395-EEC2D75AE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4188" y="228600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200"/>
              <a:t>Channel Partitioning MAC protocols: TDMA</a:t>
            </a:r>
            <a:endParaRPr lang="en-US">
              <a:cs typeface="+mj-cs"/>
            </a:endParaRPr>
          </a:p>
        </p:txBody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86160D6A-FC91-9844-B579-27128AE6FA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25650" y="1422401"/>
            <a:ext cx="7772400" cy="293052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>
                <a:solidFill>
                  <a:srgbClr val="FF0000"/>
                </a:solidFill>
                <a:cs typeface="+mn-cs"/>
              </a:rPr>
              <a:t>TDMA: time division multiple access</a:t>
            </a:r>
            <a:r>
              <a:rPr lang="en-US">
                <a:cs typeface="+mn-cs"/>
              </a:rPr>
              <a:t>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access to channel in "rounds"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each station gets fixed length slot (length = pkt trans time) in each round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unused slots go idle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example: 6-station LAN, 1,3,4 have pkt, slots 2,5,6 idle </a:t>
            </a:r>
            <a:endParaRPr lang="en-US">
              <a:cs typeface="+mn-cs"/>
            </a:endParaRPr>
          </a:p>
        </p:txBody>
      </p:sp>
      <p:sp>
        <p:nvSpPr>
          <p:cNvPr id="68611" name="Line 7">
            <a:extLst>
              <a:ext uri="{FF2B5EF4-FFF2-40B4-BE49-F238E27FC236}">
                <a16:creationId xmlns:a16="http://schemas.microsoft.com/office/drawing/2014/main" id="{8319032C-E039-6F44-AA3D-38B44C7A0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6514" y="5440363"/>
            <a:ext cx="6084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12" name="Rectangle 8">
            <a:extLst>
              <a:ext uri="{FF2B5EF4-FFF2-40B4-BE49-F238E27FC236}">
                <a16:creationId xmlns:a16="http://schemas.microsoft.com/office/drawing/2014/main" id="{0CE12BA8-94BD-0E4D-A0B2-B1DC18D3F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4" y="5213350"/>
            <a:ext cx="479425" cy="23018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8613" name="Rectangle 10">
            <a:extLst>
              <a:ext uri="{FF2B5EF4-FFF2-40B4-BE49-F238E27FC236}">
                <a16:creationId xmlns:a16="http://schemas.microsoft.com/office/drawing/2014/main" id="{EADF679D-D43D-174C-A319-FDF8FAE60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14" y="5213350"/>
            <a:ext cx="479425" cy="23018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8614" name="Rectangle 11">
            <a:extLst>
              <a:ext uri="{FF2B5EF4-FFF2-40B4-BE49-F238E27FC236}">
                <a16:creationId xmlns:a16="http://schemas.microsoft.com/office/drawing/2014/main" id="{C415BB4F-9E79-274C-8408-F8F9FF7D6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2276" y="5213350"/>
            <a:ext cx="479425" cy="230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8615" name="Line 13">
            <a:extLst>
              <a:ext uri="{FF2B5EF4-FFF2-40B4-BE49-F238E27FC236}">
                <a16:creationId xmlns:a16="http://schemas.microsoft.com/office/drawing/2014/main" id="{1647D9CB-B476-2E4A-92A5-A0459E5D5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5100639"/>
            <a:ext cx="0" cy="338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16" name="Line 16">
            <a:extLst>
              <a:ext uri="{FF2B5EF4-FFF2-40B4-BE49-F238E27FC236}">
                <a16:creationId xmlns:a16="http://schemas.microsoft.com/office/drawing/2014/main" id="{9C47B964-EBCA-FC4C-9FFE-83E65733C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5788" y="5103814"/>
            <a:ext cx="0" cy="338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17" name="Text Box 23">
            <a:extLst>
              <a:ext uri="{FF2B5EF4-FFF2-40B4-BE49-F238E27FC236}">
                <a16:creationId xmlns:a16="http://schemas.microsoft.com/office/drawing/2014/main" id="{A07E971E-989C-EB44-B6F2-A93CD76AE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775" y="5184775"/>
            <a:ext cx="2776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8618" name="Text Box 24">
            <a:extLst>
              <a:ext uri="{FF2B5EF4-FFF2-40B4-BE49-F238E27FC236}">
                <a16:creationId xmlns:a16="http://schemas.microsoft.com/office/drawing/2014/main" id="{0BC76EC0-A665-5640-BD76-8E6F75F69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6" y="5170488"/>
            <a:ext cx="307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8619" name="Text Box 25">
            <a:extLst>
              <a:ext uri="{FF2B5EF4-FFF2-40B4-BE49-F238E27FC236}">
                <a16:creationId xmlns:a16="http://schemas.microsoft.com/office/drawing/2014/main" id="{8B59D058-1FBC-874C-BF3C-5BEA05FCB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4" y="5176838"/>
            <a:ext cx="307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8620" name="Rectangle 26">
            <a:extLst>
              <a:ext uri="{FF2B5EF4-FFF2-40B4-BE49-F238E27FC236}">
                <a16:creationId xmlns:a16="http://schemas.microsoft.com/office/drawing/2014/main" id="{C9F92395-FFD8-004E-AADF-FE34FE826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264" y="5208589"/>
            <a:ext cx="479425" cy="2301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8621" name="Rectangle 27">
            <a:extLst>
              <a:ext uri="{FF2B5EF4-FFF2-40B4-BE49-F238E27FC236}">
                <a16:creationId xmlns:a16="http://schemas.microsoft.com/office/drawing/2014/main" id="{3F5426E7-E2B8-EE48-BB42-35EC933A9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4" y="5208589"/>
            <a:ext cx="479425" cy="230187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8622" name="Rectangle 28">
            <a:extLst>
              <a:ext uri="{FF2B5EF4-FFF2-40B4-BE49-F238E27FC236}">
                <a16:creationId xmlns:a16="http://schemas.microsoft.com/office/drawing/2014/main" id="{644C7983-B251-4041-A758-F9A5431C3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76" y="5208589"/>
            <a:ext cx="479425" cy="230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8623" name="Line 29">
            <a:extLst>
              <a:ext uri="{FF2B5EF4-FFF2-40B4-BE49-F238E27FC236}">
                <a16:creationId xmlns:a16="http://schemas.microsoft.com/office/drawing/2014/main" id="{7406AC83-8ADF-F244-BE1A-5A4713EB32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0" y="5095875"/>
            <a:ext cx="0" cy="338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4" name="Text Box 30">
            <a:extLst>
              <a:ext uri="{FF2B5EF4-FFF2-40B4-BE49-F238E27FC236}">
                <a16:creationId xmlns:a16="http://schemas.microsoft.com/office/drawing/2014/main" id="{8E5343ED-42F6-F34A-B6C7-7902E9E82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275" y="5180013"/>
            <a:ext cx="2776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8625" name="Text Box 31">
            <a:extLst>
              <a:ext uri="{FF2B5EF4-FFF2-40B4-BE49-F238E27FC236}">
                <a16:creationId xmlns:a16="http://schemas.microsoft.com/office/drawing/2014/main" id="{C5885B91-3BD7-E641-8F04-608D18F1C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426" y="5165725"/>
            <a:ext cx="307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8626" name="Text Box 32">
            <a:extLst>
              <a:ext uri="{FF2B5EF4-FFF2-40B4-BE49-F238E27FC236}">
                <a16:creationId xmlns:a16="http://schemas.microsoft.com/office/drawing/2014/main" id="{0CA3BD37-4750-A645-87B7-C88F6696F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7564" y="5172075"/>
            <a:ext cx="307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8627" name="Line 34">
            <a:extLst>
              <a:ext uri="{FF2B5EF4-FFF2-40B4-BE49-F238E27FC236}">
                <a16:creationId xmlns:a16="http://schemas.microsoft.com/office/drawing/2014/main" id="{424A48D5-7F1F-0849-BF74-2608E88DD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363" y="5205414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8" name="Line 35">
            <a:extLst>
              <a:ext uri="{FF2B5EF4-FFF2-40B4-BE49-F238E27FC236}">
                <a16:creationId xmlns:a16="http://schemas.microsoft.com/office/drawing/2014/main" id="{469B0444-23CE-F74C-BEB7-3C1BE424FA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7613" y="5210176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9" name="Line 36">
            <a:extLst>
              <a:ext uri="{FF2B5EF4-FFF2-40B4-BE49-F238E27FC236}">
                <a16:creationId xmlns:a16="http://schemas.microsoft.com/office/drawing/2014/main" id="{18F9457C-CBD4-9045-BA9E-298B890E39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3863" y="5210176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30" name="Line 37">
            <a:extLst>
              <a:ext uri="{FF2B5EF4-FFF2-40B4-BE49-F238E27FC236}">
                <a16:creationId xmlns:a16="http://schemas.microsoft.com/office/drawing/2014/main" id="{4B4CF0A7-FA56-BB4B-8B2D-316DBB7B0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0113" y="5210176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31" name="Line 38">
            <a:extLst>
              <a:ext uri="{FF2B5EF4-FFF2-40B4-BE49-F238E27FC236}">
                <a16:creationId xmlns:a16="http://schemas.microsoft.com/office/drawing/2014/main" id="{30C8A69F-4A78-DF45-9881-04DDAFC3C0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1125" y="5200651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32" name="Line 39">
            <a:extLst>
              <a:ext uri="{FF2B5EF4-FFF2-40B4-BE49-F238E27FC236}">
                <a16:creationId xmlns:a16="http://schemas.microsoft.com/office/drawing/2014/main" id="{0087AEC2-198D-D645-9116-06CB864B9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8863" y="5205414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33" name="Line 40">
            <a:extLst>
              <a:ext uri="{FF2B5EF4-FFF2-40B4-BE49-F238E27FC236}">
                <a16:creationId xmlns:a16="http://schemas.microsoft.com/office/drawing/2014/main" id="{CBFB03FF-E761-6D44-AFDD-A579D968CC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5200651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34" name="Line 41">
            <a:extLst>
              <a:ext uri="{FF2B5EF4-FFF2-40B4-BE49-F238E27FC236}">
                <a16:creationId xmlns:a16="http://schemas.microsoft.com/office/drawing/2014/main" id="{C02CFBD9-8556-944B-B892-51189712972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4338" y="5195889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35" name="Line 42">
            <a:extLst>
              <a:ext uri="{FF2B5EF4-FFF2-40B4-BE49-F238E27FC236}">
                <a16:creationId xmlns:a16="http://schemas.microsoft.com/office/drawing/2014/main" id="{6D32ACC6-603B-EB44-A9C2-6CE9AD1E9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7613" y="5205414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36" name="Line 43">
            <a:extLst>
              <a:ext uri="{FF2B5EF4-FFF2-40B4-BE49-F238E27FC236}">
                <a16:creationId xmlns:a16="http://schemas.microsoft.com/office/drawing/2014/main" id="{AA58A790-B4A6-184F-8D0B-DA62B0B33F9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5350" y="5110164"/>
            <a:ext cx="0" cy="338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37" name="Line 44">
            <a:extLst>
              <a:ext uri="{FF2B5EF4-FFF2-40B4-BE49-F238E27FC236}">
                <a16:creationId xmlns:a16="http://schemas.microsoft.com/office/drawing/2014/main" id="{D516AAD2-1D0A-D44A-B1CC-7C3E4428F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5113" y="5205414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38" name="Text Box 45">
            <a:extLst>
              <a:ext uri="{FF2B5EF4-FFF2-40B4-BE49-F238E27FC236}">
                <a16:creationId xmlns:a16="http://schemas.microsoft.com/office/drawing/2014/main" id="{8AC1E6F0-627C-A54A-9A66-C093A1273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6" y="4586289"/>
            <a:ext cx="7588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6-slot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frame</a:t>
            </a:r>
          </a:p>
        </p:txBody>
      </p:sp>
      <p:sp>
        <p:nvSpPr>
          <p:cNvPr id="68639" name="Line 46">
            <a:extLst>
              <a:ext uri="{FF2B5EF4-FFF2-40B4-BE49-F238E27FC236}">
                <a16:creationId xmlns:a16="http://schemas.microsoft.com/office/drawing/2014/main" id="{33F39759-C77A-9B44-A0CE-5E339E3A7D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491807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40" name="Line 47">
            <a:extLst>
              <a:ext uri="{FF2B5EF4-FFF2-40B4-BE49-F238E27FC236}">
                <a16:creationId xmlns:a16="http://schemas.microsoft.com/office/drawing/2014/main" id="{7997FA1D-89B6-304C-A53C-4F0DCF59DB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1463" y="491331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41" name="Line 48">
            <a:extLst>
              <a:ext uri="{FF2B5EF4-FFF2-40B4-BE49-F238E27FC236}">
                <a16:creationId xmlns:a16="http://schemas.microsoft.com/office/drawing/2014/main" id="{154D6732-3904-A242-A71C-C02AF1F709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0825" y="4826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42" name="Line 49">
            <a:extLst>
              <a:ext uri="{FF2B5EF4-FFF2-40B4-BE49-F238E27FC236}">
                <a16:creationId xmlns:a16="http://schemas.microsoft.com/office/drawing/2014/main" id="{C37F53A6-71FE-6247-8CC3-451428DF9D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9913" y="478313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43" name="Slide Number Placeholder 1">
            <a:extLst>
              <a:ext uri="{FF2B5EF4-FFF2-40B4-BE49-F238E27FC236}">
                <a16:creationId xmlns:a16="http://schemas.microsoft.com/office/drawing/2014/main" id="{792EF334-938F-234C-8F8D-BCC631D7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988FEB6B-5ED8-444F-838B-0A198ADEC983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552430B2-AF51-544B-A988-AC59F83A5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4188" y="228600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200"/>
              <a:t>Channel Partitioning MAC protocols: FDMA</a:t>
            </a:r>
            <a:endParaRPr lang="en-US">
              <a:cs typeface="+mj-cs"/>
            </a:endParaRPr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A9B9171-6D0E-5F4F-94E7-6E4CC2D17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25650" y="1370013"/>
            <a:ext cx="822325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>
                <a:solidFill>
                  <a:srgbClr val="FF0000"/>
                </a:solidFill>
                <a:cs typeface="+mn-cs"/>
              </a:rPr>
              <a:t>FDMA: frequency division multiple access</a:t>
            </a:r>
            <a:r>
              <a:rPr lang="en-US">
                <a:cs typeface="+mn-cs"/>
              </a:rPr>
              <a:t>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channel spectrum divided into frequency bands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each station assigned fixed frequency band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unused transmission time in frequency bands go idle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example: 6-station LAN, 1,3,4 have pkt, frequency bands 2,5,6 idle </a:t>
            </a:r>
            <a:endParaRPr lang="en-US">
              <a:cs typeface="+mn-cs"/>
            </a:endParaRPr>
          </a:p>
        </p:txBody>
      </p:sp>
      <p:sp>
        <p:nvSpPr>
          <p:cNvPr id="70659" name="Rectangle 4">
            <a:extLst>
              <a:ext uri="{FF2B5EF4-FFF2-40B4-BE49-F238E27FC236}">
                <a16:creationId xmlns:a16="http://schemas.microsoft.com/office/drawing/2014/main" id="{4B98C1C3-65D0-0C4A-BD5A-79E48E2C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563" y="4138614"/>
            <a:ext cx="627062" cy="22510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0660" name="Line 5">
            <a:extLst>
              <a:ext uri="{FF2B5EF4-FFF2-40B4-BE49-F238E27FC236}">
                <a16:creationId xmlns:a16="http://schemas.microsoft.com/office/drawing/2014/main" id="{8DB739F3-43FB-ED47-AB0A-793943D225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49975" y="5243514"/>
            <a:ext cx="6223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1" name="Line 6">
            <a:extLst>
              <a:ext uri="{FF2B5EF4-FFF2-40B4-BE49-F238E27FC236}">
                <a16:creationId xmlns:a16="http://schemas.microsoft.com/office/drawing/2014/main" id="{3A44B79D-F7D2-944D-AC00-45281DB6BF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45214" y="5635625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2" name="Line 7">
            <a:extLst>
              <a:ext uri="{FF2B5EF4-FFF2-40B4-BE49-F238E27FC236}">
                <a16:creationId xmlns:a16="http://schemas.microsoft.com/office/drawing/2014/main" id="{07D85EF1-9D82-4841-ACF2-E2852E6C0B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49976" y="6021389"/>
            <a:ext cx="627063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3" name="Line 8">
            <a:extLst>
              <a:ext uri="{FF2B5EF4-FFF2-40B4-BE49-F238E27FC236}">
                <a16:creationId xmlns:a16="http://schemas.microsoft.com/office/drawing/2014/main" id="{86B7D355-AA60-9048-8B68-4B076D4EBB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45214" y="4857750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4" name="Line 9">
            <a:extLst>
              <a:ext uri="{FF2B5EF4-FFF2-40B4-BE49-F238E27FC236}">
                <a16:creationId xmlns:a16="http://schemas.microsoft.com/office/drawing/2014/main" id="{B3A8C7CD-381A-D649-AD7A-7FD9A2AF4E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49976" y="4471988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5" name="Line 11">
            <a:extLst>
              <a:ext uri="{FF2B5EF4-FFF2-40B4-BE49-F238E27FC236}">
                <a16:creationId xmlns:a16="http://schemas.microsoft.com/office/drawing/2014/main" id="{5A5C796E-3625-7649-BCA3-BA89342930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0700" y="44116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6" name="Freeform 12">
            <a:extLst>
              <a:ext uri="{FF2B5EF4-FFF2-40B4-BE49-F238E27FC236}">
                <a16:creationId xmlns:a16="http://schemas.microsoft.com/office/drawing/2014/main" id="{9B2D6FCA-2358-EF40-99E0-257E44D18248}"/>
              </a:ext>
            </a:extLst>
          </p:cNvPr>
          <p:cNvSpPr>
            <a:spLocks/>
          </p:cNvSpPr>
          <p:nvPr/>
        </p:nvSpPr>
        <p:spPr bwMode="auto">
          <a:xfrm>
            <a:off x="7018339" y="4292600"/>
            <a:ext cx="1728787" cy="114300"/>
          </a:xfrm>
          <a:custGeom>
            <a:avLst/>
            <a:gdLst>
              <a:gd name="T0" fmla="*/ 0 w 1089"/>
              <a:gd name="T1" fmla="*/ 2147483646 h 72"/>
              <a:gd name="T2" fmla="*/ 0 w 1089"/>
              <a:gd name="T3" fmla="*/ 2147483646 h 72"/>
              <a:gd name="T4" fmla="*/ 2147483646 w 1089"/>
              <a:gd name="T5" fmla="*/ 0 h 72"/>
              <a:gd name="T6" fmla="*/ 2147483646 w 1089"/>
              <a:gd name="T7" fmla="*/ 2147483646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67" name="Line 13">
            <a:extLst>
              <a:ext uri="{FF2B5EF4-FFF2-40B4-BE49-F238E27FC236}">
                <a16:creationId xmlns:a16="http://schemas.microsoft.com/office/drawing/2014/main" id="{988964FA-D1D2-854F-89AE-10629707A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4814888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8" name="Line 15">
            <a:extLst>
              <a:ext uri="{FF2B5EF4-FFF2-40B4-BE49-F238E27FC236}">
                <a16:creationId xmlns:a16="http://schemas.microsoft.com/office/drawing/2014/main" id="{AD5302F3-5CC6-D341-8B2D-404417B0A4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5213350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9" name="Freeform 16">
            <a:extLst>
              <a:ext uri="{FF2B5EF4-FFF2-40B4-BE49-F238E27FC236}">
                <a16:creationId xmlns:a16="http://schemas.microsoft.com/office/drawing/2014/main" id="{6768D25A-F86A-9A47-82F5-ABF267E323D4}"/>
              </a:ext>
            </a:extLst>
          </p:cNvPr>
          <p:cNvSpPr>
            <a:spLocks/>
          </p:cNvSpPr>
          <p:nvPr/>
        </p:nvSpPr>
        <p:spPr bwMode="auto">
          <a:xfrm>
            <a:off x="7065964" y="5094288"/>
            <a:ext cx="1728787" cy="114300"/>
          </a:xfrm>
          <a:custGeom>
            <a:avLst/>
            <a:gdLst>
              <a:gd name="T0" fmla="*/ 0 w 1089"/>
              <a:gd name="T1" fmla="*/ 2147483646 h 72"/>
              <a:gd name="T2" fmla="*/ 0 w 1089"/>
              <a:gd name="T3" fmla="*/ 2147483646 h 72"/>
              <a:gd name="T4" fmla="*/ 2147483646 w 1089"/>
              <a:gd name="T5" fmla="*/ 0 h 72"/>
              <a:gd name="T6" fmla="*/ 2147483646 w 1089"/>
              <a:gd name="T7" fmla="*/ 2147483646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670" name="Group 17">
            <a:extLst>
              <a:ext uri="{FF2B5EF4-FFF2-40B4-BE49-F238E27FC236}">
                <a16:creationId xmlns:a16="http://schemas.microsoft.com/office/drawing/2014/main" id="{3BC74279-7C49-AA47-9E2A-01E503EB76FF}"/>
              </a:ext>
            </a:extLst>
          </p:cNvPr>
          <p:cNvGrpSpPr>
            <a:grpSpLocks/>
          </p:cNvGrpSpPr>
          <p:nvPr/>
        </p:nvGrpSpPr>
        <p:grpSpPr bwMode="auto">
          <a:xfrm>
            <a:off x="6935788" y="5499101"/>
            <a:ext cx="2228850" cy="119063"/>
            <a:chOff x="1884" y="2826"/>
            <a:chExt cx="1404" cy="75"/>
          </a:xfrm>
        </p:grpSpPr>
        <p:sp>
          <p:nvSpPr>
            <p:cNvPr id="70686" name="Line 18">
              <a:extLst>
                <a:ext uri="{FF2B5EF4-FFF2-40B4-BE49-F238E27FC236}">
                  <a16:creationId xmlns:a16="http://schemas.microsoft.com/office/drawing/2014/main" id="{3E430BDF-88C7-B84A-8D16-97B158076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" y="2901"/>
              <a:ext cx="14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87" name="Freeform 19">
              <a:extLst>
                <a:ext uri="{FF2B5EF4-FFF2-40B4-BE49-F238E27FC236}">
                  <a16:creationId xmlns:a16="http://schemas.microsoft.com/office/drawing/2014/main" id="{48B19402-4F6B-8B48-80A8-002E11796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826"/>
              <a:ext cx="1089" cy="72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0671" name="Line 20">
            <a:extLst>
              <a:ext uri="{FF2B5EF4-FFF2-40B4-BE49-F238E27FC236}">
                <a16:creationId xmlns:a16="http://schemas.microsoft.com/office/drawing/2014/main" id="{33A28604-964B-3B45-94DA-C30EBA6D2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5950" y="60245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2" name="Line 21">
            <a:extLst>
              <a:ext uri="{FF2B5EF4-FFF2-40B4-BE49-F238E27FC236}">
                <a16:creationId xmlns:a16="http://schemas.microsoft.com/office/drawing/2014/main" id="{1B3608BA-DFB6-9149-8A46-37618D1F9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2300" y="63547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3" name="Text Box 22">
            <a:extLst>
              <a:ext uri="{FF2B5EF4-FFF2-40B4-BE49-F238E27FC236}">
                <a16:creationId xmlns:a16="http://schemas.microsoft.com/office/drawing/2014/main" id="{0B6427FC-A60C-2543-8F75-86522EB3E5E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917282" y="4987132"/>
            <a:ext cx="1939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frequency bands</a:t>
            </a:r>
          </a:p>
        </p:txBody>
      </p:sp>
      <p:sp>
        <p:nvSpPr>
          <p:cNvPr id="70674" name="Text Box 23">
            <a:extLst>
              <a:ext uri="{FF2B5EF4-FFF2-40B4-BE49-F238E27FC236}">
                <a16:creationId xmlns:a16="http://schemas.microsoft.com/office/drawing/2014/main" id="{9A5E20DB-79FE-064F-B5CE-717842F5E099}"/>
              </a:ext>
            </a:extLst>
          </p:cNvPr>
          <p:cNvSpPr txBox="1">
            <a:spLocks noChangeArrowheads="1"/>
          </p:cNvSpPr>
          <p:nvPr/>
        </p:nvSpPr>
        <p:spPr bwMode="auto">
          <a:xfrm rot="67766">
            <a:off x="8856663" y="3965576"/>
            <a:ext cx="6588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time</a:t>
            </a:r>
          </a:p>
        </p:txBody>
      </p:sp>
      <p:sp>
        <p:nvSpPr>
          <p:cNvPr id="70675" name="Freeform 54">
            <a:extLst>
              <a:ext uri="{FF2B5EF4-FFF2-40B4-BE49-F238E27FC236}">
                <a16:creationId xmlns:a16="http://schemas.microsoft.com/office/drawing/2014/main" id="{F87B188C-9BE4-7C4D-8DFD-172407500111}"/>
              </a:ext>
            </a:extLst>
          </p:cNvPr>
          <p:cNvSpPr>
            <a:spLocks/>
          </p:cNvSpPr>
          <p:nvPr/>
        </p:nvSpPr>
        <p:spPr bwMode="auto">
          <a:xfrm>
            <a:off x="3556001" y="4348164"/>
            <a:ext cx="595313" cy="1538287"/>
          </a:xfrm>
          <a:custGeom>
            <a:avLst/>
            <a:gdLst>
              <a:gd name="T0" fmla="*/ 2147483646 w 375"/>
              <a:gd name="T1" fmla="*/ 0 h 969"/>
              <a:gd name="T2" fmla="*/ 0 w 375"/>
              <a:gd name="T3" fmla="*/ 2147483646 h 969"/>
              <a:gd name="T4" fmla="*/ 2147483646 w 375"/>
              <a:gd name="T5" fmla="*/ 2147483646 h 969"/>
              <a:gd name="T6" fmla="*/ 2147483646 w 375"/>
              <a:gd name="T7" fmla="*/ 0 h 9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" h="969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 rotWithShape="1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0676" name="Group 56">
            <a:extLst>
              <a:ext uri="{FF2B5EF4-FFF2-40B4-BE49-F238E27FC236}">
                <a16:creationId xmlns:a16="http://schemas.microsoft.com/office/drawing/2014/main" id="{A50366F7-1DF1-934C-AB7D-45804E8BD480}"/>
              </a:ext>
            </a:extLst>
          </p:cNvPr>
          <p:cNvGrpSpPr>
            <a:grpSpLocks/>
          </p:cNvGrpSpPr>
          <p:nvPr/>
        </p:nvGrpSpPr>
        <p:grpSpPr bwMode="auto">
          <a:xfrm>
            <a:off x="1817689" y="4986339"/>
            <a:ext cx="1666875" cy="314325"/>
            <a:chOff x="1614" y="1494"/>
            <a:chExt cx="1050" cy="198"/>
          </a:xfrm>
        </p:grpSpPr>
        <p:sp>
          <p:nvSpPr>
            <p:cNvPr id="70682" name="Rectangle 57">
              <a:extLst>
                <a:ext uri="{FF2B5EF4-FFF2-40B4-BE49-F238E27FC236}">
                  <a16:creationId xmlns:a16="http://schemas.microsoft.com/office/drawing/2014/main" id="{5A572EE1-5F3A-714B-92DC-97A3893A0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500"/>
              <a:ext cx="168" cy="1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35610" name="Freeform 58">
              <a:extLst>
                <a:ext uri="{FF2B5EF4-FFF2-40B4-BE49-F238E27FC236}">
                  <a16:creationId xmlns:a16="http://schemas.microsoft.com/office/drawing/2014/main" id="{89DE01FE-5F82-E147-AD81-59FC19BCE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1494"/>
              <a:ext cx="896" cy="198"/>
            </a:xfrm>
            <a:custGeom>
              <a:avLst/>
              <a:gdLst>
                <a:gd name="T0" fmla="*/ 18 w 896"/>
                <a:gd name="T1" fmla="*/ 0 h 198"/>
                <a:gd name="T2" fmla="*/ 0 w 896"/>
                <a:gd name="T3" fmla="*/ 96 h 198"/>
                <a:gd name="T4" fmla="*/ 18 w 896"/>
                <a:gd name="T5" fmla="*/ 198 h 198"/>
                <a:gd name="T6" fmla="*/ 774 w 896"/>
                <a:gd name="T7" fmla="*/ 198 h 198"/>
                <a:gd name="T8" fmla="*/ 750 w 896"/>
                <a:gd name="T9" fmla="*/ 90 h 198"/>
                <a:gd name="T10" fmla="*/ 774 w 896"/>
                <a:gd name="T11" fmla="*/ 0 h 198"/>
                <a:gd name="T12" fmla="*/ 18 w 896"/>
                <a:gd name="T13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6" h="198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70684" name="Oval 59">
              <a:extLst>
                <a:ext uri="{FF2B5EF4-FFF2-40B4-BE49-F238E27FC236}">
                  <a16:creationId xmlns:a16="http://schemas.microsoft.com/office/drawing/2014/main" id="{372C6F27-4A9F-6045-9880-77E0C77A7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1506"/>
              <a:ext cx="62" cy="16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70685" name="Line 60">
              <a:extLst>
                <a:ext uri="{FF2B5EF4-FFF2-40B4-BE49-F238E27FC236}">
                  <a16:creationId xmlns:a16="http://schemas.microsoft.com/office/drawing/2014/main" id="{65C88B6C-69F3-FD44-835E-CAC048E20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6" y="1584"/>
              <a:ext cx="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77" name="Freeform 65">
            <a:extLst>
              <a:ext uri="{FF2B5EF4-FFF2-40B4-BE49-F238E27FC236}">
                <a16:creationId xmlns:a16="http://schemas.microsoft.com/office/drawing/2014/main" id="{FAE4E55A-E93C-274C-A53B-C30B0566B142}"/>
              </a:ext>
            </a:extLst>
          </p:cNvPr>
          <p:cNvSpPr>
            <a:spLocks/>
          </p:cNvSpPr>
          <p:nvPr/>
        </p:nvSpPr>
        <p:spPr bwMode="auto">
          <a:xfrm>
            <a:off x="4327526" y="5040314"/>
            <a:ext cx="892175" cy="173037"/>
          </a:xfrm>
          <a:custGeom>
            <a:avLst/>
            <a:gdLst>
              <a:gd name="T0" fmla="*/ 2147483646 w 562"/>
              <a:gd name="T1" fmla="*/ 2147483646 h 266"/>
              <a:gd name="T2" fmla="*/ 2147483646 w 562"/>
              <a:gd name="T3" fmla="*/ 2147483646 h 266"/>
              <a:gd name="T4" fmla="*/ 2147483646 w 562"/>
              <a:gd name="T5" fmla="*/ 2147483646 h 266"/>
              <a:gd name="T6" fmla="*/ 2147483646 w 562"/>
              <a:gd name="T7" fmla="*/ 0 h 266"/>
              <a:gd name="T8" fmla="*/ 2147483646 w 562"/>
              <a:gd name="T9" fmla="*/ 2147483646 h 266"/>
              <a:gd name="T10" fmla="*/ 2147483646 w 562"/>
              <a:gd name="T11" fmla="*/ 2147483646 h 266"/>
              <a:gd name="T12" fmla="*/ 2147483646 w 562"/>
              <a:gd name="T13" fmla="*/ 2147483646 h 266"/>
              <a:gd name="T14" fmla="*/ 2147483646 w 562"/>
              <a:gd name="T15" fmla="*/ 2147483646 h 266"/>
              <a:gd name="T16" fmla="*/ 2147483646 w 562"/>
              <a:gd name="T17" fmla="*/ 2147483646 h 266"/>
              <a:gd name="T18" fmla="*/ 2147483646 w 562"/>
              <a:gd name="T19" fmla="*/ 2147483646 h 266"/>
              <a:gd name="T20" fmla="*/ 2147483646 w 562"/>
              <a:gd name="T21" fmla="*/ 2147483646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8" name="Freeform 66">
            <a:extLst>
              <a:ext uri="{FF2B5EF4-FFF2-40B4-BE49-F238E27FC236}">
                <a16:creationId xmlns:a16="http://schemas.microsoft.com/office/drawing/2014/main" id="{32BABDC3-F9FA-1D4F-BF21-8A42BF12E4DE}"/>
              </a:ext>
            </a:extLst>
          </p:cNvPr>
          <p:cNvSpPr>
            <a:spLocks/>
          </p:cNvSpPr>
          <p:nvPr/>
        </p:nvSpPr>
        <p:spPr bwMode="auto">
          <a:xfrm>
            <a:off x="4370389" y="4270376"/>
            <a:ext cx="427037" cy="219075"/>
          </a:xfrm>
          <a:custGeom>
            <a:avLst/>
            <a:gdLst>
              <a:gd name="T0" fmla="*/ 2147483646 w 562"/>
              <a:gd name="T1" fmla="*/ 2147483646 h 266"/>
              <a:gd name="T2" fmla="*/ 2147483646 w 562"/>
              <a:gd name="T3" fmla="*/ 2147483646 h 266"/>
              <a:gd name="T4" fmla="*/ 2147483646 w 562"/>
              <a:gd name="T5" fmla="*/ 2147483646 h 266"/>
              <a:gd name="T6" fmla="*/ 2147483646 w 562"/>
              <a:gd name="T7" fmla="*/ 0 h 266"/>
              <a:gd name="T8" fmla="*/ 2147483646 w 562"/>
              <a:gd name="T9" fmla="*/ 2147483646 h 266"/>
              <a:gd name="T10" fmla="*/ 2147483646 w 562"/>
              <a:gd name="T11" fmla="*/ 2147483646 h 266"/>
              <a:gd name="T12" fmla="*/ 2147483646 w 562"/>
              <a:gd name="T13" fmla="*/ 2147483646 h 266"/>
              <a:gd name="T14" fmla="*/ 2147483646 w 562"/>
              <a:gd name="T15" fmla="*/ 2147483646 h 266"/>
              <a:gd name="T16" fmla="*/ 2147483646 w 562"/>
              <a:gd name="T17" fmla="*/ 2147483646 h 266"/>
              <a:gd name="T18" fmla="*/ 2147483646 w 562"/>
              <a:gd name="T19" fmla="*/ 2147483646 h 266"/>
              <a:gd name="T20" fmla="*/ 2147483646 w 562"/>
              <a:gd name="T21" fmla="*/ 2147483646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9" name="Freeform 68">
            <a:extLst>
              <a:ext uri="{FF2B5EF4-FFF2-40B4-BE49-F238E27FC236}">
                <a16:creationId xmlns:a16="http://schemas.microsoft.com/office/drawing/2014/main" id="{4FE1B4D1-96B8-984F-A589-055EFB34DDDF}"/>
              </a:ext>
            </a:extLst>
          </p:cNvPr>
          <p:cNvSpPr>
            <a:spLocks/>
          </p:cNvSpPr>
          <p:nvPr/>
        </p:nvSpPr>
        <p:spPr bwMode="auto">
          <a:xfrm>
            <a:off x="4279901" y="6069014"/>
            <a:ext cx="989013" cy="185737"/>
          </a:xfrm>
          <a:custGeom>
            <a:avLst/>
            <a:gdLst>
              <a:gd name="T0" fmla="*/ 2147483646 w 623"/>
              <a:gd name="T1" fmla="*/ 2147483646 h 117"/>
              <a:gd name="T2" fmla="*/ 2147483646 w 623"/>
              <a:gd name="T3" fmla="*/ 2147483646 h 117"/>
              <a:gd name="T4" fmla="*/ 2147483646 w 623"/>
              <a:gd name="T5" fmla="*/ 2147483646 h 117"/>
              <a:gd name="T6" fmla="*/ 2147483646 w 623"/>
              <a:gd name="T7" fmla="*/ 0 h 117"/>
              <a:gd name="T8" fmla="*/ 2147483646 w 623"/>
              <a:gd name="T9" fmla="*/ 2147483646 h 117"/>
              <a:gd name="T10" fmla="*/ 2147483646 w 623"/>
              <a:gd name="T11" fmla="*/ 2147483646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23" h="117">
                <a:moveTo>
                  <a:pt x="20" y="113"/>
                </a:moveTo>
                <a:cubicBezTo>
                  <a:pt x="44" y="68"/>
                  <a:pt x="0" y="1"/>
                  <a:pt x="114" y="2"/>
                </a:cubicBezTo>
                <a:cubicBezTo>
                  <a:pt x="233" y="1"/>
                  <a:pt x="144" y="114"/>
                  <a:pt x="256" y="114"/>
                </a:cubicBezTo>
                <a:cubicBezTo>
                  <a:pt x="368" y="114"/>
                  <a:pt x="288" y="0"/>
                  <a:pt x="394" y="0"/>
                </a:cubicBezTo>
                <a:cubicBezTo>
                  <a:pt x="500" y="0"/>
                  <a:pt x="421" y="117"/>
                  <a:pt x="522" y="116"/>
                </a:cubicBezTo>
                <a:cubicBezTo>
                  <a:pt x="623" y="115"/>
                  <a:pt x="570" y="64"/>
                  <a:pt x="616" y="1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80" name="Text Box 69">
            <a:extLst>
              <a:ext uri="{FF2B5EF4-FFF2-40B4-BE49-F238E27FC236}">
                <a16:creationId xmlns:a16="http://schemas.microsoft.com/office/drawing/2014/main" id="{4F5E9EAB-1609-5C41-AE7F-82F52C5E5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913" y="5703888"/>
            <a:ext cx="1314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FDM cable</a:t>
            </a:r>
          </a:p>
        </p:txBody>
      </p:sp>
      <p:sp>
        <p:nvSpPr>
          <p:cNvPr id="70681" name="Slide Number Placeholder 1">
            <a:extLst>
              <a:ext uri="{FF2B5EF4-FFF2-40B4-BE49-F238E27FC236}">
                <a16:creationId xmlns:a16="http://schemas.microsoft.com/office/drawing/2014/main" id="{7F1D3A7B-F1B6-CE43-806E-5490E468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8DEDEFA6-D94D-CE4D-B1ED-04AE23597BFC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67DDF8-35CA-1278-9D70-EC8E3D9A21BC}"/>
                  </a:ext>
                </a:extLst>
              </p14:cNvPr>
              <p14:cNvContentPartPr/>
              <p14:nvPr/>
            </p14:nvContentPartPr>
            <p14:xfrm>
              <a:off x="6447926" y="4245048"/>
              <a:ext cx="42120" cy="181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67DDF8-35CA-1278-9D70-EC8E3D9A21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9286" y="4236408"/>
                <a:ext cx="5976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96B21BD-9DF8-94F5-8042-3FDCBF18D0F4}"/>
              </a:ext>
            </a:extLst>
          </p:cNvPr>
          <p:cNvGrpSpPr/>
          <p:nvPr/>
        </p:nvGrpSpPr>
        <p:grpSpPr>
          <a:xfrm>
            <a:off x="6418766" y="5717088"/>
            <a:ext cx="137880" cy="673920"/>
            <a:chOff x="6418766" y="5717088"/>
            <a:chExt cx="137880" cy="67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2D78FB6-9183-65D7-55A4-64B837297D14}"/>
                    </a:ext>
                  </a:extLst>
                </p14:cNvPr>
                <p14:cNvContentPartPr/>
                <p14:nvPr/>
              </p14:nvContentPartPr>
              <p14:xfrm>
                <a:off x="6418766" y="5813208"/>
                <a:ext cx="128880" cy="238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2D78FB6-9183-65D7-55A4-64B837297D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09766" y="5804568"/>
                  <a:ext cx="1465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BC1B86-3F76-50D0-BF0C-0DCAA7820622}"/>
                    </a:ext>
                  </a:extLst>
                </p14:cNvPr>
                <p14:cNvContentPartPr/>
                <p14:nvPr/>
              </p14:nvContentPartPr>
              <p14:xfrm>
                <a:off x="6467006" y="5717088"/>
                <a:ext cx="88200" cy="109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BC1B86-3F76-50D0-BF0C-0DCAA782062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58366" y="5708088"/>
                  <a:ext cx="105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6F83F76-551C-15BE-8009-88EEEEA0C34E}"/>
                    </a:ext>
                  </a:extLst>
                </p14:cNvPr>
                <p14:cNvContentPartPr/>
                <p14:nvPr/>
              </p14:nvContentPartPr>
              <p14:xfrm>
                <a:off x="6447926" y="6080688"/>
                <a:ext cx="108720" cy="310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6F83F76-551C-15BE-8009-88EEEEA0C34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39286" y="6071688"/>
                  <a:ext cx="12636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BFDF42-E7C5-955D-C75F-9367DF08A823}"/>
              </a:ext>
            </a:extLst>
          </p:cNvPr>
          <p:cNvGrpSpPr/>
          <p:nvPr/>
        </p:nvGrpSpPr>
        <p:grpSpPr>
          <a:xfrm>
            <a:off x="5316806" y="3973608"/>
            <a:ext cx="707400" cy="325080"/>
            <a:chOff x="5316806" y="3973608"/>
            <a:chExt cx="70740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D4B39DC-164A-CF5E-DDE8-FD526C5DFDD7}"/>
                    </a:ext>
                  </a:extLst>
                </p14:cNvPr>
                <p14:cNvContentPartPr/>
                <p14:nvPr/>
              </p14:nvContentPartPr>
              <p14:xfrm>
                <a:off x="5316806" y="4000608"/>
                <a:ext cx="707400" cy="298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D4B39DC-164A-CF5E-DDE8-FD526C5DFD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08166" y="3991608"/>
                  <a:ext cx="7250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C741C37-BAF7-E2D4-1F2F-52BB524278B2}"/>
                    </a:ext>
                  </a:extLst>
                </p14:cNvPr>
                <p14:cNvContentPartPr/>
                <p14:nvPr/>
              </p14:nvContentPartPr>
              <p14:xfrm>
                <a:off x="5603006" y="3985488"/>
                <a:ext cx="188280" cy="119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C741C37-BAF7-E2D4-1F2F-52BB524278B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94006" y="3976488"/>
                  <a:ext cx="205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1CD6BC-CBD6-2BED-A077-5250DC6E1331}"/>
                    </a:ext>
                  </a:extLst>
                </p14:cNvPr>
                <p14:cNvContentPartPr/>
                <p14:nvPr/>
              </p14:nvContentPartPr>
              <p14:xfrm>
                <a:off x="5816846" y="3973608"/>
                <a:ext cx="42120" cy="122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1CD6BC-CBD6-2BED-A077-5250DC6E133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808206" y="3964608"/>
                  <a:ext cx="5976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B4DA8F7-40AE-37BA-434D-A4BA15216B52}"/>
              </a:ext>
            </a:extLst>
          </p:cNvPr>
          <p:cNvGrpSpPr/>
          <p:nvPr/>
        </p:nvGrpSpPr>
        <p:grpSpPr>
          <a:xfrm>
            <a:off x="5535326" y="4588848"/>
            <a:ext cx="296640" cy="177480"/>
            <a:chOff x="5535326" y="4588848"/>
            <a:chExt cx="296640" cy="17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73F2C96-1720-53F5-92C3-66643E098E86}"/>
                    </a:ext>
                  </a:extLst>
                </p14:cNvPr>
                <p14:cNvContentPartPr/>
                <p14:nvPr/>
              </p14:nvContentPartPr>
              <p14:xfrm>
                <a:off x="5535326" y="4588848"/>
                <a:ext cx="177840" cy="177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73F2C96-1720-53F5-92C3-66643E098E8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26326" y="4580208"/>
                  <a:ext cx="195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6DBE38-EEFB-2E26-872F-970B66892F8E}"/>
                    </a:ext>
                  </a:extLst>
                </p14:cNvPr>
                <p14:cNvContentPartPr/>
                <p14:nvPr/>
              </p14:nvContentPartPr>
              <p14:xfrm>
                <a:off x="5758526" y="4606488"/>
                <a:ext cx="73440" cy="139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6DBE38-EEFB-2E26-872F-970B66892F8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49526" y="4597488"/>
                  <a:ext cx="910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DCF4DF8-476E-7B39-ED9D-C6F8542DB227}"/>
              </a:ext>
            </a:extLst>
          </p:cNvPr>
          <p:cNvGrpSpPr/>
          <p:nvPr/>
        </p:nvGrpSpPr>
        <p:grpSpPr>
          <a:xfrm>
            <a:off x="5595086" y="5028048"/>
            <a:ext cx="352080" cy="218520"/>
            <a:chOff x="5595086" y="5028048"/>
            <a:chExt cx="35208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A250AF2-221B-04BF-DBB9-E82EA364A67D}"/>
                    </a:ext>
                  </a:extLst>
                </p14:cNvPr>
                <p14:cNvContentPartPr/>
                <p14:nvPr/>
              </p14:nvContentPartPr>
              <p14:xfrm>
                <a:off x="5595086" y="5076288"/>
                <a:ext cx="194760" cy="127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A250AF2-221B-04BF-DBB9-E82EA364A6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586446" y="5067648"/>
                  <a:ext cx="212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5127281-30B4-BC8F-C316-67CF3AA00792}"/>
                    </a:ext>
                  </a:extLst>
                </p14:cNvPr>
                <p14:cNvContentPartPr/>
                <p14:nvPr/>
              </p14:nvContentPartPr>
              <p14:xfrm>
                <a:off x="5857166" y="5028048"/>
                <a:ext cx="90000" cy="218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5127281-30B4-BC8F-C316-67CF3AA0079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848166" y="5019048"/>
                  <a:ext cx="10764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84F9D1-DACE-B2B5-B37E-383411373868}"/>
              </a:ext>
            </a:extLst>
          </p:cNvPr>
          <p:cNvGrpSpPr/>
          <p:nvPr/>
        </p:nvGrpSpPr>
        <p:grpSpPr>
          <a:xfrm>
            <a:off x="5682926" y="5352048"/>
            <a:ext cx="338400" cy="263160"/>
            <a:chOff x="5682926" y="5352048"/>
            <a:chExt cx="33840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5E78EE7-3997-4637-F83A-6B1D20AB001A}"/>
                    </a:ext>
                  </a:extLst>
                </p14:cNvPr>
                <p14:cNvContentPartPr/>
                <p14:nvPr/>
              </p14:nvContentPartPr>
              <p14:xfrm>
                <a:off x="5682926" y="5394168"/>
                <a:ext cx="162000" cy="170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5E78EE7-3997-4637-F83A-6B1D20AB001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74286" y="5385528"/>
                  <a:ext cx="179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E16A04F-1BA0-EE78-E532-7B855C1F9B9E}"/>
                    </a:ext>
                  </a:extLst>
                </p14:cNvPr>
                <p14:cNvContentPartPr/>
                <p14:nvPr/>
              </p14:nvContentPartPr>
              <p14:xfrm>
                <a:off x="5820086" y="5352048"/>
                <a:ext cx="54000" cy="138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E16A04F-1BA0-EE78-E532-7B855C1F9B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811086" y="5343048"/>
                  <a:ext cx="71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0B6297-1FDC-A25C-4AB1-1DE2A8FEF7DE}"/>
                    </a:ext>
                  </a:extLst>
                </p14:cNvPr>
                <p14:cNvContentPartPr/>
                <p14:nvPr/>
              </p14:nvContentPartPr>
              <p14:xfrm>
                <a:off x="5923766" y="5472288"/>
                <a:ext cx="68400" cy="115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0B6297-1FDC-A25C-4AB1-1DE2A8FEF7D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14766" y="5463648"/>
                  <a:ext cx="86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D3DBD2-5650-503D-FE63-96AA78C3F3C9}"/>
                    </a:ext>
                  </a:extLst>
                </p14:cNvPr>
                <p14:cNvContentPartPr/>
                <p14:nvPr/>
              </p14:nvContentPartPr>
              <p14:xfrm>
                <a:off x="6000446" y="5471208"/>
                <a:ext cx="20880" cy="144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D3DBD2-5650-503D-FE63-96AA78C3F3C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991446" y="5462208"/>
                  <a:ext cx="3852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5616C20-2ED4-31E8-E71C-2544CBA27942}"/>
              </a:ext>
            </a:extLst>
          </p:cNvPr>
          <p:cNvGrpSpPr/>
          <p:nvPr/>
        </p:nvGrpSpPr>
        <p:grpSpPr>
          <a:xfrm>
            <a:off x="5653406" y="5758848"/>
            <a:ext cx="346320" cy="200160"/>
            <a:chOff x="5653406" y="5758848"/>
            <a:chExt cx="346320" cy="2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5281D9-682A-AF06-5066-23C805A4711C}"/>
                    </a:ext>
                  </a:extLst>
                </p14:cNvPr>
                <p14:cNvContentPartPr/>
                <p14:nvPr/>
              </p14:nvContentPartPr>
              <p14:xfrm>
                <a:off x="5653406" y="5768568"/>
                <a:ext cx="157320" cy="133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5281D9-682A-AF06-5066-23C805A4711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644766" y="5759568"/>
                  <a:ext cx="174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D9AF47-DF03-5B90-7538-E2FABE07477F}"/>
                    </a:ext>
                  </a:extLst>
                </p14:cNvPr>
                <p14:cNvContentPartPr/>
                <p14:nvPr/>
              </p14:nvContentPartPr>
              <p14:xfrm>
                <a:off x="5872646" y="5816448"/>
                <a:ext cx="78480" cy="142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D9AF47-DF03-5B90-7538-E2FABE07477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864006" y="5807448"/>
                  <a:ext cx="96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1008C68-A0CF-7BE5-F17B-E8D68C944925}"/>
                    </a:ext>
                  </a:extLst>
                </p14:cNvPr>
                <p14:cNvContentPartPr/>
                <p14:nvPr/>
              </p14:nvContentPartPr>
              <p14:xfrm>
                <a:off x="5944286" y="5758848"/>
                <a:ext cx="55440" cy="73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1008C68-A0CF-7BE5-F17B-E8D68C94492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935646" y="5750208"/>
                  <a:ext cx="7308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5AA1E7A-BB97-7FCB-A4E8-5BD1F68E8AA9}"/>
              </a:ext>
            </a:extLst>
          </p:cNvPr>
          <p:cNvGrpSpPr/>
          <p:nvPr/>
        </p:nvGrpSpPr>
        <p:grpSpPr>
          <a:xfrm>
            <a:off x="5701646" y="6103368"/>
            <a:ext cx="339120" cy="261360"/>
            <a:chOff x="5701646" y="6103368"/>
            <a:chExt cx="33912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A42253A-E1EE-2EB2-084B-69BD5E675568}"/>
                    </a:ext>
                  </a:extLst>
                </p14:cNvPr>
                <p14:cNvContentPartPr/>
                <p14:nvPr/>
              </p14:nvContentPartPr>
              <p14:xfrm>
                <a:off x="5701646" y="6103368"/>
                <a:ext cx="194760" cy="160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A42253A-E1EE-2EB2-084B-69BD5E6755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92646" y="6094728"/>
                  <a:ext cx="2124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B0C4E0A-866E-287A-43C2-B85EF2CF783A}"/>
                    </a:ext>
                  </a:extLst>
                </p14:cNvPr>
                <p14:cNvContentPartPr/>
                <p14:nvPr/>
              </p14:nvContentPartPr>
              <p14:xfrm>
                <a:off x="5970566" y="6161328"/>
                <a:ext cx="70200" cy="203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B0C4E0A-866E-287A-43C2-B85EF2CF783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961566" y="6152688"/>
                  <a:ext cx="8784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4F5EBC4-1F1E-A120-4A36-E5521AD4F824}"/>
                  </a:ext>
                </a:extLst>
              </p14:cNvPr>
              <p14:cNvContentPartPr/>
              <p14:nvPr/>
            </p14:nvContentPartPr>
            <p14:xfrm>
              <a:off x="6404726" y="4650768"/>
              <a:ext cx="171360" cy="1645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4F5EBC4-1F1E-A120-4A36-E5521AD4F82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396086" y="4641768"/>
                <a:ext cx="1890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96D2188-7DD3-4269-F676-9A41B6D5080B}"/>
                  </a:ext>
                </a:extLst>
              </p14:cNvPr>
              <p14:cNvContentPartPr/>
              <p14:nvPr/>
            </p14:nvContentPartPr>
            <p14:xfrm>
              <a:off x="6316886" y="4943088"/>
              <a:ext cx="216360" cy="2592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96D2188-7DD3-4269-F676-9A41B6D5080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308246" y="4934448"/>
                <a:ext cx="23400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41FEA26-7A39-7135-48B1-426C70C135F8}"/>
                  </a:ext>
                </a:extLst>
              </p14:cNvPr>
              <p14:cNvContentPartPr/>
              <p14:nvPr/>
            </p14:nvContentPartPr>
            <p14:xfrm>
              <a:off x="6326606" y="5355648"/>
              <a:ext cx="168480" cy="1573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41FEA26-7A39-7135-48B1-426C70C135F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317606" y="5346648"/>
                <a:ext cx="186120" cy="17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Wireless, Mobile Networks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22EA8135-399E-BB49-B807-9510A68F164D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9125" y="257175"/>
            <a:ext cx="8364538" cy="1143000"/>
          </a:xfrm>
        </p:spPr>
        <p:txBody>
          <a:bodyPr/>
          <a:lstStyle/>
          <a:p>
            <a:pPr>
              <a:defRPr/>
            </a:pPr>
            <a:r>
              <a:rPr lang="en-US" sz="3600"/>
              <a:t>Code Division Multiple Access (CDMA)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1" y="1600200"/>
            <a:ext cx="7934325" cy="46482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sz="2400"/>
              <a:t>used  in several wireless broadcast channels (cellular, satellite, etc) standards</a:t>
            </a:r>
          </a:p>
          <a:p>
            <a:pPr>
              <a:lnSpc>
                <a:spcPct val="80000"/>
              </a:lnSpc>
              <a:defRPr/>
            </a:pPr>
            <a:r>
              <a:rPr lang="en-US" sz="2400"/>
              <a:t>unique </a:t>
            </a:r>
            <a:r>
              <a:rPr lang="ja-JP" altLang="en-US" sz="2400">
                <a:latin typeface="Arial"/>
              </a:rPr>
              <a:t>“</a:t>
            </a:r>
            <a:r>
              <a:rPr lang="en-US" sz="2400"/>
              <a:t>code</a:t>
            </a:r>
            <a:r>
              <a:rPr lang="ja-JP" altLang="en-US" sz="2400">
                <a:latin typeface="Arial"/>
              </a:rPr>
              <a:t>”</a:t>
            </a:r>
            <a:r>
              <a:rPr lang="en-US" sz="2400"/>
              <a:t> assigned to each user; i.e., code set partitioning</a:t>
            </a:r>
          </a:p>
          <a:p>
            <a:pPr>
              <a:lnSpc>
                <a:spcPct val="80000"/>
              </a:lnSpc>
              <a:defRPr/>
            </a:pPr>
            <a:r>
              <a:rPr lang="en-US" sz="2400"/>
              <a:t>all users share same frequency, but each user has own </a:t>
            </a:r>
            <a:r>
              <a:rPr lang="ja-JP" altLang="en-US" sz="2400">
                <a:latin typeface="Arial"/>
              </a:rPr>
              <a:t>“</a:t>
            </a:r>
            <a:r>
              <a:rPr lang="en-US" sz="2400"/>
              <a:t>chipping</a:t>
            </a:r>
            <a:r>
              <a:rPr lang="ja-JP" altLang="en-US" sz="2400">
                <a:latin typeface="Arial"/>
              </a:rPr>
              <a:t>”</a:t>
            </a:r>
            <a:r>
              <a:rPr lang="en-US" sz="2400"/>
              <a:t> sequence (i.e., code) to encode data</a:t>
            </a:r>
          </a:p>
          <a:p>
            <a:pPr>
              <a:lnSpc>
                <a:spcPct val="80000"/>
              </a:lnSpc>
              <a:defRPr/>
            </a:pPr>
            <a:r>
              <a:rPr lang="en-US" sz="2400" i="1">
                <a:solidFill>
                  <a:srgbClr val="FF0000"/>
                </a:solidFill>
              </a:rPr>
              <a:t>encoded signal</a:t>
            </a:r>
            <a:r>
              <a:rPr lang="en-US" sz="2400"/>
              <a:t> = (original data) X (chipping sequence)</a:t>
            </a:r>
          </a:p>
          <a:p>
            <a:pPr>
              <a:lnSpc>
                <a:spcPct val="80000"/>
              </a:lnSpc>
              <a:defRPr/>
            </a:pPr>
            <a:r>
              <a:rPr lang="en-US" sz="2400" i="1">
                <a:solidFill>
                  <a:srgbClr val="FF0000"/>
                </a:solidFill>
              </a:rPr>
              <a:t>decoding:</a:t>
            </a:r>
            <a:r>
              <a:rPr lang="en-US" sz="2400"/>
              <a:t> inner-product of encoded signal and chipping sequence</a:t>
            </a:r>
          </a:p>
          <a:p>
            <a:pPr>
              <a:lnSpc>
                <a:spcPct val="80000"/>
              </a:lnSpc>
              <a:defRPr/>
            </a:pPr>
            <a:r>
              <a:rPr lang="en-US" sz="2400"/>
              <a:t>allows multiple users to </a:t>
            </a:r>
            <a:r>
              <a:rPr lang="ja-JP" altLang="en-US" sz="2400">
                <a:latin typeface="Arial"/>
              </a:rPr>
              <a:t>“</a:t>
            </a:r>
            <a:r>
              <a:rPr lang="en-US" sz="2400"/>
              <a:t>coexist</a:t>
            </a:r>
            <a:r>
              <a:rPr lang="ja-JP" altLang="en-US" sz="2400">
                <a:latin typeface="Arial"/>
              </a:rPr>
              <a:t>”</a:t>
            </a:r>
            <a:r>
              <a:rPr lang="en-US" sz="2400"/>
              <a:t> and transmit simultaneously with minimal interference (if codes are </a:t>
            </a:r>
            <a:r>
              <a:rPr lang="ja-JP" altLang="en-US" sz="2400">
                <a:latin typeface="Arial"/>
              </a:rPr>
              <a:t>“</a:t>
            </a:r>
            <a:r>
              <a:rPr lang="en-US" sz="2400"/>
              <a:t>orthogonal</a:t>
            </a:r>
            <a:r>
              <a:rPr lang="ja-JP" altLang="en-US" sz="2400">
                <a:latin typeface="Arial"/>
              </a:rPr>
              <a:t>”</a:t>
            </a:r>
            <a:r>
              <a:rPr lang="en-US" sz="2400"/>
              <a:t>)</a:t>
            </a:r>
            <a:endParaRPr lang="en-US" sz="3200"/>
          </a:p>
          <a:p>
            <a:pPr>
              <a:lnSpc>
                <a:spcPct val="80000"/>
              </a:lnSpc>
              <a:defRPr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594736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Wireless, Mobile Networks</a:t>
            </a:r>
          </a:p>
        </p:txBody>
      </p:sp>
      <p:sp>
        <p:nvSpPr>
          <p:cNvPr id="28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58B96B2D-7339-EB4E-83EE-E75D096271B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5082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CDMA Encode/Decode</a:t>
            </a:r>
          </a:p>
        </p:txBody>
      </p:sp>
      <p:sp>
        <p:nvSpPr>
          <p:cNvPr id="404486" name="Line 6"/>
          <p:cNvSpPr>
            <a:spLocks noChangeShapeType="1"/>
          </p:cNvSpPr>
          <p:nvPr/>
        </p:nvSpPr>
        <p:spPr bwMode="auto">
          <a:xfrm>
            <a:off x="4743450" y="1552576"/>
            <a:ext cx="0" cy="1624013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489" name="Line 9"/>
          <p:cNvSpPr>
            <a:spLocks noChangeShapeType="1"/>
          </p:cNvSpPr>
          <p:nvPr/>
        </p:nvSpPr>
        <p:spPr bwMode="auto">
          <a:xfrm>
            <a:off x="5800725" y="1528763"/>
            <a:ext cx="0" cy="1624012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490" name="Text Box 10"/>
          <p:cNvSpPr txBox="1">
            <a:spLocks noChangeArrowheads="1"/>
          </p:cNvSpPr>
          <p:nvPr/>
        </p:nvSpPr>
        <p:spPr bwMode="auto">
          <a:xfrm>
            <a:off x="3913189" y="2960688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latin typeface="Arial" charset="0"/>
                <a:cs typeface="Arial" charset="0"/>
              </a:rPr>
              <a:t>slot 1</a:t>
            </a:r>
          </a:p>
        </p:txBody>
      </p:sp>
      <p:sp>
        <p:nvSpPr>
          <p:cNvPr id="404491" name="Text Box 11"/>
          <p:cNvSpPr txBox="1">
            <a:spLocks noChangeArrowheads="1"/>
          </p:cNvSpPr>
          <p:nvPr/>
        </p:nvSpPr>
        <p:spPr bwMode="auto">
          <a:xfrm>
            <a:off x="4932364" y="2965450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latin typeface="Arial" charset="0"/>
                <a:cs typeface="Arial" charset="0"/>
              </a:rPr>
              <a:t>slot 0</a:t>
            </a:r>
          </a:p>
        </p:txBody>
      </p:sp>
      <p:grpSp>
        <p:nvGrpSpPr>
          <p:cNvPr id="404630" name="Group 150"/>
          <p:cNvGrpSpPr>
            <a:grpSpLocks/>
          </p:cNvGrpSpPr>
          <p:nvPr/>
        </p:nvGrpSpPr>
        <p:grpSpPr bwMode="auto">
          <a:xfrm>
            <a:off x="3608389" y="1462088"/>
            <a:ext cx="1254125" cy="1624012"/>
            <a:chOff x="1313" y="921"/>
            <a:chExt cx="790" cy="1023"/>
          </a:xfrm>
        </p:grpSpPr>
        <p:sp>
          <p:nvSpPr>
            <p:cNvPr id="404485" name="Line 5"/>
            <p:cNvSpPr>
              <a:spLocks noChangeShapeType="1"/>
            </p:cNvSpPr>
            <p:nvPr/>
          </p:nvSpPr>
          <p:spPr bwMode="auto">
            <a:xfrm>
              <a:off x="1350" y="921"/>
              <a:ext cx="0" cy="102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4492" name="Rectangle 12"/>
            <p:cNvSpPr>
              <a:spLocks noChangeArrowheads="1"/>
            </p:cNvSpPr>
            <p:nvPr/>
          </p:nvSpPr>
          <p:spPr bwMode="auto">
            <a:xfrm>
              <a:off x="1350" y="1218"/>
              <a:ext cx="678" cy="13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4495" name="Text Box 15"/>
            <p:cNvSpPr txBox="1">
              <a:spLocks noChangeArrowheads="1"/>
            </p:cNvSpPr>
            <p:nvPr/>
          </p:nvSpPr>
          <p:spPr bwMode="auto">
            <a:xfrm>
              <a:off x="1436" y="1194"/>
              <a:ext cx="4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>
                  <a:latin typeface="Arial" charset="0"/>
                  <a:cs typeface="Arial" charset="0"/>
                </a:rPr>
                <a:t>d</a:t>
              </a:r>
              <a:r>
                <a:rPr lang="en-US" sz="1200" baseline="-25000">
                  <a:latin typeface="Arial" charset="0"/>
                  <a:cs typeface="Arial" charset="0"/>
                </a:rPr>
                <a:t>1</a:t>
              </a:r>
              <a:r>
                <a:rPr lang="en-US" sz="1200">
                  <a:latin typeface="Arial" charset="0"/>
                  <a:cs typeface="Arial" charset="0"/>
                </a:rPr>
                <a:t> = -1</a:t>
              </a:r>
            </a:p>
          </p:txBody>
        </p:sp>
        <p:grpSp>
          <p:nvGrpSpPr>
            <p:cNvPr id="33030" name="Group 44"/>
            <p:cNvGrpSpPr>
              <a:grpSpLocks/>
            </p:cNvGrpSpPr>
            <p:nvPr/>
          </p:nvGrpSpPr>
          <p:grpSpPr bwMode="auto">
            <a:xfrm>
              <a:off x="1313" y="1534"/>
              <a:ext cx="790" cy="307"/>
              <a:chOff x="1313" y="1534"/>
              <a:chExt cx="790" cy="307"/>
            </a:xfrm>
          </p:grpSpPr>
          <p:sp>
            <p:nvSpPr>
              <p:cNvPr id="404497" name="Text Box 17"/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3032" name="Group 22"/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404498" name="Rectangle 18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00" name="Line 20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01" name="Line 21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33033" name="Group 23"/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404504" name="Rectangle 24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05" name="Line 25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06" name="Line 26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404507" name="Rectangle 27"/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508" name="Rectangle 28"/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509" name="Text Box 29"/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510" name="Text Box 30"/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511" name="Text Box 31"/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3039" name="Group 34"/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40451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51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3040" name="Group 35"/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404516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51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3041" name="Group 38"/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40451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520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3042" name="Group 41"/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404522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523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sp>
        <p:nvSpPr>
          <p:cNvPr id="404554" name="Oval 74"/>
          <p:cNvSpPr>
            <a:spLocks noChangeArrowheads="1"/>
          </p:cNvSpPr>
          <p:nvPr/>
        </p:nvSpPr>
        <p:spPr bwMode="auto">
          <a:xfrm>
            <a:off x="6196013" y="1855788"/>
            <a:ext cx="419100" cy="4238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4555" name="Text Box 75"/>
          <p:cNvSpPr txBox="1">
            <a:spLocks noChangeArrowheads="1"/>
          </p:cNvSpPr>
          <p:nvPr/>
        </p:nvSpPr>
        <p:spPr bwMode="auto">
          <a:xfrm>
            <a:off x="5822950" y="1444626"/>
            <a:ext cx="1182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Z</a:t>
            </a:r>
            <a:r>
              <a:rPr lang="en-US" baseline="-25000">
                <a:latin typeface="Arial" charset="0"/>
                <a:cs typeface="Arial" charset="0"/>
              </a:rPr>
              <a:t>i,m</a:t>
            </a:r>
            <a:r>
              <a:rPr lang="en-US">
                <a:latin typeface="Arial" charset="0"/>
                <a:cs typeface="Arial" charset="0"/>
              </a:rPr>
              <a:t>= d</a:t>
            </a:r>
            <a:r>
              <a:rPr lang="en-US" baseline="-25000">
                <a:latin typeface="Arial" charset="0"/>
                <a:cs typeface="Arial" charset="0"/>
              </a:rPr>
              <a:t>i</a:t>
            </a:r>
            <a:r>
              <a:rPr lang="en-US" sz="2400" baseline="30000">
                <a:latin typeface="Arial" charset="0"/>
                <a:cs typeface="Arial" charset="0"/>
              </a:rPr>
              <a:t>.</a:t>
            </a:r>
            <a:r>
              <a:rPr lang="en-US">
                <a:latin typeface="Arial" charset="0"/>
                <a:cs typeface="Arial" charset="0"/>
              </a:rPr>
              <a:t>c</a:t>
            </a:r>
            <a:r>
              <a:rPr lang="en-US" baseline="-25000"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404552" name="Line 72"/>
          <p:cNvSpPr>
            <a:spLocks noChangeShapeType="1"/>
          </p:cNvSpPr>
          <p:nvPr/>
        </p:nvSpPr>
        <p:spPr bwMode="auto">
          <a:xfrm>
            <a:off x="5843589" y="1985963"/>
            <a:ext cx="319087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553" name="Line 73"/>
          <p:cNvSpPr>
            <a:spLocks noChangeShapeType="1"/>
          </p:cNvSpPr>
          <p:nvPr/>
        </p:nvSpPr>
        <p:spPr bwMode="auto">
          <a:xfrm flipV="1">
            <a:off x="5857876" y="2251076"/>
            <a:ext cx="403225" cy="430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grpSp>
        <p:nvGrpSpPr>
          <p:cNvPr id="404629" name="Group 149"/>
          <p:cNvGrpSpPr>
            <a:grpSpLocks/>
          </p:cNvGrpSpPr>
          <p:nvPr/>
        </p:nvGrpSpPr>
        <p:grpSpPr bwMode="auto">
          <a:xfrm>
            <a:off x="4665664" y="1695451"/>
            <a:ext cx="1254125" cy="1236663"/>
            <a:chOff x="1979" y="1068"/>
            <a:chExt cx="790" cy="779"/>
          </a:xfrm>
        </p:grpSpPr>
        <p:sp>
          <p:nvSpPr>
            <p:cNvPr id="404493" name="Rectangle 13"/>
            <p:cNvSpPr>
              <a:spLocks noChangeArrowheads="1"/>
            </p:cNvSpPr>
            <p:nvPr/>
          </p:nvSpPr>
          <p:spPr bwMode="auto">
            <a:xfrm>
              <a:off x="2028" y="1092"/>
              <a:ext cx="669" cy="13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4496" name="Text Box 16"/>
            <p:cNvSpPr txBox="1">
              <a:spLocks noChangeArrowheads="1"/>
            </p:cNvSpPr>
            <p:nvPr/>
          </p:nvSpPr>
          <p:spPr bwMode="auto">
            <a:xfrm>
              <a:off x="2186" y="1068"/>
              <a:ext cx="36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>
                  <a:latin typeface="Arial" charset="0"/>
                  <a:cs typeface="Arial" charset="0"/>
                </a:rPr>
                <a:t>d</a:t>
              </a:r>
              <a:r>
                <a:rPr lang="en-US" sz="1200" baseline="-25000">
                  <a:latin typeface="Arial" charset="0"/>
                  <a:cs typeface="Arial" charset="0"/>
                </a:rPr>
                <a:t>0</a:t>
              </a:r>
              <a:r>
                <a:rPr lang="en-US" sz="1200">
                  <a:latin typeface="Arial" charset="0"/>
                  <a:cs typeface="Arial" charset="0"/>
                </a:rPr>
                <a:t> = 1</a:t>
              </a:r>
            </a:p>
          </p:txBody>
        </p:sp>
        <p:grpSp>
          <p:nvGrpSpPr>
            <p:cNvPr id="33000" name="Group 45"/>
            <p:cNvGrpSpPr>
              <a:grpSpLocks/>
            </p:cNvGrpSpPr>
            <p:nvPr/>
          </p:nvGrpSpPr>
          <p:grpSpPr bwMode="auto">
            <a:xfrm>
              <a:off x="1979" y="1540"/>
              <a:ext cx="790" cy="307"/>
              <a:chOff x="1313" y="1534"/>
              <a:chExt cx="790" cy="307"/>
            </a:xfrm>
          </p:grpSpPr>
          <p:sp>
            <p:nvSpPr>
              <p:cNvPr id="404526" name="Text Box 46"/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3002" name="Group 47"/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404528" name="Rectangle 48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29" name="Line 49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30" name="Line 50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33003" name="Group 51"/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404532" name="Rectangle 52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33" name="Line 53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34" name="Line 54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404535" name="Rectangle 55"/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536" name="Rectangle 56"/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537" name="Text Box 57"/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538" name="Text Box 58"/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539" name="Text Box 59"/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3009" name="Group 60"/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404541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542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3010" name="Group 63"/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404544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545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3011" name="Group 66"/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404547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548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3012" name="Group 69"/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404550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551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404556" name="Group 76"/>
          <p:cNvGrpSpPr>
            <a:grpSpLocks/>
          </p:cNvGrpSpPr>
          <p:nvPr/>
        </p:nvGrpSpPr>
        <p:grpSpPr bwMode="auto">
          <a:xfrm>
            <a:off x="7985126" y="1830388"/>
            <a:ext cx="1254125" cy="487362"/>
            <a:chOff x="1313" y="1534"/>
            <a:chExt cx="790" cy="307"/>
          </a:xfrm>
        </p:grpSpPr>
        <p:sp>
          <p:nvSpPr>
            <p:cNvPr id="404557" name="Text Box 77"/>
            <p:cNvSpPr txBox="1">
              <a:spLocks noChangeArrowheads="1"/>
            </p:cNvSpPr>
            <p:nvPr/>
          </p:nvSpPr>
          <p:spPr bwMode="auto">
            <a:xfrm>
              <a:off x="1313" y="153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00">
                  <a:latin typeface="Arial" charset="0"/>
                  <a:cs typeface="Arial" charset="0"/>
                </a:rPr>
                <a:t>1</a:t>
              </a:r>
            </a:p>
          </p:txBody>
        </p:sp>
        <p:grpSp>
          <p:nvGrpSpPr>
            <p:cNvPr id="32973" name="Group 78"/>
            <p:cNvGrpSpPr>
              <a:grpSpLocks/>
            </p:cNvGrpSpPr>
            <p:nvPr/>
          </p:nvGrpSpPr>
          <p:grpSpPr bwMode="auto">
            <a:xfrm>
              <a:off x="1353" y="1539"/>
              <a:ext cx="258" cy="147"/>
              <a:chOff x="1353" y="1539"/>
              <a:chExt cx="258" cy="144"/>
            </a:xfrm>
          </p:grpSpPr>
          <p:sp>
            <p:nvSpPr>
              <p:cNvPr id="404559" name="Rectangle 79"/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560" name="Line 80"/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561" name="Line 81"/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32974" name="Group 82"/>
            <p:cNvGrpSpPr>
              <a:grpSpLocks/>
            </p:cNvGrpSpPr>
            <p:nvPr/>
          </p:nvGrpSpPr>
          <p:grpSpPr bwMode="auto">
            <a:xfrm>
              <a:off x="1773" y="1686"/>
              <a:ext cx="258" cy="144"/>
              <a:chOff x="1353" y="1539"/>
              <a:chExt cx="258" cy="144"/>
            </a:xfrm>
          </p:grpSpPr>
          <p:sp>
            <p:nvSpPr>
              <p:cNvPr id="404563" name="Rectangle 83"/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564" name="Line 84"/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565" name="Line 85"/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404566" name="Rectangle 86"/>
            <p:cNvSpPr>
              <a:spLocks noChangeArrowheads="1"/>
            </p:cNvSpPr>
            <p:nvPr/>
          </p:nvSpPr>
          <p:spPr bwMode="auto">
            <a:xfrm>
              <a:off x="1611" y="1686"/>
              <a:ext cx="81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4567" name="Rectangle 87"/>
            <p:cNvSpPr>
              <a:spLocks noChangeArrowheads="1"/>
            </p:cNvSpPr>
            <p:nvPr/>
          </p:nvSpPr>
          <p:spPr bwMode="auto">
            <a:xfrm>
              <a:off x="1692" y="1536"/>
              <a:ext cx="81" cy="1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4568" name="Text Box 88"/>
            <p:cNvSpPr txBox="1">
              <a:spLocks noChangeArrowheads="1"/>
            </p:cNvSpPr>
            <p:nvPr/>
          </p:nvSpPr>
          <p:spPr bwMode="auto">
            <a:xfrm>
              <a:off x="1391" y="153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00"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04569" name="Text Box 89"/>
            <p:cNvSpPr txBox="1">
              <a:spLocks noChangeArrowheads="1"/>
            </p:cNvSpPr>
            <p:nvPr/>
          </p:nvSpPr>
          <p:spPr bwMode="auto">
            <a:xfrm>
              <a:off x="1478" y="153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00"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04570" name="Text Box 90"/>
            <p:cNvSpPr txBox="1">
              <a:spLocks noChangeArrowheads="1"/>
            </p:cNvSpPr>
            <p:nvPr/>
          </p:nvSpPr>
          <p:spPr bwMode="auto">
            <a:xfrm>
              <a:off x="1652" y="1540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00">
                  <a:latin typeface="Arial" charset="0"/>
                  <a:cs typeface="Arial" charset="0"/>
                </a:rPr>
                <a:t>1</a:t>
              </a:r>
            </a:p>
          </p:txBody>
        </p:sp>
        <p:grpSp>
          <p:nvGrpSpPr>
            <p:cNvPr id="32980" name="Group 91"/>
            <p:cNvGrpSpPr>
              <a:grpSpLocks/>
            </p:cNvGrpSpPr>
            <p:nvPr/>
          </p:nvGrpSpPr>
          <p:grpSpPr bwMode="auto">
            <a:xfrm>
              <a:off x="1565" y="1684"/>
              <a:ext cx="211" cy="157"/>
              <a:chOff x="857" y="1909"/>
              <a:chExt cx="211" cy="157"/>
            </a:xfrm>
          </p:grpSpPr>
          <p:sp>
            <p:nvSpPr>
              <p:cNvPr id="404572" name="Text Box 92"/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573" name="Text Box 93"/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32981" name="Group 94"/>
            <p:cNvGrpSpPr>
              <a:grpSpLocks/>
            </p:cNvGrpSpPr>
            <p:nvPr/>
          </p:nvGrpSpPr>
          <p:grpSpPr bwMode="auto">
            <a:xfrm>
              <a:off x="1730" y="1684"/>
              <a:ext cx="211" cy="157"/>
              <a:chOff x="857" y="1909"/>
              <a:chExt cx="211" cy="157"/>
            </a:xfrm>
          </p:grpSpPr>
          <p:sp>
            <p:nvSpPr>
              <p:cNvPr id="404575" name="Text Box 95"/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576" name="Text Box 96"/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32982" name="Group 97"/>
            <p:cNvGrpSpPr>
              <a:grpSpLocks/>
            </p:cNvGrpSpPr>
            <p:nvPr/>
          </p:nvGrpSpPr>
          <p:grpSpPr bwMode="auto">
            <a:xfrm>
              <a:off x="1808" y="1684"/>
              <a:ext cx="211" cy="157"/>
              <a:chOff x="857" y="1909"/>
              <a:chExt cx="211" cy="157"/>
            </a:xfrm>
          </p:grpSpPr>
          <p:sp>
            <p:nvSpPr>
              <p:cNvPr id="404578" name="Text Box 98"/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579" name="Text Box 99"/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32983" name="Group 100"/>
            <p:cNvGrpSpPr>
              <a:grpSpLocks/>
            </p:cNvGrpSpPr>
            <p:nvPr/>
          </p:nvGrpSpPr>
          <p:grpSpPr bwMode="auto">
            <a:xfrm>
              <a:off x="1892" y="1681"/>
              <a:ext cx="211" cy="157"/>
              <a:chOff x="857" y="1909"/>
              <a:chExt cx="211" cy="157"/>
            </a:xfrm>
          </p:grpSpPr>
          <p:sp>
            <p:nvSpPr>
              <p:cNvPr id="404581" name="Text Box 101"/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582" name="Text Box 102"/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404616" name="Group 136"/>
          <p:cNvGrpSpPr>
            <a:grpSpLocks/>
          </p:cNvGrpSpPr>
          <p:nvPr/>
        </p:nvGrpSpPr>
        <p:grpSpPr bwMode="auto">
          <a:xfrm>
            <a:off x="6884988" y="1830388"/>
            <a:ext cx="1249362" cy="487362"/>
            <a:chOff x="4928" y="1534"/>
            <a:chExt cx="787" cy="307"/>
          </a:xfrm>
        </p:grpSpPr>
        <p:grpSp>
          <p:nvGrpSpPr>
            <p:cNvPr id="32941" name="Group 134"/>
            <p:cNvGrpSpPr>
              <a:grpSpLocks/>
            </p:cNvGrpSpPr>
            <p:nvPr/>
          </p:nvGrpSpPr>
          <p:grpSpPr bwMode="auto">
            <a:xfrm>
              <a:off x="5354" y="1534"/>
              <a:ext cx="361" cy="154"/>
              <a:chOff x="5009" y="1132"/>
              <a:chExt cx="361" cy="154"/>
            </a:xfrm>
          </p:grpSpPr>
          <p:sp>
            <p:nvSpPr>
              <p:cNvPr id="404584" name="Text Box 104"/>
              <p:cNvSpPr txBox="1">
                <a:spLocks noChangeArrowheads="1"/>
              </p:cNvSpPr>
              <p:nvPr/>
            </p:nvSpPr>
            <p:spPr bwMode="auto">
              <a:xfrm>
                <a:off x="5009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2966" name="Group 105"/>
              <p:cNvGrpSpPr>
                <a:grpSpLocks/>
              </p:cNvGrpSpPr>
              <p:nvPr/>
            </p:nvGrpSpPr>
            <p:grpSpPr bwMode="auto">
              <a:xfrm>
                <a:off x="5049" y="1137"/>
                <a:ext cx="258" cy="147"/>
                <a:chOff x="1353" y="1539"/>
                <a:chExt cx="258" cy="144"/>
              </a:xfrm>
            </p:grpSpPr>
            <p:sp>
              <p:nvSpPr>
                <p:cNvPr id="404586" name="Rectangle 106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87" name="Line 107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88" name="Line 108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404595" name="Text Box 115"/>
              <p:cNvSpPr txBox="1">
                <a:spLocks noChangeArrowheads="1"/>
              </p:cNvSpPr>
              <p:nvPr/>
            </p:nvSpPr>
            <p:spPr bwMode="auto">
              <a:xfrm>
                <a:off x="5087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596" name="Text Box 116"/>
              <p:cNvSpPr txBox="1">
                <a:spLocks noChangeArrowheads="1"/>
              </p:cNvSpPr>
              <p:nvPr/>
            </p:nvSpPr>
            <p:spPr bwMode="auto">
              <a:xfrm>
                <a:off x="5174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</p:grpSp>
        <p:grpSp>
          <p:nvGrpSpPr>
            <p:cNvPr id="32942" name="Group 135"/>
            <p:cNvGrpSpPr>
              <a:grpSpLocks/>
            </p:cNvGrpSpPr>
            <p:nvPr/>
          </p:nvGrpSpPr>
          <p:grpSpPr bwMode="auto">
            <a:xfrm>
              <a:off x="4928" y="1536"/>
              <a:ext cx="550" cy="305"/>
              <a:chOff x="5114" y="1518"/>
              <a:chExt cx="550" cy="305"/>
            </a:xfrm>
          </p:grpSpPr>
          <p:grpSp>
            <p:nvGrpSpPr>
              <p:cNvPr id="32943" name="Group 133"/>
              <p:cNvGrpSpPr>
                <a:grpSpLocks/>
              </p:cNvGrpSpPr>
              <p:nvPr/>
            </p:nvGrpSpPr>
            <p:grpSpPr bwMode="auto">
              <a:xfrm>
                <a:off x="5375" y="1518"/>
                <a:ext cx="196" cy="158"/>
                <a:chOff x="5378" y="1518"/>
                <a:chExt cx="196" cy="158"/>
              </a:xfrm>
            </p:grpSpPr>
            <p:sp>
              <p:nvSpPr>
                <p:cNvPr id="404594" name="Rectangle 114"/>
                <p:cNvSpPr>
                  <a:spLocks noChangeArrowheads="1"/>
                </p:cNvSpPr>
                <p:nvPr/>
              </p:nvSpPr>
              <p:spPr bwMode="auto">
                <a:xfrm>
                  <a:off x="5418" y="1518"/>
                  <a:ext cx="81" cy="15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597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5378" y="152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</p:grpSp>
          <p:grpSp>
            <p:nvGrpSpPr>
              <p:cNvPr id="32944" name="Group 132"/>
              <p:cNvGrpSpPr>
                <a:grpSpLocks/>
              </p:cNvGrpSpPr>
              <p:nvPr/>
            </p:nvGrpSpPr>
            <p:grpSpPr bwMode="auto">
              <a:xfrm>
                <a:off x="5453" y="1666"/>
                <a:ext cx="211" cy="157"/>
                <a:chOff x="5261" y="1282"/>
                <a:chExt cx="211" cy="157"/>
              </a:xfrm>
            </p:grpSpPr>
            <p:sp>
              <p:nvSpPr>
                <p:cNvPr id="404593" name="Rectangle 113"/>
                <p:cNvSpPr>
                  <a:spLocks noChangeArrowheads="1"/>
                </p:cNvSpPr>
                <p:nvPr/>
              </p:nvSpPr>
              <p:spPr bwMode="auto">
                <a:xfrm>
                  <a:off x="5307" y="1284"/>
                  <a:ext cx="81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32960" name="Group 118"/>
                <p:cNvGrpSpPr>
                  <a:grpSpLocks/>
                </p:cNvGrpSpPr>
                <p:nvPr/>
              </p:nvGrpSpPr>
              <p:grpSpPr bwMode="auto">
                <a:xfrm>
                  <a:off x="5261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404599" name="Text Box 1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00"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404600" name="Text Box 1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00"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</p:grpSp>
          <p:grpSp>
            <p:nvGrpSpPr>
              <p:cNvPr id="32945" name="Group 131"/>
              <p:cNvGrpSpPr>
                <a:grpSpLocks/>
              </p:cNvGrpSpPr>
              <p:nvPr/>
            </p:nvGrpSpPr>
            <p:grpSpPr bwMode="auto">
              <a:xfrm>
                <a:off x="5114" y="1663"/>
                <a:ext cx="373" cy="160"/>
                <a:chOff x="5426" y="1279"/>
                <a:chExt cx="373" cy="160"/>
              </a:xfrm>
            </p:grpSpPr>
            <p:grpSp>
              <p:nvGrpSpPr>
                <p:cNvPr id="32946" name="Group 109"/>
                <p:cNvGrpSpPr>
                  <a:grpSpLocks/>
                </p:cNvGrpSpPr>
                <p:nvPr/>
              </p:nvGrpSpPr>
              <p:grpSpPr bwMode="auto">
                <a:xfrm>
                  <a:off x="5469" y="1284"/>
                  <a:ext cx="258" cy="144"/>
                  <a:chOff x="1353" y="1539"/>
                  <a:chExt cx="258" cy="144"/>
                </a:xfrm>
              </p:grpSpPr>
              <p:sp>
                <p:nvSpPr>
                  <p:cNvPr id="404590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404591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1521" y="1542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404592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1437" y="1545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grpSp>
              <p:nvGrpSpPr>
                <p:cNvPr id="32947" name="Group 121"/>
                <p:cNvGrpSpPr>
                  <a:grpSpLocks/>
                </p:cNvGrpSpPr>
                <p:nvPr/>
              </p:nvGrpSpPr>
              <p:grpSpPr bwMode="auto">
                <a:xfrm>
                  <a:off x="5426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404602" name="Text Box 1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00"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404603" name="Text Box 1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00"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  <p:grpSp>
              <p:nvGrpSpPr>
                <p:cNvPr id="32948" name="Group 124"/>
                <p:cNvGrpSpPr>
                  <a:grpSpLocks/>
                </p:cNvGrpSpPr>
                <p:nvPr/>
              </p:nvGrpSpPr>
              <p:grpSpPr bwMode="auto">
                <a:xfrm>
                  <a:off x="5504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404605" name="Text Box 1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00"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404606" name="Text Box 1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00"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  <p:grpSp>
              <p:nvGrpSpPr>
                <p:cNvPr id="32949" name="Group 127"/>
                <p:cNvGrpSpPr>
                  <a:grpSpLocks/>
                </p:cNvGrpSpPr>
                <p:nvPr/>
              </p:nvGrpSpPr>
              <p:grpSpPr bwMode="auto">
                <a:xfrm>
                  <a:off x="5588" y="1279"/>
                  <a:ext cx="211" cy="157"/>
                  <a:chOff x="857" y="1909"/>
                  <a:chExt cx="211" cy="157"/>
                </a:xfrm>
              </p:grpSpPr>
              <p:sp>
                <p:nvSpPr>
                  <p:cNvPr id="404608" name="Text Box 1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00"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404609" name="Text Box 1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00"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</p:grpSp>
        </p:grpSp>
      </p:grpSp>
      <p:sp>
        <p:nvSpPr>
          <p:cNvPr id="404617" name="Text Box 137"/>
          <p:cNvSpPr txBox="1">
            <a:spLocks noChangeArrowheads="1"/>
          </p:cNvSpPr>
          <p:nvPr/>
        </p:nvSpPr>
        <p:spPr bwMode="auto">
          <a:xfrm>
            <a:off x="8080376" y="2308225"/>
            <a:ext cx="893763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slot 0</a:t>
            </a:r>
          </a:p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channel</a:t>
            </a:r>
          </a:p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404618" name="Text Box 138"/>
          <p:cNvSpPr txBox="1">
            <a:spLocks noChangeArrowheads="1"/>
          </p:cNvSpPr>
          <p:nvPr/>
        </p:nvSpPr>
        <p:spPr bwMode="auto">
          <a:xfrm>
            <a:off x="7037388" y="2327275"/>
            <a:ext cx="89376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slot 1</a:t>
            </a:r>
          </a:p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channel</a:t>
            </a:r>
          </a:p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404619" name="Line 139"/>
          <p:cNvSpPr>
            <a:spLocks noChangeShapeType="1"/>
          </p:cNvSpPr>
          <p:nvPr/>
        </p:nvSpPr>
        <p:spPr bwMode="auto">
          <a:xfrm flipH="1">
            <a:off x="6962776" y="1666875"/>
            <a:ext cx="9525" cy="94773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620" name="Line 140"/>
          <p:cNvSpPr>
            <a:spLocks noChangeShapeType="1"/>
          </p:cNvSpPr>
          <p:nvPr/>
        </p:nvSpPr>
        <p:spPr bwMode="auto">
          <a:xfrm flipH="1">
            <a:off x="8034339" y="1647825"/>
            <a:ext cx="9525" cy="94773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621" name="Line 141"/>
          <p:cNvSpPr>
            <a:spLocks noChangeShapeType="1"/>
          </p:cNvSpPr>
          <p:nvPr/>
        </p:nvSpPr>
        <p:spPr bwMode="auto">
          <a:xfrm flipH="1">
            <a:off x="9148764" y="1657350"/>
            <a:ext cx="9525" cy="94773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622" name="Text Box 142"/>
          <p:cNvSpPr txBox="1">
            <a:spLocks noChangeArrowheads="1"/>
          </p:cNvSpPr>
          <p:nvPr/>
        </p:nvSpPr>
        <p:spPr bwMode="auto">
          <a:xfrm>
            <a:off x="6942139" y="1184276"/>
            <a:ext cx="2427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>
                <a:latin typeface="Arial" charset="0"/>
                <a:cs typeface="Arial" charset="0"/>
              </a:rPr>
              <a:t>channel output Z</a:t>
            </a:r>
            <a:r>
              <a:rPr lang="en-US" sz="2000" baseline="-25000">
                <a:latin typeface="Arial" charset="0"/>
                <a:cs typeface="Arial" charset="0"/>
              </a:rPr>
              <a:t>i,m</a:t>
            </a:r>
          </a:p>
        </p:txBody>
      </p:sp>
      <p:sp>
        <p:nvSpPr>
          <p:cNvPr id="404623" name="Text Box 143"/>
          <p:cNvSpPr txBox="1">
            <a:spLocks noChangeArrowheads="1"/>
          </p:cNvSpPr>
          <p:nvPr/>
        </p:nvSpPr>
        <p:spPr bwMode="auto">
          <a:xfrm>
            <a:off x="1839914" y="2103438"/>
            <a:ext cx="901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FF0000"/>
                </a:solidFill>
              </a:rPr>
              <a:t>sender</a:t>
            </a:r>
          </a:p>
        </p:txBody>
      </p:sp>
      <p:sp>
        <p:nvSpPr>
          <p:cNvPr id="404624" name="Text Box 144"/>
          <p:cNvSpPr txBox="1">
            <a:spLocks noChangeArrowheads="1"/>
          </p:cNvSpPr>
          <p:nvPr/>
        </p:nvSpPr>
        <p:spPr bwMode="auto">
          <a:xfrm>
            <a:off x="3009900" y="2454276"/>
            <a:ext cx="67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code</a:t>
            </a:r>
          </a:p>
        </p:txBody>
      </p:sp>
      <p:sp>
        <p:nvSpPr>
          <p:cNvPr id="404625" name="Text Box 145"/>
          <p:cNvSpPr txBox="1">
            <a:spLocks noChangeArrowheads="1"/>
          </p:cNvSpPr>
          <p:nvPr/>
        </p:nvSpPr>
        <p:spPr bwMode="auto">
          <a:xfrm>
            <a:off x="3049588" y="1679575"/>
            <a:ext cx="628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data</a:t>
            </a:r>
          </a:p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bits</a:t>
            </a:r>
          </a:p>
        </p:txBody>
      </p:sp>
      <p:sp>
        <p:nvSpPr>
          <p:cNvPr id="404626" name="Line 146"/>
          <p:cNvSpPr>
            <a:spLocks noChangeShapeType="1"/>
          </p:cNvSpPr>
          <p:nvPr/>
        </p:nvSpPr>
        <p:spPr bwMode="auto">
          <a:xfrm>
            <a:off x="6656389" y="2054226"/>
            <a:ext cx="319087" cy="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631" name="Line 151"/>
          <p:cNvSpPr>
            <a:spLocks noChangeShapeType="1"/>
          </p:cNvSpPr>
          <p:nvPr/>
        </p:nvSpPr>
        <p:spPr bwMode="auto">
          <a:xfrm>
            <a:off x="5557838" y="4167188"/>
            <a:ext cx="0" cy="1624012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632" name="Line 152"/>
          <p:cNvSpPr>
            <a:spLocks noChangeShapeType="1"/>
          </p:cNvSpPr>
          <p:nvPr/>
        </p:nvSpPr>
        <p:spPr bwMode="auto">
          <a:xfrm>
            <a:off x="6634163" y="4143376"/>
            <a:ext cx="0" cy="1624013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633" name="Text Box 153"/>
          <p:cNvSpPr txBox="1">
            <a:spLocks noChangeArrowheads="1"/>
          </p:cNvSpPr>
          <p:nvPr/>
        </p:nvSpPr>
        <p:spPr bwMode="auto">
          <a:xfrm>
            <a:off x="4746626" y="5575300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latin typeface="Arial" charset="0"/>
                <a:cs typeface="Arial" charset="0"/>
              </a:rPr>
              <a:t>slot 1</a:t>
            </a:r>
          </a:p>
        </p:txBody>
      </p:sp>
      <p:sp>
        <p:nvSpPr>
          <p:cNvPr id="404634" name="Text Box 154"/>
          <p:cNvSpPr txBox="1">
            <a:spLocks noChangeArrowheads="1"/>
          </p:cNvSpPr>
          <p:nvPr/>
        </p:nvSpPr>
        <p:spPr bwMode="auto">
          <a:xfrm>
            <a:off x="5765801" y="5580063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latin typeface="Arial" charset="0"/>
                <a:cs typeface="Arial" charset="0"/>
              </a:rPr>
              <a:t>slot 0</a:t>
            </a:r>
          </a:p>
        </p:txBody>
      </p:sp>
      <p:sp>
        <p:nvSpPr>
          <p:cNvPr id="404636" name="Line 156"/>
          <p:cNvSpPr>
            <a:spLocks noChangeShapeType="1"/>
          </p:cNvSpPr>
          <p:nvPr/>
        </p:nvSpPr>
        <p:spPr bwMode="auto">
          <a:xfrm>
            <a:off x="4481513" y="4206876"/>
            <a:ext cx="0" cy="1624013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grpSp>
        <p:nvGrpSpPr>
          <p:cNvPr id="404778" name="Group 298"/>
          <p:cNvGrpSpPr>
            <a:grpSpLocks/>
          </p:cNvGrpSpPr>
          <p:nvPr/>
        </p:nvGrpSpPr>
        <p:grpSpPr bwMode="auto">
          <a:xfrm>
            <a:off x="7813676" y="4638675"/>
            <a:ext cx="1076325" cy="274638"/>
            <a:chOff x="3962" y="2922"/>
            <a:chExt cx="678" cy="173"/>
          </a:xfrm>
        </p:grpSpPr>
        <p:sp>
          <p:nvSpPr>
            <p:cNvPr id="404637" name="Rectangle 157"/>
            <p:cNvSpPr>
              <a:spLocks noChangeArrowheads="1"/>
            </p:cNvSpPr>
            <p:nvPr/>
          </p:nvSpPr>
          <p:spPr bwMode="auto">
            <a:xfrm>
              <a:off x="3962" y="2946"/>
              <a:ext cx="678" cy="13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4638" name="Text Box 158"/>
            <p:cNvSpPr txBox="1">
              <a:spLocks noChangeArrowheads="1"/>
            </p:cNvSpPr>
            <p:nvPr/>
          </p:nvSpPr>
          <p:spPr bwMode="auto">
            <a:xfrm>
              <a:off x="4048" y="2922"/>
              <a:ext cx="4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>
                  <a:latin typeface="Arial" charset="0"/>
                  <a:cs typeface="Arial" charset="0"/>
                </a:rPr>
                <a:t>d</a:t>
              </a:r>
              <a:r>
                <a:rPr lang="en-US" sz="1200" baseline="-25000">
                  <a:latin typeface="Arial" charset="0"/>
                  <a:cs typeface="Arial" charset="0"/>
                </a:rPr>
                <a:t>1</a:t>
              </a:r>
              <a:r>
                <a:rPr lang="en-US" sz="1200">
                  <a:latin typeface="Arial" charset="0"/>
                  <a:cs typeface="Arial" charset="0"/>
                </a:rPr>
                <a:t> = -1</a:t>
              </a:r>
            </a:p>
          </p:txBody>
        </p:sp>
      </p:grpSp>
      <p:sp>
        <p:nvSpPr>
          <p:cNvPr id="404666" name="Oval 186"/>
          <p:cNvSpPr>
            <a:spLocks noChangeArrowheads="1"/>
          </p:cNvSpPr>
          <p:nvPr/>
        </p:nvSpPr>
        <p:spPr bwMode="auto">
          <a:xfrm>
            <a:off x="7029450" y="4470401"/>
            <a:ext cx="419100" cy="4238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4668" name="Line 188"/>
          <p:cNvSpPr>
            <a:spLocks noChangeShapeType="1"/>
          </p:cNvSpPr>
          <p:nvPr/>
        </p:nvSpPr>
        <p:spPr bwMode="auto">
          <a:xfrm>
            <a:off x="6677025" y="4600576"/>
            <a:ext cx="319088" cy="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669" name="Line 189"/>
          <p:cNvSpPr>
            <a:spLocks noChangeShapeType="1"/>
          </p:cNvSpPr>
          <p:nvPr/>
        </p:nvSpPr>
        <p:spPr bwMode="auto">
          <a:xfrm flipV="1">
            <a:off x="6691314" y="4865688"/>
            <a:ext cx="403225" cy="4302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grpSp>
        <p:nvGrpSpPr>
          <p:cNvPr id="404776" name="Group 296"/>
          <p:cNvGrpSpPr>
            <a:grpSpLocks/>
          </p:cNvGrpSpPr>
          <p:nvPr/>
        </p:nvGrpSpPr>
        <p:grpSpPr bwMode="auto">
          <a:xfrm>
            <a:off x="8890000" y="4438650"/>
            <a:ext cx="1062038" cy="274638"/>
            <a:chOff x="4640" y="2796"/>
            <a:chExt cx="669" cy="173"/>
          </a:xfrm>
        </p:grpSpPr>
        <p:sp>
          <p:nvSpPr>
            <p:cNvPr id="404671" name="Rectangle 191"/>
            <p:cNvSpPr>
              <a:spLocks noChangeArrowheads="1"/>
            </p:cNvSpPr>
            <p:nvPr/>
          </p:nvSpPr>
          <p:spPr bwMode="auto">
            <a:xfrm>
              <a:off x="4640" y="2820"/>
              <a:ext cx="669" cy="13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4672" name="Text Box 192"/>
            <p:cNvSpPr txBox="1">
              <a:spLocks noChangeArrowheads="1"/>
            </p:cNvSpPr>
            <p:nvPr/>
          </p:nvSpPr>
          <p:spPr bwMode="auto">
            <a:xfrm>
              <a:off x="4798" y="2796"/>
              <a:ext cx="36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>
                  <a:latin typeface="Arial" charset="0"/>
                  <a:cs typeface="Arial" charset="0"/>
                </a:rPr>
                <a:t>d</a:t>
              </a:r>
              <a:r>
                <a:rPr lang="en-US" sz="1200" baseline="-25000">
                  <a:latin typeface="Arial" charset="0"/>
                  <a:cs typeface="Arial" charset="0"/>
                </a:rPr>
                <a:t>0</a:t>
              </a:r>
              <a:r>
                <a:rPr lang="en-US" sz="1200">
                  <a:latin typeface="Arial" charset="0"/>
                  <a:cs typeface="Arial" charset="0"/>
                </a:rPr>
                <a:t> = 1</a:t>
              </a:r>
            </a:p>
          </p:txBody>
        </p:sp>
      </p:grpSp>
      <p:grpSp>
        <p:nvGrpSpPr>
          <p:cNvPr id="404775" name="Group 295"/>
          <p:cNvGrpSpPr>
            <a:grpSpLocks/>
          </p:cNvGrpSpPr>
          <p:nvPr/>
        </p:nvGrpSpPr>
        <p:grpSpPr bwMode="auto">
          <a:xfrm>
            <a:off x="5489575" y="4362451"/>
            <a:ext cx="1263650" cy="1184275"/>
            <a:chOff x="2498" y="2748"/>
            <a:chExt cx="796" cy="746"/>
          </a:xfrm>
        </p:grpSpPr>
        <p:grpSp>
          <p:nvGrpSpPr>
            <p:cNvPr id="32883" name="Group 193"/>
            <p:cNvGrpSpPr>
              <a:grpSpLocks/>
            </p:cNvGrpSpPr>
            <p:nvPr/>
          </p:nvGrpSpPr>
          <p:grpSpPr bwMode="auto">
            <a:xfrm>
              <a:off x="2504" y="3187"/>
              <a:ext cx="790" cy="307"/>
              <a:chOff x="1313" y="1534"/>
              <a:chExt cx="790" cy="307"/>
            </a:xfrm>
          </p:grpSpPr>
          <p:sp>
            <p:nvSpPr>
              <p:cNvPr id="404674" name="Text Box 194"/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2912" name="Group 195"/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404676" name="Rectangle 196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677" name="Line 197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678" name="Line 198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32913" name="Group 199"/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404680" name="Rectangle 200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681" name="Line 201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682" name="Line 202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404683" name="Rectangle 203"/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684" name="Rectangle 204"/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685" name="Text Box 205"/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686" name="Text Box 206"/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687" name="Text Box 207"/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2919" name="Group 208"/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404689" name="Text Box 209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690" name="Text Box 210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2920" name="Group 211"/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404692" name="Text Box 212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693" name="Text Box 213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2921" name="Group 214"/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404695" name="Text Box 215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696" name="Text Box 216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2922" name="Group 217"/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404698" name="Text Box 218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699" name="Text Box 219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32884" name="Group 220"/>
            <p:cNvGrpSpPr>
              <a:grpSpLocks/>
            </p:cNvGrpSpPr>
            <p:nvPr/>
          </p:nvGrpSpPr>
          <p:grpSpPr bwMode="auto">
            <a:xfrm>
              <a:off x="2498" y="2748"/>
              <a:ext cx="790" cy="307"/>
              <a:chOff x="1313" y="1534"/>
              <a:chExt cx="790" cy="307"/>
            </a:xfrm>
          </p:grpSpPr>
          <p:sp>
            <p:nvSpPr>
              <p:cNvPr id="404701" name="Text Box 221"/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2886" name="Group 222"/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404703" name="Rectangle 223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704" name="Line 224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705" name="Line 225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32887" name="Group 226"/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404707" name="Rectangle 227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708" name="Line 228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709" name="Line 229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404710" name="Rectangle 230"/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711" name="Rectangle 231"/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712" name="Text Box 232"/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713" name="Text Box 233"/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714" name="Text Box 234"/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2893" name="Group 235"/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404716" name="Text Box 236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717" name="Text Box 237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2894" name="Group 238"/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404719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720" name="Text Box 240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2895" name="Group 241"/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404722" name="Text Box 242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723" name="Text Box 243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2896" name="Group 244"/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404725" name="Text Box 245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726" name="Text Box 246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404777" name="Group 297"/>
          <p:cNvGrpSpPr>
            <a:grpSpLocks/>
          </p:cNvGrpSpPr>
          <p:nvPr/>
        </p:nvGrpSpPr>
        <p:grpSpPr bwMode="auto">
          <a:xfrm>
            <a:off x="4398964" y="4362450"/>
            <a:ext cx="1277937" cy="1174750"/>
            <a:chOff x="1811" y="2748"/>
            <a:chExt cx="805" cy="740"/>
          </a:xfrm>
        </p:grpSpPr>
        <p:grpSp>
          <p:nvGrpSpPr>
            <p:cNvPr id="32824" name="Group 159"/>
            <p:cNvGrpSpPr>
              <a:grpSpLocks/>
            </p:cNvGrpSpPr>
            <p:nvPr/>
          </p:nvGrpSpPr>
          <p:grpSpPr bwMode="auto">
            <a:xfrm>
              <a:off x="1826" y="3181"/>
              <a:ext cx="790" cy="307"/>
              <a:chOff x="1313" y="1534"/>
              <a:chExt cx="790" cy="307"/>
            </a:xfrm>
          </p:grpSpPr>
          <p:sp>
            <p:nvSpPr>
              <p:cNvPr id="404640" name="Text Box 160"/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2858" name="Group 161"/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404642" name="Rectangle 162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643" name="Line 163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644" name="Line 164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32859" name="Group 165"/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404646" name="Rectangle 166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647" name="Line 167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4648" name="Line 168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404649" name="Rectangle 169"/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650" name="Rectangle 170"/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4651" name="Text Box 171"/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652" name="Text Box 172"/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04653" name="Text Box 173"/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00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32865" name="Group 174"/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404655" name="Text Box 175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656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2866" name="Group 177"/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404658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659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2867" name="Group 180"/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404661" name="Text Box 181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662" name="Text Box 182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32868" name="Group 183"/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404664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665" name="Text Box 185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32825" name="Group 247"/>
            <p:cNvGrpSpPr>
              <a:grpSpLocks/>
            </p:cNvGrpSpPr>
            <p:nvPr/>
          </p:nvGrpSpPr>
          <p:grpSpPr bwMode="auto">
            <a:xfrm>
              <a:off x="1811" y="2748"/>
              <a:ext cx="787" cy="307"/>
              <a:chOff x="4928" y="1534"/>
              <a:chExt cx="787" cy="307"/>
            </a:xfrm>
          </p:grpSpPr>
          <p:grpSp>
            <p:nvGrpSpPr>
              <p:cNvPr id="32826" name="Group 248"/>
              <p:cNvGrpSpPr>
                <a:grpSpLocks/>
              </p:cNvGrpSpPr>
              <p:nvPr/>
            </p:nvGrpSpPr>
            <p:grpSpPr bwMode="auto">
              <a:xfrm>
                <a:off x="5354" y="1534"/>
                <a:ext cx="361" cy="154"/>
                <a:chOff x="5009" y="1132"/>
                <a:chExt cx="361" cy="154"/>
              </a:xfrm>
            </p:grpSpPr>
            <p:sp>
              <p:nvSpPr>
                <p:cNvPr id="404729" name="Text Box 249"/>
                <p:cNvSpPr txBox="1">
                  <a:spLocks noChangeArrowheads="1"/>
                </p:cNvSpPr>
                <p:nvPr/>
              </p:nvSpPr>
              <p:spPr bwMode="auto">
                <a:xfrm>
                  <a:off x="5009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grpSp>
              <p:nvGrpSpPr>
                <p:cNvPr id="32851" name="Group 250"/>
                <p:cNvGrpSpPr>
                  <a:grpSpLocks/>
                </p:cNvGrpSpPr>
                <p:nvPr/>
              </p:nvGrpSpPr>
              <p:grpSpPr bwMode="auto">
                <a:xfrm>
                  <a:off x="5049" y="1137"/>
                  <a:ext cx="258" cy="147"/>
                  <a:chOff x="1353" y="1539"/>
                  <a:chExt cx="258" cy="144"/>
                </a:xfrm>
              </p:grpSpPr>
              <p:sp>
                <p:nvSpPr>
                  <p:cNvPr id="404731" name="Rectangle 251"/>
                  <p:cNvSpPr>
                    <a:spLocks noChangeArrowheads="1"/>
                  </p:cNvSpPr>
                  <p:nvPr/>
                </p:nvSpPr>
                <p:spPr bwMode="auto"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404732" name="Line 252"/>
                  <p:cNvSpPr>
                    <a:spLocks noChangeShapeType="1"/>
                  </p:cNvSpPr>
                  <p:nvPr/>
                </p:nvSpPr>
                <p:spPr bwMode="auto">
                  <a:xfrm>
                    <a:off x="1521" y="1542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404733" name="Line 253"/>
                  <p:cNvSpPr>
                    <a:spLocks noChangeShapeType="1"/>
                  </p:cNvSpPr>
                  <p:nvPr/>
                </p:nvSpPr>
                <p:spPr bwMode="auto">
                  <a:xfrm>
                    <a:off x="1437" y="1545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404734" name="Text Box 254"/>
                <p:cNvSpPr txBox="1">
                  <a:spLocks noChangeArrowheads="1"/>
                </p:cNvSpPr>
                <p:nvPr/>
              </p:nvSpPr>
              <p:spPr bwMode="auto">
                <a:xfrm>
                  <a:off x="5087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04735" name="Text Box 255"/>
                <p:cNvSpPr txBox="1">
                  <a:spLocks noChangeArrowheads="1"/>
                </p:cNvSpPr>
                <p:nvPr/>
              </p:nvSpPr>
              <p:spPr bwMode="auto">
                <a:xfrm>
                  <a:off x="5174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sz="100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</p:grpSp>
          <p:grpSp>
            <p:nvGrpSpPr>
              <p:cNvPr id="32827" name="Group 256"/>
              <p:cNvGrpSpPr>
                <a:grpSpLocks/>
              </p:cNvGrpSpPr>
              <p:nvPr/>
            </p:nvGrpSpPr>
            <p:grpSpPr bwMode="auto">
              <a:xfrm>
                <a:off x="4928" y="1536"/>
                <a:ext cx="550" cy="305"/>
                <a:chOff x="5114" y="1518"/>
                <a:chExt cx="550" cy="305"/>
              </a:xfrm>
            </p:grpSpPr>
            <p:grpSp>
              <p:nvGrpSpPr>
                <p:cNvPr id="32828" name="Group 257"/>
                <p:cNvGrpSpPr>
                  <a:grpSpLocks/>
                </p:cNvGrpSpPr>
                <p:nvPr/>
              </p:nvGrpSpPr>
              <p:grpSpPr bwMode="auto">
                <a:xfrm>
                  <a:off x="5375" y="1518"/>
                  <a:ext cx="196" cy="158"/>
                  <a:chOff x="5378" y="1518"/>
                  <a:chExt cx="196" cy="158"/>
                </a:xfrm>
              </p:grpSpPr>
              <p:sp>
                <p:nvSpPr>
                  <p:cNvPr id="404738" name="Rectangle 258"/>
                  <p:cNvSpPr>
                    <a:spLocks noChangeArrowheads="1"/>
                  </p:cNvSpPr>
                  <p:nvPr/>
                </p:nvSpPr>
                <p:spPr bwMode="auto">
                  <a:xfrm>
                    <a:off x="5418" y="1518"/>
                    <a:ext cx="81" cy="150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404739" name="Text Box 2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378" y="152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00"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32829" name="Group 260"/>
                <p:cNvGrpSpPr>
                  <a:grpSpLocks/>
                </p:cNvGrpSpPr>
                <p:nvPr/>
              </p:nvGrpSpPr>
              <p:grpSpPr bwMode="auto">
                <a:xfrm>
                  <a:off x="5453" y="1666"/>
                  <a:ext cx="211" cy="157"/>
                  <a:chOff x="5261" y="1282"/>
                  <a:chExt cx="211" cy="157"/>
                </a:xfrm>
              </p:grpSpPr>
              <p:sp>
                <p:nvSpPr>
                  <p:cNvPr id="404741" name="Rectangle 261"/>
                  <p:cNvSpPr>
                    <a:spLocks noChangeArrowheads="1"/>
                  </p:cNvSpPr>
                  <p:nvPr/>
                </p:nvSpPr>
                <p:spPr bwMode="auto">
                  <a:xfrm>
                    <a:off x="5307" y="1284"/>
                    <a:ext cx="81" cy="14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grpSp>
                <p:nvGrpSpPr>
                  <p:cNvPr id="32845" name="Group 262"/>
                  <p:cNvGrpSpPr>
                    <a:grpSpLocks/>
                  </p:cNvGrpSpPr>
                  <p:nvPr/>
                </p:nvGrpSpPr>
                <p:grpSpPr bwMode="auto">
                  <a:xfrm>
                    <a:off x="5261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404743" name="Text Box 26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sz="1000"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404744" name="Text Box 26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sz="1000"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</p:grpSp>
            <p:grpSp>
              <p:nvGrpSpPr>
                <p:cNvPr id="32830" name="Group 265"/>
                <p:cNvGrpSpPr>
                  <a:grpSpLocks/>
                </p:cNvGrpSpPr>
                <p:nvPr/>
              </p:nvGrpSpPr>
              <p:grpSpPr bwMode="auto">
                <a:xfrm>
                  <a:off x="5114" y="1663"/>
                  <a:ext cx="373" cy="160"/>
                  <a:chOff x="5426" y="1279"/>
                  <a:chExt cx="373" cy="160"/>
                </a:xfrm>
              </p:grpSpPr>
              <p:grpSp>
                <p:nvGrpSpPr>
                  <p:cNvPr id="32831" name="Group 266"/>
                  <p:cNvGrpSpPr>
                    <a:grpSpLocks/>
                  </p:cNvGrpSpPr>
                  <p:nvPr/>
                </p:nvGrpSpPr>
                <p:grpSpPr bwMode="auto">
                  <a:xfrm>
                    <a:off x="5469" y="1284"/>
                    <a:ext cx="258" cy="144"/>
                    <a:chOff x="1353" y="1539"/>
                    <a:chExt cx="258" cy="144"/>
                  </a:xfrm>
                </p:grpSpPr>
                <p:sp>
                  <p:nvSpPr>
                    <p:cNvPr id="404747" name="Rectangle 2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53" y="1539"/>
                      <a:ext cx="258" cy="14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404748" name="Line 2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21" y="1542"/>
                      <a:ext cx="0" cy="13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pPr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404749" name="Line 2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37" y="1545"/>
                      <a:ext cx="0" cy="13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pPr>
                        <a:defRPr/>
                      </a:pPr>
                      <a:endParaRPr lang="en-US"/>
                    </a:p>
                  </p:txBody>
                </p:sp>
              </p:grpSp>
              <p:grpSp>
                <p:nvGrpSpPr>
                  <p:cNvPr id="32832" name="Group 270"/>
                  <p:cNvGrpSpPr>
                    <a:grpSpLocks/>
                  </p:cNvGrpSpPr>
                  <p:nvPr/>
                </p:nvGrpSpPr>
                <p:grpSpPr bwMode="auto">
                  <a:xfrm>
                    <a:off x="5426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404751" name="Text Box 27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sz="1000"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404752" name="Text Box 27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sz="1000"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  <p:grpSp>
                <p:nvGrpSpPr>
                  <p:cNvPr id="32833" name="Group 273"/>
                  <p:cNvGrpSpPr>
                    <a:grpSpLocks/>
                  </p:cNvGrpSpPr>
                  <p:nvPr/>
                </p:nvGrpSpPr>
                <p:grpSpPr bwMode="auto">
                  <a:xfrm>
                    <a:off x="5504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404754" name="Text Box 27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sz="1000"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404755" name="Text Box 27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sz="1000"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  <p:grpSp>
                <p:nvGrpSpPr>
                  <p:cNvPr id="32834" name="Group 276"/>
                  <p:cNvGrpSpPr>
                    <a:grpSpLocks/>
                  </p:cNvGrpSpPr>
                  <p:nvPr/>
                </p:nvGrpSpPr>
                <p:grpSpPr bwMode="auto">
                  <a:xfrm>
                    <a:off x="5588" y="1279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404757" name="Text Box 27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sz="1000"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404758" name="Text Box 27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sz="1000"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</p:grpSp>
          </p:grpSp>
        </p:grpSp>
      </p:grpSp>
      <p:sp>
        <p:nvSpPr>
          <p:cNvPr id="404759" name="Text Box 279"/>
          <p:cNvSpPr txBox="1">
            <a:spLocks noChangeArrowheads="1"/>
          </p:cNvSpPr>
          <p:nvPr/>
        </p:nvSpPr>
        <p:spPr bwMode="auto">
          <a:xfrm>
            <a:off x="8913813" y="4922838"/>
            <a:ext cx="89376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slot 0</a:t>
            </a:r>
          </a:p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channel</a:t>
            </a:r>
          </a:p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404760" name="Text Box 280"/>
          <p:cNvSpPr txBox="1">
            <a:spLocks noChangeArrowheads="1"/>
          </p:cNvSpPr>
          <p:nvPr/>
        </p:nvSpPr>
        <p:spPr bwMode="auto">
          <a:xfrm>
            <a:off x="7870826" y="4941888"/>
            <a:ext cx="893763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slot 1</a:t>
            </a:r>
          </a:p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channel</a:t>
            </a:r>
          </a:p>
          <a:p>
            <a:pPr algn="ctr">
              <a:defRPr/>
            </a:pPr>
            <a:r>
              <a:rPr lang="en-US" sz="1600"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404761" name="Line 281"/>
          <p:cNvSpPr>
            <a:spLocks noChangeShapeType="1"/>
          </p:cNvSpPr>
          <p:nvPr/>
        </p:nvSpPr>
        <p:spPr bwMode="auto">
          <a:xfrm flipH="1">
            <a:off x="7796214" y="4281489"/>
            <a:ext cx="9525" cy="947737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762" name="Line 282"/>
          <p:cNvSpPr>
            <a:spLocks noChangeShapeType="1"/>
          </p:cNvSpPr>
          <p:nvPr/>
        </p:nvSpPr>
        <p:spPr bwMode="auto">
          <a:xfrm flipH="1">
            <a:off x="8867776" y="4262439"/>
            <a:ext cx="9525" cy="947737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763" name="Line 283"/>
          <p:cNvSpPr>
            <a:spLocks noChangeShapeType="1"/>
          </p:cNvSpPr>
          <p:nvPr/>
        </p:nvSpPr>
        <p:spPr bwMode="auto">
          <a:xfrm flipH="1">
            <a:off x="9982201" y="4271964"/>
            <a:ext cx="9525" cy="947737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765" name="Text Box 285"/>
          <p:cNvSpPr txBox="1">
            <a:spLocks noChangeArrowheads="1"/>
          </p:cNvSpPr>
          <p:nvPr/>
        </p:nvSpPr>
        <p:spPr bwMode="auto">
          <a:xfrm>
            <a:off x="2757488" y="5446713"/>
            <a:ext cx="10267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FF0000"/>
                </a:solidFill>
              </a:rPr>
              <a:t>receiver</a:t>
            </a:r>
          </a:p>
        </p:txBody>
      </p:sp>
      <p:sp>
        <p:nvSpPr>
          <p:cNvPr id="404766" name="Text Box 286"/>
          <p:cNvSpPr txBox="1">
            <a:spLocks noChangeArrowheads="1"/>
          </p:cNvSpPr>
          <p:nvPr/>
        </p:nvSpPr>
        <p:spPr bwMode="auto">
          <a:xfrm>
            <a:off x="3843338" y="5068888"/>
            <a:ext cx="679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code</a:t>
            </a:r>
          </a:p>
        </p:txBody>
      </p:sp>
      <p:sp>
        <p:nvSpPr>
          <p:cNvPr id="404767" name="Text Box 287"/>
          <p:cNvSpPr txBox="1">
            <a:spLocks noChangeArrowheads="1"/>
          </p:cNvSpPr>
          <p:nvPr/>
        </p:nvSpPr>
        <p:spPr bwMode="auto">
          <a:xfrm>
            <a:off x="2865438" y="4303713"/>
            <a:ext cx="1047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received</a:t>
            </a:r>
          </a:p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input</a:t>
            </a:r>
          </a:p>
        </p:txBody>
      </p:sp>
      <p:sp>
        <p:nvSpPr>
          <p:cNvPr id="404768" name="Line 288"/>
          <p:cNvSpPr>
            <a:spLocks noChangeShapeType="1"/>
          </p:cNvSpPr>
          <p:nvPr/>
        </p:nvSpPr>
        <p:spPr bwMode="auto">
          <a:xfrm>
            <a:off x="7489825" y="4668838"/>
            <a:ext cx="319088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grpSp>
        <p:nvGrpSpPr>
          <p:cNvPr id="32815" name="Group 294"/>
          <p:cNvGrpSpPr>
            <a:grpSpLocks/>
          </p:cNvGrpSpPr>
          <p:nvPr/>
        </p:nvGrpSpPr>
        <p:grpSpPr bwMode="auto">
          <a:xfrm>
            <a:off x="6527800" y="3530600"/>
            <a:ext cx="1517650" cy="977900"/>
            <a:chOff x="4239" y="2007"/>
            <a:chExt cx="956" cy="616"/>
          </a:xfrm>
        </p:grpSpPr>
        <p:sp>
          <p:nvSpPr>
            <p:cNvPr id="404667" name="Text Box 187"/>
            <p:cNvSpPr txBox="1">
              <a:spLocks noChangeArrowheads="1"/>
            </p:cNvSpPr>
            <p:nvPr/>
          </p:nvSpPr>
          <p:spPr bwMode="auto">
            <a:xfrm>
              <a:off x="4239" y="2047"/>
              <a:ext cx="9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latin typeface="Arial" charset="0"/>
                  <a:cs typeface="Arial" charset="0"/>
                </a:rPr>
                <a:t>D</a:t>
              </a:r>
              <a:r>
                <a:rPr lang="en-US" baseline="-25000">
                  <a:latin typeface="Arial" charset="0"/>
                  <a:cs typeface="Arial" charset="0"/>
                </a:rPr>
                <a:t>i </a:t>
              </a:r>
              <a:r>
                <a:rPr lang="en-US">
                  <a:latin typeface="Arial" charset="0"/>
                  <a:cs typeface="Arial" charset="0"/>
                </a:rPr>
                <a:t>= </a:t>
              </a:r>
              <a:r>
                <a:rPr lang="en-US" sz="2800">
                  <a:latin typeface="Symbol" charset="0"/>
                  <a:cs typeface="Arial" charset="0"/>
                </a:rPr>
                <a:t>S</a:t>
              </a:r>
              <a:r>
                <a:rPr lang="en-US" baseline="-25000">
                  <a:latin typeface="Arial" charset="0"/>
                  <a:cs typeface="Arial" charset="0"/>
                </a:rPr>
                <a:t> </a:t>
              </a:r>
              <a:r>
                <a:rPr lang="en-US">
                  <a:latin typeface="Arial" charset="0"/>
                  <a:cs typeface="Arial" charset="0"/>
                </a:rPr>
                <a:t>Z</a:t>
              </a:r>
              <a:r>
                <a:rPr lang="en-US" baseline="-25000">
                  <a:latin typeface="Arial" charset="0"/>
                  <a:cs typeface="Arial" charset="0"/>
                </a:rPr>
                <a:t>i,m</a:t>
              </a:r>
              <a:r>
                <a:rPr lang="en-US" sz="2400" baseline="30000">
                  <a:latin typeface="Arial" charset="0"/>
                  <a:cs typeface="Arial" charset="0"/>
                </a:rPr>
                <a:t>.</a:t>
              </a:r>
              <a:r>
                <a:rPr lang="en-US">
                  <a:latin typeface="Arial" charset="0"/>
                  <a:cs typeface="Arial" charset="0"/>
                </a:rPr>
                <a:t>c</a:t>
              </a:r>
              <a:r>
                <a:rPr lang="en-US" baseline="-25000">
                  <a:latin typeface="Arial" charset="0"/>
                  <a:cs typeface="Arial" charset="0"/>
                </a:rPr>
                <a:t>m</a:t>
              </a:r>
            </a:p>
          </p:txBody>
        </p:sp>
        <p:sp>
          <p:nvSpPr>
            <p:cNvPr id="404769" name="Text Box 289"/>
            <p:cNvSpPr txBox="1">
              <a:spLocks noChangeArrowheads="1"/>
            </p:cNvSpPr>
            <p:nvPr/>
          </p:nvSpPr>
          <p:spPr bwMode="auto">
            <a:xfrm>
              <a:off x="4498" y="2258"/>
              <a:ext cx="3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>
                  <a:latin typeface="Arial" charset="0"/>
                </a:rPr>
                <a:t>m=1</a:t>
              </a:r>
            </a:p>
          </p:txBody>
        </p:sp>
        <p:sp>
          <p:nvSpPr>
            <p:cNvPr id="404770" name="Text Box 290"/>
            <p:cNvSpPr txBox="1">
              <a:spLocks noChangeArrowheads="1"/>
            </p:cNvSpPr>
            <p:nvPr/>
          </p:nvSpPr>
          <p:spPr bwMode="auto">
            <a:xfrm>
              <a:off x="4541" y="2007"/>
              <a:ext cx="1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>
                  <a:latin typeface="Arial" charset="0"/>
                </a:rPr>
                <a:t>M</a:t>
              </a:r>
            </a:p>
          </p:txBody>
        </p:sp>
        <p:sp>
          <p:nvSpPr>
            <p:cNvPr id="404771" name="Text Box 291"/>
            <p:cNvSpPr txBox="1">
              <a:spLocks noChangeArrowheads="1"/>
            </p:cNvSpPr>
            <p:nvPr/>
          </p:nvSpPr>
          <p:spPr bwMode="auto">
            <a:xfrm>
              <a:off x="4718" y="2392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latin typeface="Arial" charset="0"/>
                </a:rPr>
                <a:t>M</a:t>
              </a:r>
            </a:p>
          </p:txBody>
        </p:sp>
        <p:sp>
          <p:nvSpPr>
            <p:cNvPr id="404773" name="Line 293"/>
            <p:cNvSpPr>
              <a:spLocks noChangeShapeType="1"/>
            </p:cNvSpPr>
            <p:nvPr/>
          </p:nvSpPr>
          <p:spPr bwMode="auto">
            <a:xfrm>
              <a:off x="4561" y="2410"/>
              <a:ext cx="5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4780" name="Freeform 300"/>
          <p:cNvSpPr>
            <a:spLocks/>
          </p:cNvSpPr>
          <p:nvPr/>
        </p:nvSpPr>
        <p:spPr bwMode="auto">
          <a:xfrm>
            <a:off x="9269413" y="2060576"/>
            <a:ext cx="341312" cy="1376363"/>
          </a:xfrm>
          <a:custGeom>
            <a:avLst/>
            <a:gdLst>
              <a:gd name="T0" fmla="*/ 0 w 215"/>
              <a:gd name="T1" fmla="*/ 0 h 819"/>
              <a:gd name="T2" fmla="*/ 215 w 215"/>
              <a:gd name="T3" fmla="*/ 0 h 819"/>
              <a:gd name="T4" fmla="*/ 215 w 215"/>
              <a:gd name="T5" fmla="*/ 819 h 8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" h="819">
                <a:moveTo>
                  <a:pt x="0" y="0"/>
                </a:moveTo>
                <a:lnTo>
                  <a:pt x="215" y="0"/>
                </a:lnTo>
                <a:lnTo>
                  <a:pt x="215" y="819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782" name="Line 302"/>
          <p:cNvSpPr>
            <a:spLocks noChangeShapeType="1"/>
          </p:cNvSpPr>
          <p:nvPr/>
        </p:nvSpPr>
        <p:spPr bwMode="auto">
          <a:xfrm flipH="1">
            <a:off x="4046539" y="3436938"/>
            <a:ext cx="55530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04783" name="Freeform 303"/>
          <p:cNvSpPr>
            <a:spLocks/>
          </p:cNvSpPr>
          <p:nvPr/>
        </p:nvSpPr>
        <p:spPr bwMode="auto">
          <a:xfrm>
            <a:off x="4046539" y="3436939"/>
            <a:ext cx="396875" cy="1157287"/>
          </a:xfrm>
          <a:custGeom>
            <a:avLst/>
            <a:gdLst>
              <a:gd name="T0" fmla="*/ 0 w 250"/>
              <a:gd name="T1" fmla="*/ 0 h 729"/>
              <a:gd name="T2" fmla="*/ 0 w 250"/>
              <a:gd name="T3" fmla="*/ 729 h 729"/>
              <a:gd name="T4" fmla="*/ 250 w 250"/>
              <a:gd name="T5" fmla="*/ 729 h 7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0" h="729">
                <a:moveTo>
                  <a:pt x="0" y="0"/>
                </a:moveTo>
                <a:lnTo>
                  <a:pt x="0" y="729"/>
                </a:lnTo>
                <a:lnTo>
                  <a:pt x="250" y="729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6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40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40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40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40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40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40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40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40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2000"/>
                                        <p:tgtEl>
                                          <p:spTgt spid="40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40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40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Wireless, Mobile Networks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A047330B-69C2-3440-9908-9449C59906F2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/>
              <a:t>CDMA: two-sender interference</a:t>
            </a:r>
            <a:endParaRPr lang="en-US">
              <a:cs typeface="+mj-cs"/>
            </a:endParaRPr>
          </a:p>
        </p:txBody>
      </p:sp>
      <p:pic>
        <p:nvPicPr>
          <p:cNvPr id="34820" name="Picture 3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451" y="1181100"/>
            <a:ext cx="5026025" cy="532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5100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7B666057-7A6A-0748-901A-A92722D8A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Random Access Protocols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F4576177-49BF-ED43-934B-6499006644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When node has packet to send</a:t>
            </a:r>
          </a:p>
          <a:p>
            <a:pPr lvl="1"/>
            <a:r>
              <a:rPr lang="en-US" altLang="en-US" sz="2000"/>
              <a:t>transmit at full channel data rate R.</a:t>
            </a:r>
          </a:p>
          <a:p>
            <a:pPr lvl="1"/>
            <a:r>
              <a:rPr lang="en-US" altLang="en-US" sz="2000"/>
              <a:t>no </a:t>
            </a:r>
            <a:r>
              <a:rPr lang="en-US" altLang="en-US" sz="2000" i="1"/>
              <a:t>a priori</a:t>
            </a:r>
            <a:r>
              <a:rPr lang="en-US" altLang="en-US" sz="2000"/>
              <a:t> coordination among nodes</a:t>
            </a:r>
          </a:p>
          <a:p>
            <a:r>
              <a:rPr lang="en-US" altLang="en-US" sz="2400"/>
              <a:t>two or more transmitting nodes </a:t>
            </a:r>
            <a:r>
              <a:rPr lang="en-US" altLang="en-US" sz="2400">
                <a:latin typeface="MS Mincho" panose="02020609040205080304" pitchFamily="49" charset="-128"/>
                <a:ea typeface="MS Mincho" panose="02020609040205080304" pitchFamily="49" charset="-128"/>
              </a:rPr>
              <a:t>➜</a:t>
            </a:r>
            <a:r>
              <a:rPr lang="en-US" altLang="en-US" sz="2400"/>
              <a:t> </a:t>
            </a:r>
            <a:r>
              <a:rPr lang="ja-JP" altLang="en-US" sz="2400">
                <a:latin typeface="Arial" panose="020B0604020202020204" pitchFamily="34" charset="0"/>
              </a:rPr>
              <a:t>“</a:t>
            </a:r>
            <a:r>
              <a:rPr lang="en-US" altLang="ja-JP" sz="2400"/>
              <a:t>collision</a:t>
            </a:r>
            <a:r>
              <a:rPr lang="ja-JP" altLang="en-US" sz="2400">
                <a:latin typeface="Arial" panose="020B0604020202020204" pitchFamily="34" charset="0"/>
              </a:rPr>
              <a:t>”</a:t>
            </a:r>
            <a:r>
              <a:rPr lang="en-US" altLang="ja-JP" sz="2400"/>
              <a:t>,</a:t>
            </a:r>
          </a:p>
          <a:p>
            <a:r>
              <a:rPr lang="en-US" altLang="en-US" sz="2400">
                <a:solidFill>
                  <a:srgbClr val="FF0000"/>
                </a:solidFill>
              </a:rPr>
              <a:t>random access MAC protocol</a:t>
            </a:r>
            <a:r>
              <a:rPr lang="en-US" altLang="en-US" sz="2400"/>
              <a:t> specifies: </a:t>
            </a:r>
          </a:p>
          <a:p>
            <a:pPr lvl="1"/>
            <a:r>
              <a:rPr lang="en-US" altLang="en-US" sz="2000"/>
              <a:t>how to detect collisions</a:t>
            </a:r>
          </a:p>
          <a:p>
            <a:pPr lvl="1"/>
            <a:r>
              <a:rPr lang="en-US" altLang="en-US" sz="2000"/>
              <a:t>how to recover from collisions (e.g., via delayed retransmissions)</a:t>
            </a:r>
          </a:p>
          <a:p>
            <a:r>
              <a:rPr lang="en-US" altLang="en-US" sz="2400"/>
              <a:t>Examples of random access MAC protocols:</a:t>
            </a:r>
          </a:p>
          <a:p>
            <a:pPr lvl="1"/>
            <a:r>
              <a:rPr lang="en-US" altLang="en-US" sz="2000"/>
              <a:t>slotted ALOHA</a:t>
            </a:r>
          </a:p>
          <a:p>
            <a:pPr lvl="1"/>
            <a:r>
              <a:rPr lang="en-US" altLang="en-US" sz="2000"/>
              <a:t>ALOHA</a:t>
            </a:r>
          </a:p>
          <a:p>
            <a:pPr lvl="1"/>
            <a:r>
              <a:rPr lang="en-US" altLang="en-US" sz="2000"/>
              <a:t>CSMA, CSMA/CD, CSMA/CA</a:t>
            </a:r>
          </a:p>
        </p:txBody>
      </p:sp>
      <p:sp>
        <p:nvSpPr>
          <p:cNvPr id="72707" name="Slide Number Placeholder 1">
            <a:extLst>
              <a:ext uri="{FF2B5EF4-FFF2-40B4-BE49-F238E27FC236}">
                <a16:creationId xmlns:a16="http://schemas.microsoft.com/office/drawing/2014/main" id="{A17A8A24-D614-134C-9060-E1AEC741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12AA1819-5F8F-9B4B-B9C4-FA3BB6AC98F2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94129DC9-17EC-CD4E-93C0-92BF6E724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Slotted ALOHA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F9795807-427D-BD4A-9898-F9A9C91443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8014" y="1600200"/>
            <a:ext cx="3989387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sz="2400" u="sng">
                <a:solidFill>
                  <a:srgbClr val="FF0000"/>
                </a:solidFill>
              </a:rPr>
              <a:t>Assumptions:</a:t>
            </a:r>
            <a:endParaRPr lang="en-US" sz="2400"/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/>
              <a:t>all frames same size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/>
              <a:t>time divided into equal size slots (time to transmit 1 frame)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/>
              <a:t>nodes start to transmit only slot beginning 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/>
              <a:t>nodes are synchronized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/>
              <a:t>if 2 or more nodes transmit in slot, all nodes detect collision</a:t>
            </a:r>
          </a:p>
        </p:txBody>
      </p:sp>
      <p:sp>
        <p:nvSpPr>
          <p:cNvPr id="311300" name="Rectangle 4">
            <a:extLst>
              <a:ext uri="{FF2B5EF4-FFF2-40B4-BE49-F238E27FC236}">
                <a16:creationId xmlns:a16="http://schemas.microsoft.com/office/drawing/2014/main" id="{54D10A92-9752-AF47-9421-A10D2A58AEF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1600200"/>
            <a:ext cx="4332288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sz="2400" u="sng">
                <a:solidFill>
                  <a:srgbClr val="FF0000"/>
                </a:solidFill>
              </a:rPr>
              <a:t>Operation:</a:t>
            </a:r>
            <a:endParaRPr lang="en-US" sz="2400"/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/>
              <a:t>when node obtains fresh frame, transmits in next slot</a:t>
            </a:r>
          </a:p>
          <a:p>
            <a:pPr lvl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/>
              <a:t>if no collision:</a:t>
            </a:r>
            <a:r>
              <a:rPr lang="en-US"/>
              <a:t> node can send new frame in next slot</a:t>
            </a:r>
          </a:p>
          <a:p>
            <a:pPr lvl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/>
              <a:t>if collision:</a:t>
            </a:r>
            <a:r>
              <a:rPr lang="en-US"/>
              <a:t> node retransmits frame in each subsequent slot with prob. p until success</a:t>
            </a:r>
          </a:p>
        </p:txBody>
      </p:sp>
      <p:sp>
        <p:nvSpPr>
          <p:cNvPr id="74756" name="Slide Number Placeholder 1">
            <a:extLst>
              <a:ext uri="{FF2B5EF4-FFF2-40B4-BE49-F238E27FC236}">
                <a16:creationId xmlns:a16="http://schemas.microsoft.com/office/drawing/2014/main" id="{B4EC340A-041F-3147-9723-8BE5635D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CC38FB2B-0284-CC4E-85BE-611B3ED08D2C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id="{66AC2B69-D6A6-D746-A953-C60AAE95F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1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Slotted ALOHA</a:t>
            </a:r>
          </a:p>
        </p:txBody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D9EE73A8-249C-B74C-9C7C-9E79B25BF01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3255964"/>
            <a:ext cx="3810000" cy="320357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u="sng">
                <a:solidFill>
                  <a:srgbClr val="FF0000"/>
                </a:solidFill>
              </a:rPr>
              <a:t>Pros</a:t>
            </a:r>
            <a:endParaRPr lang="en-US" sz="2400"/>
          </a:p>
          <a:p>
            <a:pPr>
              <a:buFont typeface="Wingdings" charset="0"/>
              <a:buChar char="v"/>
              <a:defRPr/>
            </a:pPr>
            <a:r>
              <a:rPr lang="en-US" sz="2400"/>
              <a:t>single active node can continuously transmit at full rate of channel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highly decentralized: only slots in nodes need to be in sync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simple</a:t>
            </a:r>
          </a:p>
          <a:p>
            <a:pPr>
              <a:buFont typeface="Wingdings" charset="0"/>
              <a:buChar char="v"/>
              <a:defRPr/>
            </a:pPr>
            <a:endParaRPr lang="en-US" sz="2400"/>
          </a:p>
        </p:txBody>
      </p:sp>
      <p:sp>
        <p:nvSpPr>
          <p:cNvPr id="312324" name="Rectangle 4">
            <a:extLst>
              <a:ext uri="{FF2B5EF4-FFF2-40B4-BE49-F238E27FC236}">
                <a16:creationId xmlns:a16="http://schemas.microsoft.com/office/drawing/2014/main" id="{CAAEDB8E-ED43-D546-8CC2-7AF60852957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3255963"/>
            <a:ext cx="3810000" cy="3200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sz="2400" u="sng">
                <a:solidFill>
                  <a:srgbClr val="FF0000"/>
                </a:solidFill>
              </a:rPr>
              <a:t>Cons</a:t>
            </a:r>
            <a:endParaRPr lang="en-US" sz="2400"/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/>
              <a:t>collisions, wasting slots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/>
              <a:t>idle slots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/>
              <a:t>nodes may be able to detect collision in less than time to transmit packet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/>
              <a:t>clock synchronization</a:t>
            </a:r>
          </a:p>
        </p:txBody>
      </p:sp>
      <p:pic>
        <p:nvPicPr>
          <p:cNvPr id="76804" name="Picture 8" descr="5">
            <a:extLst>
              <a:ext uri="{FF2B5EF4-FFF2-40B4-BE49-F238E27FC236}">
                <a16:creationId xmlns:a16="http://schemas.microsoft.com/office/drawing/2014/main" id="{8C0EE8BA-8AED-B747-8421-89FCD3A42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43001"/>
            <a:ext cx="8089900" cy="195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Slide Number Placeholder 1">
            <a:extLst>
              <a:ext uri="{FF2B5EF4-FFF2-40B4-BE49-F238E27FC236}">
                <a16:creationId xmlns:a16="http://schemas.microsoft.com/office/drawing/2014/main" id="{7D1914D3-7418-A34D-B487-FEF928A3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57125478-8F73-AC46-A7EF-C4816EB7AB16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626AE24A-9201-3E41-B713-CE9E5A7B2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Slotted Aloha efficiency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8FBBC406-50D7-234B-9043-07E213760D6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85950" y="2986088"/>
            <a:ext cx="3810000" cy="3128962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000" i="1"/>
              <a:t>suppose:</a:t>
            </a:r>
            <a:r>
              <a:rPr lang="en-US" sz="2000"/>
              <a:t> N nodes with many frames to send, each transmits in slot with probability </a:t>
            </a:r>
            <a:r>
              <a:rPr lang="en-US" sz="2000" i="1"/>
              <a:t>p</a:t>
            </a:r>
          </a:p>
          <a:p>
            <a:pPr>
              <a:buFont typeface="Wingdings" charset="0"/>
              <a:buChar char="v"/>
              <a:defRPr/>
            </a:pPr>
            <a:r>
              <a:rPr lang="en-US" sz="2000"/>
              <a:t>prob that given node has success in a slot  = p(1-p)</a:t>
            </a:r>
            <a:r>
              <a:rPr lang="en-US" sz="2000" b="1" baseline="30000"/>
              <a:t>N-1</a:t>
            </a:r>
          </a:p>
          <a:p>
            <a:pPr>
              <a:buFont typeface="Wingdings" charset="0"/>
              <a:buChar char="v"/>
              <a:defRPr/>
            </a:pPr>
            <a:r>
              <a:rPr lang="en-US" sz="2000"/>
              <a:t>prob that </a:t>
            </a:r>
            <a:r>
              <a:rPr lang="en-US" sz="2000" i="1"/>
              <a:t>any</a:t>
            </a:r>
            <a:r>
              <a:rPr lang="en-US" sz="2000"/>
              <a:t> node has a success = Np(1-p)</a:t>
            </a:r>
            <a:r>
              <a:rPr lang="en-US" sz="2000" b="1" baseline="30000"/>
              <a:t>N-1</a:t>
            </a:r>
            <a:endParaRPr lang="en-US" sz="2000" i="1"/>
          </a:p>
        </p:txBody>
      </p:sp>
      <p:sp>
        <p:nvSpPr>
          <p:cNvPr id="177159" name="Rectangle 7">
            <a:extLst>
              <a:ext uri="{FF2B5EF4-FFF2-40B4-BE49-F238E27FC236}">
                <a16:creationId xmlns:a16="http://schemas.microsoft.com/office/drawing/2014/main" id="{7F2518A2-82B7-424B-B20D-229FA2A2D51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502400" y="1470025"/>
            <a:ext cx="3810000" cy="3238500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000"/>
              <a:t>max efficiency: find p* that maximizes </a:t>
            </a:r>
            <a:br>
              <a:rPr lang="en-US" sz="2000"/>
            </a:br>
            <a:r>
              <a:rPr lang="en-US" sz="2000"/>
              <a:t>Np(1-p)</a:t>
            </a:r>
            <a:r>
              <a:rPr lang="en-US" sz="2000" b="1" baseline="30000"/>
              <a:t>N-1</a:t>
            </a:r>
          </a:p>
          <a:p>
            <a:pPr>
              <a:buFont typeface="Wingdings" charset="0"/>
              <a:buChar char="v"/>
              <a:defRPr/>
            </a:pPr>
            <a:r>
              <a:rPr lang="en-US" sz="2000"/>
              <a:t>for many nodes, take limit of Np*(1-p*)</a:t>
            </a:r>
            <a:r>
              <a:rPr lang="en-US" sz="2000" b="1" baseline="30000"/>
              <a:t>N-1 </a:t>
            </a:r>
            <a:r>
              <a:rPr lang="en-US" sz="2000"/>
              <a:t>as N goes to infinity, gives:</a:t>
            </a:r>
          </a:p>
          <a:p>
            <a:pPr>
              <a:buFont typeface="Wingdings" charset="0"/>
              <a:buNone/>
              <a:defRPr/>
            </a:pPr>
            <a:r>
              <a:rPr lang="en-US" sz="2000"/>
              <a:t>Max efficiency = 1/e = .37</a:t>
            </a:r>
            <a:endParaRPr lang="en-US" sz="2000" b="1" baseline="30000"/>
          </a:p>
        </p:txBody>
      </p:sp>
      <p:sp>
        <p:nvSpPr>
          <p:cNvPr id="78852" name="Text Box 9">
            <a:extLst>
              <a:ext uri="{FF2B5EF4-FFF2-40B4-BE49-F238E27FC236}">
                <a16:creationId xmlns:a16="http://schemas.microsoft.com/office/drawing/2014/main" id="{7F9C2208-30FB-404F-89B8-E52F6D8A8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143001"/>
            <a:ext cx="4171950" cy="15779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Efficiency</a:t>
            </a:r>
            <a:r>
              <a:rPr lang="en-US" altLang="en-US" sz="2400"/>
              <a:t> : long-run </a:t>
            </a:r>
            <a:br>
              <a:rPr lang="en-US" altLang="en-US" sz="2400"/>
            </a:br>
            <a:r>
              <a:rPr lang="en-US" altLang="en-US" sz="2400"/>
              <a:t>fraction of successful slots </a:t>
            </a:r>
            <a:br>
              <a:rPr lang="en-US" altLang="en-US" sz="2400"/>
            </a:br>
            <a:r>
              <a:rPr lang="en-US" altLang="en-US" sz="2400"/>
              <a:t>(many nodes, all with many frames to send)</a:t>
            </a:r>
            <a:endParaRPr lang="en-US" altLang="en-US" sz="1800"/>
          </a:p>
        </p:txBody>
      </p:sp>
      <p:sp>
        <p:nvSpPr>
          <p:cNvPr id="78853" name="Text Box 10">
            <a:extLst>
              <a:ext uri="{FF2B5EF4-FFF2-40B4-BE49-F238E27FC236}">
                <a16:creationId xmlns:a16="http://schemas.microsoft.com/office/drawing/2014/main" id="{3CD6E479-C26B-7A43-977C-9952D21C2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988" y="4529139"/>
            <a:ext cx="3143250" cy="15779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At best:</a:t>
            </a:r>
            <a:r>
              <a:rPr lang="en-US" altLang="en-US" sz="2400"/>
              <a:t> channel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used for useful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transmissions 37%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of time!</a:t>
            </a:r>
            <a:endParaRPr lang="en-US" altLang="en-US" sz="1800"/>
          </a:p>
        </p:txBody>
      </p:sp>
      <p:sp>
        <p:nvSpPr>
          <p:cNvPr id="78854" name="Text Box 11">
            <a:extLst>
              <a:ext uri="{FF2B5EF4-FFF2-40B4-BE49-F238E27FC236}">
                <a16:creationId xmlns:a16="http://schemas.microsoft.com/office/drawing/2014/main" id="{35350C19-ACB2-0644-A492-82321924C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1713" y="4533900"/>
            <a:ext cx="474662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60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78855" name="Slide Number Placeholder 1">
            <a:extLst>
              <a:ext uri="{FF2B5EF4-FFF2-40B4-BE49-F238E27FC236}">
                <a16:creationId xmlns:a16="http://schemas.microsoft.com/office/drawing/2014/main" id="{A6EC70B3-B8E3-6042-AEDF-57CC538C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D27B7B84-188F-CF43-964E-DACA82773541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2">
            <a:extLst>
              <a:ext uri="{FF2B5EF4-FFF2-40B4-BE49-F238E27FC236}">
                <a16:creationId xmlns:a16="http://schemas.microsoft.com/office/drawing/2014/main" id="{5886C4D3-3758-CE47-B652-663238130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Pure (unslotted) ALOHA</a:t>
            </a:r>
          </a:p>
        </p:txBody>
      </p:sp>
      <p:sp>
        <p:nvSpPr>
          <p:cNvPr id="532483" name="Rectangle 3">
            <a:extLst>
              <a:ext uri="{FF2B5EF4-FFF2-40B4-BE49-F238E27FC236}">
                <a16:creationId xmlns:a16="http://schemas.microsoft.com/office/drawing/2014/main" id="{9AE21BA6-CA1C-8542-81EE-DAA23810B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422400"/>
            <a:ext cx="8343900" cy="4648200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400"/>
              <a:t>unslotted Aloha: simpler, no synchronization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when frame first arrives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/>
              <a:t> transmit immediately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/>
              <a:t>collision probability increases: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/>
              <a:t>frame sent at t</a:t>
            </a:r>
            <a:r>
              <a:rPr lang="en-US" sz="2000" baseline="-25000"/>
              <a:t>0</a:t>
            </a:r>
            <a:r>
              <a:rPr lang="en-US" sz="2000"/>
              <a:t> collides with other frames sent in [t</a:t>
            </a:r>
            <a:r>
              <a:rPr lang="en-US" sz="2000" baseline="-25000"/>
              <a:t>0</a:t>
            </a:r>
            <a:r>
              <a:rPr lang="en-US" sz="2000"/>
              <a:t>-1,t</a:t>
            </a:r>
            <a:r>
              <a:rPr lang="en-US" sz="2000" baseline="-25000"/>
              <a:t>0</a:t>
            </a:r>
            <a:r>
              <a:rPr lang="en-US" sz="2000"/>
              <a:t>+1]</a:t>
            </a:r>
          </a:p>
        </p:txBody>
      </p:sp>
      <p:pic>
        <p:nvPicPr>
          <p:cNvPr id="80899" name="Picture 4" descr="5">
            <a:extLst>
              <a:ext uri="{FF2B5EF4-FFF2-40B4-BE49-F238E27FC236}">
                <a16:creationId xmlns:a16="http://schemas.microsoft.com/office/drawing/2014/main" id="{1B918E4D-68C1-DB46-BC1D-2A635E46D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38576"/>
            <a:ext cx="62801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0" name="Slide Number Placeholder 1">
            <a:extLst>
              <a:ext uri="{FF2B5EF4-FFF2-40B4-BE49-F238E27FC236}">
                <a16:creationId xmlns:a16="http://schemas.microsoft.com/office/drawing/2014/main" id="{68D3C961-B9C6-1E41-A084-B69CE5CD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51210403-21EA-E041-9AB0-92B2DEB041F1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>
            <a:extLst>
              <a:ext uri="{FF2B5EF4-FFF2-40B4-BE49-F238E27FC236}">
                <a16:creationId xmlns:a16="http://schemas.microsoft.com/office/drawing/2014/main" id="{E6F14FC2-17C2-3947-96C7-BF7390D65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/>
              <a:t>Pure Aloha efficiency</a:t>
            </a:r>
            <a:endParaRPr lang="en-US">
              <a:cs typeface="+mj-cs"/>
            </a:endParaRP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7C441C61-46B0-194A-91FE-245EB4076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1" y="1328738"/>
            <a:ext cx="8264525" cy="4648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000"/>
              <a:t>P(success by given node) = P(node transmits) </a:t>
            </a:r>
            <a:r>
              <a:rPr lang="en-US" altLang="en-US" baseline="16000"/>
              <a:t>.</a:t>
            </a:r>
            <a:endParaRPr lang="en-US" altLang="en-US" sz="2000"/>
          </a:p>
          <a:p>
            <a:pPr>
              <a:buFont typeface="Wingdings" pitchFamily="2" charset="2"/>
              <a:buNone/>
            </a:pPr>
            <a:r>
              <a:rPr lang="en-US" altLang="en-US" sz="2000"/>
              <a:t>                                         P(no other node transmits in [p</a:t>
            </a:r>
            <a:r>
              <a:rPr lang="en-US" altLang="en-US" sz="2000" baseline="-25000"/>
              <a:t>0</a:t>
            </a:r>
            <a:r>
              <a:rPr lang="en-US" altLang="en-US" sz="2000"/>
              <a:t>-1,p</a:t>
            </a:r>
            <a:r>
              <a:rPr lang="en-US" altLang="en-US" sz="2000" baseline="-25000"/>
              <a:t>0</a:t>
            </a:r>
            <a:r>
              <a:rPr lang="en-US" altLang="en-US" sz="2000"/>
              <a:t>] </a:t>
            </a:r>
            <a:r>
              <a:rPr lang="en-US" altLang="en-US" baseline="16000"/>
              <a:t>.</a:t>
            </a:r>
            <a:endParaRPr lang="en-US" altLang="en-US" sz="2000"/>
          </a:p>
          <a:p>
            <a:pPr>
              <a:buFont typeface="Wingdings" pitchFamily="2" charset="2"/>
              <a:buNone/>
            </a:pPr>
            <a:r>
              <a:rPr lang="en-US" altLang="en-US" sz="2000"/>
              <a:t>                                         P(no other node transmits in [p</a:t>
            </a:r>
            <a:r>
              <a:rPr lang="en-US" altLang="en-US" sz="2000" baseline="-25000"/>
              <a:t>0</a:t>
            </a:r>
            <a:r>
              <a:rPr lang="en-US" altLang="en-US" sz="2000"/>
              <a:t>-1,p</a:t>
            </a:r>
            <a:r>
              <a:rPr lang="en-US" altLang="en-US" sz="2000" baseline="-25000"/>
              <a:t>0</a:t>
            </a:r>
            <a:r>
              <a:rPr lang="en-US" altLang="en-US" sz="2000"/>
              <a:t>] </a:t>
            </a:r>
          </a:p>
          <a:p>
            <a:pPr>
              <a:buFont typeface="Wingdings" pitchFamily="2" charset="2"/>
              <a:buNone/>
            </a:pPr>
            <a:r>
              <a:rPr lang="en-US" altLang="en-US" sz="2000"/>
              <a:t>                                      = p </a:t>
            </a:r>
            <a:r>
              <a:rPr lang="en-US" altLang="en-US" baseline="16000"/>
              <a:t>. </a:t>
            </a:r>
            <a:r>
              <a:rPr lang="en-US" altLang="en-US" sz="2000"/>
              <a:t>(1-p)</a:t>
            </a:r>
            <a:r>
              <a:rPr lang="en-US" altLang="en-US" sz="2000" b="1" baseline="30000"/>
              <a:t>N-1</a:t>
            </a:r>
            <a:r>
              <a:rPr lang="en-US" altLang="en-US" baseline="16000"/>
              <a:t> . </a:t>
            </a:r>
            <a:r>
              <a:rPr lang="en-US" altLang="en-US" sz="2000"/>
              <a:t>(1-p)</a:t>
            </a:r>
            <a:r>
              <a:rPr lang="en-US" altLang="en-US" sz="2000" b="1" baseline="30000"/>
              <a:t>N-1</a:t>
            </a:r>
          </a:p>
          <a:p>
            <a:pPr>
              <a:buFont typeface="Wingdings" pitchFamily="2" charset="2"/>
              <a:buNone/>
            </a:pPr>
            <a:r>
              <a:rPr lang="en-US" altLang="en-US" sz="2000" b="1" baseline="30000"/>
              <a:t>                                        </a:t>
            </a:r>
            <a:r>
              <a:rPr lang="en-US" altLang="en-US" sz="2000" b="1"/>
              <a:t>= </a:t>
            </a:r>
            <a:r>
              <a:rPr lang="en-US" altLang="en-US" sz="2000"/>
              <a:t>p </a:t>
            </a:r>
            <a:r>
              <a:rPr lang="en-US" altLang="en-US" baseline="16000"/>
              <a:t>. </a:t>
            </a:r>
            <a:r>
              <a:rPr lang="en-US" altLang="en-US" sz="2000"/>
              <a:t>(1-p)</a:t>
            </a:r>
            <a:r>
              <a:rPr lang="en-US" altLang="en-US" sz="2000" b="1" baseline="30000"/>
              <a:t>2(N-1)</a:t>
            </a:r>
            <a:r>
              <a:rPr lang="en-US" altLang="en-US" baseline="16000"/>
              <a:t> </a:t>
            </a:r>
            <a:endParaRPr lang="en-US" altLang="en-US" sz="2000"/>
          </a:p>
          <a:p>
            <a:pPr>
              <a:buFont typeface="Wingdings" pitchFamily="2" charset="2"/>
              <a:buNone/>
            </a:pPr>
            <a:endParaRPr lang="en-US" altLang="en-US" baseline="16000"/>
          </a:p>
          <a:p>
            <a:pPr>
              <a:buFont typeface="Wingdings" pitchFamily="2" charset="2"/>
              <a:buNone/>
            </a:pPr>
            <a:r>
              <a:rPr lang="en-US" altLang="en-US" baseline="16000"/>
              <a:t>                              … choosing optimum p and then letting n -&gt; infty ...</a:t>
            </a:r>
          </a:p>
          <a:p>
            <a:pPr>
              <a:buFont typeface="Wingdings" pitchFamily="2" charset="2"/>
              <a:buNone/>
            </a:pPr>
            <a:r>
              <a:rPr lang="en-US" altLang="en-US" baseline="16000"/>
              <a:t>                                        </a:t>
            </a:r>
            <a:br>
              <a:rPr lang="en-US" altLang="en-US" baseline="16000"/>
            </a:br>
            <a:r>
              <a:rPr lang="en-US" altLang="en-US" baseline="16000"/>
              <a:t>                                    = 1/(2e) = .18 </a:t>
            </a:r>
            <a:r>
              <a:rPr lang="en-US" altLang="en-US" sz="2000"/>
              <a:t>	</a:t>
            </a:r>
            <a:endParaRPr lang="en-US" altLang="en-US" sz="2400" b="1" i="1"/>
          </a:p>
          <a:p>
            <a:endParaRPr lang="en-US" altLang="en-US"/>
          </a:p>
        </p:txBody>
      </p:sp>
      <p:sp>
        <p:nvSpPr>
          <p:cNvPr id="82947" name="Text Box 4">
            <a:extLst>
              <a:ext uri="{FF2B5EF4-FFF2-40B4-BE49-F238E27FC236}">
                <a16:creationId xmlns:a16="http://schemas.microsoft.com/office/drawing/2014/main" id="{26AC78C6-A469-764A-B0F3-3C43BBA64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5227638"/>
            <a:ext cx="454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even worse than slotted Aloha!</a:t>
            </a:r>
          </a:p>
        </p:txBody>
      </p:sp>
      <p:sp>
        <p:nvSpPr>
          <p:cNvPr id="82948" name="Slide Number Placeholder 1">
            <a:extLst>
              <a:ext uri="{FF2B5EF4-FFF2-40B4-BE49-F238E27FC236}">
                <a16:creationId xmlns:a16="http://schemas.microsoft.com/office/drawing/2014/main" id="{8ECC99D8-EF6F-264C-91A1-B61D99C2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D084958C-8A13-7A4E-8DAC-469BABE46787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A92795AA-20D4-1C4E-87F7-D774C0840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7375" y="228600"/>
            <a:ext cx="8464550" cy="1143000"/>
          </a:xfrm>
        </p:spPr>
        <p:txBody>
          <a:bodyPr/>
          <a:lstStyle/>
          <a:p>
            <a:pPr>
              <a:defRPr/>
            </a:pPr>
            <a:r>
              <a:rPr lang="en-US" sz="3600"/>
              <a:t>CSMA (Carrier Sense Multiple Access)</a:t>
            </a:r>
            <a:endParaRPr lang="en-US">
              <a:cs typeface="+mj-cs"/>
            </a:endParaRPr>
          </a:p>
        </p:txBody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EFE923BE-E78A-7640-A3AA-5567AEC51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1" y="1789114"/>
            <a:ext cx="8296275" cy="32464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CSMA:</a:t>
            </a:r>
            <a:r>
              <a:rPr lang="en-US" altLang="en-US" sz="2400"/>
              <a:t> listen before transmit:</a:t>
            </a:r>
          </a:p>
          <a:p>
            <a:pPr>
              <a:buFont typeface="Wingdings" pitchFamily="2" charset="2"/>
              <a:buNone/>
            </a:pPr>
            <a:r>
              <a:rPr lang="en-US" altLang="en-US" sz="2400"/>
              <a:t>If channel sensed idle: transmit entire frame</a:t>
            </a:r>
          </a:p>
          <a:p>
            <a:r>
              <a:rPr lang="en-US" altLang="en-US" sz="2400"/>
              <a:t>If channel sensed busy, defer transmission </a:t>
            </a:r>
            <a:br>
              <a:rPr lang="en-US" altLang="en-US" sz="2400"/>
            </a:br>
            <a:br>
              <a:rPr lang="en-US" altLang="en-US" sz="2400"/>
            </a:br>
            <a:endParaRPr lang="en-US" altLang="en-US" sz="2400"/>
          </a:p>
          <a:p>
            <a:r>
              <a:rPr lang="en-US" altLang="en-US" sz="2400"/>
              <a:t>human analogy: don</a:t>
            </a:r>
            <a:r>
              <a:rPr lang="ja-JP" altLang="en-US" sz="2400">
                <a:latin typeface="Arial" panose="020B0604020202020204" pitchFamily="34" charset="0"/>
              </a:rPr>
              <a:t>’</a:t>
            </a:r>
            <a:r>
              <a:rPr lang="en-US" altLang="ja-JP" sz="2400"/>
              <a:t>t interrupt others!</a:t>
            </a:r>
            <a:endParaRPr lang="en-US" altLang="en-US" sz="2400"/>
          </a:p>
        </p:txBody>
      </p:sp>
      <p:sp>
        <p:nvSpPr>
          <p:cNvPr id="84995" name="Slide Number Placeholder 1">
            <a:extLst>
              <a:ext uri="{FF2B5EF4-FFF2-40B4-BE49-F238E27FC236}">
                <a16:creationId xmlns:a16="http://schemas.microsoft.com/office/drawing/2014/main" id="{6E00A21F-A36A-574D-AA62-7331892C3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5BD45473-0535-D64B-9D95-0514C568DBAB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C9104B59-41CB-AA42-9F90-EFF85408C0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CSMA collisions</a:t>
            </a:r>
          </a:p>
        </p:txBody>
      </p:sp>
      <p:pic>
        <p:nvPicPr>
          <p:cNvPr id="87042" name="Picture 3" descr="5">
            <a:extLst>
              <a:ext uri="{FF2B5EF4-FFF2-40B4-BE49-F238E27FC236}">
                <a16:creationId xmlns:a16="http://schemas.microsoft.com/office/drawing/2014/main" id="{B36FD8C6-F280-5847-8073-E219A65D9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414" y="1322389"/>
            <a:ext cx="4287837" cy="504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3" name="Rectangle 4">
            <a:extLst>
              <a:ext uri="{FF2B5EF4-FFF2-40B4-BE49-F238E27FC236}">
                <a16:creationId xmlns:a16="http://schemas.microsoft.com/office/drawing/2014/main" id="{21C2346A-6EA1-0A44-9E91-C4AE3C79C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1976" y="1536700"/>
            <a:ext cx="37941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collisions can still occur:</a:t>
            </a:r>
            <a:endParaRPr lang="en-US" altLang="en-US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propagation delay means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two nodes may not hear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each other</a:t>
            </a:r>
            <a:r>
              <a:rPr lang="ja-JP" altLang="en-US" sz="2000">
                <a:latin typeface="Arial" panose="020B0604020202020204" pitchFamily="34" charset="0"/>
              </a:rPr>
              <a:t>’</a:t>
            </a:r>
            <a:r>
              <a:rPr lang="en-US" altLang="ja-JP" sz="2000"/>
              <a:t>s transmission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7044" name="Rectangle 5">
            <a:extLst>
              <a:ext uri="{FF2B5EF4-FFF2-40B4-BE49-F238E27FC236}">
                <a16:creationId xmlns:a16="http://schemas.microsoft.com/office/drawing/2014/main" id="{A94E4B62-09B8-5147-B379-5EF22719C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1975" y="3059113"/>
            <a:ext cx="34988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collision:</a:t>
            </a:r>
            <a:endParaRPr lang="en-US" altLang="en-US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entire packet transmission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time wasted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87045" name="Rectangle 6">
            <a:extLst>
              <a:ext uri="{FF2B5EF4-FFF2-40B4-BE49-F238E27FC236}">
                <a16:creationId xmlns:a16="http://schemas.microsoft.com/office/drawing/2014/main" id="{8C6C024C-41D8-6142-B971-C26A14921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6" y="874713"/>
            <a:ext cx="3546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spatial layout of nodes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87046" name="Rectangle 7">
            <a:extLst>
              <a:ext uri="{FF2B5EF4-FFF2-40B4-BE49-F238E27FC236}">
                <a16:creationId xmlns:a16="http://schemas.microsoft.com/office/drawing/2014/main" id="{431014BB-D9CF-454F-9EBA-27A93DB38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1975" y="4125913"/>
            <a:ext cx="413543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note:</a:t>
            </a:r>
            <a:endParaRPr lang="en-US" altLang="en-US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role of distance &amp; propagation delay in determining collision probability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87047" name="Slide Number Placeholder 1">
            <a:extLst>
              <a:ext uri="{FF2B5EF4-FFF2-40B4-BE49-F238E27FC236}">
                <a16:creationId xmlns:a16="http://schemas.microsoft.com/office/drawing/2014/main" id="{164740F3-54A9-284E-BC72-46B2349D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7A72B9F7-A9D5-1849-B8F7-FB744E376FD0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02A190AC-B724-C946-A89D-70402DA2E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CSMA/CD (Collision Detection)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7922B862-8B58-064D-B4AB-4BBB98C8D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46289" y="1433513"/>
            <a:ext cx="826452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>
                <a:solidFill>
                  <a:srgbClr val="FF0000"/>
                </a:solidFill>
                <a:cs typeface="+mn-cs"/>
              </a:rPr>
              <a:t>CSMA/CD:</a:t>
            </a:r>
            <a:r>
              <a:rPr lang="en-US">
                <a:cs typeface="+mn-cs"/>
              </a:rPr>
              <a:t> carrier sensing, deferral as in CSMA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/>
              <a:t>collisions </a:t>
            </a:r>
            <a:r>
              <a:rPr lang="en-US" i="1"/>
              <a:t>detected</a:t>
            </a:r>
            <a:r>
              <a:rPr lang="en-US"/>
              <a:t> within short time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/>
              <a:t>colliding transmissions aborted, reducing channel wastage </a:t>
            </a:r>
          </a:p>
          <a:p>
            <a:pPr>
              <a:buFont typeface="Wingdings" charset="0"/>
              <a:buChar char="v"/>
              <a:defRPr/>
            </a:pPr>
            <a:r>
              <a:rPr lang="en-US">
                <a:cs typeface="+mn-cs"/>
              </a:rPr>
              <a:t>collision detection:</a:t>
            </a:r>
            <a:r>
              <a:rPr lang="en-US" sz="2400"/>
              <a:t>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/>
              <a:t>easy in wired LANs: measure signal strengths, compare transmitted, received signals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/>
              <a:t>difficult in wireless LANs: received signal strength overwhelmed by local transmission strength </a:t>
            </a:r>
          </a:p>
          <a:p>
            <a:pPr>
              <a:buFont typeface="Wingdings" charset="0"/>
              <a:buChar char="v"/>
              <a:defRPr/>
            </a:pPr>
            <a:r>
              <a:rPr lang="en-US">
                <a:cs typeface="+mn-cs"/>
              </a:rPr>
              <a:t>human analogy: the polite conversationalist </a:t>
            </a:r>
          </a:p>
        </p:txBody>
      </p:sp>
      <p:sp>
        <p:nvSpPr>
          <p:cNvPr id="89091" name="Slide Number Placeholder 1">
            <a:extLst>
              <a:ext uri="{FF2B5EF4-FFF2-40B4-BE49-F238E27FC236}">
                <a16:creationId xmlns:a16="http://schemas.microsoft.com/office/drawing/2014/main" id="{8BB6641B-530F-3647-944B-553D1435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A7C5844E-171F-ED42-938C-A3000E502D68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6FBA0B0F-46A8-7546-A7A4-367B0D890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CSMA/CD collision detection</a:t>
            </a:r>
          </a:p>
        </p:txBody>
      </p:sp>
      <p:pic>
        <p:nvPicPr>
          <p:cNvPr id="91138" name="Picture 3" descr="5">
            <a:extLst>
              <a:ext uri="{FF2B5EF4-FFF2-40B4-BE49-F238E27FC236}">
                <a16:creationId xmlns:a16="http://schemas.microsoft.com/office/drawing/2014/main" id="{04C380AD-3422-6F49-A98E-814824C54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789" y="1531939"/>
            <a:ext cx="4433887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39" name="Slide Number Placeholder 1">
            <a:extLst>
              <a:ext uri="{FF2B5EF4-FFF2-40B4-BE49-F238E27FC236}">
                <a16:creationId xmlns:a16="http://schemas.microsoft.com/office/drawing/2014/main" id="{08E7C3EC-8EE9-6048-BB41-026D240A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B9FBE52E-AF1B-9941-9C7B-F973249A85F8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AFFE1F7F-4FA5-FA4A-AC34-E09D1AF99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panose="020B0604020202020204" pitchFamily="34" charset="0"/>
              </a:rPr>
              <a:t>“</a:t>
            </a:r>
            <a:r>
              <a:rPr lang="en-US" altLang="ja-JP"/>
              <a:t>Taking Turns</a:t>
            </a:r>
            <a:r>
              <a:rPr lang="ja-JP" altLang="en-US">
                <a:latin typeface="Arial" panose="020B0604020202020204" pitchFamily="34" charset="0"/>
              </a:rPr>
              <a:t>”</a:t>
            </a:r>
            <a:r>
              <a:rPr lang="en-US" altLang="ja-JP"/>
              <a:t> MAC protocols</a:t>
            </a:r>
            <a:endParaRPr lang="en-US" altLang="en-US"/>
          </a:p>
        </p:txBody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31B3406A-0CA2-E54D-801E-3A039773E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0099"/>
                </a:solidFill>
              </a:rPr>
              <a:t>channel partitioning MAC protocols:</a:t>
            </a:r>
            <a:endParaRPr lang="en-US" altLang="en-US">
              <a:solidFill>
                <a:srgbClr val="000099"/>
              </a:solidFill>
            </a:endParaRPr>
          </a:p>
          <a:p>
            <a:pPr lvl="1"/>
            <a:r>
              <a:rPr lang="en-US" altLang="en-US"/>
              <a:t>share channel </a:t>
            </a:r>
            <a:r>
              <a:rPr lang="en-US" altLang="en-US" i="1"/>
              <a:t>efficiently</a:t>
            </a:r>
            <a:r>
              <a:rPr lang="en-US" altLang="en-US"/>
              <a:t> and </a:t>
            </a:r>
            <a:r>
              <a:rPr lang="en-US" altLang="en-US" i="1"/>
              <a:t>fairly</a:t>
            </a:r>
            <a:r>
              <a:rPr lang="en-US" altLang="en-US"/>
              <a:t> at high load</a:t>
            </a:r>
          </a:p>
          <a:p>
            <a:pPr lvl="1"/>
            <a:r>
              <a:rPr lang="en-US" altLang="en-US"/>
              <a:t>inefficient at low load: delay in channel access, 1/N bandwidth allocated even if only 1 active node!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0099"/>
                </a:solidFill>
              </a:rPr>
              <a:t>random access MAC protocols</a:t>
            </a:r>
            <a:endParaRPr lang="en-US" altLang="en-US">
              <a:solidFill>
                <a:srgbClr val="000099"/>
              </a:solidFill>
            </a:endParaRPr>
          </a:p>
          <a:p>
            <a:pPr lvl="1"/>
            <a:r>
              <a:rPr lang="en-US" altLang="en-US"/>
              <a:t>efficient at low load: single node can fully utilize channel</a:t>
            </a:r>
          </a:p>
          <a:p>
            <a:pPr lvl="1"/>
            <a:r>
              <a:rPr lang="en-US" altLang="en-US"/>
              <a:t>high load: collision overhead</a:t>
            </a:r>
          </a:p>
          <a:p>
            <a:pPr>
              <a:buFont typeface="Wingdings" pitchFamily="2" charset="2"/>
              <a:buNone/>
            </a:pPr>
            <a:r>
              <a:rPr lang="ja-JP" altLang="en-US" sz="2400">
                <a:solidFill>
                  <a:srgbClr val="000099"/>
                </a:solidFill>
                <a:latin typeface="Arial" panose="020B0604020202020204" pitchFamily="34" charset="0"/>
              </a:rPr>
              <a:t>“</a:t>
            </a:r>
            <a:r>
              <a:rPr lang="en-US" altLang="ja-JP" sz="2400">
                <a:solidFill>
                  <a:srgbClr val="000099"/>
                </a:solidFill>
              </a:rPr>
              <a:t>taking turns</a:t>
            </a:r>
            <a:r>
              <a:rPr lang="ja-JP" altLang="en-US" sz="2400">
                <a:solidFill>
                  <a:srgbClr val="000099"/>
                </a:solidFill>
                <a:latin typeface="Arial" panose="020B0604020202020204" pitchFamily="34" charset="0"/>
              </a:rPr>
              <a:t>”</a:t>
            </a:r>
            <a:r>
              <a:rPr lang="en-US" altLang="ja-JP" sz="2400">
                <a:solidFill>
                  <a:srgbClr val="000099"/>
                </a:solidFill>
              </a:rPr>
              <a:t> protocols</a:t>
            </a:r>
            <a:endParaRPr lang="en-US" altLang="ja-JP">
              <a:solidFill>
                <a:srgbClr val="000099"/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/>
              <a:t>look for best of both worlds!</a:t>
            </a:r>
          </a:p>
        </p:txBody>
      </p:sp>
      <p:sp>
        <p:nvSpPr>
          <p:cNvPr id="93187" name="Slide Number Placeholder 1">
            <a:extLst>
              <a:ext uri="{FF2B5EF4-FFF2-40B4-BE49-F238E27FC236}">
                <a16:creationId xmlns:a16="http://schemas.microsoft.com/office/drawing/2014/main" id="{59C9ED22-7D86-D849-A484-E91B9D1D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9BA25C28-0FBC-FE45-BE55-3E6BB663AC1F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323E2120-9943-1641-98AC-7DCB78F6B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panose="020B0604020202020204" pitchFamily="34" charset="0"/>
              </a:rPr>
              <a:t>“</a:t>
            </a:r>
            <a:r>
              <a:rPr lang="en-US" altLang="ja-JP"/>
              <a:t>Taking Turns</a:t>
            </a:r>
            <a:r>
              <a:rPr lang="ja-JP" altLang="en-US">
                <a:latin typeface="Arial" panose="020B0604020202020204" pitchFamily="34" charset="0"/>
              </a:rPr>
              <a:t>”</a:t>
            </a:r>
            <a:r>
              <a:rPr lang="en-US" altLang="ja-JP"/>
              <a:t> MAC protocols</a:t>
            </a:r>
            <a:endParaRPr lang="en-US" altLang="en-US"/>
          </a:p>
        </p:txBody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DA16E0E2-23EE-7A44-BC09-DB19FDFD6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14563" y="1485900"/>
            <a:ext cx="3460750" cy="4648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Polling:</a:t>
            </a:r>
            <a:r>
              <a:rPr lang="en-US" altLang="en-US" sz="2400" b="1"/>
              <a:t> </a:t>
            </a:r>
            <a:endParaRPr lang="en-US" altLang="en-US" sz="2400"/>
          </a:p>
          <a:p>
            <a:r>
              <a:rPr lang="en-US" altLang="en-US" sz="2400"/>
              <a:t>master node </a:t>
            </a:r>
            <a:r>
              <a:rPr lang="ja-JP" altLang="en-US" sz="2400">
                <a:latin typeface="Arial" panose="020B0604020202020204" pitchFamily="34" charset="0"/>
              </a:rPr>
              <a:t>“</a:t>
            </a:r>
            <a:r>
              <a:rPr lang="en-US" altLang="ja-JP" sz="2400"/>
              <a:t>invites</a:t>
            </a:r>
            <a:r>
              <a:rPr lang="ja-JP" altLang="en-US" sz="2400">
                <a:latin typeface="Arial" panose="020B0604020202020204" pitchFamily="34" charset="0"/>
              </a:rPr>
              <a:t>”</a:t>
            </a:r>
            <a:r>
              <a:rPr lang="en-US" altLang="ja-JP" sz="2400"/>
              <a:t> slave nodes to transmit in turn</a:t>
            </a:r>
          </a:p>
          <a:p>
            <a:r>
              <a:rPr lang="en-US" altLang="en-US" sz="2400"/>
              <a:t>typically used with </a:t>
            </a:r>
            <a:r>
              <a:rPr lang="ja-JP" altLang="en-US" sz="2400">
                <a:latin typeface="Arial" panose="020B0604020202020204" pitchFamily="34" charset="0"/>
              </a:rPr>
              <a:t>“</a:t>
            </a:r>
            <a:r>
              <a:rPr lang="en-US" altLang="ja-JP" sz="2400"/>
              <a:t>dumb</a:t>
            </a:r>
            <a:r>
              <a:rPr lang="ja-JP" altLang="en-US" sz="2400">
                <a:latin typeface="Arial" panose="020B0604020202020204" pitchFamily="34" charset="0"/>
              </a:rPr>
              <a:t>”</a:t>
            </a:r>
            <a:r>
              <a:rPr lang="en-US" altLang="ja-JP" sz="2400"/>
              <a:t> slave devices</a:t>
            </a:r>
          </a:p>
          <a:p>
            <a:r>
              <a:rPr lang="en-US" altLang="en-US" sz="2400"/>
              <a:t>concerns:</a:t>
            </a:r>
          </a:p>
          <a:p>
            <a:pPr lvl="1"/>
            <a:r>
              <a:rPr lang="en-US" altLang="en-US" sz="2000"/>
              <a:t>polling overhead </a:t>
            </a:r>
          </a:p>
          <a:p>
            <a:pPr lvl="1"/>
            <a:r>
              <a:rPr lang="en-US" altLang="en-US" sz="2000"/>
              <a:t>latency</a:t>
            </a:r>
          </a:p>
          <a:p>
            <a:pPr lvl="1"/>
            <a:r>
              <a:rPr lang="en-US" altLang="en-US" sz="2000"/>
              <a:t>single point of failure (master)</a:t>
            </a:r>
            <a:endParaRPr lang="en-US" altLang="en-US"/>
          </a:p>
        </p:txBody>
      </p:sp>
      <p:graphicFrame>
        <p:nvGraphicFramePr>
          <p:cNvPr id="95235" name="Object 7">
            <a:extLst>
              <a:ext uri="{FF2B5EF4-FFF2-40B4-BE49-F238E27FC236}">
                <a16:creationId xmlns:a16="http://schemas.microsoft.com/office/drawing/2014/main" id="{5D81C1D8-32A3-094F-91AE-CA5D73E155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0075" y="2446339"/>
          <a:ext cx="5222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462500" imgH="14478000" progId="MS_ClipArt_Gallery.2">
                  <p:embed/>
                </p:oleObj>
              </mc:Choice>
              <mc:Fallback>
                <p:oleObj name="Clip" r:id="rId3" imgW="17462500" imgH="14478000" progId="MS_ClipArt_Gallery.2">
                  <p:embed/>
                  <p:pic>
                    <p:nvPicPr>
                      <p:cNvPr id="95235" name="Object 7">
                        <a:extLst>
                          <a:ext uri="{FF2B5EF4-FFF2-40B4-BE49-F238E27FC236}">
                            <a16:creationId xmlns:a16="http://schemas.microsoft.com/office/drawing/2014/main" id="{5D81C1D8-32A3-094F-91AE-CA5D73E155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0075" y="2446339"/>
                        <a:ext cx="5222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6" name="Line 24">
            <a:extLst>
              <a:ext uri="{FF2B5EF4-FFF2-40B4-BE49-F238E27FC236}">
                <a16:creationId xmlns:a16="http://schemas.microsoft.com/office/drawing/2014/main" id="{1F4129C4-42F5-A546-B9C8-016620BE63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0375" y="2717800"/>
            <a:ext cx="927100" cy="177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37" name="Line 25">
            <a:extLst>
              <a:ext uri="{FF2B5EF4-FFF2-40B4-BE49-F238E27FC236}">
                <a16:creationId xmlns:a16="http://schemas.microsoft.com/office/drawing/2014/main" id="{DEE23899-52F2-C54B-A126-EA38E6C22D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1725" y="2768600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38" name="Line 31">
            <a:extLst>
              <a:ext uri="{FF2B5EF4-FFF2-40B4-BE49-F238E27FC236}">
                <a16:creationId xmlns:a16="http://schemas.microsoft.com/office/drawing/2014/main" id="{BCFFB5F8-D1AB-8F4A-8F17-CEF57B454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0950" y="2982913"/>
            <a:ext cx="85883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5239" name="Object 32">
            <a:extLst>
              <a:ext uri="{FF2B5EF4-FFF2-40B4-BE49-F238E27FC236}">
                <a16:creationId xmlns:a16="http://schemas.microsoft.com/office/drawing/2014/main" id="{85E2A281-1033-9643-B6D0-6670DC4E43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9775" y="2679701"/>
          <a:ext cx="5222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7462500" imgH="14478000" progId="MS_ClipArt_Gallery.2">
                  <p:embed/>
                </p:oleObj>
              </mc:Choice>
              <mc:Fallback>
                <p:oleObj name="Clip" r:id="rId5" imgW="17462500" imgH="14478000" progId="MS_ClipArt_Gallery.2">
                  <p:embed/>
                  <p:pic>
                    <p:nvPicPr>
                      <p:cNvPr id="95239" name="Object 32">
                        <a:extLst>
                          <a:ext uri="{FF2B5EF4-FFF2-40B4-BE49-F238E27FC236}">
                            <a16:creationId xmlns:a16="http://schemas.microsoft.com/office/drawing/2014/main" id="{85E2A281-1033-9643-B6D0-6670DC4E43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9775" y="2679701"/>
                        <a:ext cx="5222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0" name="Object 34">
            <a:extLst>
              <a:ext uri="{FF2B5EF4-FFF2-40B4-BE49-F238E27FC236}">
                <a16:creationId xmlns:a16="http://schemas.microsoft.com/office/drawing/2014/main" id="{828EA748-C3E2-374A-BABA-7E1269E087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8614" y="2974976"/>
          <a:ext cx="5222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17462500" imgH="14478000" progId="MS_ClipArt_Gallery.2">
                  <p:embed/>
                </p:oleObj>
              </mc:Choice>
              <mc:Fallback>
                <p:oleObj name="Clip" r:id="rId6" imgW="17462500" imgH="14478000" progId="MS_ClipArt_Gallery.2">
                  <p:embed/>
                  <p:pic>
                    <p:nvPicPr>
                      <p:cNvPr id="95240" name="Object 34">
                        <a:extLst>
                          <a:ext uri="{FF2B5EF4-FFF2-40B4-BE49-F238E27FC236}">
                            <a16:creationId xmlns:a16="http://schemas.microsoft.com/office/drawing/2014/main" id="{828EA748-C3E2-374A-BABA-7E1269E087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8614" y="2974976"/>
                        <a:ext cx="5222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1" name="Line 35">
            <a:extLst>
              <a:ext uri="{FF2B5EF4-FFF2-40B4-BE49-F238E27FC236}">
                <a16:creationId xmlns:a16="http://schemas.microsoft.com/office/drawing/2014/main" id="{978E91C7-2F85-A045-8BE8-1C401B2AF9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0263" y="32972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5242" name="Object 36">
            <a:extLst>
              <a:ext uri="{FF2B5EF4-FFF2-40B4-BE49-F238E27FC236}">
                <a16:creationId xmlns:a16="http://schemas.microsoft.com/office/drawing/2014/main" id="{849AE447-BC1A-5446-9E55-5067937CAC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7150" y="3503614"/>
          <a:ext cx="5222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17462500" imgH="14478000" progId="MS_ClipArt_Gallery.2">
                  <p:embed/>
                </p:oleObj>
              </mc:Choice>
              <mc:Fallback>
                <p:oleObj name="Clip" r:id="rId7" imgW="17462500" imgH="14478000" progId="MS_ClipArt_Gallery.2">
                  <p:embed/>
                  <p:pic>
                    <p:nvPicPr>
                      <p:cNvPr id="95242" name="Object 36">
                        <a:extLst>
                          <a:ext uri="{FF2B5EF4-FFF2-40B4-BE49-F238E27FC236}">
                            <a16:creationId xmlns:a16="http://schemas.microsoft.com/office/drawing/2014/main" id="{849AE447-BC1A-5446-9E55-5067937CAC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3503614"/>
                        <a:ext cx="5222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3" name="Line 37">
            <a:extLst>
              <a:ext uri="{FF2B5EF4-FFF2-40B4-BE49-F238E27FC236}">
                <a16:creationId xmlns:a16="http://schemas.microsoft.com/office/drawing/2014/main" id="{BDF13DBF-72E5-AF4B-8B81-8A1D00BB1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8800" y="382587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5244" name="Object 38">
            <a:extLst>
              <a:ext uri="{FF2B5EF4-FFF2-40B4-BE49-F238E27FC236}">
                <a16:creationId xmlns:a16="http://schemas.microsoft.com/office/drawing/2014/main" id="{54E96A55-1899-3945-858F-A08351C113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5689" y="4032251"/>
          <a:ext cx="5222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17462500" imgH="14478000" progId="MS_ClipArt_Gallery.2">
                  <p:embed/>
                </p:oleObj>
              </mc:Choice>
              <mc:Fallback>
                <p:oleObj name="Clip" r:id="rId8" imgW="17462500" imgH="14478000" progId="MS_ClipArt_Gallery.2">
                  <p:embed/>
                  <p:pic>
                    <p:nvPicPr>
                      <p:cNvPr id="95244" name="Object 38">
                        <a:extLst>
                          <a:ext uri="{FF2B5EF4-FFF2-40B4-BE49-F238E27FC236}">
                            <a16:creationId xmlns:a16="http://schemas.microsoft.com/office/drawing/2014/main" id="{54E96A55-1899-3945-858F-A08351C113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5689" y="4032251"/>
                        <a:ext cx="5222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5" name="Line 39">
            <a:extLst>
              <a:ext uri="{FF2B5EF4-FFF2-40B4-BE49-F238E27FC236}">
                <a16:creationId xmlns:a16="http://schemas.microsoft.com/office/drawing/2014/main" id="{76406F78-F1A6-8645-9572-56A5CD995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7338" y="4354513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46" name="Text Box 40">
            <a:extLst>
              <a:ext uri="{FF2B5EF4-FFF2-40B4-BE49-F238E27FC236}">
                <a16:creationId xmlns:a16="http://schemas.microsoft.com/office/drawing/2014/main" id="{02C490F5-0BEE-6943-A894-22EA42444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0700" y="3141663"/>
            <a:ext cx="933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master</a:t>
            </a:r>
          </a:p>
        </p:txBody>
      </p:sp>
      <p:sp>
        <p:nvSpPr>
          <p:cNvPr id="95247" name="Text Box 41">
            <a:extLst>
              <a:ext uri="{FF2B5EF4-FFF2-40B4-BE49-F238E27FC236}">
                <a16:creationId xmlns:a16="http://schemas.microsoft.com/office/drawing/2014/main" id="{D3D4D7B7-7F2F-8C41-AADF-2D114033F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914" y="4711701"/>
            <a:ext cx="822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slaves</a:t>
            </a:r>
          </a:p>
        </p:txBody>
      </p:sp>
      <p:grpSp>
        <p:nvGrpSpPr>
          <p:cNvPr id="184364" name="Group 44">
            <a:extLst>
              <a:ext uri="{FF2B5EF4-FFF2-40B4-BE49-F238E27FC236}">
                <a16:creationId xmlns:a16="http://schemas.microsoft.com/office/drawing/2014/main" id="{2C966897-8F0C-DE4C-B566-9061F40457C4}"/>
              </a:ext>
            </a:extLst>
          </p:cNvPr>
          <p:cNvGrpSpPr>
            <a:grpSpLocks/>
          </p:cNvGrpSpPr>
          <p:nvPr/>
        </p:nvGrpSpPr>
        <p:grpSpPr bwMode="auto">
          <a:xfrm>
            <a:off x="8347075" y="2641600"/>
            <a:ext cx="560388" cy="336550"/>
            <a:chOff x="4212" y="2867"/>
            <a:chExt cx="353" cy="212"/>
          </a:xfrm>
        </p:grpSpPr>
        <p:sp>
          <p:nvSpPr>
            <p:cNvPr id="95256" name="Rectangle 42">
              <a:extLst>
                <a:ext uri="{FF2B5EF4-FFF2-40B4-BE49-F238E27FC236}">
                  <a16:creationId xmlns:a16="http://schemas.microsoft.com/office/drawing/2014/main" id="{87488FEC-E0CB-7F46-8C87-896E6DC79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5257" name="Text Box 43">
              <a:extLst>
                <a:ext uri="{FF2B5EF4-FFF2-40B4-BE49-F238E27FC236}">
                  <a16:creationId xmlns:a16="http://schemas.microsoft.com/office/drawing/2014/main" id="{F6B57D36-21B2-1E45-B622-C5358FE3F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7" y="2867"/>
              <a:ext cx="3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chemeClr val="bg1"/>
                  </a:solidFill>
                </a:rPr>
                <a:t>poll</a:t>
              </a:r>
            </a:p>
          </p:txBody>
        </p:sp>
      </p:grpSp>
      <p:grpSp>
        <p:nvGrpSpPr>
          <p:cNvPr id="184368" name="Group 48">
            <a:extLst>
              <a:ext uri="{FF2B5EF4-FFF2-40B4-BE49-F238E27FC236}">
                <a16:creationId xmlns:a16="http://schemas.microsoft.com/office/drawing/2014/main" id="{7D9F5A4C-D390-3F42-BB89-F4C4EDCD8D21}"/>
              </a:ext>
            </a:extLst>
          </p:cNvPr>
          <p:cNvGrpSpPr>
            <a:grpSpLocks/>
          </p:cNvGrpSpPr>
          <p:nvPr/>
        </p:nvGrpSpPr>
        <p:grpSpPr bwMode="auto">
          <a:xfrm>
            <a:off x="6396038" y="3563938"/>
            <a:ext cx="608012" cy="336550"/>
            <a:chOff x="4415" y="2367"/>
            <a:chExt cx="383" cy="212"/>
          </a:xfrm>
        </p:grpSpPr>
        <p:sp>
          <p:nvSpPr>
            <p:cNvPr id="95254" name="Rectangle 46">
              <a:extLst>
                <a:ext uri="{FF2B5EF4-FFF2-40B4-BE49-F238E27FC236}">
                  <a16:creationId xmlns:a16="http://schemas.microsoft.com/office/drawing/2014/main" id="{8CCBCBB0-FE58-2C4E-A49D-15FD7CEC7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5255" name="Text Box 47">
              <a:extLst>
                <a:ext uri="{FF2B5EF4-FFF2-40B4-BE49-F238E27FC236}">
                  <a16:creationId xmlns:a16="http://schemas.microsoft.com/office/drawing/2014/main" id="{768ABF16-49DD-EF4D-80B9-F56DC550F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367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chemeClr val="bg1"/>
                  </a:solidFill>
                </a:rPr>
                <a:t>data</a:t>
              </a:r>
            </a:p>
          </p:txBody>
        </p:sp>
      </p:grpSp>
      <p:grpSp>
        <p:nvGrpSpPr>
          <p:cNvPr id="184369" name="Group 49">
            <a:extLst>
              <a:ext uri="{FF2B5EF4-FFF2-40B4-BE49-F238E27FC236}">
                <a16:creationId xmlns:a16="http://schemas.microsoft.com/office/drawing/2014/main" id="{E94516FB-BFFC-DD41-B0FE-03253E45C49D}"/>
              </a:ext>
            </a:extLst>
          </p:cNvPr>
          <p:cNvGrpSpPr>
            <a:grpSpLocks/>
          </p:cNvGrpSpPr>
          <p:nvPr/>
        </p:nvGrpSpPr>
        <p:grpSpPr bwMode="auto">
          <a:xfrm>
            <a:off x="6902451" y="2446338"/>
            <a:ext cx="608013" cy="336550"/>
            <a:chOff x="4415" y="2367"/>
            <a:chExt cx="383" cy="212"/>
          </a:xfrm>
        </p:grpSpPr>
        <p:sp>
          <p:nvSpPr>
            <p:cNvPr id="95252" name="Rectangle 50">
              <a:extLst>
                <a:ext uri="{FF2B5EF4-FFF2-40B4-BE49-F238E27FC236}">
                  <a16:creationId xmlns:a16="http://schemas.microsoft.com/office/drawing/2014/main" id="{A20701A4-0F8B-8344-8566-E61C3E535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5253" name="Text Box 51">
              <a:extLst>
                <a:ext uri="{FF2B5EF4-FFF2-40B4-BE49-F238E27FC236}">
                  <a16:creationId xmlns:a16="http://schemas.microsoft.com/office/drawing/2014/main" id="{70F80F04-E858-9E49-B572-3A13BFBB2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367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chemeClr val="bg1"/>
                  </a:solidFill>
                </a:rPr>
                <a:t>data</a:t>
              </a:r>
            </a:p>
          </p:txBody>
        </p:sp>
      </p:grpSp>
      <p:sp>
        <p:nvSpPr>
          <p:cNvPr id="95251" name="Slide Number Placeholder 1">
            <a:extLst>
              <a:ext uri="{FF2B5EF4-FFF2-40B4-BE49-F238E27FC236}">
                <a16:creationId xmlns:a16="http://schemas.microsoft.com/office/drawing/2014/main" id="{D5B0C83E-8D5E-684A-8C1C-677C8B7B5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9B213951-1A36-4246-B4F1-14D9FCB6B3B4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L -0.09254 -1.85185E-6 L -0.07882 -0.03495 L -0.1526 -0.03495 " pathEditMode="relative" ptsTypes="AAAA">
                                      <p:cBhvr>
                                        <p:cTn id="9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7.40741E-7 L 0.07119 -0.00162 L 0.0599 0.03171 L 0.15122 0.03009 " pathEditMode="relative" ptsTypes="AAAA">
                                      <p:cBhvr>
                                        <p:cTn id="18" dur="2000" fill="hold"/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-0.08872 -1.85185E-6 L -0.14375 0.14167 L -0.21753 0.14167 " pathEditMode="relative" ptsTypes="AAAA">
                                      <p:cBhvr>
                                        <p:cTn id="28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6.2963E-6 L 0.07135 -0.00161 L 0.11754 -0.13171 L 0.21129 -0.13333 " pathEditMode="relative" ptsTypes="AAAA">
                                      <p:cBhvr>
                                        <p:cTn id="37" dur="2000" fill="hold"/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D217429A-D499-EE4B-9E2B-9EC7154FF7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panose="020B0604020202020204" pitchFamily="34" charset="0"/>
              </a:rPr>
              <a:t>“</a:t>
            </a:r>
            <a:r>
              <a:rPr lang="en-US" altLang="ja-JP"/>
              <a:t>Taking Turns</a:t>
            </a:r>
            <a:r>
              <a:rPr lang="ja-JP" altLang="en-US">
                <a:latin typeface="Arial" panose="020B0604020202020204" pitchFamily="34" charset="0"/>
              </a:rPr>
              <a:t>”</a:t>
            </a:r>
            <a:r>
              <a:rPr lang="en-US" altLang="ja-JP"/>
              <a:t> MAC protocols</a:t>
            </a:r>
            <a:endParaRPr lang="en-US" altLang="en-US"/>
          </a:p>
        </p:txBody>
      </p:sp>
      <p:sp>
        <p:nvSpPr>
          <p:cNvPr id="97282" name="Rectangle 4">
            <a:extLst>
              <a:ext uri="{FF2B5EF4-FFF2-40B4-BE49-F238E27FC236}">
                <a16:creationId xmlns:a16="http://schemas.microsoft.com/office/drawing/2014/main" id="{22416BCC-3D1D-2247-975A-D1C6CE03D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376363"/>
            <a:ext cx="3754438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Token passing:</a:t>
            </a:r>
            <a:endParaRPr lang="en-US" altLang="en-US" b="1"/>
          </a:p>
          <a:p>
            <a:r>
              <a:rPr lang="en-US" altLang="en-US" sz="2400"/>
              <a:t>control </a:t>
            </a:r>
            <a:r>
              <a:rPr lang="en-US" altLang="en-US" sz="2400" b="1"/>
              <a:t>token </a:t>
            </a:r>
            <a:r>
              <a:rPr lang="en-US" altLang="en-US" sz="2400"/>
              <a:t>passed from one node to next sequentially.</a:t>
            </a:r>
          </a:p>
          <a:p>
            <a:r>
              <a:rPr lang="en-US" altLang="en-US" sz="2400"/>
              <a:t>token message</a:t>
            </a:r>
          </a:p>
          <a:p>
            <a:r>
              <a:rPr lang="en-US" altLang="en-US" sz="2400"/>
              <a:t>concerns:</a:t>
            </a:r>
          </a:p>
          <a:p>
            <a:pPr lvl="1"/>
            <a:r>
              <a:rPr lang="en-US" altLang="en-US" sz="2000"/>
              <a:t>token overhead </a:t>
            </a:r>
          </a:p>
          <a:p>
            <a:pPr lvl="1"/>
            <a:r>
              <a:rPr lang="en-US" altLang="en-US" sz="2000"/>
              <a:t>latency</a:t>
            </a:r>
          </a:p>
          <a:p>
            <a:pPr lvl="1"/>
            <a:r>
              <a:rPr lang="en-US" altLang="en-US" sz="2000"/>
              <a:t>single point of failure (token)</a:t>
            </a:r>
          </a:p>
          <a:p>
            <a:pPr>
              <a:buFont typeface="Wingdings" pitchFamily="2" charset="2"/>
              <a:buNone/>
            </a:pPr>
            <a:r>
              <a:rPr lang="en-US" altLang="en-US"/>
              <a:t> </a:t>
            </a:r>
          </a:p>
        </p:txBody>
      </p:sp>
      <p:graphicFrame>
        <p:nvGraphicFramePr>
          <p:cNvPr id="97283" name="Object 7">
            <a:extLst>
              <a:ext uri="{FF2B5EF4-FFF2-40B4-BE49-F238E27FC236}">
                <a16:creationId xmlns:a16="http://schemas.microsoft.com/office/drawing/2014/main" id="{1658C002-ED2D-0649-AA90-7EF585E3D0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1900" y="2106614"/>
          <a:ext cx="5222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462500" imgH="14478000" progId="MS_ClipArt_Gallery.2">
                  <p:embed/>
                </p:oleObj>
              </mc:Choice>
              <mc:Fallback>
                <p:oleObj name="Clip" r:id="rId3" imgW="17462500" imgH="14478000" progId="MS_ClipArt_Gallery.2">
                  <p:embed/>
                  <p:pic>
                    <p:nvPicPr>
                      <p:cNvPr id="97283" name="Object 7">
                        <a:extLst>
                          <a:ext uri="{FF2B5EF4-FFF2-40B4-BE49-F238E27FC236}">
                            <a16:creationId xmlns:a16="http://schemas.microsoft.com/office/drawing/2014/main" id="{1658C002-ED2D-0649-AA90-7EF585E3D0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1900" y="2106614"/>
                        <a:ext cx="5222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4" name="Oval 8">
            <a:extLst>
              <a:ext uri="{FF2B5EF4-FFF2-40B4-BE49-F238E27FC236}">
                <a16:creationId xmlns:a16="http://schemas.microsoft.com/office/drawing/2014/main" id="{1015E242-C1DB-4F48-AD97-0164E6379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9" y="2617789"/>
            <a:ext cx="2046287" cy="27781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97285" name="Object 9">
            <a:extLst>
              <a:ext uri="{FF2B5EF4-FFF2-40B4-BE49-F238E27FC236}">
                <a16:creationId xmlns:a16="http://schemas.microsoft.com/office/drawing/2014/main" id="{AF7B4E99-2B60-D844-81DB-13C05D05E8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9375" y="5527676"/>
          <a:ext cx="5222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7462500" imgH="14478000" progId="MS_ClipArt_Gallery.2">
                  <p:embed/>
                </p:oleObj>
              </mc:Choice>
              <mc:Fallback>
                <p:oleObj name="Clip" r:id="rId5" imgW="17462500" imgH="14478000" progId="MS_ClipArt_Gallery.2">
                  <p:embed/>
                  <p:pic>
                    <p:nvPicPr>
                      <p:cNvPr id="97285" name="Object 9">
                        <a:extLst>
                          <a:ext uri="{FF2B5EF4-FFF2-40B4-BE49-F238E27FC236}">
                            <a16:creationId xmlns:a16="http://schemas.microsoft.com/office/drawing/2014/main" id="{AF7B4E99-2B60-D844-81DB-13C05D05E8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75" y="5527676"/>
                        <a:ext cx="5222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10">
            <a:extLst>
              <a:ext uri="{FF2B5EF4-FFF2-40B4-BE49-F238E27FC236}">
                <a16:creationId xmlns:a16="http://schemas.microsoft.com/office/drawing/2014/main" id="{BC65FFF4-FC13-3A46-B900-98754AE69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8875" y="3724276"/>
          <a:ext cx="5222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17462500" imgH="14478000" progId="MS_ClipArt_Gallery.2">
                  <p:embed/>
                </p:oleObj>
              </mc:Choice>
              <mc:Fallback>
                <p:oleObj name="Clip" r:id="rId6" imgW="17462500" imgH="14478000" progId="MS_ClipArt_Gallery.2">
                  <p:embed/>
                  <p:pic>
                    <p:nvPicPr>
                      <p:cNvPr id="97286" name="Object 10">
                        <a:extLst>
                          <a:ext uri="{FF2B5EF4-FFF2-40B4-BE49-F238E27FC236}">
                            <a16:creationId xmlns:a16="http://schemas.microsoft.com/office/drawing/2014/main" id="{BC65FFF4-FC13-3A46-B900-98754AE699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5" y="3724276"/>
                        <a:ext cx="5222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7" name="Object 11">
            <a:extLst>
              <a:ext uri="{FF2B5EF4-FFF2-40B4-BE49-F238E27FC236}">
                <a16:creationId xmlns:a16="http://schemas.microsoft.com/office/drawing/2014/main" id="{3A578F20-336E-904B-8F1A-4F4A94207C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75739" y="3681414"/>
          <a:ext cx="5222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17462500" imgH="14478000" progId="MS_ClipArt_Gallery.2">
                  <p:embed/>
                </p:oleObj>
              </mc:Choice>
              <mc:Fallback>
                <p:oleObj name="Clip" r:id="rId7" imgW="17462500" imgH="14478000" progId="MS_ClipArt_Gallery.2">
                  <p:embed/>
                  <p:pic>
                    <p:nvPicPr>
                      <p:cNvPr id="97287" name="Object 11">
                        <a:extLst>
                          <a:ext uri="{FF2B5EF4-FFF2-40B4-BE49-F238E27FC236}">
                            <a16:creationId xmlns:a16="http://schemas.microsoft.com/office/drawing/2014/main" id="{3A578F20-336E-904B-8F1A-4F4A94207C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5739" y="3681414"/>
                        <a:ext cx="5222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2780" name="Rectangle 12">
            <a:extLst>
              <a:ext uri="{FF2B5EF4-FFF2-40B4-BE49-F238E27FC236}">
                <a16:creationId xmlns:a16="http://schemas.microsoft.com/office/drawing/2014/main" id="{444708DF-2810-914A-B7A8-F8395BCBD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539" y="1725614"/>
            <a:ext cx="274637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672783" name="Rectangle 15">
            <a:extLst>
              <a:ext uri="{FF2B5EF4-FFF2-40B4-BE49-F238E27FC236}">
                <a16:creationId xmlns:a16="http://schemas.microsoft.com/office/drawing/2014/main" id="{69664185-5916-9643-A516-E2216CDD0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951" y="6008689"/>
            <a:ext cx="811213" cy="3206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672784" name="Text Box 16">
            <a:extLst>
              <a:ext uri="{FF2B5EF4-FFF2-40B4-BE49-F238E27FC236}">
                <a16:creationId xmlns:a16="http://schemas.microsoft.com/office/drawing/2014/main" id="{61382D6F-DF4F-F046-84CB-DE16A2C9B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814" y="3084513"/>
            <a:ext cx="10556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(nothing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to send)</a:t>
            </a:r>
          </a:p>
        </p:txBody>
      </p:sp>
      <p:sp>
        <p:nvSpPr>
          <p:cNvPr id="672785" name="Rectangle 17">
            <a:extLst>
              <a:ext uri="{FF2B5EF4-FFF2-40B4-BE49-F238E27FC236}">
                <a16:creationId xmlns:a16="http://schemas.microsoft.com/office/drawing/2014/main" id="{8D1F4B29-DBA3-F044-9B06-6861B4875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743326"/>
            <a:ext cx="274638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97292" name="Slide Number Placeholder 1">
            <a:extLst>
              <a:ext uri="{FF2B5EF4-FFF2-40B4-BE49-F238E27FC236}">
                <a16:creationId xmlns:a16="http://schemas.microsoft.com/office/drawing/2014/main" id="{0C4FDFBC-ABDA-464A-8587-59D798C0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52D0F7F7-20B2-B044-8DA3-241556872100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0.03657 C 0.00694 0.06435 0.00121 0.09282 0.00139 0.10509 C 0.00156 0.11736 0.00659 0.10694 0.00017 0.10995 C -0.00625 0.11296 -0.02361 0.11273 -0.03733 0.12338 C -0.05105 0.13403 -0.06945 0.14444 -0.0823 0.17338 C -0.09514 0.20231 -0.1033 0.27847 -0.11476 0.29676 C -0.12622 0.31505 -0.14341 0.28611 -0.15105 0.28333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1" y="1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C 0.01354 -0.0044 0.02708 -0.0088 0.03506 0.00671 C 0.04305 0.02222 0.04236 0.06875 0.04756 0.09328 C 0.05277 0.11782 0.05538 0.13402 0.06631 0.15347 C 0.07725 0.17291 0.09982 0.19861 0.11371 0.20995 C 0.1276 0.22129 0.1434 0.20926 0.15 0.22176 C 0.15659 0.23426 0.1552 0.25949 0.15381 0.28495 " pathEditMode="relative" ptsTypes="aaaaaaA">
                                      <p:cBhvr>
                                        <p:cTn id="19" dur="2000" fill="hold"/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1 C 0.01319 -0.0581 0.00763 -0.09167 0.01371 -0.10926 C 0.01979 -0.12685 0.04114 -0.11273 0.05503 -0.1294 C 0.06892 -0.14607 0.0875 -0.1794 0.09756 -0.20926 C 0.10763 -0.23912 0.11371 -0.27824 0.1151 -0.30926 C 0.11649 -0.34028 0.11371 -0.36783 0.10625 -0.39607 C 0.09878 -0.42431 0.08454 -0.45949 0.06996 -0.4794 C 0.05538 -0.49931 0.03142 -0.50996 0.01875 -0.51598 C 0.00607 -0.52199 0.0052 -0.51875 -0.00625 -0.51598 C -0.01771 -0.5132 -0.03698 -0.51135 -0.05 -0.49931 C -0.06303 -0.48727 -0.07605 -0.46343 -0.0849 -0.44422 C -0.09375 -0.425 -0.10018 -0.4044 -0.10365 -0.38426 C -0.10712 -0.36412 -0.10556 -0.34375 -0.10625 -0.32269 C -0.10695 -0.30162 -0.11025 -0.27801 -0.10747 -0.25764 C -0.10469 -0.23727 -0.09705 -0.21852 -0.08994 -0.20093 C -0.08282 -0.18334 -0.07553 -0.1669 -0.06494 -0.15255 C -0.05434 -0.1382 -0.03768 -0.12107 -0.02622 -0.11435 C -0.01476 -0.10764 -0.00174 -0.11806 0.00381 -0.11273 C 0.00937 -0.10741 0.00677 -0.09931 0.00746 -0.08264 C 0.00816 -0.06598 0.00781 -0.03935 0.00746 -0.01273 " pathEditMode="relative" rAng="0" ptsTypes="aaaaaaaaaaaaaaaaaaaA">
                                      <p:cBhvr>
                                        <p:cTn id="23" dur="2000" fill="hold"/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3" y="-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80" grpId="0" animBg="1"/>
      <p:bldP spid="672780" grpId="1" animBg="1"/>
      <p:bldP spid="672783" grpId="0" animBg="1"/>
      <p:bldP spid="672783" grpId="1" animBg="1"/>
      <p:bldP spid="672784" grpId="0"/>
      <p:bldP spid="672785" grpId="0" animBg="1"/>
      <p:bldP spid="672785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8696FA13-39C9-2341-8DF8-94B4A8C2D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 Summary of MAC protocols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DED62283-B989-994E-9733-4F989E15EE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1"/>
            <a:ext cx="7772400" cy="4906963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400" i="1" dirty="0">
                <a:solidFill>
                  <a:srgbClr val="FF0000"/>
                </a:solidFill>
              </a:rPr>
              <a:t>channel partitioning,</a:t>
            </a:r>
            <a:r>
              <a:rPr lang="en-US" sz="2400" dirty="0"/>
              <a:t> by time, frequency or code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 dirty="0"/>
              <a:t>Time Division, Frequency Division, Code Division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i="1" dirty="0">
                <a:solidFill>
                  <a:srgbClr val="FF0000"/>
                </a:solidFill>
              </a:rPr>
              <a:t>random access </a:t>
            </a:r>
            <a:r>
              <a:rPr lang="en-US" sz="2400" dirty="0"/>
              <a:t>(dynamic),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 dirty="0"/>
              <a:t>ALOHA, S-ALOHA, CSMA, CSMA/CD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 dirty="0"/>
              <a:t>carrier sensing: easy in some technologies (wire), hard in others (wireless)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 dirty="0"/>
              <a:t>CSMA/CD used in Ethernet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 dirty="0"/>
              <a:t>CSMA/CA used in 802.11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i="1" dirty="0">
                <a:solidFill>
                  <a:srgbClr val="FF0000"/>
                </a:solidFill>
              </a:rPr>
              <a:t>taking turns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 dirty="0"/>
              <a:t>polling from central site, token passing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000" dirty="0"/>
              <a:t>Bluetooth, FDDI, IBM Token Ring </a:t>
            </a:r>
          </a:p>
        </p:txBody>
      </p:sp>
      <p:sp>
        <p:nvSpPr>
          <p:cNvPr id="99331" name="Slide Number Placeholder 1">
            <a:extLst>
              <a:ext uri="{FF2B5EF4-FFF2-40B4-BE49-F238E27FC236}">
                <a16:creationId xmlns:a16="http://schemas.microsoft.com/office/drawing/2014/main" id="{F023D3B2-CD8E-E04F-84BB-40F8154B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8C11849E-F98A-2749-8901-7E11187831A7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1998</Words>
  <Application>Microsoft Office PowerPoint</Application>
  <PresentationFormat>Widescreen</PresentationFormat>
  <Paragraphs>581</Paragraphs>
  <Slides>30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MS Mincho</vt:lpstr>
      <vt:lpstr>Arial</vt:lpstr>
      <vt:lpstr>Calibri</vt:lpstr>
      <vt:lpstr>Calibri Light</vt:lpstr>
      <vt:lpstr>Comic Sans MS</vt:lpstr>
      <vt:lpstr>Symbol</vt:lpstr>
      <vt:lpstr>Tahoma</vt:lpstr>
      <vt:lpstr>Times New Roman</vt:lpstr>
      <vt:lpstr>Wingdings</vt:lpstr>
      <vt:lpstr>Office Theme</vt:lpstr>
      <vt:lpstr>Clip</vt:lpstr>
      <vt:lpstr>Protocol “layers”</vt:lpstr>
      <vt:lpstr>Organization of air travel</vt:lpstr>
      <vt:lpstr>Layering of airline functionality</vt:lpstr>
      <vt:lpstr>Internet protocol stack</vt:lpstr>
      <vt:lpstr>Why layering?</vt:lpstr>
      <vt:lpstr>ISO/OSI reference model</vt:lpstr>
      <vt:lpstr>Encapsulation</vt:lpstr>
      <vt:lpstr>Multiple Access Links and Protocols</vt:lpstr>
      <vt:lpstr>Multiple Access protocols</vt:lpstr>
      <vt:lpstr>Ideal Multiple Access Protocol</vt:lpstr>
      <vt:lpstr>MAC Protocols: a taxonomy</vt:lpstr>
      <vt:lpstr>Channel Partitioning MAC protocols: TDMA</vt:lpstr>
      <vt:lpstr>Channel Partitioning MAC protocols: FDMA</vt:lpstr>
      <vt:lpstr>Code Division Multiple Access (CDMA)</vt:lpstr>
      <vt:lpstr>CDMA Encode/Decode</vt:lpstr>
      <vt:lpstr>CDMA: two-sender interference</vt:lpstr>
      <vt:lpstr>Random Access Protocols</vt:lpstr>
      <vt:lpstr>Slotted ALOHA</vt:lpstr>
      <vt:lpstr>Slotted ALOHA</vt:lpstr>
      <vt:lpstr>Slotted Aloha efficiency</vt:lpstr>
      <vt:lpstr>Pure (unslotted) ALOHA</vt:lpstr>
      <vt:lpstr>Pure Aloha efficiency</vt:lpstr>
      <vt:lpstr>CSMA (Carrier Sense Multiple Access)</vt:lpstr>
      <vt:lpstr>CSMA collisions</vt:lpstr>
      <vt:lpstr>CSMA/CD (Collision Detection)</vt:lpstr>
      <vt:lpstr>CSMA/CD collision detection</vt:lpstr>
      <vt:lpstr>“Taking Turns” MAC protocols</vt:lpstr>
      <vt:lpstr>“Taking Turns” MAC protocols</vt:lpstr>
      <vt:lpstr>“Taking Turns” MAC protocols</vt:lpstr>
      <vt:lpstr> Summary of MAC protocols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 “layers”</dc:title>
  <dc:creator>Mohamad Awad</dc:creator>
  <cp:lastModifiedBy>Mohamad Awad</cp:lastModifiedBy>
  <cp:revision>7</cp:revision>
  <dcterms:created xsi:type="dcterms:W3CDTF">2021-04-27T12:07:22Z</dcterms:created>
  <dcterms:modified xsi:type="dcterms:W3CDTF">2024-03-13T07:10:40Z</dcterms:modified>
</cp:coreProperties>
</file>